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4"/>
    <p:sldMasterId id="2147483654" r:id="rId5"/>
  </p:sldMasterIdLst>
  <p:notesMasterIdLst>
    <p:notesMasterId r:id="rId42"/>
  </p:notesMasterIdLst>
  <p:sldIdLst>
    <p:sldId id="317" r:id="rId6"/>
    <p:sldId id="390" r:id="rId7"/>
    <p:sldId id="353" r:id="rId8"/>
    <p:sldId id="272" r:id="rId9"/>
    <p:sldId id="354" r:id="rId10"/>
    <p:sldId id="359" r:id="rId11"/>
    <p:sldId id="360" r:id="rId12"/>
    <p:sldId id="347" r:id="rId13"/>
    <p:sldId id="355" r:id="rId14"/>
    <p:sldId id="346" r:id="rId15"/>
    <p:sldId id="311" r:id="rId16"/>
    <p:sldId id="391" r:id="rId17"/>
    <p:sldId id="356" r:id="rId18"/>
    <p:sldId id="314" r:id="rId19"/>
    <p:sldId id="392" r:id="rId20"/>
    <p:sldId id="402" r:id="rId49"/>
    <p:sldId id="393" r:id="rId27"/>
    <p:sldId id="403" r:id="rId50"/>
    <p:sldId id="394" r:id="rId29"/>
    <p:sldId id="399" r:id="rId30"/>
    <p:sldId id="395" r:id="rId31"/>
    <p:sldId id="400" r:id="rId32"/>
    <p:sldId id="396" r:id="rId33"/>
    <p:sldId id="401" r:id="rId34"/>
    <p:sldId id="345" r:id="rId35"/>
    <p:sldId id="350" r:id="rId36"/>
    <p:sldId id="286" r:id="rId21"/>
    <p:sldId id="382" r:id="rId22"/>
    <p:sldId id="384" r:id="rId23"/>
    <p:sldId id="329" r:id="rId24"/>
    <p:sldId id="326" r:id="rId25"/>
    <p:sldId id="389" r:id="rId26"/>
    <p:sldId id="352" r:id="rId28"/>
    <p:sldId id="397" r:id="rId37"/>
    <p:sldId id="398" r:id="rId38"/>
    <p:sldId id="328" r:id="rId39"/>
    <p:sldId id="351" r:id="rId40"/>
    <p:sldId id="34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3772" userDrawn="1">
          <p15:clr>
            <a:srgbClr val="A4A3A4"/>
          </p15:clr>
        </p15:guide>
        <p15:guide id="9" pos="7333" userDrawn="1">
          <p15:clr>
            <a:srgbClr val="A4A3A4"/>
          </p15:clr>
        </p15:guide>
        <p15:guide id="10" pos="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4719"/>
    <a:srgbClr val="7F7F7F"/>
    <a:srgbClr val="EEF3ED"/>
    <a:srgbClr val="1B3A20"/>
    <a:srgbClr val="A9C0A7"/>
    <a:srgbClr val="698F6E"/>
    <a:srgbClr val="396444"/>
    <a:srgbClr val="D6E1D3"/>
    <a:srgbClr val="797979"/>
    <a:srgbClr val="396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06FF0-EBC5-4939-8C28-FB7939CB6E19}" v="179" dt="2026-10-19T13:28:16.949"/>
    <p1510:client id="{9F336FA0-0749-4B81-93D9-F595834F8A4D}" v="11036" dt="2026-10-19T14:29:08.239"/>
    <p1510:client id="{F73E5D69-B8CD-4751-88D7-3AED7A889B2D}" v="29" dt="2026-10-19T13:08:18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33"/>
        <p:guide pos="3840"/>
        <p:guide orient="horz" pos="4088"/>
        <p:guide orient="horz" pos="1820"/>
        <p:guide orient="horz" pos="935"/>
        <p:guide pos="3613"/>
        <p:guide pos="3772"/>
        <p:guide pos="7333"/>
        <p:guide pos="12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drigues Benegra" userId="15951f17-e43d-4387-8d23-f76792a6730a" providerId="ADAL" clId="{20306FF0-EBC5-4939-8C28-FB7939CB6E19}"/>
    <pc:docChg chg="undo custSel addSld delSld modSld sldOrd">
      <pc:chgData name="Gabriel Rodrigues Benegra" userId="15951f17-e43d-4387-8d23-f76792a6730a" providerId="ADAL" clId="{20306FF0-EBC5-4939-8C28-FB7939CB6E19}" dt="2026-10-19T13:06:24.286" v="8341"/>
      <pc:docMkLst>
        <pc:docMk/>
      </pc:docMkLst>
      <pc:sldChg chg="modSp mod">
        <pc:chgData name="Gabriel Rodrigues Benegra" userId="15951f17-e43d-4387-8d23-f76792a6730a" providerId="ADAL" clId="{20306FF0-EBC5-4939-8C28-FB7939CB6E19}" dt="2026-09-09T14:05:59.312" v="2" actId="1036"/>
        <pc:sldMkLst>
          <pc:docMk/>
          <pc:sldMk cId="940414154" sldId="272"/>
        </pc:sldMkLst>
        <pc:spChg chg="mod">
          <ac:chgData name="Gabriel Rodrigues Benegra" userId="15951f17-e43d-4387-8d23-f76792a6730a" providerId="ADAL" clId="{20306FF0-EBC5-4939-8C28-FB7939CB6E19}" dt="2026-09-09T14:05:59.312" v="2" actId="1036"/>
          <ac:spMkLst>
            <pc:docMk/>
            <pc:sldMk cId="940414154" sldId="272"/>
            <ac:spMk id="3" creationId="{F33F0DF1-831B-C8EE-9529-7A1584C93111}"/>
          </ac:spMkLst>
        </pc:spChg>
      </pc:sldChg>
      <pc:sldChg chg="addSp delSp modSp mod">
        <pc:chgData name="Gabriel Rodrigues Benegra" userId="15951f17-e43d-4387-8d23-f76792a6730a" providerId="ADAL" clId="{20306FF0-EBC5-4939-8C28-FB7939CB6E19}" dt="2026-10-14T13:44:35.441" v="6280" actId="20577"/>
        <pc:sldMkLst>
          <pc:docMk/>
          <pc:sldMk cId="1653737069" sldId="286"/>
        </pc:sldMkLst>
        <pc:spChg chg="add del">
          <ac:chgData name="Gabriel Rodrigues Benegra" userId="15951f17-e43d-4387-8d23-f76792a6730a" providerId="ADAL" clId="{20306FF0-EBC5-4939-8C28-FB7939CB6E19}" dt="2026-10-14T13:38:22.570" v="6042"/>
          <ac:spMkLst>
            <pc:docMk/>
            <pc:sldMk cId="1653737069" sldId="286"/>
            <ac:spMk id="2" creationId="{292C61EF-2F82-7EDD-DE6A-DE6F5C630AFE}"/>
          </ac:spMkLst>
        </pc:spChg>
        <pc:spChg chg="add mod">
          <ac:chgData name="Gabriel Rodrigues Benegra" userId="15951f17-e43d-4387-8d23-f76792a6730a" providerId="ADAL" clId="{20306FF0-EBC5-4939-8C28-FB7939CB6E19}" dt="2026-10-14T13:44:00.991" v="6257" actId="1037"/>
          <ac:spMkLst>
            <pc:docMk/>
            <pc:sldMk cId="1653737069" sldId="286"/>
            <ac:spMk id="3" creationId="{E5C901EA-882B-3D2D-09C3-FA69B71CFE96}"/>
          </ac:spMkLst>
        </pc:spChg>
        <pc:spChg chg="mod">
          <ac:chgData name="Gabriel Rodrigues Benegra" userId="15951f17-e43d-4387-8d23-f76792a6730a" providerId="ADAL" clId="{20306FF0-EBC5-4939-8C28-FB7939CB6E19}" dt="2026-10-14T13:28:54.686" v="5952" actId="1076"/>
          <ac:spMkLst>
            <pc:docMk/>
            <pc:sldMk cId="1653737069" sldId="286"/>
            <ac:spMk id="10" creationId="{A36FEEF8-9FBC-1A65-A14B-698DF8CD4BDC}"/>
          </ac:spMkLst>
        </pc:spChg>
        <pc:spChg chg="mod">
          <ac:chgData name="Gabriel Rodrigues Benegra" userId="15951f17-e43d-4387-8d23-f76792a6730a" providerId="ADAL" clId="{20306FF0-EBC5-4939-8C28-FB7939CB6E19}" dt="2026-09-14T12:56:35.391" v="510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Gabriel Rodrigues Benegra" userId="15951f17-e43d-4387-8d23-f76792a6730a" providerId="ADAL" clId="{20306FF0-EBC5-4939-8C28-FB7939CB6E19}" dt="2026-10-14T13:30:29.456" v="5964" actId="14100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Gabriel Rodrigues Benegra" userId="15951f17-e43d-4387-8d23-f76792a6730a" providerId="ADAL" clId="{20306FF0-EBC5-4939-8C28-FB7939CB6E19}" dt="2026-10-14T13:35:10.614" v="6040" actId="113"/>
          <ac:spMkLst>
            <pc:docMk/>
            <pc:sldMk cId="1653737069" sldId="286"/>
            <ac:spMk id="29" creationId="{83C33592-ACE8-F0DA-616D-FA66348FEDAC}"/>
          </ac:spMkLst>
        </pc:spChg>
        <pc:spChg chg="mod">
          <ac:chgData name="Gabriel Rodrigues Benegra" userId="15951f17-e43d-4387-8d23-f76792a6730a" providerId="ADAL" clId="{20306FF0-EBC5-4939-8C28-FB7939CB6E19}" dt="2026-10-14T13:44:35.441" v="6280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Gabriel Rodrigues Benegra" userId="15951f17-e43d-4387-8d23-f76792a6730a" providerId="ADAL" clId="{20306FF0-EBC5-4939-8C28-FB7939CB6E19}" dt="2026-10-14T13:40:03.600" v="6124" actId="113"/>
          <ac:spMkLst>
            <pc:docMk/>
            <pc:sldMk cId="1653737069" sldId="286"/>
            <ac:spMk id="33" creationId="{69298370-0554-BCED-4107-E00D640B8A3D}"/>
          </ac:spMkLst>
        </pc:spChg>
        <pc:spChg chg="mod">
          <ac:chgData name="Gabriel Rodrigues Benegra" userId="15951f17-e43d-4387-8d23-f76792a6730a" providerId="ADAL" clId="{20306FF0-EBC5-4939-8C28-FB7939CB6E19}" dt="2026-09-14T12:57:23.688" v="516" actId="2711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Gabriel Rodrigues Benegra" userId="15951f17-e43d-4387-8d23-f76792a6730a" providerId="ADAL" clId="{20306FF0-EBC5-4939-8C28-FB7939CB6E19}" dt="2026-09-14T12:57:30.993" v="517" actId="2711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Gabriel Rodrigues Benegra" userId="15951f17-e43d-4387-8d23-f76792a6730a" providerId="ADAL" clId="{20306FF0-EBC5-4939-8C28-FB7939CB6E19}" dt="2026-10-14T13:43:50.083" v="6247" actId="20577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Gabriel Rodrigues Benegra" userId="15951f17-e43d-4387-8d23-f76792a6730a" providerId="ADAL" clId="{20306FF0-EBC5-4939-8C28-FB7939CB6E19}" dt="2026-09-14T12:58:53.445" v="580" actId="1038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Gabriel Rodrigues Benegra" userId="15951f17-e43d-4387-8d23-f76792a6730a" providerId="ADAL" clId="{20306FF0-EBC5-4939-8C28-FB7939CB6E19}" dt="2026-09-14T12:58:28.053" v="547" actId="1038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Gabriel Rodrigues Benegra" userId="15951f17-e43d-4387-8d23-f76792a6730a" providerId="ADAL" clId="{20306FF0-EBC5-4939-8C28-FB7939CB6E19}" dt="2026-09-14T12:58:35.915" v="562" actId="1037"/>
          <ac:spMkLst>
            <pc:docMk/>
            <pc:sldMk cId="1653737069" sldId="286"/>
            <ac:spMk id="204" creationId="{9DA9C8DC-B4D9-7D00-C1CD-1794968EFD08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16T12:58:33.820" v="932" actId="1036"/>
        <pc:sldMkLst>
          <pc:docMk/>
          <pc:sldMk cId="1695601358" sldId="317"/>
        </pc:sldMkLst>
        <pc:spChg chg="add mod">
          <ac:chgData name="Gabriel Rodrigues Benegra" userId="15951f17-e43d-4387-8d23-f76792a6730a" providerId="ADAL" clId="{20306FF0-EBC5-4939-8C28-FB7939CB6E19}" dt="2026-09-16T12:57:53.937" v="895"/>
          <ac:spMkLst>
            <pc:docMk/>
            <pc:sldMk cId="1695601358" sldId="317"/>
            <ac:spMk id="7" creationId="{72BC5D49-81F0-36D0-0DA9-FD55B01A1D55}"/>
          </ac:spMkLst>
        </pc:spChg>
        <pc:spChg chg="add mod">
          <ac:chgData name="Gabriel Rodrigues Benegra" userId="15951f17-e43d-4387-8d23-f76792a6730a" providerId="ADAL" clId="{20306FF0-EBC5-4939-8C28-FB7939CB6E19}" dt="2026-09-16T12:58:33.820" v="932" actId="1036"/>
          <ac:spMkLst>
            <pc:docMk/>
            <pc:sldMk cId="1695601358" sldId="317"/>
            <ac:spMk id="8" creationId="{00BC5D0C-9282-390D-6D6E-1B02823708B5}"/>
          </ac:spMkLst>
        </pc:spChg>
        <pc:picChg chg="add mod">
          <ac:chgData name="Gabriel Rodrigues Benegra" userId="15951f17-e43d-4387-8d23-f76792a6730a" providerId="ADAL" clId="{20306FF0-EBC5-4939-8C28-FB7939CB6E19}" dt="2026-09-16T12:57:46.159" v="894" actId="14100"/>
          <ac:picMkLst>
            <pc:docMk/>
            <pc:sldMk cId="1695601358" sldId="317"/>
            <ac:picMk id="3" creationId="{51C0B4CC-5D89-60B0-E0CE-8509F42F988E}"/>
          </ac:picMkLst>
        </pc:picChg>
      </pc:sldChg>
      <pc:sldChg chg="addSp delSp modSp add mod ord modNotesTx">
        <pc:chgData name="Gabriel Rodrigues Benegra" userId="15951f17-e43d-4387-8d23-f76792a6730a" providerId="ADAL" clId="{20306FF0-EBC5-4939-8C28-FB7939CB6E19}" dt="2026-10-19T13:06:24.286" v="8341"/>
        <pc:sldMkLst>
          <pc:docMk/>
          <pc:sldMk cId="2721456284" sldId="328"/>
        </pc:sldMkLst>
        <pc:spChg chg="add mod">
          <ac:chgData name="Gabriel Rodrigues Benegra" userId="15951f17-e43d-4387-8d23-f76792a6730a" providerId="ADAL" clId="{20306FF0-EBC5-4939-8C28-FB7939CB6E19}" dt="2026-09-16T13:53:16.601" v="3590" actId="207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Gabriel Rodrigues Benegra" userId="15951f17-e43d-4387-8d23-f76792a6730a" providerId="ADAL" clId="{20306FF0-EBC5-4939-8C28-FB7939CB6E19}" dt="2026-09-20T21:33:36.128" v="5262" actId="20577"/>
          <ac:spMkLst>
            <pc:docMk/>
            <pc:sldMk cId="2721456284" sldId="328"/>
            <ac:spMk id="6" creationId="{71A78142-FD64-C970-A9AC-CEFCC745BDF7}"/>
          </ac:spMkLst>
        </pc:spChg>
        <pc:spChg chg="add mod">
          <ac:chgData name="Gabriel Rodrigues Benegra" userId="15951f17-e43d-4387-8d23-f76792a6730a" providerId="ADAL" clId="{20306FF0-EBC5-4939-8C28-FB7939CB6E19}" dt="2026-09-16T14:36:24.393" v="4728" actId="1037"/>
          <ac:spMkLst>
            <pc:docMk/>
            <pc:sldMk cId="2721456284" sldId="328"/>
            <ac:spMk id="8" creationId="{85F5A5DC-0139-79BC-99F1-5BC2742958CB}"/>
          </ac:spMkLst>
        </pc:spChg>
        <pc:spChg chg="mod ord">
          <ac:chgData name="Gabriel Rodrigues Benegra" userId="15951f17-e43d-4387-8d23-f76792a6730a" providerId="ADAL" clId="{20306FF0-EBC5-4939-8C28-FB7939CB6E19}" dt="2026-09-20T21:50:02.611" v="5770" actId="1036"/>
          <ac:spMkLst>
            <pc:docMk/>
            <pc:sldMk cId="2721456284" sldId="328"/>
            <ac:spMk id="13" creationId="{E7F8ADC8-BF58-2DED-8774-D99E4527AB78}"/>
          </ac:spMkLst>
        </pc:spChg>
        <pc:spChg chg="add mod">
          <ac:chgData name="Gabriel Rodrigues Benegra" userId="15951f17-e43d-4387-8d23-f76792a6730a" providerId="ADAL" clId="{20306FF0-EBC5-4939-8C28-FB7939CB6E19}" dt="2026-09-20T21:51:03.197" v="5773" actId="1035"/>
          <ac:spMkLst>
            <pc:docMk/>
            <pc:sldMk cId="2721456284" sldId="328"/>
            <ac:spMk id="21" creationId="{E2F180CF-09D1-B73C-EF67-A17E37AED802}"/>
          </ac:spMkLst>
        </pc:spChg>
        <pc:spChg chg="add mod">
          <ac:chgData name="Gabriel Rodrigues Benegra" userId="15951f17-e43d-4387-8d23-f76792a6730a" providerId="ADAL" clId="{20306FF0-EBC5-4939-8C28-FB7939CB6E19}" dt="2026-09-20T21:33:03.256" v="5251" actId="113"/>
          <ac:spMkLst>
            <pc:docMk/>
            <pc:sldMk cId="2721456284" sldId="328"/>
            <ac:spMk id="25" creationId="{C06B81C7-0D37-807B-27F3-BDE4E2100DF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0" creationId="{88E05A83-BA15-E84C-39E1-3EE09D01819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1" creationId="{4C3A937A-A972-E90A-0457-474C926F09F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7" creationId="{1195DBA2-0282-37A6-3A35-079C9B8C375F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38" creationId="{D2260992-2D44-499E-3CD3-D390D3EBE17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0" creationId="{34E5FE27-ED12-5830-04CE-79BFAB8BD1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3" creationId="{81960EB9-61E3-A17B-4175-8B5388BAD1B5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4" creationId="{E184A842-2B88-F602-EAE5-7847EB80A204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6" creationId="{AE5B36C9-ABD5-3D75-DA64-00090FA3FA1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8" creationId="{BDF4B993-62BB-5286-C676-C926520E9A3A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49" creationId="{95472DE3-CF2C-A176-3DFC-C3CAF98C651E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1" creationId="{A19E2BBC-2364-42E7-8697-C2ED4F6B41F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3" creationId="{A686153D-87F0-673A-12E0-7132437CD2B7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4" creationId="{EB013C36-223E-DC9C-CE24-E43A4271C1F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5" creationId="{810DA4F3-4AEF-82E4-F7D5-C713926B9058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7" creationId="{FE3FCA8F-D61C-2493-4980-78F3B5655899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8" creationId="{54C50595-A194-049D-00E2-44D2E1214D83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59" creationId="{42B7DE57-7ABB-0563-35BA-6022E9B25062}"/>
          </ac:spMkLst>
        </pc:spChg>
        <pc:spChg chg="mod">
          <ac:chgData name="Gabriel Rodrigues Benegra" userId="15951f17-e43d-4387-8d23-f76792a6730a" providerId="ADAL" clId="{20306FF0-EBC5-4939-8C28-FB7939CB6E19}" dt="2026-09-20T21:38:40.272" v="5752" actId="1038"/>
          <ac:spMkLst>
            <pc:docMk/>
            <pc:sldMk cId="2721456284" sldId="328"/>
            <ac:spMk id="60" creationId="{4BBABFF3-0735-3BD5-94E9-C7DDF8919F4E}"/>
          </ac:spMkLst>
        </pc:spChg>
        <pc:grpChg chg="add mod">
          <ac:chgData name="Gabriel Rodrigues Benegra" userId="15951f17-e43d-4387-8d23-f76792a6730a" providerId="ADAL" clId="{20306FF0-EBC5-4939-8C28-FB7939CB6E19}" dt="2026-09-20T21:38:40.272" v="5752" actId="1038"/>
          <ac:grpSpMkLst>
            <pc:docMk/>
            <pc:sldMk cId="2721456284" sldId="328"/>
            <ac:grpSpMk id="28" creationId="{17F44C52-A592-F4FA-F73E-76DB1487FF07}"/>
          </ac:grpSpMkLst>
        </pc:grpChg>
        <pc:picChg chg="add mod ord modCrop">
          <ac:chgData name="Gabriel Rodrigues Benegra" userId="15951f17-e43d-4387-8d23-f76792a6730a" providerId="ADAL" clId="{20306FF0-EBC5-4939-8C28-FB7939CB6E19}" dt="2026-09-20T21:35:47.714" v="5684" actId="1035"/>
          <ac:picMkLst>
            <pc:docMk/>
            <pc:sldMk cId="2721456284" sldId="328"/>
            <ac:picMk id="22" creationId="{FBC7BA27-3F5C-AC55-92CE-8C27CAA84D15}"/>
          </ac:picMkLst>
        </pc:picChg>
      </pc:sldChg>
      <pc:sldChg chg="modSp mod">
        <pc:chgData name="Gabriel Rodrigues Benegra" userId="15951f17-e43d-4387-8d23-f76792a6730a" providerId="ADAL" clId="{20306FF0-EBC5-4939-8C28-FB7939CB6E19}" dt="2026-10-14T13:46:24.169" v="6281"/>
        <pc:sldMkLst>
          <pc:docMk/>
          <pc:sldMk cId="881085822" sldId="341"/>
        </pc:sldMkLst>
        <pc:spChg chg="mod">
          <ac:chgData name="Gabriel Rodrigues Benegra" userId="15951f17-e43d-4387-8d23-f76792a6730a" providerId="ADAL" clId="{20306FF0-EBC5-4939-8C28-FB7939CB6E19}" dt="2026-10-14T13:46:24.169" v="6281"/>
          <ac:spMkLst>
            <pc:docMk/>
            <pc:sldMk cId="881085822" sldId="341"/>
            <ac:spMk id="15" creationId="{094E1B5B-F37A-10AA-A2EB-06EDE9D756E9}"/>
          </ac:spMkLst>
        </pc:spChg>
      </pc:sldChg>
      <pc:sldChg chg="ord">
        <pc:chgData name="Gabriel Rodrigues Benegra" userId="15951f17-e43d-4387-8d23-f76792a6730a" providerId="ADAL" clId="{20306FF0-EBC5-4939-8C28-FB7939CB6E19}" dt="2026-09-21T12:23:38.253" v="5775"/>
        <pc:sldMkLst>
          <pc:docMk/>
          <pc:sldMk cId="4207788666" sldId="347"/>
        </pc:sldMkLst>
      </pc:sldChg>
      <pc:sldChg chg="modSp add mod">
        <pc:chgData name="Gabriel Rodrigues Benegra" userId="15951f17-e43d-4387-8d23-f76792a6730a" providerId="ADAL" clId="{20306FF0-EBC5-4939-8C28-FB7939CB6E19}" dt="2026-09-20T21:26:03.853" v="4789" actId="1035"/>
        <pc:sldMkLst>
          <pc:docMk/>
          <pc:sldMk cId="2855766738" sldId="350"/>
        </pc:sldMkLst>
        <pc:spChg chg="mod">
          <ac:chgData name="Gabriel Rodrigues Benegra" userId="15951f17-e43d-4387-8d23-f76792a6730a" providerId="ADAL" clId="{20306FF0-EBC5-4939-8C28-FB7939CB6E19}" dt="2026-09-20T21:26:03.853" v="4789" actId="1035"/>
          <ac:spMkLst>
            <pc:docMk/>
            <pc:sldMk cId="2855766738" sldId="350"/>
            <ac:spMk id="8" creationId="{65AAED65-3818-1D6F-46A2-74200BCE7D7F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09-20T21:39:18.407" v="5756" actId="1076"/>
        <pc:sldMkLst>
          <pc:docMk/>
          <pc:sldMk cId="4210405125" sldId="351"/>
        </pc:sldMkLst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4" creationId="{E0F56E96-8BCE-1B54-94F9-D8E6BF738316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5" creationId="{097A154A-7AD9-36F0-C821-C2EDB512197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28" creationId="{F5B91B3F-02EA-E0CA-6ADC-F8BE746051E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0" creationId="{AA38D075-E999-F241-01F0-5FFA54261C6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1" creationId="{C08ED914-BFDF-0F5D-985F-31D2798FE7E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3" creationId="{3B44DDA0-33AC-E91C-82D9-C50B36C1C31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4" creationId="{40CDFB65-A3A8-1918-F266-9970819324A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7" creationId="{9F27EFA8-F41C-A139-0843-3F0DB2DB8DA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38" creationId="{12C22C4E-25A1-3D2D-9341-F8F0A3CE2E4E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0" creationId="{8076E413-E84A-76C8-BC44-1D0467E8BA40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1" creationId="{6DB18853-BF16-C200-C469-5AD88C3F2FD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2" creationId="{208B88BB-3023-D32F-F245-A9BAEBB6838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3" creationId="{045CA533-7792-2924-EDDD-7D064BA6C77C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4" creationId="{3A11E3A8-0F0B-3AB3-8268-A171FE5D7EB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5" creationId="{E7F2B9E8-5046-2F6E-5F41-80B2AC7E9CE3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6" creationId="{83B71404-C293-7A5A-227C-5765683412A5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7" creationId="{2F580B3C-7FC1-34DE-BCB9-B64C1BBA80D7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8" creationId="{05E1F93F-CD65-8122-D1F8-2B50FCC19C92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49" creationId="{F6713CFC-E7F3-CFAF-12A4-0B42A3ED4E4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0" creationId="{E475239C-04A3-0178-C4D7-8BE1EA3FAA6A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1" creationId="{9868D123-7920-5775-388D-4724FB3500D1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2" creationId="{0C6BAED6-4933-7156-997F-F860DD0D6D94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3" creationId="{9AFE3034-46FA-9125-7B93-8A8D6D07A0EF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4" creationId="{D3666E80-17CC-4DA3-A866-4EE961DE6EB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5" creationId="{35FC4C67-D73C-5021-9B36-C8CC58BC7ACB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6" creationId="{BC75ADF3-2880-8FD6-00D4-7E4D40BD3178}"/>
          </ac:spMkLst>
        </pc:spChg>
        <pc:spChg chg="mod">
          <ac:chgData name="Gabriel Rodrigues Benegra" userId="15951f17-e43d-4387-8d23-f76792a6730a" providerId="ADAL" clId="{20306FF0-EBC5-4939-8C28-FB7939CB6E19}" dt="2026-09-20T21:39:18.407" v="5756" actId="1076"/>
          <ac:spMkLst>
            <pc:docMk/>
            <pc:sldMk cId="4210405125" sldId="351"/>
            <ac:spMk id="57" creationId="{41FC0814-215F-A6BB-026F-BA097BDC1496}"/>
          </ac:spMkLst>
        </pc:spChg>
        <pc:grpChg chg="add mod">
          <ac:chgData name="Gabriel Rodrigues Benegra" userId="15951f17-e43d-4387-8d23-f76792a6730a" providerId="ADAL" clId="{20306FF0-EBC5-4939-8C28-FB7939CB6E19}" dt="2026-09-20T21:39:18.407" v="5756" actId="1076"/>
          <ac:grpSpMkLst>
            <pc:docMk/>
            <pc:sldMk cId="4210405125" sldId="351"/>
            <ac:grpSpMk id="23" creationId="{40E765F2-1552-74E2-5E00-918AE5AF6F70}"/>
          </ac:grpSpMkLst>
        </pc:grpChg>
      </pc:sldChg>
      <pc:sldChg chg="addSp delSp modSp mod">
        <pc:chgData name="Gabriel Rodrigues Benegra" userId="15951f17-e43d-4387-8d23-f76792a6730a" providerId="ADAL" clId="{20306FF0-EBC5-4939-8C28-FB7939CB6E19}" dt="2026-10-14T14:03:25.549" v="6443" actId="478"/>
        <pc:sldMkLst>
          <pc:docMk/>
          <pc:sldMk cId="2749314505" sldId="352"/>
        </pc:sldMkLst>
        <pc:spChg chg="mod">
          <ac:chgData name="Gabriel Rodrigues Benegra" userId="15951f17-e43d-4387-8d23-f76792a6730a" providerId="ADAL" clId="{20306FF0-EBC5-4939-8C28-FB7939CB6E19}" dt="2026-10-14T14:03:22.766" v="6442" actId="1037"/>
          <ac:spMkLst>
            <pc:docMk/>
            <pc:sldMk cId="2749314505" sldId="352"/>
            <ac:spMk id="14" creationId="{6A6DC634-30E4-A735-D09E-C7BADD91E17A}"/>
          </ac:spMkLst>
        </pc:spChg>
        <pc:picChg chg="add del mod">
          <ac:chgData name="Gabriel Rodrigues Benegra" userId="15951f17-e43d-4387-8d23-f76792a6730a" providerId="ADAL" clId="{20306FF0-EBC5-4939-8C28-FB7939CB6E19}" dt="2026-10-14T14:03:25.549" v="6443" actId="478"/>
          <ac:picMkLst>
            <pc:docMk/>
            <pc:sldMk cId="2749314505" sldId="352"/>
            <ac:picMk id="3" creationId="{63CA5AC0-7ECA-2E45-E9D1-339AF8B549F9}"/>
          </ac:picMkLst>
        </pc:picChg>
      </pc:sldChg>
      <pc:sldChg chg="addSp delSp modSp new del mod ord">
        <pc:chgData name="Gabriel Rodrigues Benegra" userId="15951f17-e43d-4387-8d23-f76792a6730a" providerId="ADAL" clId="{20306FF0-EBC5-4939-8C28-FB7939CB6E19}" dt="2026-10-14T13:12:29.910" v="5822" actId="47"/>
        <pc:sldMkLst>
          <pc:docMk/>
          <pc:sldMk cId="3294462335" sldId="357"/>
        </pc:sldMkLst>
        <pc:spChg chg="add del mod">
          <ac:chgData name="Gabriel Rodrigues Benegra" userId="15951f17-e43d-4387-8d23-f76792a6730a" providerId="ADAL" clId="{20306FF0-EBC5-4939-8C28-FB7939CB6E19}" dt="2026-10-07T14:35:31.588" v="5787" actId="478"/>
          <ac:spMkLst>
            <pc:docMk/>
            <pc:sldMk cId="3294462335" sldId="357"/>
            <ac:spMk id="3" creationId="{165B47FB-6214-4980-3EBF-4335CEBECF59}"/>
          </ac:spMkLst>
        </pc:spChg>
        <pc:spChg chg="add mod">
          <ac:chgData name="Gabriel Rodrigues Benegra" userId="15951f17-e43d-4387-8d23-f76792a6730a" providerId="ADAL" clId="{20306FF0-EBC5-4939-8C28-FB7939CB6E19}" dt="2026-10-07T14:35:57.915" v="5792" actId="1076"/>
          <ac:spMkLst>
            <pc:docMk/>
            <pc:sldMk cId="3294462335" sldId="357"/>
            <ac:spMk id="4" creationId="{13E2F359-F158-B69C-81B5-0D51DEF32D6E}"/>
          </ac:spMkLst>
        </pc:spChg>
      </pc:sldChg>
      <pc:sldChg chg="addSp delSp modSp new del mod ord">
        <pc:chgData name="Gabriel Rodrigues Benegra" userId="15951f17-e43d-4387-8d23-f76792a6730a" providerId="ADAL" clId="{20306FF0-EBC5-4939-8C28-FB7939CB6E19}" dt="2026-10-14T14:14:58.002" v="6780" actId="47"/>
        <pc:sldMkLst>
          <pc:docMk/>
          <pc:sldMk cId="2820132893" sldId="358"/>
        </pc:sldMkLst>
        <pc:spChg chg="add mod">
          <ac:chgData name="Gabriel Rodrigues Benegra" userId="15951f17-e43d-4387-8d23-f76792a6730a" providerId="ADAL" clId="{20306FF0-EBC5-4939-8C28-FB7939CB6E19}" dt="2026-10-07T14:38:42.526" v="5798" actId="1076"/>
          <ac:spMkLst>
            <pc:docMk/>
            <pc:sldMk cId="2820132893" sldId="358"/>
            <ac:spMk id="3" creationId="{0F3DAAE7-F681-5A44-CA37-55D7D0D783CA}"/>
          </ac:spMkLst>
        </pc:spChg>
        <pc:spChg chg="add mod">
          <ac:chgData name="Gabriel Rodrigues Benegra" userId="15951f17-e43d-4387-8d23-f76792a6730a" providerId="ADAL" clId="{20306FF0-EBC5-4939-8C28-FB7939CB6E19}" dt="2026-10-07T14:41:51.230" v="5806" actId="1076"/>
          <ac:spMkLst>
            <pc:docMk/>
            <pc:sldMk cId="2820132893" sldId="358"/>
            <ac:spMk id="4" creationId="{5C3FC81C-830D-BDBA-6D04-BB39B789F576}"/>
          </ac:spMkLst>
        </pc:spChg>
        <pc:spChg chg="add mod">
          <ac:chgData name="Gabriel Rodrigues Benegra" userId="15951f17-e43d-4387-8d23-f76792a6730a" providerId="ADAL" clId="{20306FF0-EBC5-4939-8C28-FB7939CB6E19}" dt="2026-10-07T14:42:04.013" v="5809"/>
          <ac:spMkLst>
            <pc:docMk/>
            <pc:sldMk cId="2820132893" sldId="358"/>
            <ac:spMk id="5" creationId="{E38E2939-F210-EFD0-D525-EAB052EC967F}"/>
          </ac:spMkLst>
        </pc:spChg>
        <pc:spChg chg="add mod">
          <ac:chgData name="Gabriel Rodrigues Benegra" userId="15951f17-e43d-4387-8d23-f76792a6730a" providerId="ADAL" clId="{20306FF0-EBC5-4939-8C28-FB7939CB6E19}" dt="2026-10-07T14:42:32.287" v="5815" actId="1076"/>
          <ac:spMkLst>
            <pc:docMk/>
            <pc:sldMk cId="2820132893" sldId="358"/>
            <ac:spMk id="6" creationId="{8DFC1B7C-A2B0-7F2F-C8FE-E15C9616F35C}"/>
          </ac:spMkLst>
        </pc:spChg>
        <pc:spChg chg="add del mod">
          <ac:chgData name="Gabriel Rodrigues Benegra" userId="15951f17-e43d-4387-8d23-f76792a6730a" providerId="ADAL" clId="{20306FF0-EBC5-4939-8C28-FB7939CB6E19}" dt="2026-10-14T13:51:01.936" v="6284" actId="478"/>
          <ac:spMkLst>
            <pc:docMk/>
            <pc:sldMk cId="2820132893" sldId="358"/>
            <ac:spMk id="7" creationId="{59FBA2FD-BA0A-D708-717F-55210B23902B}"/>
          </ac:spMkLst>
        </pc:spChg>
        <pc:spChg chg="add mod">
          <ac:chgData name="Gabriel Rodrigues Benegra" userId="15951f17-e43d-4387-8d23-f76792a6730a" providerId="ADAL" clId="{20306FF0-EBC5-4939-8C28-FB7939CB6E19}" dt="2026-10-14T13:51:24.803" v="6392" actId="20577"/>
          <ac:spMkLst>
            <pc:docMk/>
            <pc:sldMk cId="2820132893" sldId="358"/>
            <ac:spMk id="8" creationId="{B28692F2-6850-7EE3-47D0-2B5D0DAE9AC6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3:56:40.870" v="6397" actId="1076"/>
        <pc:sldMkLst>
          <pc:docMk/>
          <pc:sldMk cId="3148204388" sldId="366"/>
        </pc:sldMkLst>
        <pc:spChg chg="mod">
          <ac:chgData name="Gabriel Rodrigues Benegra" userId="15951f17-e43d-4387-8d23-f76792a6730a" providerId="ADAL" clId="{20306FF0-EBC5-4939-8C28-FB7939CB6E19}" dt="2026-10-14T13:56:40.870" v="6397" actId="1076"/>
          <ac:spMkLst>
            <pc:docMk/>
            <pc:sldMk cId="3148204388" sldId="366"/>
            <ac:spMk id="5" creationId="{2F2CE470-BA60-F6F9-CCF3-3C0AA9FAE566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12:30.969" v="6620" actId="47"/>
        <pc:sldMkLst>
          <pc:docMk/>
          <pc:sldMk cId="3862414350" sldId="370"/>
        </pc:sldMkLst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3" creationId="{0F3DAAE7-F681-5A44-CA37-55D7D0D783CA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4" creationId="{5C3FC81C-830D-BDBA-6D04-BB39B789F576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5" creationId="{E38E2939-F210-EFD0-D525-EAB052EC967F}"/>
          </ac:spMkLst>
        </pc:spChg>
        <pc:spChg chg="del">
          <ac:chgData name="Gabriel Rodrigues Benegra" userId="15951f17-e43d-4387-8d23-f76792a6730a" providerId="ADAL" clId="{20306FF0-EBC5-4939-8C28-FB7939CB6E19}" dt="2026-10-14T14:04:18.171" v="6445" actId="478"/>
          <ac:spMkLst>
            <pc:docMk/>
            <pc:sldMk cId="3862414350" sldId="370"/>
            <ac:spMk id="6" creationId="{8DFC1B7C-A2B0-7F2F-C8FE-E15C9616F35C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9" creationId="{E667F79F-750C-2364-5527-36EA8802B7E1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0" creationId="{54BF0170-45BB-4A70-784F-682C478FFCF3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1" creationId="{6AECD129-9300-424E-9CBA-599FF6E4093E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2" creationId="{35E6F02C-A9FA-D854-1F13-7FCEE0C882FA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3" creationId="{F0F4F53F-84F0-6BF5-40BB-0F9C339DA2FD}"/>
          </ac:spMkLst>
        </pc:spChg>
        <pc:spChg chg="add mod">
          <ac:chgData name="Gabriel Rodrigues Benegra" userId="15951f17-e43d-4387-8d23-f76792a6730a" providerId="ADAL" clId="{20306FF0-EBC5-4939-8C28-FB7939CB6E19}" dt="2026-10-14T14:05:27.747" v="6526" actId="164"/>
          <ac:spMkLst>
            <pc:docMk/>
            <pc:sldMk cId="3862414350" sldId="370"/>
            <ac:spMk id="14" creationId="{05E42C53-20A1-B1FD-94D8-90B68A066AF0}"/>
          </ac:spMkLst>
        </pc:spChg>
        <pc:grpChg chg="add mod">
          <ac:chgData name="Gabriel Rodrigues Benegra" userId="15951f17-e43d-4387-8d23-f76792a6730a" providerId="ADAL" clId="{20306FF0-EBC5-4939-8C28-FB7939CB6E19}" dt="2026-10-14T14:05:35.741" v="6530" actId="1035"/>
          <ac:grpSpMkLst>
            <pc:docMk/>
            <pc:sldMk cId="3862414350" sldId="370"/>
            <ac:grpSpMk id="7" creationId="{232DAAC6-3073-07CC-ECF6-8E684A8165FE}"/>
          </ac:grpSpMkLst>
        </pc:grpChg>
      </pc:sldChg>
      <pc:sldChg chg="addSp delSp modSp new del mod">
        <pc:chgData name="Gabriel Rodrigues Benegra" userId="15951f17-e43d-4387-8d23-f76792a6730a" providerId="ADAL" clId="{20306FF0-EBC5-4939-8C28-FB7939CB6E19}" dt="2026-10-14T14:14:49.535" v="6779" actId="47"/>
        <pc:sldMkLst>
          <pc:docMk/>
          <pc:sldMk cId="3809473396" sldId="372"/>
        </pc:sldMkLst>
        <pc:spChg chg="mod">
          <ac:chgData name="Gabriel Rodrigues Benegra" userId="15951f17-e43d-4387-8d23-f76792a6730a" providerId="ADAL" clId="{20306FF0-EBC5-4939-8C28-FB7939CB6E19}" dt="2026-10-14T14:12:03.619" v="6615"/>
          <ac:spMkLst>
            <pc:docMk/>
            <pc:sldMk cId="3809473396" sldId="372"/>
            <ac:spMk id="2" creationId="{AD81F17B-28FD-906B-1FF8-E1E6119FB995}"/>
          </ac:spMkLst>
        </pc:spChg>
        <pc:spChg chg="mod">
          <ac:chgData name="Gabriel Rodrigues Benegra" userId="15951f17-e43d-4387-8d23-f76792a6730a" providerId="ADAL" clId="{20306FF0-EBC5-4939-8C28-FB7939CB6E19}" dt="2026-10-14T14:13:09.827" v="6671" actId="20577"/>
          <ac:spMkLst>
            <pc:docMk/>
            <pc:sldMk cId="3809473396" sldId="372"/>
            <ac:spMk id="3" creationId="{FFD66D5F-B2D5-C731-76CC-714E5C311B40}"/>
          </ac:spMkLst>
        </pc:spChg>
        <pc:spChg chg="mod">
          <ac:chgData name="Gabriel Rodrigues Benegra" userId="15951f17-e43d-4387-8d23-f76792a6730a" providerId="ADAL" clId="{20306FF0-EBC5-4939-8C28-FB7939CB6E19}" dt="2026-10-14T14:07:04.606" v="6538" actId="20577"/>
          <ac:spMkLst>
            <pc:docMk/>
            <pc:sldMk cId="3809473396" sldId="372"/>
            <ac:spMk id="4" creationId="{8428B5C6-8928-85F3-B5AC-321955EEDAF0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6" creationId="{624EFFB2-B551-84DA-3013-166BA45BC2B5}"/>
          </ac:spMkLst>
        </pc:spChg>
        <pc:spChg chg="mod">
          <ac:chgData name="Gabriel Rodrigues Benegra" userId="15951f17-e43d-4387-8d23-f76792a6730a" providerId="ADAL" clId="{20306FF0-EBC5-4939-8C28-FB7939CB6E19}" dt="2026-10-14T14:09:26.192" v="6597" actId="1035"/>
          <ac:spMkLst>
            <pc:docMk/>
            <pc:sldMk cId="3809473396" sldId="372"/>
            <ac:spMk id="7" creationId="{940BAD32-5CF2-D499-EC87-13FF65D4C658}"/>
          </ac:spMkLst>
        </pc:spChg>
        <pc:spChg chg="del">
          <ac:chgData name="Gabriel Rodrigues Benegra" userId="15951f17-e43d-4387-8d23-f76792a6730a" providerId="ADAL" clId="{20306FF0-EBC5-4939-8C28-FB7939CB6E19}" dt="2026-10-14T14:06:58.751" v="6535" actId="478"/>
          <ac:spMkLst>
            <pc:docMk/>
            <pc:sldMk cId="3809473396" sldId="372"/>
            <ac:spMk id="8" creationId="{3E9E6D0E-ACF0-6099-668B-90C52E148F77}"/>
          </ac:spMkLst>
        </pc:spChg>
        <pc:spChg chg="del">
          <ac:chgData name="Gabriel Rodrigues Benegra" userId="15951f17-e43d-4387-8d23-f76792a6730a" providerId="ADAL" clId="{20306FF0-EBC5-4939-8C28-FB7939CB6E19}" dt="2026-10-14T14:06:57.161" v="6534" actId="478"/>
          <ac:spMkLst>
            <pc:docMk/>
            <pc:sldMk cId="3809473396" sldId="372"/>
            <ac:spMk id="9" creationId="{78D601A4-DAC0-0468-E159-41E5340F3EA7}"/>
          </ac:spMkLst>
        </pc:spChg>
        <pc:spChg chg="del">
          <ac:chgData name="Gabriel Rodrigues Benegra" userId="15951f17-e43d-4387-8d23-f76792a6730a" providerId="ADAL" clId="{20306FF0-EBC5-4939-8C28-FB7939CB6E19}" dt="2026-10-14T14:06:50.731" v="6532" actId="478"/>
          <ac:spMkLst>
            <pc:docMk/>
            <pc:sldMk cId="3809473396" sldId="372"/>
            <ac:spMk id="10" creationId="{9D29E2CF-0BCA-CAB2-F2D0-71C9AA0AB650}"/>
          </ac:spMkLst>
        </pc:spChg>
        <pc:spChg chg="del">
          <ac:chgData name="Gabriel Rodrigues Benegra" userId="15951f17-e43d-4387-8d23-f76792a6730a" providerId="ADAL" clId="{20306FF0-EBC5-4939-8C28-FB7939CB6E19}" dt="2026-10-14T14:06:51.992" v="6533" actId="478"/>
          <ac:spMkLst>
            <pc:docMk/>
            <pc:sldMk cId="3809473396" sldId="372"/>
            <ac:spMk id="11" creationId="{69951BB0-2A7D-AEEC-37C8-E2E0585307E2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4" creationId="{021A6F0F-7EE7-7C08-236A-2C22A29CF723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5" creationId="{CDD98219-FE4B-9F0E-8CF3-5F377AAA9C86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6" creationId="{6735B5BA-37A8-0FA2-F3B2-B542A33C089E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7" creationId="{A0BF3D58-9727-4502-3A5C-1030BEE545D5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8" creationId="{A71A235C-FB1F-B314-FC98-927BF76C4798}"/>
          </ac:spMkLst>
        </pc:spChg>
        <pc:spChg chg="mod">
          <ac:chgData name="Gabriel Rodrigues Benegra" userId="15951f17-e43d-4387-8d23-f76792a6730a" providerId="ADAL" clId="{20306FF0-EBC5-4939-8C28-FB7939CB6E19}" dt="2026-10-14T14:07:20.441" v="6542"/>
          <ac:spMkLst>
            <pc:docMk/>
            <pc:sldMk cId="3809473396" sldId="372"/>
            <ac:spMk id="19" creationId="{759E9C8E-ED9E-10E6-9820-047D6C9C9542}"/>
          </ac:spMkLst>
        </pc:spChg>
        <pc:spChg chg="add del mod">
          <ac:chgData name="Gabriel Rodrigues Benegra" userId="15951f17-e43d-4387-8d23-f76792a6730a" providerId="ADAL" clId="{20306FF0-EBC5-4939-8C28-FB7939CB6E19}" dt="2026-10-14T14:09:55.730" v="6601" actId="478"/>
          <ac:spMkLst>
            <pc:docMk/>
            <pc:sldMk cId="3809473396" sldId="372"/>
            <ac:spMk id="20" creationId="{B73F7046-4266-7177-FF0A-6D61B26533E4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2" creationId="{CEAC052E-4AB8-3245-EBC5-47CEC431F00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3" creationId="{34DF97AA-2A7F-F8D5-61A7-60528E439581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4" creationId="{7431ABA4-A186-5070-F676-033A2F0D9060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5" creationId="{C9F71383-228E-3D06-09EA-E086DE0048FA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6" creationId="{C0DFA777-80FC-A58F-B03C-7633154900BF}"/>
          </ac:spMkLst>
        </pc:spChg>
        <pc:spChg chg="mod">
          <ac:chgData name="Gabriel Rodrigues Benegra" userId="15951f17-e43d-4387-8d23-f76792a6730a" providerId="ADAL" clId="{20306FF0-EBC5-4939-8C28-FB7939CB6E19}" dt="2026-10-14T14:10:08.421" v="6602"/>
          <ac:spMkLst>
            <pc:docMk/>
            <pc:sldMk cId="3809473396" sldId="372"/>
            <ac:spMk id="27" creationId="{60DBC1E5-5258-2F6C-A2A8-23AF3C662241}"/>
          </ac:spMkLst>
        </pc:spChg>
        <pc:spChg chg="add del mod">
          <ac:chgData name="Gabriel Rodrigues Benegra" userId="15951f17-e43d-4387-8d23-f76792a6730a" providerId="ADAL" clId="{20306FF0-EBC5-4939-8C28-FB7939CB6E19}" dt="2026-10-14T14:12:06.252" v="6619" actId="20577"/>
          <ac:spMkLst>
            <pc:docMk/>
            <pc:sldMk cId="3809473396" sldId="372"/>
            <ac:spMk id="28" creationId="{14D5AF00-FA5C-9933-6642-9460F92C8C45}"/>
          </ac:spMkLst>
        </pc:spChg>
        <pc:spChg chg="add del mod">
          <ac:chgData name="Gabriel Rodrigues Benegra" userId="15951f17-e43d-4387-8d23-f76792a6730a" providerId="ADAL" clId="{20306FF0-EBC5-4939-8C28-FB7939CB6E19}" dt="2026-10-14T14:12:06.052" v="6618"/>
          <ac:spMkLst>
            <pc:docMk/>
            <pc:sldMk cId="3809473396" sldId="372"/>
            <ac:spMk id="29" creationId="{A8B5273C-BEE8-4647-BAA3-081C0BDB5C90}"/>
          </ac:spMkLst>
        </pc:spChg>
        <pc:grpChg chg="add mod">
          <ac:chgData name="Gabriel Rodrigues Benegra" userId="15951f17-e43d-4387-8d23-f76792a6730a" providerId="ADAL" clId="{20306FF0-EBC5-4939-8C28-FB7939CB6E19}" dt="2026-10-14T14:10:12.911" v="6605" actId="1035"/>
          <ac:grpSpMkLst>
            <pc:docMk/>
            <pc:sldMk cId="3809473396" sldId="372"/>
            <ac:grpSpMk id="13" creationId="{DABC7A7B-1FDA-BB92-CD2F-10B5CE31F4EF}"/>
          </ac:grpSpMkLst>
        </pc:grpChg>
        <pc:grpChg chg="add mod">
          <ac:chgData name="Gabriel Rodrigues Benegra" userId="15951f17-e43d-4387-8d23-f76792a6730a" providerId="ADAL" clId="{20306FF0-EBC5-4939-8C28-FB7939CB6E19}" dt="2026-10-14T14:11:33.017" v="6610" actId="14100"/>
          <ac:grpSpMkLst>
            <pc:docMk/>
            <pc:sldMk cId="3809473396" sldId="372"/>
            <ac:grpSpMk id="21" creationId="{CF8A367C-49E6-6BF1-B7EE-52EBBA907A3D}"/>
          </ac:grpSpMkLst>
        </pc:grpChg>
      </pc:sldChg>
      <pc:sldChg chg="modSp del mod">
        <pc:chgData name="Gabriel Rodrigues Benegra" userId="15951f17-e43d-4387-8d23-f76792a6730a" providerId="ADAL" clId="{20306FF0-EBC5-4939-8C28-FB7939CB6E19}" dt="2026-10-14T14:38:47.909" v="8097" actId="47"/>
        <pc:sldMkLst>
          <pc:docMk/>
          <pc:sldMk cId="2071329001" sldId="379"/>
        </pc:sldMkLst>
        <pc:spChg chg="mod">
          <ac:chgData name="Gabriel Rodrigues Benegra" userId="15951f17-e43d-4387-8d23-f76792a6730a" providerId="ADAL" clId="{20306FF0-EBC5-4939-8C28-FB7939CB6E19}" dt="2026-10-14T14:14:08.837" v="6776" actId="20577"/>
          <ac:spMkLst>
            <pc:docMk/>
            <pc:sldMk cId="2071329001" sldId="379"/>
            <ac:spMk id="8" creationId="{4CAFA3C4-D9AE-E541-2669-85A23B29AEC9}"/>
          </ac:spMkLst>
        </pc:spChg>
      </pc:sldChg>
      <pc:sldChg chg="addSp delSp modSp new del mod">
        <pc:chgData name="Gabriel Rodrigues Benegra" userId="15951f17-e43d-4387-8d23-f76792a6730a" providerId="ADAL" clId="{20306FF0-EBC5-4939-8C28-FB7939CB6E19}" dt="2026-10-14T14:34:24.720" v="8001" actId="47"/>
        <pc:sldMkLst>
          <pc:docMk/>
          <pc:sldMk cId="2461303407" sldId="380"/>
        </pc:sldMkLst>
        <pc:spChg chg="mod">
          <ac:chgData name="Gabriel Rodrigues Benegra" userId="15951f17-e43d-4387-8d23-f76792a6730a" providerId="ADAL" clId="{20306FF0-EBC5-4939-8C28-FB7939CB6E19}" dt="2026-10-14T14:15:18.469" v="6784" actId="20577"/>
          <ac:spMkLst>
            <pc:docMk/>
            <pc:sldMk cId="2461303407" sldId="380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15:26.320" v="6811" actId="20577"/>
          <ac:spMkLst>
            <pc:docMk/>
            <pc:sldMk cId="2461303407" sldId="380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6:05.923" v="6902" actId="478"/>
          <ac:spMkLst>
            <pc:docMk/>
            <pc:sldMk cId="2461303407" sldId="380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15:22.574" v="6789" actId="20577"/>
          <ac:spMkLst>
            <pc:docMk/>
            <pc:sldMk cId="2461303407" sldId="380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15:30.042" v="6834" actId="20577"/>
          <ac:spMkLst>
            <pc:docMk/>
            <pc:sldMk cId="2461303407" sldId="380"/>
            <ac:spMk id="11" creationId="{C4B2A119-65A1-1C9A-0672-DBBDF0002A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3" creationId="{77846BA3-8CB9-C9CE-4DF8-8A00124AE87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4" creationId="{CA9536A8-38FF-7E27-5212-E3F1582A511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5" creationId="{C85D5BD6-80E5-EE40-2003-AE31E501094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6" creationId="{7A6E90E8-7FFE-352D-0604-391D49AD292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7" creationId="{3CD2FF31-619B-C043-6BBB-87E8E9C64BF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8" creationId="{7A41D3B9-A1C7-B264-2D8E-0074D5B8F9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19" creationId="{EF888EFD-735E-3037-D8D8-AC4A2A442727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0" creationId="{13BD5CA3-384F-41B1-7D60-260181462B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1" creationId="{DCA8FABB-1823-DDAE-FB84-9F842FF4C33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2" creationId="{27D06D65-77EA-E60F-F7A9-72BC4E8C66A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3" creationId="{C89AEF5A-FA55-9B1C-565A-B8248DF8C4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4" creationId="{4081B51B-E493-2C69-D28D-99414BAECB0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5" creationId="{07672A1B-C41C-929E-18FA-2074017DD02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6" creationId="{A056A1AE-380E-68C3-4C02-1202ACECE61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7" creationId="{B9B2A36D-A455-9340-9404-8D5EFADC64C3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8" creationId="{1CE09C3B-C596-7EB3-DCA5-679E962EEB4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29" creationId="{3B37FF92-F272-BB37-B0D7-DD56FA873486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0" creationId="{30AA919C-D69A-58CE-D7F2-D06A81DA445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1" creationId="{7EC6D486-FAF2-944D-D388-3D8964B0C495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2" creationId="{83F9ECAC-2C56-64D6-1FC4-0549BBBCFA6A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3" creationId="{32167E91-3D21-D692-9617-6B3F10D9426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4" creationId="{B750D857-1E4A-9C65-3454-0FD9629F287D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5" creationId="{B500D033-F40D-DA62-844F-07ADEDBE4D21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6" creationId="{79006DE0-5A7C-303A-A8CF-65E133754AEF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7" creationId="{5BCE11AB-F2B4-28F3-8B4F-5FA393A36A09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8" creationId="{8A0084DA-662A-2679-7BE4-7BF81524592E}"/>
          </ac:spMkLst>
        </pc:spChg>
        <pc:spChg chg="add del mod">
          <ac:chgData name="Gabriel Rodrigues Benegra" userId="15951f17-e43d-4387-8d23-f76792a6730a" providerId="ADAL" clId="{20306FF0-EBC5-4939-8C28-FB7939CB6E19}" dt="2026-10-14T14:15:56.780" v="6900" actId="478"/>
          <ac:spMkLst>
            <pc:docMk/>
            <pc:sldMk cId="2461303407" sldId="380"/>
            <ac:spMk id="39" creationId="{BF3B64C6-3F9C-D733-9458-03A0D839010C}"/>
          </ac:spMkLst>
        </pc:spChg>
        <pc:spChg chg="add del mod">
          <ac:chgData name="Gabriel Rodrigues Benegra" userId="15951f17-e43d-4387-8d23-f76792a6730a" providerId="ADAL" clId="{20306FF0-EBC5-4939-8C28-FB7939CB6E19}" dt="2026-10-14T14:16:16.555" v="6948" actId="478"/>
          <ac:spMkLst>
            <pc:docMk/>
            <pc:sldMk cId="2461303407" sldId="380"/>
            <ac:spMk id="40" creationId="{DF7E4396-8761-67DB-6C60-FE5F174CA691}"/>
          </ac:spMkLst>
        </pc:spChg>
        <pc:spChg chg="add del mod">
          <ac:chgData name="Gabriel Rodrigues Benegra" userId="15951f17-e43d-4387-8d23-f76792a6730a" providerId="ADAL" clId="{20306FF0-EBC5-4939-8C28-FB7939CB6E19}" dt="2026-10-14T14:16:19.648" v="6949" actId="478"/>
          <ac:spMkLst>
            <pc:docMk/>
            <pc:sldMk cId="2461303407" sldId="380"/>
            <ac:spMk id="41" creationId="{83A169FA-EBA5-8044-FB20-DD857AC489E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2" creationId="{CD3C4A4E-21CC-1551-ACD0-9BC62C43FFA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3" creationId="{350729D8-9215-6257-3E07-E35B1D5C214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4" creationId="{65F4F11D-2DEB-0ACA-48A5-3A8AD050C0F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5" creationId="{04E9EF7A-9250-032E-D841-6FD69DF4539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6" creationId="{FC476F82-2159-D186-9FFE-9D27011A3A3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7" creationId="{0909EE91-26B0-0689-E1E7-E69D1E444955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8" creationId="{2E70C7DC-ACCD-027B-0D6C-C05A49BFC89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49" creationId="{759F8959-835C-C678-C628-3D5BED0C823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0" creationId="{3AF82E26-55D8-DE38-B2D5-313B40E55DC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1" creationId="{28CE84A6-34E6-4B63-5460-F811E7AAA8A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2" creationId="{4E2CE666-7806-3A24-7CE5-B6D302F2220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3" creationId="{2542E6A0-D939-7F80-80BF-034F0F366E5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4" creationId="{3B882E0E-CBB4-CE37-796B-D5D90A401641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5" creationId="{0FD26A6D-CFA5-2F33-2B22-970B23D4799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6" creationId="{C2DDA61F-3442-3B3F-F153-B3535E2D96BD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7" creationId="{791DDE75-D6B3-924C-0F94-481C222C7ED9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8" creationId="{E0803822-35C8-685E-0A43-D55BCC3E4992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59" creationId="{81567AAD-6CB1-F96A-BF00-EE5783D867B4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0" creationId="{80196903-50EB-8A04-E1DE-214C9D983C4E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1" creationId="{02D5A2DC-C413-1686-6E06-42CC3C4C65F7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2" creationId="{FC9AF5CD-6A54-9D53-9237-7B44CD2CB4D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3" creationId="{6A12B7A9-B7A5-7EFF-B8D1-C2762AC741EA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4" creationId="{47F2C352-7839-9471-A774-C180C853F813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5" creationId="{42A9BE57-4053-9CD9-ADAD-436BA013D198}"/>
          </ac:spMkLst>
        </pc:spChg>
        <pc:spChg chg="add mod">
          <ac:chgData name="Gabriel Rodrigues Benegra" userId="15951f17-e43d-4387-8d23-f76792a6730a" providerId="ADAL" clId="{20306FF0-EBC5-4939-8C28-FB7939CB6E19}" dt="2026-10-14T14:16:11.304" v="6947" actId="1036"/>
          <ac:spMkLst>
            <pc:docMk/>
            <pc:sldMk cId="2461303407" sldId="380"/>
            <ac:spMk id="66" creationId="{4370282E-1590-E133-64D8-38F9641E26CB}"/>
          </ac:spMkLst>
        </pc:spChg>
      </pc:sldChg>
      <pc:sldChg chg="modSp mod">
        <pc:chgData name="Gabriel Rodrigues Benegra" userId="15951f17-e43d-4387-8d23-f76792a6730a" providerId="ADAL" clId="{20306FF0-EBC5-4939-8C28-FB7939CB6E19}" dt="2026-10-14T14:40:04.720" v="8321" actId="1035"/>
        <pc:sldMkLst>
          <pc:docMk/>
          <pc:sldMk cId="500312946" sldId="382"/>
        </pc:sldMkLst>
        <pc:spChg chg="mod">
          <ac:chgData name="Gabriel Rodrigues Benegra" userId="15951f17-e43d-4387-8d23-f76792a6730a" providerId="ADAL" clId="{20306FF0-EBC5-4939-8C28-FB7939CB6E19}" dt="2026-10-14T14:17:23.765" v="6950" actId="1076"/>
          <ac:spMkLst>
            <pc:docMk/>
            <pc:sldMk cId="500312946" sldId="382"/>
            <ac:spMk id="5044" creationId="{00000000-0000-0000-0000-000000000000}"/>
          </ac:spMkLst>
        </pc:spChg>
        <pc:spChg chg="mod">
          <ac:chgData name="Gabriel Rodrigues Benegra" userId="15951f17-e43d-4387-8d23-f76792a6730a" providerId="ADAL" clId="{20306FF0-EBC5-4939-8C28-FB7939CB6E19}" dt="2026-10-14T14:40:04.720" v="8321" actId="1035"/>
          <ac:spMkLst>
            <pc:docMk/>
            <pc:sldMk cId="500312946" sldId="382"/>
            <ac:spMk id="5046" creationId="{00000000-0000-0000-0000-000000000000}"/>
          </ac:spMkLst>
        </pc:spChg>
      </pc:sldChg>
      <pc:sldChg chg="addSp delSp modSp add del mod">
        <pc:chgData name="Gabriel Rodrigues Benegra" userId="15951f17-e43d-4387-8d23-f76792a6730a" providerId="ADAL" clId="{20306FF0-EBC5-4939-8C28-FB7939CB6E19}" dt="2026-10-14T14:34:18.981" v="8000" actId="47"/>
        <pc:sldMkLst>
          <pc:docMk/>
          <pc:sldMk cId="3547569971" sldId="383"/>
        </pc:sldMkLst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3" creationId="{053EC8D3-29FB-3FC6-8C2B-AC8420846187}"/>
          </ac:spMkLst>
        </pc:spChg>
        <pc:spChg chg="add mod">
          <ac:chgData name="Gabriel Rodrigues Benegra" userId="15951f17-e43d-4387-8d23-f76792a6730a" providerId="ADAL" clId="{20306FF0-EBC5-4939-8C28-FB7939CB6E19}" dt="2026-10-14T14:18:02.150" v="7097" actId="1037"/>
          <ac:spMkLst>
            <pc:docMk/>
            <pc:sldMk cId="3547569971" sldId="383"/>
            <ac:spMk id="14" creationId="{FAADA3A9-76A4-F401-BD12-BBAB61653BEE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5" creationId="{76163514-16E3-1BE5-CEE4-D07FA4A156E1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6" creationId="{47A2FAA5-77E1-ED74-3375-A563D174DB08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7" creationId="{9BE219C4-D91F-52DE-9035-96AC98335F9C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8" creationId="{7FC71755-3B99-FDC8-36A5-77643C0FB632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19" creationId="{38C19CCA-58D5-4978-7D5F-D105614E211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0" creationId="{124BC9FD-222A-35DF-C269-688F99E1F32D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1" creationId="{E2B0B790-2770-5809-CE05-6F2683FE30F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2" creationId="{778DEF54-6422-FDE3-13AD-6D8A00A590C0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3" creationId="{1D055F0C-4D4D-3B12-5258-6E7FC354F0BB}"/>
          </ac:spMkLst>
        </pc:spChg>
        <pc:spChg chg="add del mod">
          <ac:chgData name="Gabriel Rodrigues Benegra" userId="15951f17-e43d-4387-8d23-f76792a6730a" providerId="ADAL" clId="{20306FF0-EBC5-4939-8C28-FB7939CB6E19}" dt="2026-10-14T14:19:26.142" v="7099" actId="478"/>
          <ac:spMkLst>
            <pc:docMk/>
            <pc:sldMk cId="3547569971" sldId="383"/>
            <ac:spMk id="24" creationId="{85A5DC02-9EB8-239B-48AD-8D4FDC6BF30B}"/>
          </ac:spMkLst>
        </pc:spChg>
      </pc:sldChg>
      <pc:sldChg chg="addSp delSp modSp add mod">
        <pc:chgData name="Gabriel Rodrigues Benegra" userId="15951f17-e43d-4387-8d23-f76792a6730a" providerId="ADAL" clId="{20306FF0-EBC5-4939-8C28-FB7939CB6E19}" dt="2026-10-14T14:40:18.809" v="8339" actId="478"/>
        <pc:sldMkLst>
          <pc:docMk/>
          <pc:sldMk cId="3868462077" sldId="384"/>
        </pc:sldMkLst>
        <pc:spChg chg="del">
          <ac:chgData name="Gabriel Rodrigues Benegra" userId="15951f17-e43d-4387-8d23-f76792a6730a" providerId="ADAL" clId="{20306FF0-EBC5-4939-8C28-FB7939CB6E19}" dt="2026-10-14T14:38:44.910" v="8095" actId="478"/>
          <ac:spMkLst>
            <pc:docMk/>
            <pc:sldMk cId="3868462077" sldId="384"/>
            <ac:spMk id="2" creationId="{6CABAECC-68B4-3CAD-459F-6FE4BF2B5760}"/>
          </ac:spMkLst>
        </pc:spChg>
        <pc:spChg chg="mod">
          <ac:chgData name="Gabriel Rodrigues Benegra" userId="15951f17-e43d-4387-8d23-f76792a6730a" providerId="ADAL" clId="{20306FF0-EBC5-4939-8C28-FB7939CB6E19}" dt="2026-10-14T14:36:51.610" v="8093" actId="27636"/>
          <ac:spMkLst>
            <pc:docMk/>
            <pc:sldMk cId="3868462077" sldId="384"/>
            <ac:spMk id="3" creationId="{8F10025A-02C8-A636-807B-8FEEE25450B5}"/>
          </ac:spMkLst>
        </pc:spChg>
        <pc:spChg chg="mod">
          <ac:chgData name="Gabriel Rodrigues Benegra" userId="15951f17-e43d-4387-8d23-f76792a6730a" providerId="ADAL" clId="{20306FF0-EBC5-4939-8C28-FB7939CB6E19}" dt="2026-10-14T14:39:00.436" v="8122" actId="20577"/>
          <ac:spMkLst>
            <pc:docMk/>
            <pc:sldMk cId="3868462077" sldId="384"/>
            <ac:spMk id="4" creationId="{433FF70F-8BE4-5713-ABB4-C799A1D73E14}"/>
          </ac:spMkLst>
        </pc:spChg>
        <pc:spChg chg="mod">
          <ac:chgData name="Gabriel Rodrigues Benegra" userId="15951f17-e43d-4387-8d23-f76792a6730a" providerId="ADAL" clId="{20306FF0-EBC5-4939-8C28-FB7939CB6E19}" dt="2026-10-14T14:39:19.532" v="8202" actId="20577"/>
          <ac:spMkLst>
            <pc:docMk/>
            <pc:sldMk cId="3868462077" sldId="384"/>
            <ac:spMk id="5" creationId="{9D2219B5-E25A-9B03-3AFF-A115A8A07FA3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6" creationId="{D16DC06C-09FD-1E4A-B2A3-FC15B64FC5BA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7" creationId="{57D89B3C-DE6A-2E27-4E94-E058AE9CE049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8" creationId="{8914DF16-E8AA-4A1A-08D6-CC3A54D151B8}"/>
          </ac:spMkLst>
        </pc:spChg>
        <pc:spChg chg="del">
          <ac:chgData name="Gabriel Rodrigues Benegra" userId="15951f17-e43d-4387-8d23-f76792a6730a" providerId="ADAL" clId="{20306FF0-EBC5-4939-8C28-FB7939CB6E19}" dt="2026-10-14T14:19:34.428" v="7101" actId="478"/>
          <ac:spMkLst>
            <pc:docMk/>
            <pc:sldMk cId="3868462077" sldId="384"/>
            <ac:spMk id="9" creationId="{D71FB601-D548-F469-7757-8232C77D1970}"/>
          </ac:spMkLst>
        </pc:spChg>
        <pc:spChg chg="mod">
          <ac:chgData name="Gabriel Rodrigues Benegra" userId="15951f17-e43d-4387-8d23-f76792a6730a" providerId="ADAL" clId="{20306FF0-EBC5-4939-8C28-FB7939CB6E19}" dt="2026-10-14T14:39:28.115" v="8228" actId="20577"/>
          <ac:spMkLst>
            <pc:docMk/>
            <pc:sldMk cId="3868462077" sldId="384"/>
            <ac:spMk id="10" creationId="{819CD4EA-475D-309C-0FC8-E9EFB5BA118E}"/>
          </ac:spMkLst>
        </pc:spChg>
        <pc:spChg chg="mod">
          <ac:chgData name="Gabriel Rodrigues Benegra" userId="15951f17-e43d-4387-8d23-f76792a6730a" providerId="ADAL" clId="{20306FF0-EBC5-4939-8C28-FB7939CB6E19}" dt="2026-10-14T14:39:50.137" v="8317" actId="20577"/>
          <ac:spMkLst>
            <pc:docMk/>
            <pc:sldMk cId="3868462077" sldId="384"/>
            <ac:spMk id="11" creationId="{C4B2A119-65A1-1C9A-0672-DBBDF0002A45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3" creationId="{053EC8D3-29FB-3FC6-8C2B-AC8420846187}"/>
          </ac:spMkLst>
        </pc:spChg>
        <pc:spChg chg="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14" creationId="{FAADA3A9-76A4-F401-BD12-BBAB61653BE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5" creationId="{6F13FE3F-34E6-E99B-6E4F-C2058D96F243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6" creationId="{EBA2EBAB-23E0-CE9C-4EBC-4CF32E8933DD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17" creationId="{D9DD11E8-3A69-89FC-87DA-BBC6693D7C3D}"/>
          </ac:spMkLst>
        </pc:spChg>
        <pc:spChg chg="add mod">
          <ac:chgData name="Gabriel Rodrigues Benegra" userId="15951f17-e43d-4387-8d23-f76792a6730a" providerId="ADAL" clId="{20306FF0-EBC5-4939-8C28-FB7939CB6E19}" dt="2026-10-14T14:26:45.477" v="7403" actId="255"/>
          <ac:spMkLst>
            <pc:docMk/>
            <pc:sldMk cId="3868462077" sldId="384"/>
            <ac:spMk id="18" creationId="{19BCA68D-BE35-DD0B-5D95-58381103E27E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19" creationId="{D7785EC7-A021-096B-77CA-F06B0642E0FF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0" creationId="{B5BF498B-2250-935F-760C-91C26ECA3B89}"/>
          </ac:spMkLst>
        </pc:spChg>
        <pc:spChg chg="add mod">
          <ac:chgData name="Gabriel Rodrigues Benegra" userId="15951f17-e43d-4387-8d23-f76792a6730a" providerId="ADAL" clId="{20306FF0-EBC5-4939-8C28-FB7939CB6E19}" dt="2026-10-14T14:26:52.281" v="7405" actId="255"/>
          <ac:spMkLst>
            <pc:docMk/>
            <pc:sldMk cId="3868462077" sldId="384"/>
            <ac:spMk id="21" creationId="{C8000939-E5FC-1776-E966-2CFE42669B3A}"/>
          </ac:spMkLst>
        </pc:spChg>
        <pc:spChg chg="add mod">
          <ac:chgData name="Gabriel Rodrigues Benegra" userId="15951f17-e43d-4387-8d23-f76792a6730a" providerId="ADAL" clId="{20306FF0-EBC5-4939-8C28-FB7939CB6E19}" dt="2026-10-14T14:27:27.014" v="7414" actId="1035"/>
          <ac:spMkLst>
            <pc:docMk/>
            <pc:sldMk cId="3868462077" sldId="384"/>
            <ac:spMk id="22" creationId="{B412C146-BC06-335B-656C-C901EC544905}"/>
          </ac:spMkLst>
        </pc:spChg>
        <pc:spChg chg="add mod">
          <ac:chgData name="Gabriel Rodrigues Benegra" userId="15951f17-e43d-4387-8d23-f76792a6730a" providerId="ADAL" clId="{20306FF0-EBC5-4939-8C28-FB7939CB6E19}" dt="2026-10-14T14:27:09.837" v="7407" actId="255"/>
          <ac:spMkLst>
            <pc:docMk/>
            <pc:sldMk cId="3868462077" sldId="384"/>
            <ac:spMk id="23" creationId="{68C48127-3B37-4719-0910-0605E3579C3A}"/>
          </ac:spMkLst>
        </pc:spChg>
        <pc:spChg chg="add mod">
          <ac:chgData name="Gabriel Rodrigues Benegra" userId="15951f17-e43d-4387-8d23-f76792a6730a" providerId="ADAL" clId="{20306FF0-EBC5-4939-8C28-FB7939CB6E19}" dt="2026-10-14T14:26:55.718" v="7406" actId="255"/>
          <ac:spMkLst>
            <pc:docMk/>
            <pc:sldMk cId="3868462077" sldId="384"/>
            <ac:spMk id="24" creationId="{99F257EF-B9EC-E22E-EAC3-28350E7F055C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5" creationId="{DC2B860C-5A79-1E7B-897D-04961B183508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6" creationId="{BC22BA68-B9A2-4AB7-5979-BCFA50929489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7" creationId="{496518F5-5DE3-FB77-6956-26838A027A87}"/>
          </ac:spMkLst>
        </pc:spChg>
        <pc:spChg chg="add mod topLvl">
          <ac:chgData name="Gabriel Rodrigues Benegra" userId="15951f17-e43d-4387-8d23-f76792a6730a" providerId="ADAL" clId="{20306FF0-EBC5-4939-8C28-FB7939CB6E19}" dt="2026-10-14T14:24:37.510" v="7322" actId="164"/>
          <ac:spMkLst>
            <pc:docMk/>
            <pc:sldMk cId="3868462077" sldId="384"/>
            <ac:spMk id="28" creationId="{740A2AEE-D50D-2B67-7F65-C002673A2E9C}"/>
          </ac:spMkLst>
        </pc:spChg>
        <pc:spChg chg="add mod">
          <ac:chgData name="Gabriel Rodrigues Benegra" userId="15951f17-e43d-4387-8d23-f76792a6730a" providerId="ADAL" clId="{20306FF0-EBC5-4939-8C28-FB7939CB6E19}" dt="2026-10-14T14:29:38.672" v="7512" actId="1036"/>
          <ac:spMkLst>
            <pc:docMk/>
            <pc:sldMk cId="3868462077" sldId="384"/>
            <ac:spMk id="33" creationId="{A3B2E965-ABA9-8D3E-8B60-9589B9614E87}"/>
          </ac:spMkLst>
        </pc:spChg>
        <pc:spChg chg="add mod">
          <ac:chgData name="Gabriel Rodrigues Benegra" userId="15951f17-e43d-4387-8d23-f76792a6730a" providerId="ADAL" clId="{20306FF0-EBC5-4939-8C28-FB7939CB6E19}" dt="2026-10-14T14:34:04.862" v="7994" actId="1035"/>
          <ac:spMkLst>
            <pc:docMk/>
            <pc:sldMk cId="3868462077" sldId="384"/>
            <ac:spMk id="36" creationId="{E39277A1-A7D4-97FC-E69D-34AF91FE1B6E}"/>
          </ac:spMkLst>
        </pc:spChg>
        <pc:spChg chg="add mod">
          <ac:chgData name="Gabriel Rodrigues Benegra" userId="15951f17-e43d-4387-8d23-f76792a6730a" providerId="ADAL" clId="{20306FF0-EBC5-4939-8C28-FB7939CB6E19}" dt="2026-10-14T14:32:24.025" v="7874" actId="27636"/>
          <ac:spMkLst>
            <pc:docMk/>
            <pc:sldMk cId="3868462077" sldId="384"/>
            <ac:spMk id="37" creationId="{FA958704-BFB8-B746-B1DF-AA5869F8F08A}"/>
          </ac:spMkLst>
        </pc:spChg>
        <pc:spChg chg="add del mod">
          <ac:chgData name="Gabriel Rodrigues Benegra" userId="15951f17-e43d-4387-8d23-f76792a6730a" providerId="ADAL" clId="{20306FF0-EBC5-4939-8C28-FB7939CB6E19}" dt="2026-10-14T14:30:55.813" v="7766" actId="478"/>
          <ac:spMkLst>
            <pc:docMk/>
            <pc:sldMk cId="3868462077" sldId="384"/>
            <ac:spMk id="38" creationId="{6BEDDA11-4A48-89DB-50A4-92469CAAEE42}"/>
          </ac:spMkLst>
        </pc:spChg>
        <pc:spChg chg="add mod">
          <ac:chgData name="Gabriel Rodrigues Benegra" userId="15951f17-e43d-4387-8d23-f76792a6730a" providerId="ADAL" clId="{20306FF0-EBC5-4939-8C28-FB7939CB6E19}" dt="2026-10-14T14:33:11.479" v="7981" actId="14100"/>
          <ac:spMkLst>
            <pc:docMk/>
            <pc:sldMk cId="3868462077" sldId="384"/>
            <ac:spMk id="39" creationId="{55F7A3F9-B31A-7BB1-E971-08C7B3C1CB54}"/>
          </ac:spMkLst>
        </pc:spChg>
        <pc:spChg chg="add del mod">
          <ac:chgData name="Gabriel Rodrigues Benegra" userId="15951f17-e43d-4387-8d23-f76792a6730a" providerId="ADAL" clId="{20306FF0-EBC5-4939-8C28-FB7939CB6E19}" dt="2026-10-14T14:33:23.303" v="7984" actId="478"/>
          <ac:spMkLst>
            <pc:docMk/>
            <pc:sldMk cId="3868462077" sldId="384"/>
            <ac:spMk id="40" creationId="{AE3A333B-9011-EDCE-753F-839181D15873}"/>
          </ac:spMkLst>
        </pc:spChg>
        <pc:spChg chg="add del mod">
          <ac:chgData name="Gabriel Rodrigues Benegra" userId="15951f17-e43d-4387-8d23-f76792a6730a" providerId="ADAL" clId="{20306FF0-EBC5-4939-8C28-FB7939CB6E19}" dt="2026-10-14T14:34:17.330" v="7999" actId="478"/>
          <ac:spMkLst>
            <pc:docMk/>
            <pc:sldMk cId="3868462077" sldId="384"/>
            <ac:spMk id="41" creationId="{27093BD0-F443-D1D4-D71A-F369F8A88B30}"/>
          </ac:spMkLst>
        </pc:spChg>
        <pc:spChg chg="add del mod">
          <ac:chgData name="Gabriel Rodrigues Benegra" userId="15951f17-e43d-4387-8d23-f76792a6730a" providerId="ADAL" clId="{20306FF0-EBC5-4939-8C28-FB7939CB6E19}" dt="2026-10-14T14:34:15.057" v="7998" actId="478"/>
          <ac:spMkLst>
            <pc:docMk/>
            <pc:sldMk cId="3868462077" sldId="384"/>
            <ac:spMk id="42" creationId="{BE117EF9-B8EE-5F8B-F962-2B5F7C827108}"/>
          </ac:spMkLst>
        </pc:spChg>
        <pc:spChg chg="add del mod">
          <ac:chgData name="Gabriel Rodrigues Benegra" userId="15951f17-e43d-4387-8d23-f76792a6730a" providerId="ADAL" clId="{20306FF0-EBC5-4939-8C28-FB7939CB6E19}" dt="2026-10-14T14:34:13.331" v="7997" actId="478"/>
          <ac:spMkLst>
            <pc:docMk/>
            <pc:sldMk cId="3868462077" sldId="384"/>
            <ac:spMk id="43" creationId="{63C19A9D-9036-C5A7-97A5-CAA39B2D6DBD}"/>
          </ac:spMkLst>
        </pc:spChg>
        <pc:spChg chg="add del mod">
          <ac:chgData name="Gabriel Rodrigues Benegra" userId="15951f17-e43d-4387-8d23-f76792a6730a" providerId="ADAL" clId="{20306FF0-EBC5-4939-8C28-FB7939CB6E19}" dt="2026-10-14T14:34:11.117" v="7995" actId="478"/>
          <ac:spMkLst>
            <pc:docMk/>
            <pc:sldMk cId="3868462077" sldId="384"/>
            <ac:spMk id="44" creationId="{43667AFD-EDFC-B12D-E717-2948F691ED75}"/>
          </ac:spMkLst>
        </pc:spChg>
        <pc:spChg chg="add mod">
          <ac:chgData name="Gabriel Rodrigues Benegra" userId="15951f17-e43d-4387-8d23-f76792a6730a" providerId="ADAL" clId="{20306FF0-EBC5-4939-8C28-FB7939CB6E19}" dt="2026-10-14T14:33:48.948" v="7989" actId="1076"/>
          <ac:spMkLst>
            <pc:docMk/>
            <pc:sldMk cId="3868462077" sldId="384"/>
            <ac:spMk id="45" creationId="{48F6EBD8-318A-960F-C056-E1E3813BC104}"/>
          </ac:spMkLst>
        </pc:spChg>
        <pc:spChg chg="add del mod">
          <ac:chgData name="Gabriel Rodrigues Benegra" userId="15951f17-e43d-4387-8d23-f76792a6730a" providerId="ADAL" clId="{20306FF0-EBC5-4939-8C28-FB7939CB6E19}" dt="2026-10-14T14:33:15.509" v="7982" actId="478"/>
          <ac:spMkLst>
            <pc:docMk/>
            <pc:sldMk cId="3868462077" sldId="384"/>
            <ac:spMk id="46" creationId="{7ECADC38-5249-2F12-2358-C9965F67B376}"/>
          </ac:spMkLst>
        </pc:spChg>
        <pc:spChg chg="add mod">
          <ac:chgData name="Gabriel Rodrigues Benegra" userId="15951f17-e43d-4387-8d23-f76792a6730a" providerId="ADAL" clId="{20306FF0-EBC5-4939-8C28-FB7939CB6E19}" dt="2026-10-14T14:33:54.037" v="7990" actId="1076"/>
          <ac:spMkLst>
            <pc:docMk/>
            <pc:sldMk cId="3868462077" sldId="384"/>
            <ac:spMk id="47" creationId="{5C1B0550-DA23-8F28-155B-3CB9A63726B0}"/>
          </ac:spMkLst>
        </pc:spChg>
        <pc:spChg chg="add del mod">
          <ac:chgData name="Gabriel Rodrigues Benegra" userId="15951f17-e43d-4387-8d23-f76792a6730a" providerId="ADAL" clId="{20306FF0-EBC5-4939-8C28-FB7939CB6E19}" dt="2026-10-14T14:35:42.161" v="8047" actId="478"/>
          <ac:spMkLst>
            <pc:docMk/>
            <pc:sldMk cId="3868462077" sldId="384"/>
            <ac:spMk id="48" creationId="{285D2332-E2B1-786A-A8E2-D64B374114DB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49" creationId="{62F370E9-D0FE-8861-B757-02BD341178CA}"/>
          </ac:spMkLst>
        </pc:spChg>
        <pc:spChg chg="add mod">
          <ac:chgData name="Gabriel Rodrigues Benegra" userId="15951f17-e43d-4387-8d23-f76792a6730a" providerId="ADAL" clId="{20306FF0-EBC5-4939-8C28-FB7939CB6E19}" dt="2026-10-14T14:36:15.847" v="8086" actId="207"/>
          <ac:spMkLst>
            <pc:docMk/>
            <pc:sldMk cId="3868462077" sldId="384"/>
            <ac:spMk id="50" creationId="{F154111D-C2B6-9B5E-1765-81B61675827B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1" creationId="{D8584BB8-B9D7-900A-5841-BFB9948760B3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2" creationId="{1682408D-4142-9320-A6ED-A3C7F8200EFE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3" creationId="{75614522-8D76-7987-87B9-9FDF3FE81DC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4" creationId="{A4BD4C23-801E-51D6-B556-7356710DFA41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5" creationId="{2AB1CB87-0686-5DB4-DECB-50A9EB0358D5}"/>
          </ac:spMkLst>
        </pc:spChg>
        <pc:spChg chg="add mod">
          <ac:chgData name="Gabriel Rodrigues Benegra" userId="15951f17-e43d-4387-8d23-f76792a6730a" providerId="ADAL" clId="{20306FF0-EBC5-4939-8C28-FB7939CB6E19}" dt="2026-10-14T14:36:28.149" v="8087" actId="207"/>
          <ac:spMkLst>
            <pc:docMk/>
            <pc:sldMk cId="3868462077" sldId="384"/>
            <ac:spMk id="56" creationId="{03A4ED0C-6445-616C-285B-65DFDA270F80}"/>
          </ac:spMkLst>
        </pc:spChg>
        <pc:spChg chg="add mod">
          <ac:chgData name="Gabriel Rodrigues Benegra" userId="15951f17-e43d-4387-8d23-f76792a6730a" providerId="ADAL" clId="{20306FF0-EBC5-4939-8C28-FB7939CB6E19}" dt="2026-10-14T14:40:15.690" v="8338" actId="1036"/>
          <ac:spMkLst>
            <pc:docMk/>
            <pc:sldMk cId="3868462077" sldId="384"/>
            <ac:spMk id="57" creationId="{E70E5ABE-46F1-B3CB-53BE-B9A634714D2D}"/>
          </ac:spMkLst>
        </pc:spChg>
        <pc:spChg chg="add mod ord">
          <ac:chgData name="Gabriel Rodrigues Benegra" userId="15951f17-e43d-4387-8d23-f76792a6730a" providerId="ADAL" clId="{20306FF0-EBC5-4939-8C28-FB7939CB6E19}" dt="2026-10-14T14:36:00.848" v="8085" actId="1037"/>
          <ac:spMkLst>
            <pc:docMk/>
            <pc:sldMk cId="3868462077" sldId="384"/>
            <ac:spMk id="58" creationId="{AF8D5A6F-298C-2004-656E-B3B43A86845B}"/>
          </ac:spMkLst>
        </pc:spChg>
        <pc:spChg chg="add mod ord">
          <ac:chgData name="Gabriel Rodrigues Benegra" userId="15951f17-e43d-4387-8d23-f76792a6730a" providerId="ADAL" clId="{20306FF0-EBC5-4939-8C28-FB7939CB6E19}" dt="2026-10-14T14:36:33.843" v="8089" actId="1035"/>
          <ac:spMkLst>
            <pc:docMk/>
            <pc:sldMk cId="3868462077" sldId="384"/>
            <ac:spMk id="59" creationId="{67234D4C-720E-66BD-C94F-63FC619BBCAB}"/>
          </ac:spMkLst>
        </pc:spChg>
        <pc:spChg chg="add mod">
          <ac:chgData name="Gabriel Rodrigues Benegra" userId="15951f17-e43d-4387-8d23-f76792a6730a" providerId="ADAL" clId="{20306FF0-EBC5-4939-8C28-FB7939CB6E19}" dt="2026-10-14T14:38:45.609" v="8096"/>
          <ac:spMkLst>
            <pc:docMk/>
            <pc:sldMk cId="3868462077" sldId="384"/>
            <ac:spMk id="62" creationId="{8D994346-6AC5-548C-5E51-C22F193E1068}"/>
          </ac:spMkLst>
        </pc:spChg>
        <pc:grpChg chg="add mod">
          <ac:chgData name="Gabriel Rodrigues Benegra" userId="15951f17-e43d-4387-8d23-f76792a6730a" providerId="ADAL" clId="{20306FF0-EBC5-4939-8C28-FB7939CB6E19}" dt="2026-10-14T14:21:14.655" v="7161" actId="164"/>
          <ac:grpSpMkLst>
            <pc:docMk/>
            <pc:sldMk cId="3868462077" sldId="384"/>
            <ac:grpSpMk id="29" creationId="{C45BF195-62AD-1DAD-FBD3-0567BD03AA8A}"/>
          </ac:grpSpMkLst>
        </pc:grpChg>
        <pc:grpChg chg="add del mod">
          <ac:chgData name="Gabriel Rodrigues Benegra" userId="15951f17-e43d-4387-8d23-f76792a6730a" providerId="ADAL" clId="{20306FF0-EBC5-4939-8C28-FB7939CB6E19}" dt="2026-10-14T14:22:13.618" v="7254" actId="165"/>
          <ac:grpSpMkLst>
            <pc:docMk/>
            <pc:sldMk cId="3868462077" sldId="384"/>
            <ac:grpSpMk id="30" creationId="{EA4F39B8-BBFA-8451-C88D-33A80448053A}"/>
          </ac:grpSpMkLst>
        </pc:grpChg>
        <pc:grpChg chg="add del mod">
          <ac:chgData name="Gabriel Rodrigues Benegra" userId="15951f17-e43d-4387-8d23-f76792a6730a" providerId="ADAL" clId="{20306FF0-EBC5-4939-8C28-FB7939CB6E19}" dt="2026-10-14T14:23:58.217" v="7305" actId="165"/>
          <ac:grpSpMkLst>
            <pc:docMk/>
            <pc:sldMk cId="3868462077" sldId="384"/>
            <ac:grpSpMk id="31" creationId="{838AD240-B544-2F1A-EB26-C43A950596D6}"/>
          </ac:grpSpMkLst>
        </pc:grpChg>
        <pc:grpChg chg="add mod">
          <ac:chgData name="Gabriel Rodrigues Benegra" userId="15951f17-e43d-4387-8d23-f76792a6730a" providerId="ADAL" clId="{20306FF0-EBC5-4939-8C28-FB7939CB6E19}" dt="2026-10-14T14:33:44.357" v="7988" actId="14100"/>
          <ac:grpSpMkLst>
            <pc:docMk/>
            <pc:sldMk cId="3868462077" sldId="384"/>
            <ac:grpSpMk id="32" creationId="{2E2195A2-9214-C620-7ECE-59BEE312155A}"/>
          </ac:grpSpMkLst>
        </pc:grpChg>
        <pc:picChg chg="add del mod">
          <ac:chgData name="Gabriel Rodrigues Benegra" userId="15951f17-e43d-4387-8d23-f76792a6730a" providerId="ADAL" clId="{20306FF0-EBC5-4939-8C28-FB7939CB6E19}" dt="2026-10-14T14:30:20.248" v="7706" actId="478"/>
          <ac:picMkLst>
            <pc:docMk/>
            <pc:sldMk cId="3868462077" sldId="384"/>
            <ac:picMk id="35" creationId="{93A65A5F-57E3-F410-979A-6FED0C8F8E2A}"/>
          </ac:picMkLst>
        </pc:picChg>
        <pc:picChg chg="add del">
          <ac:chgData name="Gabriel Rodrigues Benegra" userId="15951f17-e43d-4387-8d23-f76792a6730a" providerId="ADAL" clId="{20306FF0-EBC5-4939-8C28-FB7939CB6E19}" dt="2026-10-14T14:40:18.809" v="8339" actId="478"/>
          <ac:picMkLst>
            <pc:docMk/>
            <pc:sldMk cId="3868462077" sldId="384"/>
            <ac:picMk id="61" creationId="{71FD7F03-E590-2C93-C17F-59D6E804001F}"/>
          </ac:picMkLst>
        </pc:picChg>
      </pc:sldChg>
    </pc:docChg>
  </pc:docChgLst>
  <pc:docChgLst>
    <pc:chgData name="Gabriel" userId="15951f17-e43d-4387-8d23-f76792a6730a" providerId="ADAL" clId="{20306FF0-EBC5-4939-8C28-FB7939CB6E19}"/>
    <pc:docChg chg="undo custSel addSld modSld">
      <pc:chgData name="Gabriel" userId="15951f17-e43d-4387-8d23-f76792a6730a" providerId="ADAL" clId="{20306FF0-EBC5-4939-8C28-FB7939CB6E19}" dt="2026-10-19T13:28:16.949" v="174" actId="20577"/>
      <pc:docMkLst>
        <pc:docMk/>
      </pc:docMkLst>
      <pc:sldChg chg="addSp modSp new mod">
        <pc:chgData name="Gabriel" userId="15951f17-e43d-4387-8d23-f76792a6730a" providerId="ADAL" clId="{20306FF0-EBC5-4939-8C28-FB7939CB6E19}" dt="2026-10-19T13:25:55.935" v="84" actId="20577"/>
        <pc:sldMkLst>
          <pc:docMk/>
          <pc:sldMk cId="3845727078" sldId="397"/>
        </pc:sldMkLst>
        <pc:spChg chg="add mod">
          <ac:chgData name="Gabriel" userId="15951f17-e43d-4387-8d23-f76792a6730a" providerId="ADAL" clId="{20306FF0-EBC5-4939-8C28-FB7939CB6E19}" dt="2026-10-19T13:25:55.935" v="84" actId="20577"/>
          <ac:spMkLst>
            <pc:docMk/>
            <pc:sldMk cId="3845727078" sldId="397"/>
            <ac:spMk id="3" creationId="{C4C4CF16-C763-B522-0F48-CC4BDF989B4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5" creationId="{BADDDF3A-68D4-09BA-38AA-F2156838F88C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6" creationId="{96D94C16-C1CA-8994-DCDF-403F1EB08C4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7" creationId="{A15883F6-E55A-0D86-DDA1-A9A5DC4AFAA8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8" creationId="{7A22D144-424F-F145-4A09-42BA929CD6F9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9" creationId="{C0C9EA00-A39A-A57E-288B-282B17702660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0" creationId="{BCDF2CE3-99C8-140B-E9B1-E4E1D8307D66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1" creationId="{2D70C120-BB1D-A980-B1BA-2C1B7FB87A2B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2" creationId="{8D1998CC-12A8-6A90-9EDB-117ADC44D3E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3" creationId="{70D7387C-C16C-B469-E9BA-9AE69D5BDECA}"/>
          </ac:spMkLst>
        </pc:spChg>
        <pc:spChg chg="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4" creationId="{65C8D86F-44F3-104F-E8FD-CF7407EFDA33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5" creationId="{75FC96A7-E601-4BE2-8F8A-FE7FEA5A2F4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6" creationId="{F4C4EE5B-FCA5-FD5B-E190-F9A46CAB59F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7" creationId="{E8611B42-45CF-70BC-E524-7AEEC888FAB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8" creationId="{02D09754-62E7-B9D3-F470-A4D1BEF00ABF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19" creationId="{1B0C61B7-9371-FEF8-92A7-80D1C7AC4D5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0" creationId="{31A0F49C-FC9E-AA59-1800-F9E2381496D8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1" creationId="{C301B91D-FD85-5816-85F7-D0C1FDE7C0E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2" creationId="{791C2DE9-B364-52D2-C691-19F76B7DD717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3" creationId="{6AFA0E09-DD1C-EF0B-CB96-0C6929A385F6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4" creationId="{5A355B3B-F2A3-EDB4-526C-A7CCC4F62D9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5" creationId="{FE66FEBA-545C-3720-9E54-4232C3616B0E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6" creationId="{FCE32312-E154-02B9-C28F-D29EABDE1679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7" creationId="{E0DBA176-8BDF-9461-40AF-C6A9A005F22A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8" creationId="{D47E5AF4-BEF1-286F-510D-5706C75E9791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29" creationId="{DD739CDC-8658-7742-897C-FF0AECF7277C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0" creationId="{A91A870F-6DEE-C82D-7DA3-877EDA16C1A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1" creationId="{6E67A675-A65B-2D04-47CB-99D21105A874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2" creationId="{F6EBEBC9-5B19-B3D8-3032-DCAB62EB5F8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3" creationId="{0A06DC00-2DE2-536A-107D-1DFD3E88568B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4" creationId="{9093AA81-4C5F-A130-0A19-C381774A5E05}"/>
          </ac:spMkLst>
        </pc:spChg>
        <pc:spChg chg="add mod">
          <ac:chgData name="Gabriel" userId="15951f17-e43d-4387-8d23-f76792a6730a" providerId="ADAL" clId="{20306FF0-EBC5-4939-8C28-FB7939CB6E19}" dt="2026-10-19T13:25:31.980" v="1"/>
          <ac:spMkLst>
            <pc:docMk/>
            <pc:sldMk cId="3845727078" sldId="397"/>
            <ac:spMk id="35" creationId="{714E8F31-F12C-5674-228D-4F29DC4AFE6E}"/>
          </ac:spMkLst>
        </pc:spChg>
        <pc:grpChg chg="add mod">
          <ac:chgData name="Gabriel" userId="15951f17-e43d-4387-8d23-f76792a6730a" providerId="ADAL" clId="{20306FF0-EBC5-4939-8C28-FB7939CB6E19}" dt="2026-10-19T13:25:31.980" v="1"/>
          <ac:grpSpMkLst>
            <pc:docMk/>
            <pc:sldMk cId="3845727078" sldId="397"/>
            <ac:grpSpMk id="4" creationId="{F52E8C5C-341B-4F96-2BCA-DD50AF605C36}"/>
          </ac:grpSpMkLst>
        </pc:grpChg>
      </pc:sldChg>
      <pc:sldChg chg="addSp delSp modSp add mod">
        <pc:chgData name="Gabriel" userId="15951f17-e43d-4387-8d23-f76792a6730a" providerId="ADAL" clId="{20306FF0-EBC5-4939-8C28-FB7939CB6E19}" dt="2026-10-19T13:28:16.949" v="174" actId="20577"/>
        <pc:sldMkLst>
          <pc:docMk/>
          <pc:sldMk cId="1862342928" sldId="398"/>
        </pc:sldMkLst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" creationId="{636543CF-D0BB-6E41-E836-CE1E11235BA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" creationId="{C4C4CF16-C763-B522-0F48-CC4BDF989B4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5" creationId="{75FC96A7-E601-4BE2-8F8A-FE7FEA5A2F4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6" creationId="{F4C4EE5B-FCA5-FD5B-E190-F9A46CAB59F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7" creationId="{E8611B42-45CF-70BC-E524-7AEEC888FAB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8" creationId="{02D09754-62E7-B9D3-F470-A4D1BEF00ABF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19" creationId="{1B0C61B7-9371-FEF8-92A7-80D1C7AC4D57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0" creationId="{31A0F49C-FC9E-AA59-1800-F9E2381496D8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1" creationId="{C301B91D-FD85-5816-85F7-D0C1FDE7C0E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2" creationId="{791C2DE9-B364-52D2-C691-19F76B7DD717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3" creationId="{6AFA0E09-DD1C-EF0B-CB96-0C6929A385F6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4" creationId="{5A355B3B-F2A3-EDB4-526C-A7CCC4F62D9E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5" creationId="{FE66FEBA-545C-3720-9E54-4232C3616B0E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6" creationId="{FCE32312-E154-02B9-C28F-D29EABDE1679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7" creationId="{E0DBA176-8BDF-9461-40AF-C6A9A005F22A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28" creationId="{D47E5AF4-BEF1-286F-510D-5706C75E9791}"/>
          </ac:spMkLst>
        </pc:spChg>
        <pc:spChg chg="del">
          <ac:chgData name="Gabriel" userId="15951f17-e43d-4387-8d23-f76792a6730a" providerId="ADAL" clId="{20306FF0-EBC5-4939-8C28-FB7939CB6E19}" dt="2026-10-19T13:26:08.955" v="87" actId="478"/>
          <ac:spMkLst>
            <pc:docMk/>
            <pc:sldMk cId="1862342928" sldId="398"/>
            <ac:spMk id="29" creationId="{DD739CDC-8658-7742-897C-FF0AECF7277C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0" creationId="{A91A870F-6DEE-C82D-7DA3-877EDA16C1A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1" creationId="{6E67A675-A65B-2D04-47CB-99D21105A874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2" creationId="{F6EBEBC9-5B19-B3D8-3032-DCAB62EB5F8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3" creationId="{0A06DC00-2DE2-536A-107D-1DFD3E88568B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4" creationId="{9093AA81-4C5F-A130-0A19-C381774A5E05}"/>
          </ac:spMkLst>
        </pc:spChg>
        <pc:spChg chg="del">
          <ac:chgData name="Gabriel" userId="15951f17-e43d-4387-8d23-f76792a6730a" providerId="ADAL" clId="{20306FF0-EBC5-4939-8C28-FB7939CB6E19}" dt="2026-10-19T13:26:04.966" v="86" actId="478"/>
          <ac:spMkLst>
            <pc:docMk/>
            <pc:sldMk cId="1862342928" sldId="398"/>
            <ac:spMk id="35" creationId="{714E8F31-F12C-5674-228D-4F29DC4AFE6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7" creationId="{8BE58733-1667-75BC-B73B-FB0526CE682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8" creationId="{8B1315B8-86E7-D8A1-A7A0-3F5352CAF1F8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39" creationId="{734CE522-592F-A05B-4E57-E8F754CCCD8E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0" creationId="{08B1D28E-DEBB-2518-F9CA-48B95BF7629D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1" creationId="{C58067BD-D2C8-58A5-88A1-7AD981E079F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2" creationId="{A5E79DC1-7546-F31E-38DE-0642DFCCB9BF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3" creationId="{7090C696-1D36-666C-EE02-DB9105F20C01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4" creationId="{6B5DB70D-1B26-2DDE-BE94-D189D2C612D3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5" creationId="{73410F6A-086F-0639-EDB7-62DB9DC82507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6" creationId="{BDA59C4F-700A-DE15-C6F4-C2D92F1134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7" creationId="{28541EA6-5C81-D9F3-43AD-658293EC7AC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8" creationId="{DEEE1747-E030-0E91-27E5-5CB40C619E4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49" creationId="{F1699610-D75C-4A31-6563-556C4554FA8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0" creationId="{127A85B1-06C5-A299-8685-9B984E57F419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1" creationId="{033BC5C6-10AA-5738-9091-BC18B297B19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2" creationId="{626980D0-F525-5388-3314-8D431300530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3" creationId="{3B27A3F0-CCE4-3D5D-75E6-6D54E0530B1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4" creationId="{7A40DA2F-B255-6B5E-7AAA-B91F3EF5577A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5" creationId="{5304D10F-9559-5322-871A-5408A60E4F7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6" creationId="{F4C20BC3-E43A-3178-BB48-5B1077C6F874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7" creationId="{018A3089-E4F1-201C-5D68-279F4992D655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8" creationId="{1EC70C2D-163F-7F63-7B7A-EF8E3B1B5142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59" creationId="{04018F4B-56E9-6DFA-63C9-D5784243723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0" creationId="{2684E1FE-026F-3FC5-051B-07B1D1980288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1" creationId="{6BDF5FC6-ACBD-47D5-8587-DDB29A75364F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2" creationId="{5961E8F9-743F-0017-78CE-A74FCBFB527D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3" creationId="{FD307CC4-E979-87EC-0E02-E2A2F7A842E1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4" creationId="{D6984E84-495B-0479-F3E5-AE1AFE550F70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5" creationId="{50A8FC72-E0DC-F14A-AD65-90D52A0F50CC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6" creationId="{57E42355-210E-0237-3D3A-DB5FDE2DF10E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7" creationId="{520D80D9-5283-D807-F01F-FB27900162B9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69" creationId="{361BC59D-2E13-9031-A1F3-31742205E886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0" creationId="{553C6C4B-EFBD-F941-92E5-373B4B867085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1" creationId="{72516439-6432-F254-77DA-7589662ABB3C}"/>
          </ac:spMkLst>
        </pc:spChg>
        <pc:spChg chg="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2" creationId="{1A023780-F83F-F31C-13C5-B5EB8CFE89D7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3" creationId="{4AF71DF6-318E-9163-6C0D-40F178BDC303}"/>
          </ac:spMkLst>
        </pc:spChg>
        <pc:spChg chg="add mod">
          <ac:chgData name="Gabriel" userId="15951f17-e43d-4387-8d23-f76792a6730a" providerId="ADAL" clId="{20306FF0-EBC5-4939-8C28-FB7939CB6E19}" dt="2026-10-19T13:26:31.950" v="89"/>
          <ac:spMkLst>
            <pc:docMk/>
            <pc:sldMk cId="1862342928" sldId="398"/>
            <ac:spMk id="74" creationId="{9284A1BB-E6D0-861A-339A-A9269D3F918E}"/>
          </ac:spMkLst>
        </pc:spChg>
        <pc:spChg chg="add mod">
          <ac:chgData name="Gabriel" userId="15951f17-e43d-4387-8d23-f76792a6730a" providerId="ADAL" clId="{20306FF0-EBC5-4939-8C28-FB7939CB6E19}" dt="2026-10-19T13:28:16.949" v="174" actId="20577"/>
          <ac:spMkLst>
            <pc:docMk/>
            <pc:sldMk cId="1862342928" sldId="398"/>
            <ac:spMk id="75" creationId="{5DA0569F-716F-A02C-7D81-469275441ABB}"/>
          </ac:spMkLst>
        </pc:spChg>
        <pc:grpChg chg="del">
          <ac:chgData name="Gabriel" userId="15951f17-e43d-4387-8d23-f76792a6730a" providerId="ADAL" clId="{20306FF0-EBC5-4939-8C28-FB7939CB6E19}" dt="2026-10-19T13:26:12.562" v="88" actId="478"/>
          <ac:grpSpMkLst>
            <pc:docMk/>
            <pc:sldMk cId="1862342928" sldId="398"/>
            <ac:grpSpMk id="4" creationId="{F52E8C5C-341B-4F96-2BCA-DD50AF605C36}"/>
          </ac:grpSpMkLst>
        </pc:grpChg>
        <pc:grpChg chg="add mod">
          <ac:chgData name="Gabriel" userId="15951f17-e43d-4387-8d23-f76792a6730a" providerId="ADAL" clId="{20306FF0-EBC5-4939-8C28-FB7939CB6E19}" dt="2026-10-19T13:26:31.950" v="89"/>
          <ac:grpSpMkLst>
            <pc:docMk/>
            <pc:sldMk cId="1862342928" sldId="398"/>
            <ac:grpSpMk id="36" creationId="{08378750-D837-83D1-F87E-367BD9BE0EA9}"/>
          </ac:grpSpMkLst>
        </pc:grpChg>
        <pc:grpChg chg="add mod">
          <ac:chgData name="Gabriel" userId="15951f17-e43d-4387-8d23-f76792a6730a" providerId="ADAL" clId="{20306FF0-EBC5-4939-8C28-FB7939CB6E19}" dt="2026-10-19T13:26:43.925" v="114" actId="1035"/>
          <ac:grpSpMkLst>
            <pc:docMk/>
            <pc:sldMk cId="1862342928" sldId="398"/>
            <ac:grpSpMk id="68" creationId="{57839F7F-98AF-44EB-11BD-84DA34B93EB7}"/>
          </ac:grpSpMkLst>
        </pc:grpChg>
      </pc:sldChg>
    </pc:docChg>
  </pc:docChgLst>
  <pc:docChgLst>
    <pc:chgData name="Guest User" userId="S::urn:spo:tenantanon#6370a6c0-7b90-4709-bd6e-59c28ede833b::" providerId="AD" clId="Web-{00558199-1D2A-D010-C23A-1FC4AD272521}"/>
    <pc:docChg chg="modSld">
      <pc:chgData name="Guest User" userId="S::urn:spo:tenantanon#6370a6c0-7b90-4709-bd6e-59c28ede833b::" providerId="AD" clId="Web-{00558199-1D2A-D010-C23A-1FC4AD272521}" dt="2026-10-07T14:18:17.077" v="1" actId="20577"/>
      <pc:docMkLst>
        <pc:docMk/>
      </pc:docMkLst>
      <pc:sldChg chg="modSp">
        <pc:chgData name="Guest User" userId="S::urn:spo:tenantanon#6370a6c0-7b90-4709-bd6e-59c28ede833b::" providerId="AD" clId="Web-{00558199-1D2A-D010-C23A-1FC4AD272521}" dt="2026-10-07T14:18:17.077" v="1" actId="20577"/>
        <pc:sldMkLst>
          <pc:docMk/>
          <pc:sldMk cId="1118591106" sldId="354"/>
        </pc:sldMkLst>
        <pc:spChg chg="mod">
          <ac:chgData name="Guest User" userId="S::urn:spo:tenantanon#6370a6c0-7b90-4709-bd6e-59c28ede833b::" providerId="AD" clId="Web-{00558199-1D2A-D010-C23A-1FC4AD272521}" dt="2026-10-07T14:18:17.077" v="1" actId="20577"/>
          <ac:spMkLst>
            <pc:docMk/>
            <pc:sldMk cId="1118591106" sldId="354"/>
            <ac:spMk id="84" creationId="{D1519720-65BB-0FAC-7C89-2D9A95DDA667}"/>
          </ac:spMkLst>
        </pc:spChg>
      </pc:sldChg>
    </pc:docChg>
  </pc:docChgLst>
  <pc:docChgLst>
    <pc:chgData name="Kauã Victor Dias dos Santos" userId="S::kauavds@al.insper.edu.br::563eb8b5-1801-4757-bc17-2373c34c55c9" providerId="AD" clId="Web-{E6867C31-A894-FB3E-30C4-E62862FE5B41}"/>
    <pc:docChg chg="addSld delSld modSld sldOrd">
      <pc:chgData name="Kauã Victor Dias dos Santos" userId="S::kauavds@al.insper.edu.br::563eb8b5-1801-4757-bc17-2373c34c55c9" providerId="AD" clId="Web-{E6867C31-A894-FB3E-30C4-E62862FE5B41}" dt="2026-09-21T00:05:59.167" v="166" actId="20577"/>
      <pc:docMkLst>
        <pc:docMk/>
      </pc:docMkLst>
      <pc:sldChg chg="modSp">
        <pc:chgData name="Kauã Victor Dias dos Santos" userId="S::kauavds@al.insper.edu.br::563eb8b5-1801-4757-bc17-2373c34c55c9" providerId="AD" clId="Web-{E6867C31-A894-FB3E-30C4-E62862FE5B41}" dt="2026-09-20T23:35:35.741" v="17" actId="20577"/>
        <pc:sldMkLst>
          <pc:docMk/>
          <pc:sldMk cId="1653737069" sldId="286"/>
        </pc:sldMkLst>
        <pc:spChg chg="mod">
          <ac:chgData name="Kauã Victor Dias dos Santos" userId="S::kauavds@al.insper.edu.br::563eb8b5-1801-4757-bc17-2373c34c55c9" providerId="AD" clId="Web-{E6867C31-A894-FB3E-30C4-E62862FE5B41}" dt="2026-09-20T23:35:35.741" v="17" actId="20577"/>
          <ac:spMkLst>
            <pc:docMk/>
            <pc:sldMk cId="1653737069" sldId="286"/>
            <ac:spMk id="40" creationId="{03DAEF48-553D-8ADE-F5B7-3A469646B4CB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46:09.887" v="125" actId="20577"/>
        <pc:sldMkLst>
          <pc:docMk/>
          <pc:sldMk cId="801149791" sldId="311"/>
        </pc:sldMkLst>
        <pc:spChg chg="mod">
          <ac:chgData name="Kauã Victor Dias dos Santos" userId="S::kauavds@al.insper.edu.br::563eb8b5-1801-4757-bc17-2373c34c55c9" providerId="AD" clId="Web-{E6867C31-A894-FB3E-30C4-E62862FE5B41}" dt="2026-09-20T23:46:09.887" v="125" actId="20577"/>
          <ac:spMkLst>
            <pc:docMk/>
            <pc:sldMk cId="801149791" sldId="311"/>
            <ac:spMk id="3" creationId="{F33F0DF1-831B-C8EE-9529-7A1584C93111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38:34.856" v="41" actId="20577"/>
          <ac:spMkLst>
            <pc:docMk/>
            <pc:sldMk cId="801149791" sldId="311"/>
            <ac:spMk id="11" creationId="{6DC6E710-8D0C-AF3E-B8D1-1B55D5636C6C}"/>
          </ac:spMkLst>
        </pc:spChg>
        <pc:spChg chg="mod">
          <ac:chgData name="Kauã Victor Dias dos Santos" userId="S::kauavds@al.insper.edu.br::563eb8b5-1801-4757-bc17-2373c34c55c9" providerId="AD" clId="Web-{E6867C31-A894-FB3E-30C4-E62862FE5B41}" dt="2026-09-20T23:45:31.183" v="72" actId="14100"/>
          <ac:spMkLst>
            <pc:docMk/>
            <pc:sldMk cId="801149791" sldId="311"/>
            <ac:spMk id="14" creationId="{732AE37C-2EEA-B1C7-D0D5-8524C136F308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06.476" v="21" actId="14100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E6867C31-A894-FB3E-30C4-E62862FE5B41}" dt="2026-09-20T23:36:06.476" v="21" actId="14100"/>
          <ac:spMkLst>
            <pc:docMk/>
            <pc:sldMk cId="4031254641" sldId="326"/>
            <ac:spMk id="2" creationId="{B7AEDC8D-5250-6AED-156D-B9884E7DF04A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48.243" v="28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E6867C31-A894-FB3E-30C4-E62862FE5B41}" dt="2026-09-20T23:36:48.243" v="28" actId="20577"/>
          <ac:spMkLst>
            <pc:docMk/>
            <pc:sldMk cId="2721456284" sldId="328"/>
            <ac:spMk id="7" creationId="{E70B1A57-A6B1-CE34-302B-7472C52C70D6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6:44.009" v="26"/>
          <ac:grpSpMkLst>
            <pc:docMk/>
            <pc:sldMk cId="2721456284" sldId="328"/>
            <ac:grpSpMk id="28" creationId="{17F44C52-A592-F4FA-F73E-76DB1487FF0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5:50.507" v="19" actId="20577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E6867C31-A894-FB3E-30C4-E62862FE5B41}" dt="2026-09-20T23:35:50.507" v="19" actId="20577"/>
          <ac:spMkLst>
            <pc:docMk/>
            <pc:sldMk cId="3816260276" sldId="329"/>
            <ac:spMk id="31" creationId="{12E6B28E-684A-A5F9-35DC-69E3CE2CABBD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0T23:36:26.946" v="25" actId="14100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E6867C31-A894-FB3E-30C4-E62862FE5B41}" dt="2026-09-20T23:36:26.946" v="25" actId="14100"/>
          <ac:spMkLst>
            <pc:docMk/>
            <pc:sldMk cId="881085822" sldId="341"/>
            <ac:spMk id="2" creationId="{D9CA186D-EC52-86D3-BA6A-7BD5A19621E0}"/>
          </ac:spMkLst>
        </pc:spChg>
      </pc:sldChg>
      <pc:sldChg chg="modSp mod ord modShow">
        <pc:chgData name="Kauã Victor Dias dos Santos" userId="S::kauavds@al.insper.edu.br::563eb8b5-1801-4757-bc17-2373c34c55c9" providerId="AD" clId="Web-{E6867C31-A894-FB3E-30C4-E62862FE5B41}" dt="2026-09-20T23:37:56.292" v="36" actId="20577"/>
        <pc:sldMkLst>
          <pc:docMk/>
          <pc:sldMk cId="917026926" sldId="344"/>
        </pc:sldMkLst>
        <pc:spChg chg="mod">
          <ac:chgData name="Kauã Victor Dias dos Santos" userId="S::kauavds@al.insper.edu.br::563eb8b5-1801-4757-bc17-2373c34c55c9" providerId="AD" clId="Web-{E6867C31-A894-FB3E-30C4-E62862FE5B41}" dt="2026-09-20T23:37:56.292" v="36" actId="20577"/>
          <ac:spMkLst>
            <pc:docMk/>
            <pc:sldMk cId="917026926" sldId="344"/>
            <ac:spMk id="2" creationId="{C6D584C9-F7E1-E9D4-047F-9F73944D6EEC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7:22.994" v="34"/>
          <ac:grpSpMkLst>
            <pc:docMk/>
            <pc:sldMk cId="917026926" sldId="344"/>
            <ac:grpSpMk id="97" creationId="{0D0B5E15-BA88-ADF3-F9E1-E8DAAE870F94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4:18.628" v="12" actId="20577"/>
        <pc:sldMkLst>
          <pc:docMk/>
          <pc:sldMk cId="2248886962" sldId="346"/>
        </pc:sldMkLst>
        <pc:spChg chg="mod">
          <ac:chgData name="Kauã Victor Dias dos Santos" userId="S::kauavds@al.insper.edu.br::563eb8b5-1801-4757-bc17-2373c34c55c9" providerId="AD" clId="Web-{E6867C31-A894-FB3E-30C4-E62862FE5B41}" dt="2026-09-20T23:34:18.628" v="12" actId="20577"/>
          <ac:spMkLst>
            <pc:docMk/>
            <pc:sldMk cId="2248886962" sldId="346"/>
            <ac:spMk id="12" creationId="{94DEB549-9409-52FA-7D37-FC6267DDFDE1}"/>
          </ac:spMkLst>
        </pc:spChg>
        <pc:graphicFrameChg chg="ord">
          <ac:chgData name="Kauã Victor Dias dos Santos" userId="S::kauavds@al.insper.edu.br::563eb8b5-1801-4757-bc17-2373c34c55c9" providerId="AD" clId="Web-{E6867C31-A894-FB3E-30C4-E62862FE5B41}" dt="2026-09-20T23:34:04.159" v="11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Sp">
        <pc:chgData name="Kauã Victor Dias dos Santos" userId="S::kauavds@al.insper.edu.br::563eb8b5-1801-4757-bc17-2373c34c55c9" providerId="AD" clId="Web-{E6867C31-A894-FB3E-30C4-E62862FE5B41}" dt="2026-09-20T23:33:46.486" v="10" actId="20577"/>
        <pc:sldMkLst>
          <pc:docMk/>
          <pc:sldMk cId="4207788666" sldId="347"/>
        </pc:sldMkLst>
        <pc:spChg chg="mod">
          <ac:chgData name="Kauã Victor Dias dos Santos" userId="S::kauavds@al.insper.edu.br::563eb8b5-1801-4757-bc17-2373c34c55c9" providerId="AD" clId="Web-{E6867C31-A894-FB3E-30C4-E62862FE5B41}" dt="2026-09-20T23:33:46.486" v="10" actId="20577"/>
          <ac:spMkLst>
            <pc:docMk/>
            <pc:sldMk cId="4207788666" sldId="347"/>
            <ac:spMk id="2" creationId="{5FC69101-08D8-EB8C-3A56-E12E4CFC6D99}"/>
          </ac:spMkLst>
        </pc:spChg>
        <pc:grpChg chg="ord">
          <ac:chgData name="Kauã Victor Dias dos Santos" userId="S::kauavds@al.insper.edu.br::563eb8b5-1801-4757-bc17-2373c34c55c9" providerId="AD" clId="Web-{E6867C31-A894-FB3E-30C4-E62862FE5B41}" dt="2026-09-20T23:33:32.814" v="8"/>
          <ac:grpSpMkLst>
            <pc:docMk/>
            <pc:sldMk cId="4207788666" sldId="347"/>
            <ac:grpSpMk id="97" creationId="{91A83713-1435-73DA-C348-FC280E7BB767}"/>
          </ac:grpSpMkLst>
        </pc:grpChg>
      </pc:sldChg>
      <pc:sldChg chg="modSp">
        <pc:chgData name="Kauã Victor Dias dos Santos" userId="S::kauavds@al.insper.edu.br::563eb8b5-1801-4757-bc17-2373c34c55c9" providerId="AD" clId="Web-{E6867C31-A894-FB3E-30C4-E62862FE5B41}" dt="2026-09-20T23:37:12.947" v="33" actId="20577"/>
        <pc:sldMkLst>
          <pc:docMk/>
          <pc:sldMk cId="4210405125" sldId="351"/>
        </pc:sldMkLst>
        <pc:spChg chg="mod">
          <ac:chgData name="Kauã Victor Dias dos Santos" userId="S::kauavds@al.insper.edu.br::563eb8b5-1801-4757-bc17-2373c34c55c9" providerId="AD" clId="Web-{E6867C31-A894-FB3E-30C4-E62862FE5B41}" dt="2026-09-20T23:37:12.947" v="33" actId="20577"/>
          <ac:spMkLst>
            <pc:docMk/>
            <pc:sldMk cId="4210405125" sldId="351"/>
            <ac:spMk id="7" creationId="{E70B1A57-A6B1-CE34-302B-7472C52C70D6}"/>
          </ac:spMkLst>
        </pc:spChg>
      </pc:sldChg>
      <pc:sldChg chg="modSp">
        <pc:chgData name="Kauã Victor Dias dos Santos" userId="S::kauavds@al.insper.edu.br::563eb8b5-1801-4757-bc17-2373c34c55c9" providerId="AD" clId="Web-{E6867C31-A894-FB3E-30C4-E62862FE5B41}" dt="2026-09-21T00:05:59.167" v="166" actId="20577"/>
        <pc:sldMkLst>
          <pc:docMk/>
          <pc:sldMk cId="2749314505" sldId="352"/>
        </pc:sldMkLst>
        <pc:spChg chg="mod">
          <ac:chgData name="Kauã Victor Dias dos Santos" userId="S::kauavds@al.insper.edu.br::563eb8b5-1801-4757-bc17-2373c34c55c9" providerId="AD" clId="Web-{E6867C31-A894-FB3E-30C4-E62862FE5B41}" dt="2026-09-21T00:05:59.167" v="166" actId="20577"/>
          <ac:spMkLst>
            <pc:docMk/>
            <pc:sldMk cId="2749314505" sldId="352"/>
            <ac:spMk id="15" creationId="{7B65B2D0-3C24-8F73-AE44-33AE3BB7F314}"/>
          </ac:spMkLst>
        </pc:spChg>
      </pc:sldChg>
    </pc:docChg>
  </pc:docChgLst>
  <pc:docChgLst>
    <pc:chgData name="Bernardo Caputo Gomes" userId="6da50d2c-d1b7-4a9f-8ea6-11c55775b80e" providerId="ADAL" clId="{2E3FE783-9AB9-4869-96B1-16E14BA4AC72}"/>
    <pc:docChg chg="undo redo custSel addSld delSld modSld sldOrd delMainMaster modMainMaster">
      <pc:chgData name="Bernardo Caputo Gomes" userId="6da50d2c-d1b7-4a9f-8ea6-11c55775b80e" providerId="ADAL" clId="{2E3FE783-9AB9-4869-96B1-16E14BA4AC72}" dt="2026-10-19T14:29:08.238" v="13964" actId="403"/>
      <pc:docMkLst>
        <pc:docMk/>
      </pc:docMkLst>
      <pc:sldChg chg="addSp delSp modSp mod modClrScheme modShow chgLayout">
        <pc:chgData name="Bernardo Caputo Gomes" userId="6da50d2c-d1b7-4a9f-8ea6-11c55775b80e" providerId="ADAL" clId="{2E3FE783-9AB9-4869-96B1-16E14BA4AC72}" dt="2026-10-07T13:45:46.409" v="8523" actId="729"/>
        <pc:sldMkLst>
          <pc:docMk/>
          <pc:sldMk cId="940414154" sldId="272"/>
        </pc:sldMkLst>
        <pc:spChg chg="add mod">
          <ac:chgData name="Bernardo Caputo Gomes" userId="6da50d2c-d1b7-4a9f-8ea6-11c55775b80e" providerId="ADAL" clId="{2E3FE783-9AB9-4869-96B1-16E14BA4AC72}" dt="2026-09-20T23:46:43.818" v="3586" actId="6549"/>
          <ac:spMkLst>
            <pc:docMk/>
            <pc:sldMk cId="940414154" sldId="272"/>
            <ac:spMk id="6" creationId="{6D4469EB-7206-72B7-1A21-EECA3D666919}"/>
          </ac:spMkLst>
        </pc:spChg>
        <pc:graphicFrameChg chg="mod ord">
          <ac:chgData name="Bernardo Caputo Gomes" userId="6da50d2c-d1b7-4a9f-8ea6-11c55775b80e" providerId="ADAL" clId="{2E3FE783-9AB9-4869-96B1-16E14BA4AC72}" dt="2026-09-20T23:48:45.600" v="3592" actId="14100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49.924" v="3595" actId="14100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mod">
          <ac:chgData name="Bernardo Caputo Gomes" userId="6da50d2c-d1b7-4a9f-8ea6-11c55775b80e" providerId="ADAL" clId="{2E3FE783-9AB9-4869-96B1-16E14BA4AC72}" dt="2026-10-05T13:46:21.991" v="4745" actId="1036"/>
          <ac:picMkLst>
            <pc:docMk/>
            <pc:sldMk cId="940414154" sldId="272"/>
            <ac:picMk id="16" creationId="{BC6F6E1E-9C7F-105C-D78F-39AE4F6FB058}"/>
          </ac:picMkLst>
        </pc:picChg>
      </pc:sldChg>
      <pc:sldChg chg="addSp delSp modSp add mod">
        <pc:chgData name="Bernardo Caputo Gomes" userId="6da50d2c-d1b7-4a9f-8ea6-11c55775b80e" providerId="ADAL" clId="{2E3FE783-9AB9-4869-96B1-16E14BA4AC72}" dt="2026-10-19T13:26:58.376" v="12194" actId="113"/>
        <pc:sldMkLst>
          <pc:docMk/>
          <pc:sldMk cId="1653737069" sldId="286"/>
        </pc:sldMkLst>
        <pc:spChg chg="del mod topLvl">
          <ac:chgData name="Bernardo Caputo Gomes" userId="6da50d2c-d1b7-4a9f-8ea6-11c55775b80e" providerId="ADAL" clId="{2E3FE783-9AB9-4869-96B1-16E14BA4AC72}" dt="2026-10-19T12:49:48.505" v="10793" actId="478"/>
          <ac:spMkLst>
            <pc:docMk/>
            <pc:sldMk cId="1653737069" sldId="286"/>
            <ac:spMk id="11" creationId="{D68D64CE-AEA1-536E-3933-3075B8121D97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12" creationId="{B290C74C-7BF3-D6E0-CF8D-F896C008BB0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3" creationId="{7C825678-67A3-A9A0-33DA-B2ADE645F599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4" creationId="{9BF0AB2A-E89D-9B79-6400-8494EA21916F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6" creationId="{FFE47A81-988D-4579-349C-AE3ECDA85037}"/>
          </ac:spMkLst>
        </pc:spChg>
        <pc:spChg chg="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17" creationId="{2B2D5480-16CF-B1E8-62B9-359A9609B689}"/>
          </ac:spMkLst>
        </pc:spChg>
        <pc:spChg chg="mod topLvl">
          <ac:chgData name="Bernardo Caputo Gomes" userId="6da50d2c-d1b7-4a9f-8ea6-11c55775b80e" providerId="ADAL" clId="{2E3FE783-9AB9-4869-96B1-16E14BA4AC72}" dt="2026-10-19T12:57:01.514" v="10927" actId="207"/>
          <ac:spMkLst>
            <pc:docMk/>
            <pc:sldMk cId="1653737069" sldId="286"/>
            <ac:spMk id="18" creationId="{32B4C71B-800A-2A13-15EE-42EB0354CFB2}"/>
          </ac:spMkLst>
        </pc:spChg>
        <pc:spChg chg="mod topLvl">
          <ac:chgData name="Bernardo Caputo Gomes" userId="6da50d2c-d1b7-4a9f-8ea6-11c55775b80e" providerId="ADAL" clId="{2E3FE783-9AB9-4869-96B1-16E14BA4AC72}" dt="2026-10-19T12:58:38.580" v="10934" actId="207"/>
          <ac:spMkLst>
            <pc:docMk/>
            <pc:sldMk cId="1653737069" sldId="286"/>
            <ac:spMk id="19" creationId="{B40038E8-D01C-DABB-3A71-28A05FD66C56}"/>
          </ac:spMkLst>
        </pc:spChg>
        <pc:spChg chg="add mod">
          <ac:chgData name="Bernardo Caputo Gomes" userId="6da50d2c-d1b7-4a9f-8ea6-11c55775b80e" providerId="ADAL" clId="{2E3FE783-9AB9-4869-96B1-16E14BA4AC72}" dt="2026-10-19T12:50:28.408" v="10860" actId="1038"/>
          <ac:spMkLst>
            <pc:docMk/>
            <pc:sldMk cId="1653737069" sldId="286"/>
            <ac:spMk id="21" creationId="{C7D5890E-C958-FDE3-A43E-3971AF6AFA01}"/>
          </ac:spMkLst>
        </pc:spChg>
        <pc:spChg chg="add mod">
          <ac:chgData name="Bernardo Caputo Gomes" userId="6da50d2c-d1b7-4a9f-8ea6-11c55775b80e" providerId="ADAL" clId="{2E3FE783-9AB9-4869-96B1-16E14BA4AC72}" dt="2026-10-19T13:00:07.518" v="10943" actId="207"/>
          <ac:spMkLst>
            <pc:docMk/>
            <pc:sldMk cId="1653737069" sldId="286"/>
            <ac:spMk id="24" creationId="{DE41B9E2-414D-A7D1-7BCF-7F24B0B6C855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27" creationId="{218C7C74-E83A-F4E0-4177-356EC2DF102D}"/>
          </ac:spMkLst>
        </pc:spChg>
        <pc:spChg chg="add del">
          <ac:chgData name="Bernardo Caputo Gomes" userId="6da50d2c-d1b7-4a9f-8ea6-11c55775b80e" providerId="ADAL" clId="{2E3FE783-9AB9-4869-96B1-16E14BA4AC72}" dt="2026-10-19T12:55:03.867" v="10890" actId="478"/>
          <ac:spMkLst>
            <pc:docMk/>
            <pc:sldMk cId="1653737069" sldId="286"/>
            <ac:spMk id="28" creationId="{D241E407-4470-4047-CBF0-F1017F3180C2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3" creationId="{69298370-0554-BCED-4107-E00D640B8A3D}"/>
          </ac:spMkLst>
        </pc:spChg>
        <pc:spChg chg="add mod">
          <ac:chgData name="Bernardo Caputo Gomes" userId="6da50d2c-d1b7-4a9f-8ea6-11c55775b80e" providerId="ADAL" clId="{2E3FE783-9AB9-4869-96B1-16E14BA4AC72}" dt="2026-10-19T13:26:58.376" v="12194" actId="113"/>
          <ac:spMkLst>
            <pc:docMk/>
            <pc:sldMk cId="1653737069" sldId="286"/>
            <ac:spMk id="38" creationId="{61D52229-697D-22DD-04DE-8FF4BBA6D6C0}"/>
          </ac:spMkLst>
        </pc:spChg>
        <pc:spChg chg="add mod topLvl">
          <ac:chgData name="Bernardo Caputo Gomes" userId="6da50d2c-d1b7-4a9f-8ea6-11c55775b80e" providerId="ADAL" clId="{2E3FE783-9AB9-4869-96B1-16E14BA4AC72}" dt="2026-10-19T12:50:03.986" v="10821" actId="165"/>
          <ac:spMkLst>
            <pc:docMk/>
            <pc:sldMk cId="1653737069" sldId="286"/>
            <ac:spMk id="39" creationId="{AE9B93B8-0E29-8838-E977-6FD99BAD27E0}"/>
          </ac:spMkLst>
        </pc:spChg>
        <pc:spChg chg="del">
          <ac:chgData name="Bernardo Caputo Gomes" userId="6da50d2c-d1b7-4a9f-8ea6-11c55775b80e" providerId="ADAL" clId="{2E3FE783-9AB9-4869-96B1-16E14BA4AC72}" dt="2026-10-19T13:24:11.171" v="12069" actId="478"/>
          <ac:spMkLst>
            <pc:docMk/>
            <pc:sldMk cId="1653737069" sldId="286"/>
            <ac:spMk id="42" creationId="{B1EE3A88-5BEB-DD07-8A36-C46DF45116CF}"/>
          </ac:spMkLst>
        </pc:spChg>
        <pc:grpChg chg="add mod">
          <ac:chgData name="Bernardo Caputo Gomes" userId="6da50d2c-d1b7-4a9f-8ea6-11c55775b80e" providerId="ADAL" clId="{2E3FE783-9AB9-4869-96B1-16E14BA4AC72}" dt="2026-10-19T12:51:13.641" v="10885" actId="12788"/>
          <ac:grpSpMkLst>
            <pc:docMk/>
            <pc:sldMk cId="1653737069" sldId="286"/>
            <ac:grpSpMk id="25" creationId="{1EB15500-A377-0E38-415F-0001B63F76C5}"/>
          </ac:grpSpMkLst>
        </pc:grpChg>
        <pc:grpChg chg="add del mod">
          <ac:chgData name="Bernardo Caputo Gomes" userId="6da50d2c-d1b7-4a9f-8ea6-11c55775b80e" providerId="ADAL" clId="{2E3FE783-9AB9-4869-96B1-16E14BA4AC72}" dt="2026-10-19T12:50:03.986" v="10821" actId="165"/>
          <ac:grpSpMkLst>
            <pc:docMk/>
            <pc:sldMk cId="1653737069" sldId="286"/>
            <ac:grpSpMk id="43" creationId="{39348266-8065-6117-3727-A2E75C2F740E}"/>
          </ac:grpSpMkLst>
        </pc:grpChg>
        <pc:picChg chg="add del mod modCrop">
          <ac:chgData name="Bernardo Caputo Gomes" userId="6da50d2c-d1b7-4a9f-8ea6-11c55775b80e" providerId="ADAL" clId="{2E3FE783-9AB9-4869-96B1-16E14BA4AC72}" dt="2026-10-19T12:57:04.152" v="10928" actId="478"/>
          <ac:picMkLst>
            <pc:docMk/>
            <pc:sldMk cId="1653737069" sldId="286"/>
            <ac:picMk id="30" creationId="{62D81727-85C1-A0BB-9FE5-0CD2057F3DEC}"/>
          </ac:picMkLst>
        </pc:picChg>
        <pc:picChg chg="add del mod modCrop">
          <ac:chgData name="Bernardo Caputo Gomes" userId="6da50d2c-d1b7-4a9f-8ea6-11c55775b80e" providerId="ADAL" clId="{2E3FE783-9AB9-4869-96B1-16E14BA4AC72}" dt="2026-10-19T12:58:41.048" v="10935" actId="478"/>
          <ac:picMkLst>
            <pc:docMk/>
            <pc:sldMk cId="1653737069" sldId="286"/>
            <ac:picMk id="32" creationId="{972D293E-EB4A-C36F-0437-CBE8FC1E612D}"/>
          </ac:picMkLst>
        </pc:picChg>
        <pc:picChg chg="add del mod modCrop">
          <ac:chgData name="Bernardo Caputo Gomes" userId="6da50d2c-d1b7-4a9f-8ea6-11c55775b80e" providerId="ADAL" clId="{2E3FE783-9AB9-4869-96B1-16E14BA4AC72}" dt="2026-10-19T13:00:09.623" v="10944" actId="478"/>
          <ac:picMkLst>
            <pc:docMk/>
            <pc:sldMk cId="1653737069" sldId="286"/>
            <ac:picMk id="34" creationId="{2C13E044-7493-BE3D-24EC-386A5A44D389}"/>
          </ac:picMkLst>
        </pc:picChg>
      </pc:sldChg>
      <pc:sldChg chg="del">
        <pc:chgData name="Bernardo Caputo Gomes" userId="6da50d2c-d1b7-4a9f-8ea6-11c55775b80e" providerId="ADAL" clId="{2E3FE783-9AB9-4869-96B1-16E14BA4AC72}" dt="2026-10-19T13:16:40.989" v="11901" actId="2696"/>
        <pc:sldMkLst>
          <pc:docMk/>
          <pc:sldMk cId="1406780801" sldId="289"/>
        </pc:sldMkLst>
      </pc:sldChg>
      <pc:sldChg chg="del">
        <pc:chgData name="Bernardo Caputo Gomes" userId="6da50d2c-d1b7-4a9f-8ea6-11c55775b80e" providerId="ADAL" clId="{2E3FE783-9AB9-4869-96B1-16E14BA4AC72}" dt="2026-10-19T13:16:37.575" v="11900" actId="2696"/>
        <pc:sldMkLst>
          <pc:docMk/>
          <pc:sldMk cId="3449326734" sldId="290"/>
        </pc:sldMkLst>
      </pc:sldChg>
      <pc:sldChg chg="del">
        <pc:chgData name="Bernardo Caputo Gomes" userId="6da50d2c-d1b7-4a9f-8ea6-11c55775b80e" providerId="ADAL" clId="{2E3FE783-9AB9-4869-96B1-16E14BA4AC72}" dt="2026-10-19T13:16:32.019" v="11899" actId="2696"/>
        <pc:sldMkLst>
          <pc:docMk/>
          <pc:sldMk cId="111405814" sldId="292"/>
        </pc:sldMkLst>
      </pc:sldChg>
      <pc:sldChg chg="del">
        <pc:chgData name="Bernardo Caputo Gomes" userId="6da50d2c-d1b7-4a9f-8ea6-11c55775b80e" providerId="ADAL" clId="{2E3FE783-9AB9-4869-96B1-16E14BA4AC72}" dt="2026-10-19T13:16:28.705" v="11898" actId="2696"/>
        <pc:sldMkLst>
          <pc:docMk/>
          <pc:sldMk cId="865773221" sldId="293"/>
        </pc:sldMkLst>
      </pc:sldChg>
      <pc:sldChg chg="del">
        <pc:chgData name="Bernardo Caputo Gomes" userId="6da50d2c-d1b7-4a9f-8ea6-11c55775b80e" providerId="ADAL" clId="{2E3FE783-9AB9-4869-96B1-16E14BA4AC72}" dt="2026-10-19T13:16:04.836" v="11892" actId="2696"/>
        <pc:sldMkLst>
          <pc:docMk/>
          <pc:sldMk cId="2436662301" sldId="309"/>
        </pc:sldMkLst>
      </pc:sldChg>
      <pc:sldChg chg="addSp delSp modSp mod modShow">
        <pc:chgData name="Bernardo Caputo Gomes" userId="6da50d2c-d1b7-4a9f-8ea6-11c55775b80e" providerId="ADAL" clId="{2E3FE783-9AB9-4869-96B1-16E14BA4AC72}" dt="2026-10-07T13:46:01.836" v="8530" actId="729"/>
        <pc:sldMkLst>
          <pc:docMk/>
          <pc:sldMk cId="801149791" sldId="311"/>
        </pc:sldMkLst>
        <pc:spChg chg="add mod">
          <ac:chgData name="Bernardo Caputo Gomes" userId="6da50d2c-d1b7-4a9f-8ea6-11c55775b80e" providerId="ADAL" clId="{2E3FE783-9AB9-4869-96B1-16E14BA4AC72}" dt="2026-09-20T19:20:48.183" v="2845" actId="20577"/>
          <ac:spMkLst>
            <pc:docMk/>
            <pc:sldMk cId="801149791" sldId="311"/>
            <ac:spMk id="2" creationId="{A0E77606-26DA-0203-CF64-39E63932F076}"/>
          </ac:spMkLst>
        </pc:spChg>
        <pc:spChg chg="add mod">
          <ac:chgData name="Bernardo Caputo Gomes" userId="6da50d2c-d1b7-4a9f-8ea6-11c55775b80e" providerId="ADAL" clId="{2E3FE783-9AB9-4869-96B1-16E14BA4AC72}" dt="2026-10-07T13:25:20.987" v="8519" actId="207"/>
          <ac:spMkLst>
            <pc:docMk/>
            <pc:sldMk cId="801149791" sldId="311"/>
            <ac:spMk id="6" creationId="{04741E8A-407A-1CBD-17DF-4C49C0C46DFC}"/>
          </ac:spMkLst>
        </pc:spChg>
        <pc:spChg chg="add mod">
          <ac:chgData name="Bernardo Caputo Gomes" userId="6da50d2c-d1b7-4a9f-8ea6-11c55775b80e" providerId="ADAL" clId="{2E3FE783-9AB9-4869-96B1-16E14BA4AC72}" dt="2026-09-20T21:29:50.603" v="3270" actId="20577"/>
          <ac:spMkLst>
            <pc:docMk/>
            <pc:sldMk cId="801149791" sldId="311"/>
            <ac:spMk id="11" creationId="{6DC6E710-8D0C-AF3E-B8D1-1B55D5636C6C}"/>
          </ac:spMkLst>
        </pc:spChg>
        <pc:graphicFrameChg chg="add mod">
          <ac:chgData name="Bernardo Caputo Gomes" userId="6da50d2c-d1b7-4a9f-8ea6-11c55775b80e" providerId="ADAL" clId="{2E3FE783-9AB9-4869-96B1-16E14BA4AC72}" dt="2026-09-20T23:50:29.889" v="3783" actId="554"/>
          <ac:graphicFrameMkLst>
            <pc:docMk/>
            <pc:sldMk cId="801149791" sldId="311"/>
            <ac:graphicFrameMk id="8" creationId="{C244A5EA-3344-9CBD-1007-8198A0191E71}"/>
          </ac:graphicFrameMkLst>
        </pc:graphicFrameChg>
        <pc:picChg chg="mod">
          <ac:chgData name="Bernardo Caputo Gomes" userId="6da50d2c-d1b7-4a9f-8ea6-11c55775b80e" providerId="ADAL" clId="{2E3FE783-9AB9-4869-96B1-16E14BA4AC72}" dt="2026-09-20T23:50:18.132" v="3772" actId="555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Bernardo Caputo Gomes" userId="6da50d2c-d1b7-4a9f-8ea6-11c55775b80e" providerId="ADAL" clId="{2E3FE783-9AB9-4869-96B1-16E14BA4AC72}" dt="2026-09-20T23:50:29.889" v="3783" actId="554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modSp mod modShow">
        <pc:chgData name="Bernardo Caputo Gomes" userId="6da50d2c-d1b7-4a9f-8ea6-11c55775b80e" providerId="ADAL" clId="{2E3FE783-9AB9-4869-96B1-16E14BA4AC72}" dt="2026-10-07T13:46:20.081" v="8534" actId="729"/>
        <pc:sldMkLst>
          <pc:docMk/>
          <pc:sldMk cId="4177298897" sldId="314"/>
        </pc:sldMkLst>
        <pc:spChg chg="mod ord">
          <ac:chgData name="Bernardo Caputo Gomes" userId="6da50d2c-d1b7-4a9f-8ea6-11c55775b80e" providerId="ADAL" clId="{2E3FE783-9AB9-4869-96B1-16E14BA4AC72}" dt="2026-09-20T19:21:10.554" v="2902" actId="1036"/>
          <ac:spMkLst>
            <pc:docMk/>
            <pc:sldMk cId="4177298897" sldId="314"/>
            <ac:spMk id="2" creationId="{E5BC7041-CE8D-FBE5-1ED1-CE11E4A9002A}"/>
          </ac:spMkLst>
        </pc:spChg>
        <pc:spChg chg="add mod">
          <ac:chgData name="Bernardo Caputo Gomes" userId="6da50d2c-d1b7-4a9f-8ea6-11c55775b80e" providerId="ADAL" clId="{2E3FE783-9AB9-4869-96B1-16E14BA4AC72}" dt="2026-09-20T19:21:04.033" v="2872" actId="20577"/>
          <ac:spMkLst>
            <pc:docMk/>
            <pc:sldMk cId="4177298897" sldId="314"/>
            <ac:spMk id="6" creationId="{EBFC3A54-1B27-3877-1563-920803B00F30}"/>
          </ac:spMkLst>
        </pc:spChg>
      </pc:sldChg>
      <pc:sldChg chg="ord">
        <pc:chgData name="Bernardo Caputo Gomes" userId="6da50d2c-d1b7-4a9f-8ea6-11c55775b80e" providerId="ADAL" clId="{2E3FE783-9AB9-4869-96B1-16E14BA4AC72}" dt="2026-09-20T18:58:23.400" v="2501"/>
        <pc:sldMkLst>
          <pc:docMk/>
          <pc:sldMk cId="1695601358" sldId="317"/>
        </pc:sldMkLst>
      </pc:sldChg>
      <pc:sldChg chg="addSp delSp modSp mod">
        <pc:chgData name="Bernardo Caputo Gomes" userId="6da50d2c-d1b7-4a9f-8ea6-11c55775b80e" providerId="ADAL" clId="{2E3FE783-9AB9-4869-96B1-16E14BA4AC72}" dt="2026-09-20T19:53:20.767" v="2956" actId="12789"/>
        <pc:sldMkLst>
          <pc:docMk/>
          <pc:sldMk cId="4031254641" sldId="326"/>
        </pc:sldMkLst>
        <pc:spChg chg="add 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3" creationId="{565A2CF0-8812-626E-0F76-2F3BDB1B08AA}"/>
          </ac:spMkLst>
        </pc:spChg>
        <pc:spChg chg="mod">
          <ac:chgData name="Bernardo Caputo Gomes" userId="6da50d2c-d1b7-4a9f-8ea6-11c55775b80e" providerId="ADAL" clId="{2E3FE783-9AB9-4869-96B1-16E14BA4AC72}" dt="2026-09-20T19:53:20.767" v="2956" actId="12789"/>
          <ac:spMkLst>
            <pc:docMk/>
            <pc:sldMk cId="4031254641" sldId="326"/>
            <ac:spMk id="2012" creationId="{00000000-0000-0000-0000-000000000000}"/>
          </ac:spMkLst>
        </pc:spChg>
      </pc:sldChg>
      <pc:sldChg chg="addSp delSp modSp mod">
        <pc:chgData name="Bernardo Caputo Gomes" userId="6da50d2c-d1b7-4a9f-8ea6-11c55775b80e" providerId="ADAL" clId="{2E3FE783-9AB9-4869-96B1-16E14BA4AC72}" dt="2026-10-07T14:00:09.330" v="8760" actId="478"/>
        <pc:sldMkLst>
          <pc:docMk/>
          <pc:sldMk cId="2721456284" sldId="328"/>
        </pc:sldMkLst>
        <pc:spChg chg="mod">
          <ac:chgData name="Bernardo Caputo Gomes" userId="6da50d2c-d1b7-4a9f-8ea6-11c55775b80e" providerId="ADAL" clId="{2E3FE783-9AB9-4869-96B1-16E14BA4AC72}" dt="2026-09-20T20:04:06.412" v="2975" actId="208"/>
          <ac:spMkLst>
            <pc:docMk/>
            <pc:sldMk cId="2721456284" sldId="328"/>
            <ac:spMk id="5" creationId="{985978EA-62E5-5444-25C9-1E5117C7568B}"/>
          </ac:spMkLst>
        </pc:spChg>
        <pc:spChg chg="mod">
          <ac:chgData name="Bernardo Caputo Gomes" userId="6da50d2c-d1b7-4a9f-8ea6-11c55775b80e" providerId="ADAL" clId="{2E3FE783-9AB9-4869-96B1-16E14BA4AC72}" dt="2026-09-20T20:04:19.257" v="2978" actId="1037"/>
          <ac:spMkLst>
            <pc:docMk/>
            <pc:sldMk cId="2721456284" sldId="328"/>
            <ac:spMk id="8" creationId="{85F5A5DC-0139-79BC-99F1-5BC2742958CB}"/>
          </ac:spMkLst>
        </pc:spChg>
        <pc:spChg chg="mod">
          <ac:chgData name="Bernardo Caputo Gomes" userId="6da50d2c-d1b7-4a9f-8ea6-11c55775b80e" providerId="ADAL" clId="{2E3FE783-9AB9-4869-96B1-16E14BA4AC72}" dt="2026-09-20T21:22:29.737" v="3116" actId="1035"/>
          <ac:spMkLst>
            <pc:docMk/>
            <pc:sldMk cId="2721456284" sldId="328"/>
            <ac:spMk id="21" creationId="{E2F180CF-09D1-B73C-EF67-A17E37AED80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3" creationId="{CAEC2B22-F8E2-F5DE-CD1F-BDA55B5C0067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34" creationId="{3BE9C572-D2E6-86CB-1587-EA01C3F96FC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1" creationId="{E5AFCA71-4556-0927-CC18-E35AF9C15E52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2" creationId="{ADAF658A-EE6C-9A45-8A24-555F1FCC921A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5" creationId="{A75846B6-9F47-2ADE-B15A-A71A703DA04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47" creationId="{4CAD3348-C567-15A4-2830-0E7FD9C98CD8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0" creationId="{8EDAC523-3440-F5E1-3B09-3E46F6FB11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2" creationId="{2EEF50C7-B3BC-4B0D-5EB2-2A4755C30980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6" creationId="{FCF6F84C-6FDA-5A23-E069-7B6EB94AC346}"/>
          </ac:spMkLst>
        </pc:spChg>
        <pc:spChg chg="mod">
          <ac:chgData name="Bernardo Caputo Gomes" userId="6da50d2c-d1b7-4a9f-8ea6-11c55775b80e" providerId="ADAL" clId="{2E3FE783-9AB9-4869-96B1-16E14BA4AC72}" dt="2026-09-20T23:51:04.541" v="3790" actId="1038"/>
          <ac:spMkLst>
            <pc:docMk/>
            <pc:sldMk cId="2721456284" sldId="328"/>
            <ac:spMk id="57" creationId="{FE3FCA8F-D61C-2493-4980-78F3B5655899}"/>
          </ac:spMkLst>
        </pc:spChg>
        <pc:picChg chg="mod">
          <ac:chgData name="Bernardo Caputo Gomes" userId="6da50d2c-d1b7-4a9f-8ea6-11c55775b80e" providerId="ADAL" clId="{2E3FE783-9AB9-4869-96B1-16E14BA4AC72}" dt="2026-09-20T21:07:02.279" v="3088" actId="14100"/>
          <ac:picMkLst>
            <pc:docMk/>
            <pc:sldMk cId="2721456284" sldId="328"/>
            <ac:picMk id="22" creationId="{FBC7BA27-3F5C-AC55-92CE-8C27CAA84D15}"/>
          </ac:picMkLst>
        </pc:picChg>
      </pc:sldChg>
      <pc:sldChg chg="addSp delSp modSp mod">
        <pc:chgData name="Bernardo Caputo Gomes" userId="6da50d2c-d1b7-4a9f-8ea6-11c55775b80e" providerId="ADAL" clId="{2E3FE783-9AB9-4869-96B1-16E14BA4AC72}" dt="2026-09-20T23:50:43.964" v="3784" actId="478"/>
        <pc:sldMkLst>
          <pc:docMk/>
          <pc:sldMk cId="3816260276" sldId="329"/>
        </pc:sldMkLst>
      </pc:sldChg>
      <pc:sldChg chg="addSp delSp modSp add mod ord modShow">
        <pc:chgData name="Bernardo Caputo Gomes" userId="6da50d2c-d1b7-4a9f-8ea6-11c55775b80e" providerId="ADAL" clId="{2E3FE783-9AB9-4869-96B1-16E14BA4AC72}" dt="2026-09-20T19:01:53.027" v="2843" actId="20577"/>
        <pc:sldMkLst>
          <pc:docMk/>
          <pc:sldMk cId="917026926" sldId="344"/>
        </pc:sldMkLst>
        <pc:spChg chg="mod">
          <ac:chgData name="Bernardo Caputo Gomes" userId="6da50d2c-d1b7-4a9f-8ea6-11c55775b80e" providerId="ADAL" clId="{2E3FE783-9AB9-4869-96B1-16E14BA4AC72}" dt="2026-09-20T16:00:55.993" v="2360" actId="313"/>
          <ac:spMkLst>
            <pc:docMk/>
            <pc:sldMk cId="917026926" sldId="344"/>
            <ac:spMk id="3" creationId="{825EF4D4-933F-A75F-D5A2-5869C711460A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5" creationId="{C678DA31-3BB0-DFEA-48F2-E67463403928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0" creationId="{0D83207D-3922-3DFE-8CE4-7821D12F7489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16" creationId="{3E0C97DF-4723-D794-0BE1-C94A061EFA0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0" creationId="{2CF9107D-5A77-E6F4-C5E8-2CF16F1A7187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4" creationId="{C76546F3-4ACF-048B-EA0C-04B0F24D1C51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6" creationId="{BC8CD39C-4F0C-DFFA-CB2A-F214BD11D440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29" creationId="{17A3757B-3D23-CC99-C609-93EA175E5E1C}"/>
          </ac:spMkLst>
        </pc:spChg>
        <pc:spChg chg="add mod">
          <ac:chgData name="Bernardo Caputo Gomes" userId="6da50d2c-d1b7-4a9f-8ea6-11c55775b80e" providerId="ADAL" clId="{2E3FE783-9AB9-4869-96B1-16E14BA4AC72}" dt="2026-09-20T16:01:14.823" v="2362" actId="164"/>
          <ac:spMkLst>
            <pc:docMk/>
            <pc:sldMk cId="917026926" sldId="344"/>
            <ac:spMk id="33" creationId="{6088F753-4FD4-5A34-C195-06791D3D6C13}"/>
          </ac:spMkLst>
        </pc:spChg>
        <pc:spChg chg="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39" creationId="{AEAC7FCF-A270-3DDA-9CBD-2FBC3897C461}"/>
          </ac:spMkLst>
        </pc:spChg>
        <pc:spChg chg="add mod">
          <ac:chgData name="Bernardo Caputo Gomes" userId="6da50d2c-d1b7-4a9f-8ea6-11c55775b80e" providerId="ADAL" clId="{2E3FE783-9AB9-4869-96B1-16E14BA4AC72}" dt="2026-09-20T16:02:31.580" v="2368" actId="164"/>
          <ac:spMkLst>
            <pc:docMk/>
            <pc:sldMk cId="917026926" sldId="344"/>
            <ac:spMk id="43" creationId="{68EC1178-B3E0-683C-0C89-8459BC3D1055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5" creationId="{E94064C7-BA11-7737-396D-8E263430C145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47" creationId="{FF28408C-6E49-C75A-9151-9938FC1DB6C6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1" creationId="{A1265641-DD71-F7E4-D3C9-AA684D31DBE8}"/>
          </ac:spMkLst>
        </pc:spChg>
        <pc:spChg chg="add">
          <ac:chgData name="Bernardo Caputo Gomes" userId="6da50d2c-d1b7-4a9f-8ea6-11c55775b80e" providerId="ADAL" clId="{2E3FE783-9AB9-4869-96B1-16E14BA4AC72}" dt="2026-09-20T16:01:38.770" v="2363" actId="22"/>
          <ac:spMkLst>
            <pc:docMk/>
            <pc:sldMk cId="917026926" sldId="344"/>
            <ac:spMk id="55" creationId="{36A6CB95-61FE-E222-18B8-BC8694108F29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59" creationId="{4C0C3975-5F73-3056-5DB8-EC9CEA09306D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3" creationId="{636112A7-D697-73A3-257D-EF8D0D399C21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67" creationId="{3E972387-1627-E2C1-A646-D1878B3A7814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1" creationId="{298126D2-CB5A-1E16-283A-C4F682298DAA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78" creationId="{486654E4-AB2D-4093-A331-A607C862D102}"/>
          </ac:spMkLst>
        </pc:spChg>
        <pc:spChg chg="add 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2" creationId="{0F0F0484-D426-7493-11AB-F6E6012B5930}"/>
          </ac:spMkLst>
        </pc:spChg>
        <pc:spChg chg="mod">
          <ac:chgData name="Bernardo Caputo Gomes" userId="6da50d2c-d1b7-4a9f-8ea6-11c55775b80e" providerId="ADAL" clId="{2E3FE783-9AB9-4869-96B1-16E14BA4AC72}" dt="2026-09-20T16:02:24.770" v="2367" actId="164"/>
          <ac:spMkLst>
            <pc:docMk/>
            <pc:sldMk cId="917026926" sldId="344"/>
            <ac:spMk id="86" creationId="{23DF7A25-76B3-21BA-E668-9F9E982247AF}"/>
          </ac:spMkLst>
        </pc:spChg>
        <pc:spChg chg="add mod">
          <ac:chgData name="Bernardo Caputo Gomes" userId="6da50d2c-d1b7-4a9f-8ea6-11c55775b80e" providerId="ADAL" clId="{2E3FE783-9AB9-4869-96B1-16E14BA4AC72}" dt="2026-09-20T16:02:58.623" v="2387" actId="164"/>
          <ac:spMkLst>
            <pc:docMk/>
            <pc:sldMk cId="917026926" sldId="344"/>
            <ac:spMk id="90" creationId="{E976D4D9-95A2-B4BA-379D-6481F2053AE3}"/>
          </ac:spMkLst>
        </pc:spChg>
        <pc:spChg chg="add mod">
          <ac:chgData name="Bernardo Caputo Gomes" userId="6da50d2c-d1b7-4a9f-8ea6-11c55775b80e" providerId="ADAL" clId="{2E3FE783-9AB9-4869-96B1-16E14BA4AC72}" dt="2026-09-20T19:01:53.027" v="2843" actId="20577"/>
          <ac:spMkLst>
            <pc:docMk/>
            <pc:sldMk cId="917026926" sldId="344"/>
            <ac:spMk id="94" creationId="{B95565A2-4882-2370-46D5-D12E0B486C40}"/>
          </ac:spMkLst>
        </pc:spChg>
        <pc:spChg chg="add">
          <ac:chgData name="Bernardo Caputo Gomes" userId="6da50d2c-d1b7-4a9f-8ea6-11c55775b80e" providerId="ADAL" clId="{2E3FE783-9AB9-4869-96B1-16E14BA4AC72}" dt="2026-09-20T16:01:55.103" v="2366" actId="22"/>
          <ac:spMkLst>
            <pc:docMk/>
            <pc:sldMk cId="917026926" sldId="344"/>
            <ac:spMk id="162" creationId="{83BDBE20-A294-593C-5A26-21488A7BD3DE}"/>
          </ac:spMkLst>
        </pc:s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35" creationId="{C578AC84-2773-A277-A61B-305BD14E15B4}"/>
          </ac:grpSpMkLst>
        </pc:grpChg>
        <pc:grpChg chg="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3" creationId="{723C95C8-FB99-08ED-6037-EDC5931F5FD1}"/>
          </ac:grpSpMkLst>
        </pc:grpChg>
        <pc:grpChg chg="add mod">
          <ac:chgData name="Bernardo Caputo Gomes" userId="6da50d2c-d1b7-4a9f-8ea6-11c55775b80e" providerId="ADAL" clId="{2E3FE783-9AB9-4869-96B1-16E14BA4AC72}" dt="2026-09-20T19:00:09.854" v="2528" actId="465"/>
          <ac:grpSpMkLst>
            <pc:docMk/>
            <pc:sldMk cId="917026926" sldId="344"/>
            <ac:grpSpMk id="164" creationId="{09F9C9B5-1EA6-E5CC-7A31-BEA9D0901C41}"/>
          </ac:grpSpMkLst>
        </pc:grpChg>
        <pc:grpChg chg="add mod">
          <ac:chgData name="Bernardo Caputo Gomes" userId="6da50d2c-d1b7-4a9f-8ea6-11c55775b80e" providerId="ADAL" clId="{2E3FE783-9AB9-4869-96B1-16E14BA4AC72}" dt="2026-09-20T19:00:07.623" v="2527" actId="12788"/>
          <ac:grpSpMkLst>
            <pc:docMk/>
            <pc:sldMk cId="917026926" sldId="344"/>
            <ac:grpSpMk id="165" creationId="{812C7FBF-C156-B397-C6CD-DB70574B0437}"/>
          </ac:grpSpMkLst>
        </pc:grpChg>
      </pc:sldChg>
      <pc:sldChg chg="addSp delSp modSp add mod ord">
        <pc:chgData name="Bernardo Caputo Gomes" userId="6da50d2c-d1b7-4a9f-8ea6-11c55775b80e" providerId="ADAL" clId="{2E3FE783-9AB9-4869-96B1-16E14BA4AC72}" dt="2026-09-20T16:06:02.901" v="2498" actId="478"/>
        <pc:sldMkLst>
          <pc:docMk/>
          <pc:sldMk cId="477705058" sldId="345"/>
        </pc:sldMkLst>
        <pc:spChg chg="add mod">
          <ac:chgData name="Bernardo Caputo Gomes" userId="6da50d2c-d1b7-4a9f-8ea6-11c55775b80e" providerId="ADAL" clId="{2E3FE783-9AB9-4869-96B1-16E14BA4AC72}" dt="2026-09-20T16:05:48.737" v="2497" actId="1038"/>
          <ac:spMkLst>
            <pc:docMk/>
            <pc:sldMk cId="477705058" sldId="345"/>
            <ac:spMk id="8" creationId="{65AAED65-3818-1D6F-46A2-74200BCE7D7F}"/>
          </ac:spMkLst>
        </pc:spChg>
      </pc:sldChg>
      <pc:sldChg chg="addSp delSp modSp mod modShow">
        <pc:chgData name="Bernardo Caputo Gomes" userId="6da50d2c-d1b7-4a9f-8ea6-11c55775b80e" providerId="ADAL" clId="{2E3FE783-9AB9-4869-96B1-16E14BA4AC72}" dt="2026-10-07T13:45:58.742" v="8529" actId="729"/>
        <pc:sldMkLst>
          <pc:docMk/>
          <pc:sldMk cId="2248886962" sldId="346"/>
        </pc:sldMkLst>
        <pc:spChg chg="add mod">
          <ac:chgData name="Bernardo Caputo Gomes" userId="6da50d2c-d1b7-4a9f-8ea6-11c55775b80e" providerId="ADAL" clId="{2E3FE783-9AB9-4869-96B1-16E14BA4AC72}" dt="2026-09-20T23:49:45.667" v="3767" actId="6549"/>
          <ac:spMkLst>
            <pc:docMk/>
            <pc:sldMk cId="2248886962" sldId="346"/>
            <ac:spMk id="8" creationId="{731D98BD-375F-A40E-CCC8-BFD0A8B29398}"/>
          </ac:spMkLst>
        </pc:spChg>
        <pc:graphicFrameChg chg="mod">
          <ac:chgData name="Bernardo Caputo Gomes" userId="6da50d2c-d1b7-4a9f-8ea6-11c55775b80e" providerId="ADAL" clId="{2E3FE783-9AB9-4869-96B1-16E14BA4AC72}" dt="2026-09-20T23:48:55.068" v="3596" actId="14100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mod">
          <ac:chgData name="Bernardo Caputo Gomes" userId="6da50d2c-d1b7-4a9f-8ea6-11c55775b80e" providerId="ADAL" clId="{2E3FE783-9AB9-4869-96B1-16E14BA4AC72}" dt="2026-09-20T23:48:58.062" v="3597" actId="14100"/>
          <ac:graphicFrameMkLst>
            <pc:docMk/>
            <pc:sldMk cId="2248886962" sldId="346"/>
            <ac:graphicFrameMk id="15" creationId="{40858FDC-1996-FAB9-71DD-3E2D9B48183F}"/>
          </ac:graphicFrameMkLst>
        </pc:graphicFrameChg>
        <pc:picChg chg="mod">
          <ac:chgData name="Bernardo Caputo Gomes" userId="6da50d2c-d1b7-4a9f-8ea6-11c55775b80e" providerId="ADAL" clId="{2E3FE783-9AB9-4869-96B1-16E14BA4AC72}" dt="2026-10-05T13:51:37.410" v="4746" actId="1036"/>
          <ac:picMkLst>
            <pc:docMk/>
            <pc:sldMk cId="2248886962" sldId="346"/>
            <ac:picMk id="11" creationId="{75341127-E4C4-42FC-2A9B-BE2373E146D1}"/>
          </ac:picMkLst>
        </pc:picChg>
      </pc:sldChg>
      <pc:sldChg chg="addSp delSp modSp mod ord modShow">
        <pc:chgData name="Bernardo Caputo Gomes" userId="6da50d2c-d1b7-4a9f-8ea6-11c55775b80e" providerId="ADAL" clId="{2E3FE783-9AB9-4869-96B1-16E14BA4AC72}" dt="2026-10-19T13:23:42.497" v="12042" actId="478"/>
        <pc:sldMkLst>
          <pc:docMk/>
          <pc:sldMk cId="4207788666" sldId="347"/>
        </pc:sldMkLst>
        <pc:spChg chg="add del">
          <ac:chgData name="Bernardo Caputo Gomes" userId="6da50d2c-d1b7-4a9f-8ea6-11c55775b80e" providerId="ADAL" clId="{2E3FE783-9AB9-4869-96B1-16E14BA4AC72}" dt="2026-10-19T13:23:42.497" v="12042" actId="478"/>
          <ac:spMkLst>
            <pc:docMk/>
            <pc:sldMk cId="4207788666" sldId="347"/>
            <ac:spMk id="6" creationId="{AB2EB80F-9425-BDB6-3F8F-EE3E137F5CA7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108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1080" creationId="{4D864113-EC30-7360-4FB0-2B483495B833}"/>
          </ac:spMkLst>
        </pc:spChg>
        <pc:spChg chg="mod">
          <ac:chgData name="Bernardo Caputo Gomes" userId="6da50d2c-d1b7-4a9f-8ea6-11c55775b80e" providerId="ADAL" clId="{2E3FE783-9AB9-4869-96B1-16E14BA4AC72}" dt="2026-09-20T21:01:41.412" v="2994" actId="164"/>
          <ac:spMkLst>
            <pc:docMk/>
            <pc:sldMk cId="4207788666" sldId="347"/>
            <ac:spMk id="2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09-20T21:01:33.282" v="2993" actId="164"/>
          <ac:spMkLst>
            <pc:docMk/>
            <pc:sldMk cId="4207788666" sldId="347"/>
            <ac:spMk id="2003" creationId="{00000000-0000-0000-0000-000000000000}"/>
          </ac:spMkLst>
        </pc:s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4" creationId="{B323385A-CCE3-2E85-00C6-B2ED40ED0AEB}"/>
          </ac:grpSpMkLst>
        </pc:grpChg>
        <pc:grpChg chg="add mod">
          <ac:chgData name="Bernardo Caputo Gomes" userId="6da50d2c-d1b7-4a9f-8ea6-11c55775b80e" providerId="ADAL" clId="{2E3FE783-9AB9-4869-96B1-16E14BA4AC72}" dt="2026-09-20T21:01:44.808" v="2995" actId="164"/>
          <ac:grpSpMkLst>
            <pc:docMk/>
            <pc:sldMk cId="4207788666" sldId="347"/>
            <ac:grpSpMk id="5" creationId="{C20B9960-49DB-722B-27EB-90124AAD7B26}"/>
          </ac:grpSpMkLst>
        </pc:grpChg>
        <pc:grpChg chg="add 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8" creationId="{E2CCB2AE-2ECC-4F30-AEDE-AA738D73A694}"/>
          </ac:grpSpMkLst>
        </pc:grpChg>
        <pc:grpChg chg="mod">
          <ac:chgData name="Bernardo Caputo Gomes" userId="6da50d2c-d1b7-4a9f-8ea6-11c55775b80e" providerId="ADAL" clId="{2E3FE783-9AB9-4869-96B1-16E14BA4AC72}" dt="2026-09-20T21:07:18.518" v="3105" actId="12789"/>
          <ac:grpSpMkLst>
            <pc:docMk/>
            <pc:sldMk cId="4207788666" sldId="347"/>
            <ac:grpSpMk id="138" creationId="{8FCFAFBE-5EE3-F46D-498A-8CFA7C125DE6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8:45.926" v="12303" actId="1035"/>
        <pc:sldMkLst>
          <pc:docMk/>
          <pc:sldMk cId="2749314505" sldId="352"/>
        </pc:sldMkLst>
        <pc:spChg chg="add del">
          <ac:chgData name="Bernardo Caputo Gomes" userId="6da50d2c-d1b7-4a9f-8ea6-11c55775b80e" providerId="ADAL" clId="{2E3FE783-9AB9-4869-96B1-16E14BA4AC72}" dt="2026-10-19T13:27:32.473" v="12199" actId="478"/>
          <ac:spMkLst>
            <pc:docMk/>
            <pc:sldMk cId="2749314505" sldId="352"/>
            <ac:spMk id="3" creationId="{34F1CF36-1FE6-D14B-A648-5EEC58FFF5BD}"/>
          </ac:spMkLst>
        </pc:spChg>
        <pc:spChg chg="del mod">
          <ac:chgData name="Bernardo Caputo Gomes" userId="6da50d2c-d1b7-4a9f-8ea6-11c55775b80e" providerId="ADAL" clId="{2E3FE783-9AB9-4869-96B1-16E14BA4AC72}" dt="2026-10-19T13:24:28.187" v="12100" actId="478"/>
          <ac:spMkLst>
            <pc:docMk/>
            <pc:sldMk cId="2749314505" sldId="352"/>
            <ac:spMk id="6" creationId="{09A4522D-10EC-BCF9-1C19-A961D787F7DD}"/>
          </ac:spMkLst>
        </pc:spChg>
        <pc:spChg chg="add mod">
          <ac:chgData name="Bernardo Caputo Gomes" userId="6da50d2c-d1b7-4a9f-8ea6-11c55775b80e" providerId="ADAL" clId="{2E3FE783-9AB9-4869-96B1-16E14BA4AC72}" dt="2026-10-19T13:27:52.972" v="12204" actId="113"/>
          <ac:spMkLst>
            <pc:docMk/>
            <pc:sldMk cId="2749314505" sldId="352"/>
            <ac:spMk id="7" creationId="{026DA21C-120B-188D-C42C-2AD1C054C18E}"/>
          </ac:spMkLst>
        </pc:spChg>
        <pc:spChg chg="add">
          <ac:chgData name="Bernardo Caputo Gomes" userId="6da50d2c-d1b7-4a9f-8ea6-11c55775b80e" providerId="ADAL" clId="{2E3FE783-9AB9-4869-96B1-16E14BA4AC72}" dt="2026-09-20T23:58:47.566" v="3802" actId="22"/>
          <ac:spMkLst>
            <pc:docMk/>
            <pc:sldMk cId="2749314505" sldId="352"/>
            <ac:spMk id="8" creationId="{15AD1CDB-BB31-41E7-2772-2EE8DD62522C}"/>
          </ac:spMkLst>
        </pc:spChg>
        <pc:spChg chg="add mod">
          <ac:chgData name="Bernardo Caputo Gomes" userId="6da50d2c-d1b7-4a9f-8ea6-11c55775b80e" providerId="ADAL" clId="{2E3FE783-9AB9-4869-96B1-16E14BA4AC72}" dt="2026-10-19T13:28:45.926" v="12303" actId="1035"/>
          <ac:spMkLst>
            <pc:docMk/>
            <pc:sldMk cId="2749314505" sldId="352"/>
            <ac:spMk id="9" creationId="{51CC6AF6-CC7C-E95C-FF49-A048B20ED600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1" creationId="{F97BB95C-D9D8-8E88-3D0F-6CE60DC7D494}"/>
          </ac:spMkLst>
        </pc:spChg>
        <pc:spChg chg="mod">
          <ac:chgData name="Bernardo Caputo Gomes" userId="6da50d2c-d1b7-4a9f-8ea6-11c55775b80e" providerId="ADAL" clId="{2E3FE783-9AB9-4869-96B1-16E14BA4AC72}" dt="2026-09-21T00:00:36.084" v="3828" actId="207"/>
          <ac:spMkLst>
            <pc:docMk/>
            <pc:sldMk cId="2749314505" sldId="352"/>
            <ac:spMk id="12" creationId="{19A25D04-D9EE-81B9-8AB1-7C297A98BCAE}"/>
          </ac:spMkLst>
        </pc:spChg>
        <pc:spChg chg="add mod">
          <ac:chgData name="Bernardo Caputo Gomes" userId="6da50d2c-d1b7-4a9f-8ea6-11c55775b80e" providerId="ADAL" clId="{2E3FE783-9AB9-4869-96B1-16E14BA4AC72}" dt="2026-09-21T00:00:37.883" v="3829" actId="20577"/>
          <ac:spMkLst>
            <pc:docMk/>
            <pc:sldMk cId="2749314505" sldId="352"/>
            <ac:spMk id="14" creationId="{6A6DC634-30E4-A735-D09E-C7BADD91E17A}"/>
          </ac:spMkLst>
        </pc:spChg>
        <pc:spChg chg="mod">
          <ac:chgData name="Bernardo Caputo Gomes" userId="6da50d2c-d1b7-4a9f-8ea6-11c55775b80e" providerId="ADAL" clId="{2E3FE783-9AB9-4869-96B1-16E14BA4AC72}" dt="2026-09-21T00:00:40.251" v="3830" actId="20577"/>
          <ac:spMkLst>
            <pc:docMk/>
            <pc:sldMk cId="2749314505" sldId="352"/>
            <ac:spMk id="15" creationId="{7B65B2D0-3C24-8F73-AE44-33AE3BB7F314}"/>
          </ac:spMkLst>
        </pc:spChg>
        <pc:grpChg chg="add mod">
          <ac:chgData name="Bernardo Caputo Gomes" userId="6da50d2c-d1b7-4a9f-8ea6-11c55775b80e" providerId="ADAL" clId="{2E3FE783-9AB9-4869-96B1-16E14BA4AC72}" dt="2026-09-21T00:00:31.777" v="3827" actId="12788"/>
          <ac:grpSpMkLst>
            <pc:docMk/>
            <pc:sldMk cId="2749314505" sldId="352"/>
            <ac:grpSpMk id="10" creationId="{955A04FE-F0EA-21A7-3BB4-511C26E46D50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3:20.647" v="12037" actId="1036"/>
        <pc:sldMkLst>
          <pc:docMk/>
          <pc:sldMk cId="2072225559" sldId="353"/>
        </pc:sldMkLst>
        <pc:spChg chg="del mod">
          <ac:chgData name="Bernardo Caputo Gomes" userId="6da50d2c-d1b7-4a9f-8ea6-11c55775b80e" providerId="ADAL" clId="{2E3FE783-9AB9-4869-96B1-16E14BA4AC72}" dt="2026-10-19T13:23:03.991" v="12035" actId="478"/>
          <ac:spMkLst>
            <pc:docMk/>
            <pc:sldMk cId="2072225559" sldId="353"/>
            <ac:spMk id="5" creationId="{0A8612B2-CA34-A5B4-C035-C0AE751F5CF9}"/>
          </ac:spMkLst>
        </pc:spChg>
        <pc:spChg chg="add mod">
          <ac:chgData name="Bernardo Caputo Gomes" userId="6da50d2c-d1b7-4a9f-8ea6-11c55775b80e" providerId="ADAL" clId="{2E3FE783-9AB9-4869-96B1-16E14BA4AC72}" dt="2026-10-19T13:23:20.647" v="12037" actId="1036"/>
          <ac:spMkLst>
            <pc:docMk/>
            <pc:sldMk cId="2072225559" sldId="353"/>
            <ac:spMk id="11" creationId="{181570C7-8426-7492-0D99-324BAED4BAAE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4" creationId="{7389DC84-B045-18FB-9481-61EC1EE2CBE6}"/>
          </ac:spMkLst>
        </pc:spChg>
        <pc:spChg chg="add mod">
          <ac:chgData name="Bernardo Caputo Gomes" userId="6da50d2c-d1b7-4a9f-8ea6-11c55775b80e" providerId="ADAL" clId="{2E3FE783-9AB9-4869-96B1-16E14BA4AC72}" dt="2026-10-07T13:58:23.312" v="8677" actId="164"/>
          <ac:spMkLst>
            <pc:docMk/>
            <pc:sldMk cId="2072225559" sldId="353"/>
            <ac:spMk id="26" creationId="{433818BB-2FCD-8E93-42EF-52C94CE39959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28" creationId="{1A8A6667-D13A-9205-942A-5FA9847B3E9F}"/>
          </ac:spMkLst>
        </pc:spChg>
        <pc:spChg chg="add mod">
          <ac:chgData name="Bernardo Caputo Gomes" userId="6da50d2c-d1b7-4a9f-8ea6-11c55775b80e" providerId="ADAL" clId="{2E3FE783-9AB9-4869-96B1-16E14BA4AC72}" dt="2026-10-07T13:58:29.607" v="8678" actId="164"/>
          <ac:spMkLst>
            <pc:docMk/>
            <pc:sldMk cId="2072225559" sldId="353"/>
            <ac:spMk id="30" creationId="{DABFB344-10B0-BD52-0D87-2F82EB3A51A9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49" creationId="{A7A8BB31-8D5E-1E8C-5A79-A390B5C3F036}"/>
          </ac:spMkLst>
        </pc:spChg>
        <pc:spChg chg="mod">
          <ac:chgData name="Bernardo Caputo Gomes" userId="6da50d2c-d1b7-4a9f-8ea6-11c55775b80e" providerId="ADAL" clId="{2E3FE783-9AB9-4869-96B1-16E14BA4AC72}" dt="2026-10-05T14:40:09.043" v="6148" actId="20577"/>
          <ac:spMkLst>
            <pc:docMk/>
            <pc:sldMk cId="2072225559" sldId="353"/>
            <ac:spMk id="51" creationId="{6D180736-C864-CDAD-93FE-09AA1E209817}"/>
          </ac:spMkLst>
        </pc:spChg>
        <pc:spChg chg="mod">
          <ac:chgData name="Bernardo Caputo Gomes" userId="6da50d2c-d1b7-4a9f-8ea6-11c55775b80e" providerId="ADAL" clId="{2E3FE783-9AB9-4869-96B1-16E14BA4AC72}" dt="2026-10-07T12:38:37.184" v="6301" actId="20577"/>
          <ac:spMkLst>
            <pc:docMk/>
            <pc:sldMk cId="2072225559" sldId="353"/>
            <ac:spMk id="53" creationId="{1B81480F-361A-3A1E-6F4C-F6ECD40689DB}"/>
          </ac:spMkLst>
        </pc:spChg>
        <pc:spChg chg="mod">
          <ac:chgData name="Bernardo Caputo Gomes" userId="6da50d2c-d1b7-4a9f-8ea6-11c55775b80e" providerId="ADAL" clId="{2E3FE783-9AB9-4869-96B1-16E14BA4AC72}" dt="2026-10-07T12:39:28.737" v="6376" actId="20577"/>
          <ac:spMkLst>
            <pc:docMk/>
            <pc:sldMk cId="2072225559" sldId="353"/>
            <ac:spMk id="57" creationId="{86BA46D7-0A92-E3E8-A98D-931D0D34AA2F}"/>
          </ac:spMkLst>
        </pc:spChg>
        <pc:spChg chg="mod">
          <ac:chgData name="Bernardo Caputo Gomes" userId="6da50d2c-d1b7-4a9f-8ea6-11c55775b80e" providerId="ADAL" clId="{2E3FE783-9AB9-4869-96B1-16E14BA4AC72}" dt="2026-10-05T14:19:52.425" v="5510"/>
          <ac:spMkLst>
            <pc:docMk/>
            <pc:sldMk cId="2072225559" sldId="353"/>
            <ac:spMk id="58" creationId="{1A009AE2-7247-28C6-AAFE-6B1395B51A24}"/>
          </ac:spMkLst>
        </pc:spChg>
        <pc:spChg chg="mod">
          <ac:chgData name="Bernardo Caputo Gomes" userId="6da50d2c-d1b7-4a9f-8ea6-11c55775b80e" providerId="ADAL" clId="{2E3FE783-9AB9-4869-96B1-16E14BA4AC72}" dt="2026-10-07T12:40:07.629" v="6518" actId="20577"/>
          <ac:spMkLst>
            <pc:docMk/>
            <pc:sldMk cId="2072225559" sldId="353"/>
            <ac:spMk id="59" creationId="{6003D96D-B78F-5D04-351E-53747F60E967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5" creationId="{7EA30D3B-E626-15AB-57F3-AF13CBD9AE14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7" creationId="{85F8C1FA-4D01-0D9B-2155-92F8AA156D2D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8" creationId="{13AAC318-5A3B-B1FA-D0A2-7DFBF96FEF92}"/>
          </ac:spMkLst>
        </pc:spChg>
        <pc:spChg chg="mod topLvl">
          <ac:chgData name="Bernardo Caputo Gomes" userId="6da50d2c-d1b7-4a9f-8ea6-11c55775b80e" providerId="ADAL" clId="{2E3FE783-9AB9-4869-96B1-16E14BA4AC72}" dt="2026-10-05T14:32:53.384" v="6024" actId="165"/>
          <ac:spMkLst>
            <pc:docMk/>
            <pc:sldMk cId="2072225559" sldId="353"/>
            <ac:spMk id="69" creationId="{F6A261E2-0785-A0DC-8F78-1767ADD59EC8}"/>
          </ac:spMkLst>
        </pc:spChg>
        <pc:spChg chg="add mod topLvl">
          <ac:chgData name="Bernardo Caputo Gomes" userId="6da50d2c-d1b7-4a9f-8ea6-11c55775b80e" providerId="ADAL" clId="{2E3FE783-9AB9-4869-96B1-16E14BA4AC72}" dt="2026-10-05T14:33:28.922" v="6130" actId="555"/>
          <ac:spMkLst>
            <pc:docMk/>
            <pc:sldMk cId="2072225559" sldId="353"/>
            <ac:spMk id="71" creationId="{C4341365-9121-70ED-9D8A-8E117C150D19}"/>
          </ac:spMkLst>
        </pc:spChg>
        <pc:spChg chg="add mod">
          <ac:chgData name="Bernardo Caputo Gomes" userId="6da50d2c-d1b7-4a9f-8ea6-11c55775b80e" providerId="ADAL" clId="{2E3FE783-9AB9-4869-96B1-16E14BA4AC72}" dt="2026-10-05T14:40:20.293" v="6187" actId="20577"/>
          <ac:spMkLst>
            <pc:docMk/>
            <pc:sldMk cId="2072225559" sldId="353"/>
            <ac:spMk id="86" creationId="{12CA722A-FBDB-36E3-370C-400F2FD367B4}"/>
          </ac:spMkLst>
        </pc:spChg>
        <pc:spChg chg="add mod">
          <ac:chgData name="Bernardo Caputo Gomes" userId="6da50d2c-d1b7-4a9f-8ea6-11c55775b80e" providerId="ADAL" clId="{2E3FE783-9AB9-4869-96B1-16E14BA4AC72}" dt="2026-10-07T12:39:08.631" v="6360" actId="20577"/>
          <ac:spMkLst>
            <pc:docMk/>
            <pc:sldMk cId="2072225559" sldId="353"/>
            <ac:spMk id="88" creationId="{D696FA7E-872E-ACFC-1025-065DB0F734FC}"/>
          </ac:spMkLst>
        </pc:spChg>
        <pc:grpChg chg="add mod">
          <ac:chgData name="Bernardo Caputo Gomes" userId="6da50d2c-d1b7-4a9f-8ea6-11c55775b80e" providerId="ADAL" clId="{2E3FE783-9AB9-4869-96B1-16E14BA4AC72}" dt="2026-10-07T13:58:23.312" v="8677" actId="164"/>
          <ac:grpSpMkLst>
            <pc:docMk/>
            <pc:sldMk cId="2072225559" sldId="353"/>
            <ac:grpSpMk id="4" creationId="{ECA2E2F7-63A6-7299-46CF-A4FC545BCE20}"/>
          </ac:grpSpMkLst>
        </pc:grpChg>
        <pc:grpChg chg="add mod">
          <ac:chgData name="Bernardo Caputo Gomes" userId="6da50d2c-d1b7-4a9f-8ea6-11c55775b80e" providerId="ADAL" clId="{2E3FE783-9AB9-4869-96B1-16E14BA4AC72}" dt="2026-10-07T13:58:29.607" v="8678" actId="164"/>
          <ac:grpSpMkLst>
            <pc:docMk/>
            <pc:sldMk cId="2072225559" sldId="353"/>
            <ac:grpSpMk id="7" creationId="{19DB732E-A3CE-0C57-6CFA-E1A9ED6260E3}"/>
          </ac:grpSpMkLst>
        </pc:grpChg>
        <pc:grpChg chg="ord">
          <ac:chgData name="Bernardo Caputo Gomes" userId="6da50d2c-d1b7-4a9f-8ea6-11c55775b80e" providerId="ADAL" clId="{2E3FE783-9AB9-4869-96B1-16E14BA4AC72}" dt="2026-10-07T12:43:54.015" v="6808" actId="167"/>
          <ac:grpSpMkLst>
            <pc:docMk/>
            <pc:sldMk cId="2072225559" sldId="353"/>
            <ac:grpSpMk id="48" creationId="{97972477-8631-2D32-A8BF-F4E60309128D}"/>
          </ac:grpSpMkLst>
        </pc:grpChg>
        <pc:grpChg chg="ord">
          <ac:chgData name="Bernardo Caputo Gomes" userId="6da50d2c-d1b7-4a9f-8ea6-11c55775b80e" providerId="ADAL" clId="{2E3FE783-9AB9-4869-96B1-16E14BA4AC72}" dt="2026-10-07T12:43:38.641" v="6803" actId="167"/>
          <ac:grpSpMkLst>
            <pc:docMk/>
            <pc:sldMk cId="2072225559" sldId="353"/>
            <ac:grpSpMk id="54" creationId="{1B3E7167-3A8F-DEEC-C8A1-C37C5E84D23A}"/>
          </ac:grpSpMkLst>
        </pc:grpChg>
        <pc:graphicFrameChg chg="mod">
          <ac:chgData name="Bernardo Caputo Gomes" userId="6da50d2c-d1b7-4a9f-8ea6-11c55775b80e" providerId="ADAL" clId="{2E3FE783-9AB9-4869-96B1-16E14BA4AC72}" dt="2026-10-05T13:55:08.732" v="4871" actId="552"/>
          <ac:graphicFrameMkLst>
            <pc:docMk/>
            <pc:sldMk cId="2072225559" sldId="353"/>
            <ac:graphicFrameMk id="9" creationId="{E90925CC-BBE1-F5FB-AF40-2698BD35E30A}"/>
          </ac:graphicFrameMkLst>
        </pc:graphicFrameChg>
        <pc:graphicFrameChg chg="mod">
          <ac:chgData name="Bernardo Caputo Gomes" userId="6da50d2c-d1b7-4a9f-8ea6-11c55775b80e" providerId="ADAL" clId="{2E3FE783-9AB9-4869-96B1-16E14BA4AC72}" dt="2026-10-05T14:00:35.464" v="5470" actId="1037"/>
          <ac:graphicFrameMkLst>
            <pc:docMk/>
            <pc:sldMk cId="2072225559" sldId="353"/>
            <ac:graphicFrameMk id="12" creationId="{6FBECA57-C4B1-BA5E-E462-E52B3C8D298F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2:43:20.128" v="6797" actId="171"/>
          <ac:picMkLst>
            <pc:docMk/>
            <pc:sldMk cId="2072225559" sldId="353"/>
            <ac:picMk id="8" creationId="{AB3E20C2-0712-770A-1073-29082BB60492}"/>
          </ac:picMkLst>
        </pc:picChg>
        <pc:picChg chg="add mod">
          <ac:chgData name="Bernardo Caputo Gomes" userId="6da50d2c-d1b7-4a9f-8ea6-11c55775b80e" providerId="ADAL" clId="{2E3FE783-9AB9-4869-96B1-16E14BA4AC72}" dt="2026-10-07T12:43:57.494" v="6809" actId="1036"/>
          <ac:picMkLst>
            <pc:docMk/>
            <pc:sldMk cId="2072225559" sldId="353"/>
            <ac:picMk id="14" creationId="{CF84D396-5A9B-966C-2B4C-CD491A850D74}"/>
          </ac:picMkLst>
        </pc:picChg>
        <pc:picChg chg="add mod ord topLvl">
          <ac:chgData name="Bernardo Caputo Gomes" userId="6da50d2c-d1b7-4a9f-8ea6-11c55775b80e" providerId="ADAL" clId="{2E3FE783-9AB9-4869-96B1-16E14BA4AC72}" dt="2026-10-05T14:32:53.384" v="6024" actId="165"/>
          <ac:picMkLst>
            <pc:docMk/>
            <pc:sldMk cId="2072225559" sldId="353"/>
            <ac:picMk id="72" creationId="{176AF49E-5BC5-4B90-1F6F-7E1D5AA55A4F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32:59.728" v="12490" actId="120"/>
        <pc:sldMkLst>
          <pc:docMk/>
          <pc:sldMk cId="1118591106" sldId="354"/>
        </pc:sldMkLst>
        <pc:spChg chg="add">
          <ac:chgData name="Bernardo Caputo Gomes" userId="6da50d2c-d1b7-4a9f-8ea6-11c55775b80e" providerId="ADAL" clId="{2E3FE783-9AB9-4869-96B1-16E14BA4AC72}" dt="2026-10-19T13:24:37.824" v="12101" actId="22"/>
          <ac:spMkLst>
            <pc:docMk/>
            <pc:sldMk cId="1118591106" sldId="354"/>
            <ac:spMk id="5" creationId="{EC8504EF-F33A-660A-1F8A-D9EE1CA3A25A}"/>
          </ac:spMkLst>
        </pc:spChg>
        <pc:spChg chg="del">
          <ac:chgData name="Bernardo Caputo Gomes" userId="6da50d2c-d1b7-4a9f-8ea6-11c55775b80e" providerId="ADAL" clId="{2E3FE783-9AB9-4869-96B1-16E14BA4AC72}" dt="2026-10-19T13:23:28.361" v="12038" actId="478"/>
          <ac:spMkLst>
            <pc:docMk/>
            <pc:sldMk cId="1118591106" sldId="354"/>
            <ac:spMk id="6" creationId="{EA182CB6-B650-315C-60D3-AC93F1B736E6}"/>
          </ac:spMkLst>
        </pc:spChg>
        <pc:spChg chg="add mod">
          <ac:chgData name="Bernardo Caputo Gomes" userId="6da50d2c-d1b7-4a9f-8ea6-11c55775b80e" providerId="ADAL" clId="{2E3FE783-9AB9-4869-96B1-16E14BA4AC72}" dt="2026-10-19T13:32:16.005" v="12450" actId="1035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Bernardo Caputo Gomes" userId="6da50d2c-d1b7-4a9f-8ea6-11c55775b80e" providerId="ADAL" clId="{2E3FE783-9AB9-4869-96B1-16E14BA4AC72}" dt="2026-10-07T14:02:53.034" v="9171" actId="20577"/>
          <ac:spMkLst>
            <pc:docMk/>
            <pc:sldMk cId="1118591106" sldId="354"/>
            <ac:spMk id="43" creationId="{0B291A0D-C7E4-205B-4112-E4BF2452BC81}"/>
          </ac:spMkLst>
        </pc:spChg>
        <pc:spChg chg="mod">
          <ac:chgData name="Bernardo Caputo Gomes" userId="6da50d2c-d1b7-4a9f-8ea6-11c55775b80e" providerId="ADAL" clId="{2E3FE783-9AB9-4869-96B1-16E14BA4AC72}" dt="2026-10-07T14:03:24.030" v="9308" actId="20577"/>
          <ac:spMkLst>
            <pc:docMk/>
            <pc:sldMk cId="1118591106" sldId="354"/>
            <ac:spMk id="44" creationId="{B49564BD-E7DB-5B11-2017-C82687B54032}"/>
          </ac:spMkLst>
        </pc:spChg>
        <pc:spChg chg="mod">
          <ac:chgData name="Bernardo Caputo Gomes" userId="6da50d2c-d1b7-4a9f-8ea6-11c55775b80e" providerId="ADAL" clId="{2E3FE783-9AB9-4869-96B1-16E14BA4AC72}" dt="2026-10-07T14:04:21.860" v="9398" actId="20577"/>
          <ac:spMkLst>
            <pc:docMk/>
            <pc:sldMk cId="1118591106" sldId="354"/>
            <ac:spMk id="46" creationId="{6E81D39D-7E85-56DD-2282-7D8739F54D12}"/>
          </ac:spMkLst>
        </pc:spChg>
        <pc:spChg chg="mod">
          <ac:chgData name="Bernardo Caputo Gomes" userId="6da50d2c-d1b7-4a9f-8ea6-11c55775b80e" providerId="ADAL" clId="{2E3FE783-9AB9-4869-96B1-16E14BA4AC72}" dt="2026-10-07T14:05:03.628" v="9561" actId="20577"/>
          <ac:spMkLst>
            <pc:docMk/>
            <pc:sldMk cId="1118591106" sldId="354"/>
            <ac:spMk id="47" creationId="{D37972BC-AB29-025E-0E99-7B04EB869008}"/>
          </ac:spMkLst>
        </pc:spChg>
        <pc:spChg chg="mod">
          <ac:chgData name="Bernardo Caputo Gomes" userId="6da50d2c-d1b7-4a9f-8ea6-11c55775b80e" providerId="ADAL" clId="{2E3FE783-9AB9-4869-96B1-16E14BA4AC72}" dt="2026-10-07T14:01:25.818" v="8926" actId="14100"/>
          <ac:spMkLst>
            <pc:docMk/>
            <pc:sldMk cId="1118591106" sldId="354"/>
            <ac:spMk id="55" creationId="{E5C37A24-417E-FF55-1F35-04419119F4FB}"/>
          </ac:spMkLst>
        </pc:spChg>
        <pc:spChg chg="mod">
          <ac:chgData name="Bernardo Caputo Gomes" userId="6da50d2c-d1b7-4a9f-8ea6-11c55775b80e" providerId="ADAL" clId="{2E3FE783-9AB9-4869-96B1-16E14BA4AC72}" dt="2026-10-07T14:02:14.146" v="9064" actId="20577"/>
          <ac:spMkLst>
            <pc:docMk/>
            <pc:sldMk cId="1118591106" sldId="354"/>
            <ac:spMk id="57" creationId="{5588FDB4-2275-D8E6-D926-69522FADA7A2}"/>
          </ac:spMkLst>
        </pc:spChg>
        <pc:spChg chg="add mod topLvl">
          <ac:chgData name="Bernardo Caputo Gomes" userId="6da50d2c-d1b7-4a9f-8ea6-11c55775b80e" providerId="ADAL" clId="{2E3FE783-9AB9-4869-96B1-16E14BA4AC72}" dt="2026-10-07T14:30:35.626" v="10247" actId="554"/>
          <ac:spMkLst>
            <pc:docMk/>
            <pc:sldMk cId="1118591106" sldId="354"/>
            <ac:spMk id="61" creationId="{15568DCF-7BCB-65F8-9751-8232EF53F1EB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65" creationId="{2E28750C-1CF2-9456-7F3C-86D899F88049}"/>
          </ac:spMkLst>
        </pc:spChg>
        <pc:spChg chg="mod">
          <ac:chgData name="Bernardo Caputo Gomes" userId="6da50d2c-d1b7-4a9f-8ea6-11c55775b80e" providerId="ADAL" clId="{2E3FE783-9AB9-4869-96B1-16E14BA4AC72}" dt="2026-10-07T14:11:17.782" v="9724" actId="403"/>
          <ac:spMkLst>
            <pc:docMk/>
            <pc:sldMk cId="1118591106" sldId="354"/>
            <ac:spMk id="69" creationId="{35A995A7-9EDD-8405-2FD4-2B4C481C009F}"/>
          </ac:spMkLst>
        </pc:spChg>
        <pc:spChg chg="mod">
          <ac:chgData name="Bernardo Caputo Gomes" userId="6da50d2c-d1b7-4a9f-8ea6-11c55775b80e" providerId="ADAL" clId="{2E3FE783-9AB9-4869-96B1-16E14BA4AC72}" dt="2026-10-07T14:06:44.745" v="9615" actId="1035"/>
          <ac:spMkLst>
            <pc:docMk/>
            <pc:sldMk cId="1118591106" sldId="354"/>
            <ac:spMk id="76" creationId="{D2DEB170-0420-41F1-82A6-4B48970B1531}"/>
          </ac:spMkLst>
        </pc:spChg>
        <pc:spChg chg="mod">
          <ac:chgData name="Bernardo Caputo Gomes" userId="6da50d2c-d1b7-4a9f-8ea6-11c55775b80e" providerId="ADAL" clId="{2E3FE783-9AB9-4869-96B1-16E14BA4AC72}" dt="2026-10-07T14:31:39.866" v="10253" actId="555"/>
          <ac:spMkLst>
            <pc:docMk/>
            <pc:sldMk cId="1118591106" sldId="354"/>
            <ac:spMk id="80" creationId="{9D860684-BA2A-A421-30BB-945B4C5E13FF}"/>
          </ac:spMkLst>
        </pc:spChg>
        <pc:spChg chg="add mod topLvl">
          <ac:chgData name="Bernardo Caputo Gomes" userId="6da50d2c-d1b7-4a9f-8ea6-11c55775b80e" providerId="ADAL" clId="{2E3FE783-9AB9-4869-96B1-16E14BA4AC72}" dt="2026-10-07T14:34:24.739" v="10274" actId="554"/>
          <ac:spMkLst>
            <pc:docMk/>
            <pc:sldMk cId="1118591106" sldId="354"/>
            <ac:spMk id="84" creationId="{D1519720-65BB-0FAC-7C89-2D9A95DDA667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92" creationId="{812E13D6-B8EE-2C77-C9BB-119ADE86F076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96" creationId="{CFF3A1EE-811E-9542-5234-9C045437C97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1" creationId="{540AF335-19B7-FE7F-4A6F-D0183B84394F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05" creationId="{3E1B60A1-7499-AC61-C96B-6766DE5D7E99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07" creationId="{FD0D20F8-3DAE-85B4-F533-410D9888396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1" creationId="{F25F9F87-DF1B-3A71-D5A8-497A89A757E4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15" creationId="{AD8FC39C-EC7A-D0C2-BA6D-01980DF27C9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0" creationId="{DDA8C318-9026-724A-4ABA-A687C7DB63A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1" creationId="{FBFD5CDB-B53C-FDE3-75F2-E286DAC0194F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5" creationId="{5FF994CE-4D33-A42D-4BB9-0F783C27526C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28" creationId="{42F92552-AF4C-2650-8E55-FFA6E369D4A0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1" creationId="{1BE53272-2426-9C2B-A799-756B51C66D63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2" creationId="{0D1D6F17-FACB-2975-34F0-199A03C4C17D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4" creationId="{3D16F072-00FD-C718-A1D3-046D8814AE91}"/>
          </ac:spMkLst>
        </pc:spChg>
        <pc:spChg chg="mod">
          <ac:chgData name="Bernardo Caputo Gomes" userId="6da50d2c-d1b7-4a9f-8ea6-11c55775b80e" providerId="ADAL" clId="{2E3FE783-9AB9-4869-96B1-16E14BA4AC72}" dt="2026-10-07T14:16:15.184" v="9782" actId="1038"/>
          <ac:spMkLst>
            <pc:docMk/>
            <pc:sldMk cId="1118591106" sldId="354"/>
            <ac:spMk id="136" creationId="{B1C2E995-43CC-3B2A-6919-4EEB5F82D06B}"/>
          </ac:spMkLst>
        </pc:spChg>
        <pc:spChg chg="mod">
          <ac:chgData name="Bernardo Caputo Gomes" userId="6da50d2c-d1b7-4a9f-8ea6-11c55775b80e" providerId="ADAL" clId="{2E3FE783-9AB9-4869-96B1-16E14BA4AC72}" dt="2026-10-07T14:06:24.856" v="9595" actId="1038"/>
          <ac:spMkLst>
            <pc:docMk/>
            <pc:sldMk cId="1118591106" sldId="354"/>
            <ac:spMk id="139" creationId="{0D382729-8F2A-6161-2F3E-BFCBB1533D31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1" creationId="{FEED28D3-60EF-FD5C-0F5F-CB5E7D275869}"/>
          </ac:spMkLst>
        </pc:spChg>
        <pc:spChg chg="add mod topLvl">
          <ac:chgData name="Bernardo Caputo Gomes" userId="6da50d2c-d1b7-4a9f-8ea6-11c55775b80e" providerId="ADAL" clId="{2E3FE783-9AB9-4869-96B1-16E14BA4AC72}" dt="2026-10-07T14:08:07.760" v="9697" actId="165"/>
          <ac:spMkLst>
            <pc:docMk/>
            <pc:sldMk cId="1118591106" sldId="354"/>
            <ac:spMk id="143" creationId="{7D1B6E3C-B126-CAB9-49B0-29E987E953EF}"/>
          </ac:spMkLst>
        </pc:spChg>
        <pc:spChg chg="add mod topLvl">
          <ac:chgData name="Bernardo Caputo Gomes" userId="6da50d2c-d1b7-4a9f-8ea6-11c55775b80e" providerId="ADAL" clId="{2E3FE783-9AB9-4869-96B1-16E14BA4AC72}" dt="2026-10-07T14:14:06.522" v="9742" actId="208"/>
          <ac:spMkLst>
            <pc:docMk/>
            <pc:sldMk cId="1118591106" sldId="354"/>
            <ac:spMk id="145" creationId="{1E30FEA0-218C-4B90-4ADF-3389A806100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58" creationId="{9FC2EE4C-84F2-AED8-E166-DC2C388D86D0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0" creationId="{FAB59FC3-042E-C8E7-7EB8-040D8CB30D65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2" creationId="{7D268D5C-BA7C-BAD5-B046-2BBB9B5E0E2E}"/>
          </ac:spMkLst>
        </pc:spChg>
        <pc:spChg chg="add mod">
          <ac:chgData name="Bernardo Caputo Gomes" userId="6da50d2c-d1b7-4a9f-8ea6-11c55775b80e" providerId="ADAL" clId="{2E3FE783-9AB9-4869-96B1-16E14BA4AC72}" dt="2026-10-19T13:32:59.728" v="12490" actId="120"/>
          <ac:spMkLst>
            <pc:docMk/>
            <pc:sldMk cId="1118591106" sldId="354"/>
            <ac:spMk id="164" creationId="{C8BE4BE2-E045-0259-7EDE-289B45D7C643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7" creationId="{339122EB-D251-402B-9C56-F69F0280DE1A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69" creationId="{62EE2D71-5B1A-EC43-A7E8-CF93BBF25B1C}"/>
          </ac:spMkLst>
        </pc:spChg>
        <pc:spChg chg="add mod topLvl">
          <ac:chgData name="Bernardo Caputo Gomes" userId="6da50d2c-d1b7-4a9f-8ea6-11c55775b80e" providerId="ADAL" clId="{2E3FE783-9AB9-4869-96B1-16E14BA4AC72}" dt="2026-10-14T11:20:43.488" v="10528" actId="165"/>
          <ac:spMkLst>
            <pc:docMk/>
            <pc:sldMk cId="1118591106" sldId="354"/>
            <ac:spMk id="171" creationId="{1E7F0189-F7A4-E4DA-36D9-EBAA1B0CB8BB}"/>
          </ac:spMkLst>
        </pc:spChg>
        <pc:spChg chg="add mod">
          <ac:chgData name="Bernardo Caputo Gomes" userId="6da50d2c-d1b7-4a9f-8ea6-11c55775b80e" providerId="ADAL" clId="{2E3FE783-9AB9-4869-96B1-16E14BA4AC72}" dt="2026-10-19T13:31:48.068" v="12391" actId="14100"/>
          <ac:spMkLst>
            <pc:docMk/>
            <pc:sldMk cId="1118591106" sldId="354"/>
            <ac:spMk id="173" creationId="{5429066B-FC55-0288-127F-570E37E6CA0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8" creationId="{3B04B5AD-07AB-5FDE-F760-9107D397BD61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79" creationId="{3F1F20C1-81E4-9176-9AF2-320220A876FF}"/>
          </ac:spMkLst>
        </pc:spChg>
        <pc:spChg chg="mod topLvl">
          <ac:chgData name="Bernardo Caputo Gomes" userId="6da50d2c-d1b7-4a9f-8ea6-11c55775b80e" providerId="ADAL" clId="{2E3FE783-9AB9-4869-96B1-16E14BA4AC72}" dt="2026-10-14T11:24:10.923" v="10725" actId="113"/>
          <ac:spMkLst>
            <pc:docMk/>
            <pc:sldMk cId="1118591106" sldId="354"/>
            <ac:spMk id="180" creationId="{3E3F24E9-DE60-ABEC-6BC9-EB4BB26B5883}"/>
          </ac:spMkLst>
        </pc:spChg>
        <pc:spChg chg="add del mod">
          <ac:chgData name="Bernardo Caputo Gomes" userId="6da50d2c-d1b7-4a9f-8ea6-11c55775b80e" providerId="ADAL" clId="{2E3FE783-9AB9-4869-96B1-16E14BA4AC72}" dt="2026-10-19T13:31:40.353" v="12390" actId="478"/>
          <ac:spMkLst>
            <pc:docMk/>
            <pc:sldMk cId="1118591106" sldId="354"/>
            <ac:spMk id="182" creationId="{DE61F66A-ECC2-C6EB-E414-67B8BF495ACA}"/>
          </ac:spMkLst>
        </pc:spChg>
        <pc:spChg chg="add mod topLvl">
          <ac:chgData name="Bernardo Caputo Gomes" userId="6da50d2c-d1b7-4a9f-8ea6-11c55775b80e" providerId="ADAL" clId="{2E3FE783-9AB9-4869-96B1-16E14BA4AC72}" dt="2026-10-14T11:22:23.460" v="10663" actId="20577"/>
          <ac:spMkLst>
            <pc:docMk/>
            <pc:sldMk cId="1118591106" sldId="354"/>
            <ac:spMk id="184" creationId="{2E9BDF79-95CF-E944-71FC-102131E99211}"/>
          </ac:spMkLst>
        </pc:spChg>
        <pc:spChg chg="add mod topLvl">
          <ac:chgData name="Bernardo Caputo Gomes" userId="6da50d2c-d1b7-4a9f-8ea6-11c55775b80e" providerId="ADAL" clId="{2E3FE783-9AB9-4869-96B1-16E14BA4AC72}" dt="2026-10-14T11:23:05.184" v="10676" actId="20577"/>
          <ac:spMkLst>
            <pc:docMk/>
            <pc:sldMk cId="1118591106" sldId="354"/>
            <ac:spMk id="186" creationId="{C53189FB-DCB7-8CD5-0DF5-232F8F8D8BA8}"/>
          </ac:spMkLst>
        </pc:spChg>
        <pc:spChg chg="add mod topLvl">
          <ac:chgData name="Bernardo Caputo Gomes" userId="6da50d2c-d1b7-4a9f-8ea6-11c55775b80e" providerId="ADAL" clId="{2E3FE783-9AB9-4869-96B1-16E14BA4AC72}" dt="2026-10-14T11:22:26.320" v="10664" actId="20577"/>
          <ac:spMkLst>
            <pc:docMk/>
            <pc:sldMk cId="1118591106" sldId="354"/>
            <ac:spMk id="188" creationId="{74F67A51-306E-DDAB-87D5-89B3ECD26EE2}"/>
          </ac:spMkLst>
        </pc:spChg>
        <pc:grpChg chg="add mod">
          <ac:chgData name="Bernardo Caputo Gomes" userId="6da50d2c-d1b7-4a9f-8ea6-11c55775b80e" providerId="ADAL" clId="{2E3FE783-9AB9-4869-96B1-16E14BA4AC72}" dt="2026-10-07T14:07:52.860" v="9689" actId="552"/>
          <ac:grpSpMkLst>
            <pc:docMk/>
            <pc:sldMk cId="1118591106" sldId="354"/>
            <ac:grpSpMk id="41" creationId="{B35240D0-8A92-1D9A-4EF2-605743FDB452}"/>
          </ac:grpSpMkLst>
        </pc:grpChg>
        <pc:grpChg chg="add mod">
          <ac:chgData name="Bernardo Caputo Gomes" userId="6da50d2c-d1b7-4a9f-8ea6-11c55775b80e" providerId="ADAL" clId="{2E3FE783-9AB9-4869-96B1-16E14BA4AC72}" dt="2026-10-07T14:06:32.742" v="9604" actId="1035"/>
          <ac:grpSpMkLst>
            <pc:docMk/>
            <pc:sldMk cId="1118591106" sldId="354"/>
            <ac:grpSpMk id="45" creationId="{7B9388E0-29C5-4F04-8001-EFF6E73E61B4}"/>
          </ac:grpSpMkLst>
        </pc:grpChg>
        <pc:grpChg chg="add mod">
          <ac:chgData name="Bernardo Caputo Gomes" userId="6da50d2c-d1b7-4a9f-8ea6-11c55775b80e" providerId="ADAL" clId="{2E3FE783-9AB9-4869-96B1-16E14BA4AC72}" dt="2026-10-07T14:00:03.268" v="8759"/>
          <ac:grpSpMkLst>
            <pc:docMk/>
            <pc:sldMk cId="1118591106" sldId="354"/>
            <ac:grpSpMk id="53" creationId="{30B00B5F-E9CF-0C21-7B10-551A56642BAA}"/>
          </ac:grpSpMkLst>
        </pc:grpChg>
        <pc:grpChg chg="add mod">
          <ac:chgData name="Bernardo Caputo Gomes" userId="6da50d2c-d1b7-4a9f-8ea6-11c55775b80e" providerId="ADAL" clId="{2E3FE783-9AB9-4869-96B1-16E14BA4AC72}" dt="2026-10-07T14:33:29.441" v="10266" actId="553"/>
          <ac:grpSpMkLst>
            <pc:docMk/>
            <pc:sldMk cId="1118591106" sldId="354"/>
            <ac:grpSpMk id="165" creationId="{9F00335B-5F8F-AF5A-69EE-9FE9F701D642}"/>
          </ac:grpSpMkLst>
        </pc:grpChg>
      </pc:sldChg>
      <pc:sldChg chg="addSp delSp modSp add mod ord modShow">
        <pc:chgData name="Bernardo Caputo Gomes" userId="6da50d2c-d1b7-4a9f-8ea6-11c55775b80e" providerId="ADAL" clId="{2E3FE783-9AB9-4869-96B1-16E14BA4AC72}" dt="2026-10-19T13:24:45.060" v="12104" actId="22"/>
        <pc:sldMkLst>
          <pc:docMk/>
          <pc:sldMk cId="4074889313" sldId="355"/>
        </pc:sldMkLst>
        <pc:spChg chg="mod">
          <ac:chgData name="Bernardo Caputo Gomes" userId="6da50d2c-d1b7-4a9f-8ea6-11c55775b80e" providerId="ADAL" clId="{2E3FE783-9AB9-4869-96B1-16E14BA4AC72}" dt="2026-10-05T13:31:26.661" v="4480" actId="12789"/>
          <ac:spMkLst>
            <pc:docMk/>
            <pc:sldMk cId="4074889313" sldId="355"/>
            <ac:spMk id="4" creationId="{94A8B5A7-FA62-E2B7-E019-ECF3C30DB17B}"/>
          </ac:spMkLst>
        </pc:spChg>
        <pc:spChg chg="mod">
          <ac:chgData name="Bernardo Caputo Gomes" userId="6da50d2c-d1b7-4a9f-8ea6-11c55775b80e" providerId="ADAL" clId="{2E3FE783-9AB9-4869-96B1-16E14BA4AC72}" dt="2026-10-05T13:32:22.215" v="4587" actId="554"/>
          <ac:spMkLst>
            <pc:docMk/>
            <pc:sldMk cId="4074889313" sldId="355"/>
            <ac:spMk id="5" creationId="{B5AF0E8B-2C35-A310-48D4-8ED5207C111F}"/>
          </ac:spMkLst>
        </pc:spChg>
        <pc:spChg chg="add">
          <ac:chgData name="Bernardo Caputo Gomes" userId="6da50d2c-d1b7-4a9f-8ea6-11c55775b80e" providerId="ADAL" clId="{2E3FE783-9AB9-4869-96B1-16E14BA4AC72}" dt="2026-10-19T13:24:45.060" v="12104" actId="22"/>
          <ac:spMkLst>
            <pc:docMk/>
            <pc:sldMk cId="4074889313" sldId="355"/>
            <ac:spMk id="7" creationId="{B764BE39-0A5F-859D-5625-3B8D56E3A58F}"/>
          </ac:spMkLst>
        </pc:spChg>
        <pc:spChg chg="mod">
          <ac:chgData name="Bernardo Caputo Gomes" userId="6da50d2c-d1b7-4a9f-8ea6-11c55775b80e" providerId="ADAL" clId="{2E3FE783-9AB9-4869-96B1-16E14BA4AC72}" dt="2026-10-05T13:23:16.417" v="4152"/>
          <ac:spMkLst>
            <pc:docMk/>
            <pc:sldMk cId="4074889313" sldId="355"/>
            <ac:spMk id="8" creationId="{D46847C4-4EBA-B9D1-035F-E401E49C07C3}"/>
          </ac:spMkLst>
        </pc:spChg>
        <pc:spChg chg="del">
          <ac:chgData name="Bernardo Caputo Gomes" userId="6da50d2c-d1b7-4a9f-8ea6-11c55775b80e" providerId="ADAL" clId="{2E3FE783-9AB9-4869-96B1-16E14BA4AC72}" dt="2026-10-19T13:23:52.750" v="12043" actId="478"/>
          <ac:spMkLst>
            <pc:docMk/>
            <pc:sldMk cId="4074889313" sldId="355"/>
            <ac:spMk id="14" creationId="{93232353-2AF6-EE87-5D3D-C6A942A4012F}"/>
          </ac:spMkLst>
        </pc:spChg>
        <pc:spChg chg="mod">
          <ac:chgData name="Bernardo Caputo Gomes" userId="6da50d2c-d1b7-4a9f-8ea6-11c55775b80e" providerId="ADAL" clId="{2E3FE783-9AB9-4869-96B1-16E14BA4AC72}" dt="2026-10-07T12:50:39.088" v="7174"/>
          <ac:spMkLst>
            <pc:docMk/>
            <pc:sldMk cId="4074889313" sldId="355"/>
            <ac:spMk id="18" creationId="{DB06A845-9420-CA66-2C02-95E37D18CB50}"/>
          </ac:spMkLst>
        </pc:spChg>
        <pc:spChg chg="mod">
          <ac:chgData name="Bernardo Caputo Gomes" userId="6da50d2c-d1b7-4a9f-8ea6-11c55775b80e" providerId="ADAL" clId="{2E3FE783-9AB9-4869-96B1-16E14BA4AC72}" dt="2026-10-07T12:51:12.326" v="7180" actId="20577"/>
          <ac:spMkLst>
            <pc:docMk/>
            <pc:sldMk cId="4074889313" sldId="355"/>
            <ac:spMk id="19" creationId="{7A6F10EF-777F-7CC1-1B3D-E10988795506}"/>
          </ac:spMkLst>
        </pc:spChg>
        <pc:spChg chg="mod">
          <ac:chgData name="Bernardo Caputo Gomes" userId="6da50d2c-d1b7-4a9f-8ea6-11c55775b80e" providerId="ADAL" clId="{2E3FE783-9AB9-4869-96B1-16E14BA4AC72}" dt="2026-10-07T12:51:50.452" v="7274" actId="20577"/>
          <ac:spMkLst>
            <pc:docMk/>
            <pc:sldMk cId="4074889313" sldId="355"/>
            <ac:spMk id="20" creationId="{CE7A6EBF-3213-F893-E5E0-90FB9099C0CD}"/>
          </ac:spMkLst>
        </pc:spChg>
        <pc:spChg chg="add ord">
          <ac:chgData name="Bernardo Caputo Gomes" userId="6da50d2c-d1b7-4a9f-8ea6-11c55775b80e" providerId="ADAL" clId="{2E3FE783-9AB9-4869-96B1-16E14BA4AC72}" dt="2026-10-05T14:01:30.120" v="5497" actId="171"/>
          <ac:spMkLst>
            <pc:docMk/>
            <pc:sldMk cId="4074889313" sldId="355"/>
            <ac:spMk id="27" creationId="{F81DA9D9-188E-A380-52BC-0D3672A63AB4}"/>
          </ac:spMkLst>
        </pc:spChg>
        <pc:spChg chg="add">
          <ac:chgData name="Bernardo Caputo Gomes" userId="6da50d2c-d1b7-4a9f-8ea6-11c55775b80e" providerId="ADAL" clId="{2E3FE783-9AB9-4869-96B1-16E14BA4AC72}" dt="2026-10-05T14:02:35.271" v="5505" actId="22"/>
          <ac:spMkLst>
            <pc:docMk/>
            <pc:sldMk cId="4074889313" sldId="355"/>
            <ac:spMk id="29" creationId="{5380DF1F-AC52-4553-00D0-B6032111D406}"/>
          </ac:spMkLst>
        </pc:spChg>
        <pc:spChg chg="mod">
          <ac:chgData name="Bernardo Caputo Gomes" userId="6da50d2c-d1b7-4a9f-8ea6-11c55775b80e" providerId="ADAL" clId="{2E3FE783-9AB9-4869-96B1-16E14BA4AC72}" dt="2026-10-07T12:54:57.814" v="7460" actId="20577"/>
          <ac:spMkLst>
            <pc:docMk/>
            <pc:sldMk cId="4074889313" sldId="355"/>
            <ac:spMk id="33" creationId="{31547EE4-F9D8-1677-8BE1-FC9FDADDE688}"/>
          </ac:spMkLst>
        </pc:spChg>
        <pc:spChg chg="mod">
          <ac:chgData name="Bernardo Caputo Gomes" userId="6da50d2c-d1b7-4a9f-8ea6-11c55775b80e" providerId="ADAL" clId="{2E3FE783-9AB9-4869-96B1-16E14BA4AC72}" dt="2026-10-07T12:45:49.951" v="6946" actId="20577"/>
          <ac:spMkLst>
            <pc:docMk/>
            <pc:sldMk cId="4074889313" sldId="355"/>
            <ac:spMk id="35" creationId="{988A1C0C-12E9-96DE-E922-2E5CAE0BE8F6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37" creationId="{1A861AC1-0372-3FFC-0016-5E6E99CCAF89}"/>
          </ac:spMkLst>
        </pc:spChg>
        <pc:spChg chg="mod">
          <ac:chgData name="Bernardo Caputo Gomes" userId="6da50d2c-d1b7-4a9f-8ea6-11c55775b80e" providerId="ADAL" clId="{2E3FE783-9AB9-4869-96B1-16E14BA4AC72}" dt="2026-10-07T12:55:28.352" v="7476" actId="20577"/>
          <ac:spMkLst>
            <pc:docMk/>
            <pc:sldMk cId="4074889313" sldId="355"/>
            <ac:spMk id="39" creationId="{120D053F-C9F2-A7F0-39BD-A71839651A75}"/>
          </ac:spMkLst>
        </pc:spChg>
        <pc:spChg chg="mod">
          <ac:chgData name="Bernardo Caputo Gomes" userId="6da50d2c-d1b7-4a9f-8ea6-11c55775b80e" providerId="ADAL" clId="{2E3FE783-9AB9-4869-96B1-16E14BA4AC72}" dt="2026-10-07T12:52:35.645" v="7405" actId="20577"/>
          <ac:spMkLst>
            <pc:docMk/>
            <pc:sldMk cId="4074889313" sldId="355"/>
            <ac:spMk id="41" creationId="{E02B77DF-E205-0D9C-9B31-C92BC05A63AC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3" creationId="{72EF90A0-DB26-3C8F-FC54-F93044004EC5}"/>
          </ac:spMkLst>
        </pc:spChg>
        <pc:spChg chg="mod">
          <ac:chgData name="Bernardo Caputo Gomes" userId="6da50d2c-d1b7-4a9f-8ea6-11c55775b80e" providerId="ADAL" clId="{2E3FE783-9AB9-4869-96B1-16E14BA4AC72}" dt="2026-10-07T12:56:07.638" v="7496" actId="20577"/>
          <ac:spMkLst>
            <pc:docMk/>
            <pc:sldMk cId="4074889313" sldId="355"/>
            <ac:spMk id="45" creationId="{02E7AA20-76EA-CC81-07C7-E99A2944511A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6" creationId="{9C8077D1-DC4D-1B02-5751-ED96DAB73534}"/>
          </ac:spMkLst>
        </pc:spChg>
        <pc:spChg chg="mod">
          <ac:chgData name="Bernardo Caputo Gomes" userId="6da50d2c-d1b7-4a9f-8ea6-11c55775b80e" providerId="ADAL" clId="{2E3FE783-9AB9-4869-96B1-16E14BA4AC72}" dt="2026-10-07T12:57:44.845" v="7728" actId="20577"/>
          <ac:spMkLst>
            <pc:docMk/>
            <pc:sldMk cId="4074889313" sldId="355"/>
            <ac:spMk id="47" creationId="{2468BC41-578E-C058-7725-01EACCC8FCD0}"/>
          </ac:spMkLst>
        </pc:spChg>
        <pc:spChg chg="mod">
          <ac:chgData name="Bernardo Caputo Gomes" userId="6da50d2c-d1b7-4a9f-8ea6-11c55775b80e" providerId="ADAL" clId="{2E3FE783-9AB9-4869-96B1-16E14BA4AC72}" dt="2026-10-05T14:20:08.564" v="5511"/>
          <ac:spMkLst>
            <pc:docMk/>
            <pc:sldMk cId="4074889313" sldId="355"/>
            <ac:spMk id="49" creationId="{ED020EEF-219F-38FF-8942-EAB77F723231}"/>
          </ac:spMkLst>
        </pc:spChg>
        <pc:spChg chg="mod">
          <ac:chgData name="Bernardo Caputo Gomes" userId="6da50d2c-d1b7-4a9f-8ea6-11c55775b80e" providerId="ADAL" clId="{2E3FE783-9AB9-4869-96B1-16E14BA4AC72}" dt="2026-10-07T12:59:45.136" v="7866" actId="20577"/>
          <ac:spMkLst>
            <pc:docMk/>
            <pc:sldMk cId="4074889313" sldId="355"/>
            <ac:spMk id="51" creationId="{1C000DFB-2924-9C28-105B-B40D9F9113A2}"/>
          </ac:spMkLst>
        </pc:spChg>
        <pc:spChg chg="mod">
          <ac:chgData name="Bernardo Caputo Gomes" userId="6da50d2c-d1b7-4a9f-8ea6-11c55775b80e" providerId="ADAL" clId="{2E3FE783-9AB9-4869-96B1-16E14BA4AC72}" dt="2026-10-07T13:01:31.441" v="8069" actId="113"/>
          <ac:spMkLst>
            <pc:docMk/>
            <pc:sldMk cId="4074889313" sldId="355"/>
            <ac:spMk id="53" creationId="{0F541EC9-F957-5ADA-0949-914C6AC78F08}"/>
          </ac:spMkLst>
        </pc:spChg>
        <pc:spChg chg="mod">
          <ac:chgData name="Bernardo Caputo Gomes" userId="6da50d2c-d1b7-4a9f-8ea6-11c55775b80e" providerId="ADAL" clId="{2E3FE783-9AB9-4869-96B1-16E14BA4AC72}" dt="2026-10-05T14:21:22.375" v="5512"/>
          <ac:spMkLst>
            <pc:docMk/>
            <pc:sldMk cId="4074889313" sldId="355"/>
            <ac:spMk id="55" creationId="{04008C4B-587C-788F-1A36-C3CD3B1425E2}"/>
          </ac:spMkLst>
        </pc:spChg>
        <pc:spChg chg="mod">
          <ac:chgData name="Bernardo Caputo Gomes" userId="6da50d2c-d1b7-4a9f-8ea6-11c55775b80e" providerId="ADAL" clId="{2E3FE783-9AB9-4869-96B1-16E14BA4AC72}" dt="2026-10-07T12:50:10.963" v="7160" actId="1037"/>
          <ac:spMkLst>
            <pc:docMk/>
            <pc:sldMk cId="4074889313" sldId="355"/>
            <ac:spMk id="56" creationId="{0E215C58-77FC-3417-E8AC-82563D5281AA}"/>
          </ac:spMkLst>
        </pc:spChg>
        <pc:spChg chg="mod">
          <ac:chgData name="Bernardo Caputo Gomes" userId="6da50d2c-d1b7-4a9f-8ea6-11c55775b80e" providerId="ADAL" clId="{2E3FE783-9AB9-4869-96B1-16E14BA4AC72}" dt="2026-10-07T12:50:33.057" v="7172" actId="1038"/>
          <ac:spMkLst>
            <pc:docMk/>
            <pc:sldMk cId="4074889313" sldId="355"/>
            <ac:spMk id="57" creationId="{7BDB467E-0B8A-DDDB-64A9-7767E0B921DD}"/>
          </ac:spMkLst>
        </pc:s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17" creationId="{3122722E-8251-84B3-4C56-5DFE6B832A81}"/>
          </ac:grpSpMkLst>
        </pc:grpChg>
        <pc:grpChg chg="mod ord">
          <ac:chgData name="Bernardo Caputo Gomes" userId="6da50d2c-d1b7-4a9f-8ea6-11c55775b80e" providerId="ADAL" clId="{2E3FE783-9AB9-4869-96B1-16E14BA4AC72}" dt="2026-10-07T12:54:21.576" v="7442" actId="170"/>
          <ac:grpSpMkLst>
            <pc:docMk/>
            <pc:sldMk cId="4074889313" sldId="355"/>
            <ac:grpSpMk id="30" creationId="{6D200474-0667-12C3-8B57-7645580AE3A9}"/>
          </ac:grpSpMkLst>
        </pc:grpChg>
        <pc:grpChg chg="mod">
          <ac:chgData name="Bernardo Caputo Gomes" userId="6da50d2c-d1b7-4a9f-8ea6-11c55775b80e" providerId="ADAL" clId="{2E3FE783-9AB9-4869-96B1-16E14BA4AC72}" dt="2026-10-07T12:50:54.075" v="7176" actId="12788"/>
          <ac:grpSpMkLst>
            <pc:docMk/>
            <pc:sldMk cId="4074889313" sldId="355"/>
            <ac:grpSpMk id="36" creationId="{1E42B31A-1CB2-8104-E619-F733C3814546}"/>
          </ac:grpSpMkLst>
        </pc:grpChg>
        <pc:grpChg chg="mod">
          <ac:chgData name="Bernardo Caputo Gomes" userId="6da50d2c-d1b7-4a9f-8ea6-11c55775b80e" providerId="ADAL" clId="{2E3FE783-9AB9-4869-96B1-16E14BA4AC72}" dt="2026-10-05T14:21:25.671" v="5514" actId="1076"/>
          <ac:grpSpMkLst>
            <pc:docMk/>
            <pc:sldMk cId="4074889313" sldId="355"/>
            <ac:grpSpMk id="42" creationId="{6530104B-91B2-AC23-6FBF-0A5E01DED837}"/>
          </ac:grpSpMkLst>
        </pc:grpChg>
        <pc:grpChg chg="ord">
          <ac:chgData name="Bernardo Caputo Gomes" userId="6da50d2c-d1b7-4a9f-8ea6-11c55775b80e" providerId="ADAL" clId="{2E3FE783-9AB9-4869-96B1-16E14BA4AC72}" dt="2026-10-07T13:08:29.323" v="8508" actId="167"/>
          <ac:grpSpMkLst>
            <pc:docMk/>
            <pc:sldMk cId="4074889313" sldId="355"/>
            <ac:grpSpMk id="48" creationId="{5C1E1D76-FA27-063B-2CB9-A5616C6B656D}"/>
          </ac:grpSpMkLst>
        </pc:grpChg>
        <pc:grpChg chg="add mod">
          <ac:chgData name="Bernardo Caputo Gomes" userId="6da50d2c-d1b7-4a9f-8ea6-11c55775b80e" providerId="ADAL" clId="{2E3FE783-9AB9-4869-96B1-16E14BA4AC72}" dt="2026-10-07T12:51:08.978" v="7178" actId="1036"/>
          <ac:grpSpMkLst>
            <pc:docMk/>
            <pc:sldMk cId="4074889313" sldId="355"/>
            <ac:grpSpMk id="54" creationId="{71E14D00-8ED0-D172-3B92-78CAA061A3C8}"/>
          </ac:grpSpMkLst>
        </pc:grpChg>
        <pc:graphicFrameChg chg="mod">
          <ac:chgData name="Bernardo Caputo Gomes" userId="6da50d2c-d1b7-4a9f-8ea6-11c55775b80e" providerId="ADAL" clId="{2E3FE783-9AB9-4869-96B1-16E14BA4AC72}" dt="2026-10-05T13:20:33.477" v="4098" actId="207"/>
          <ac:graphicFrameMkLst>
            <pc:docMk/>
            <pc:sldMk cId="4074889313" sldId="355"/>
            <ac:graphicFrameMk id="6" creationId="{9025ACB8-234B-4A3C-375A-CB2C2C29CEFF}"/>
          </ac:graphicFrameMkLst>
        </pc:graphicFrameChg>
        <pc:graphicFrameChg chg="add ord">
          <ac:chgData name="Bernardo Caputo Gomes" userId="6da50d2c-d1b7-4a9f-8ea6-11c55775b80e" providerId="ADAL" clId="{2E3FE783-9AB9-4869-96B1-16E14BA4AC72}" dt="2026-10-05T14:01:30.120" v="5497" actId="171"/>
          <ac:graphicFrameMkLst>
            <pc:docMk/>
            <pc:sldMk cId="4074889313" sldId="355"/>
            <ac:graphicFrameMk id="25" creationId="{14B05259-F1E7-FF16-B298-1DE322AE82E5}"/>
          </ac:graphicFrameMkLst>
        </pc:graphicFrameChg>
        <pc:picChg chg="add mod ord">
          <ac:chgData name="Bernardo Caputo Gomes" userId="6da50d2c-d1b7-4a9f-8ea6-11c55775b80e" providerId="ADAL" clId="{2E3FE783-9AB9-4869-96B1-16E14BA4AC72}" dt="2026-10-07T13:06:37.451" v="8378" actId="1037"/>
          <ac:picMkLst>
            <pc:docMk/>
            <pc:sldMk cId="4074889313" sldId="355"/>
            <ac:picMk id="22" creationId="{647FC88E-EE3A-C38A-B641-DE1DC5AECB67}"/>
          </ac:picMkLst>
        </pc:picChg>
        <pc:picChg chg="add mod">
          <ac:chgData name="Bernardo Caputo Gomes" userId="6da50d2c-d1b7-4a9f-8ea6-11c55775b80e" providerId="ADAL" clId="{2E3FE783-9AB9-4869-96B1-16E14BA4AC72}" dt="2026-10-07T13:06:32.240" v="8377" actId="1037"/>
          <ac:picMkLst>
            <pc:docMk/>
            <pc:sldMk cId="4074889313" sldId="355"/>
            <ac:picMk id="28" creationId="{A8A3F9C9-F4CF-B9A4-47A6-17155851D8B0}"/>
          </ac:picMkLst>
        </pc:picChg>
        <pc:picChg chg="add mod">
          <ac:chgData name="Bernardo Caputo Gomes" userId="6da50d2c-d1b7-4a9f-8ea6-11c55775b80e" providerId="ADAL" clId="{2E3FE783-9AB9-4869-96B1-16E14BA4AC72}" dt="2026-10-07T13:06:23.505" v="8376" actId="1037"/>
          <ac:picMkLst>
            <pc:docMk/>
            <pc:sldMk cId="4074889313" sldId="355"/>
            <ac:picMk id="61" creationId="{D4167E72-05CA-E765-2E27-36BCF6C023BF}"/>
          </ac:picMkLst>
        </pc:picChg>
        <pc:picChg chg="add mod ord">
          <ac:chgData name="Bernardo Caputo Gomes" userId="6da50d2c-d1b7-4a9f-8ea6-11c55775b80e" providerId="ADAL" clId="{2E3FE783-9AB9-4869-96B1-16E14BA4AC72}" dt="2026-10-07T13:08:09.439" v="8505" actId="171"/>
          <ac:picMkLst>
            <pc:docMk/>
            <pc:sldMk cId="4074889313" sldId="355"/>
            <ac:picMk id="65" creationId="{54EDDD35-4446-ADD7-134F-36A8A55DE55E}"/>
          </ac:picMkLst>
        </pc:picChg>
      </pc:sldChg>
      <pc:sldChg chg="addSp delSp modSp add mod ord modShow">
        <pc:chgData name="Bernardo Caputo Gomes" userId="6da50d2c-d1b7-4a9f-8ea6-11c55775b80e" providerId="ADAL" clId="{2E3FE783-9AB9-4869-96B1-16E14BA4AC72}" dt="2026-10-19T13:28:27.593" v="12281" actId="1037"/>
        <pc:sldMkLst>
          <pc:docMk/>
          <pc:sldMk cId="220619957" sldId="356"/>
        </pc:sldMkLst>
        <pc:spChg chg="add mod ord">
          <ac:chgData name="Bernardo Caputo Gomes" userId="6da50d2c-d1b7-4a9f-8ea6-11c55775b80e" providerId="ADAL" clId="{2E3FE783-9AB9-4869-96B1-16E14BA4AC72}" dt="2026-10-19T13:26:21.124" v="12188" actId="167"/>
          <ac:spMkLst>
            <pc:docMk/>
            <pc:sldMk cId="220619957" sldId="356"/>
            <ac:spMk id="7" creationId="{5E459B01-149D-D571-304F-7CDC7FAA0BDE}"/>
          </ac:spMkLst>
        </pc:spChg>
        <pc:spChg chg="add mod ord">
          <ac:chgData name="Bernardo Caputo Gomes" userId="6da50d2c-d1b7-4a9f-8ea6-11c55775b80e" providerId="ADAL" clId="{2E3FE783-9AB9-4869-96B1-16E14BA4AC72}" dt="2026-10-19T13:28:27.593" v="12281" actId="1037"/>
          <ac:spMkLst>
            <pc:docMk/>
            <pc:sldMk cId="220619957" sldId="356"/>
            <ac:spMk id="11" creationId="{E546553C-22E6-F98D-0723-2AB1C6B95F42}"/>
          </ac:spMkLst>
        </pc:spChg>
        <pc:spChg chg="mod">
          <ac:chgData name="Bernardo Caputo Gomes" userId="6da50d2c-d1b7-4a9f-8ea6-11c55775b80e" providerId="ADAL" clId="{2E3FE783-9AB9-4869-96B1-16E14BA4AC72}" dt="2026-10-07T13:23:51.742" v="8513" actId="20577"/>
          <ac:spMkLst>
            <pc:docMk/>
            <pc:sldMk cId="220619957" sldId="356"/>
            <ac:spMk id="12" creationId="{3B798B2E-50F2-9608-01C4-8E0F89749738}"/>
          </ac:spMkLst>
        </pc:spChg>
        <pc:spChg chg="del mod">
          <ac:chgData name="Bernardo Caputo Gomes" userId="6da50d2c-d1b7-4a9f-8ea6-11c55775b80e" providerId="ADAL" clId="{2E3FE783-9AB9-4869-96B1-16E14BA4AC72}" dt="2026-10-19T13:24:06.139" v="12068" actId="478"/>
          <ac:spMkLst>
            <pc:docMk/>
            <pc:sldMk cId="220619957" sldId="356"/>
            <ac:spMk id="14" creationId="{4AA134FF-E82E-1304-C910-3072ACB8F030}"/>
          </ac:spMkLst>
        </pc:spChg>
        <pc:spChg chg="mod">
          <ac:chgData name="Bernardo Caputo Gomes" userId="6da50d2c-d1b7-4a9f-8ea6-11c55775b80e" providerId="ADAL" clId="{2E3FE783-9AB9-4869-96B1-16E14BA4AC72}" dt="2026-10-07T13:25:40.668" v="8521"/>
          <ac:spMkLst>
            <pc:docMk/>
            <pc:sldMk cId="220619957" sldId="356"/>
            <ac:spMk id="15" creationId="{C20FBB79-E161-99B4-EFB1-AD6642D9BBF0}"/>
          </ac:spMkLst>
        </pc:spChg>
        <pc:spChg chg="mod">
          <ac:chgData name="Bernardo Caputo Gomes" userId="6da50d2c-d1b7-4a9f-8ea6-11c55775b80e" providerId="ADAL" clId="{2E3FE783-9AB9-4869-96B1-16E14BA4AC72}" dt="2026-10-07T13:52:32.018" v="8597" actId="20577"/>
          <ac:spMkLst>
            <pc:docMk/>
            <pc:sldMk cId="220619957" sldId="356"/>
            <ac:spMk id="16" creationId="{7FDD9FD3-835E-0F45-D14A-CBF76BB9DB59}"/>
          </ac:spMkLst>
        </pc:spChg>
        <pc:grpChg chg="add mod ord">
          <ac:chgData name="Bernardo Caputo Gomes" userId="6da50d2c-d1b7-4a9f-8ea6-11c55775b80e" providerId="ADAL" clId="{2E3FE783-9AB9-4869-96B1-16E14BA4AC72}" dt="2026-10-19T13:28:23.839" v="12256" actId="166"/>
          <ac:grpSpMkLst>
            <pc:docMk/>
            <pc:sldMk cId="220619957" sldId="356"/>
            <ac:grpSpMk id="13" creationId="{5C8D30E0-B356-1B9A-1E66-BBC3A583529B}"/>
          </ac:grpSpMkLst>
        </pc:grpChg>
      </pc:sldChg>
      <pc:sldChg chg="addSp delSp modSp add mod">
        <pc:chgData name="Bernardo Caputo Gomes" userId="6da50d2c-d1b7-4a9f-8ea6-11c55775b80e" providerId="ADAL" clId="{2E3FE783-9AB9-4869-96B1-16E14BA4AC72}" dt="2026-10-19T13:33:05.565" v="12491" actId="120"/>
        <pc:sldMkLst>
          <pc:docMk/>
          <pc:sldMk cId="2653754915" sldId="359"/>
        </pc:sldMkLst>
        <pc:spChg chg="add mod ord">
          <ac:chgData name="Bernardo Caputo Gomes" userId="6da50d2c-d1b7-4a9f-8ea6-11c55775b80e" providerId="ADAL" clId="{2E3FE783-9AB9-4869-96B1-16E14BA4AC72}" dt="2026-10-19T13:32:28.781" v="12488" actId="166"/>
          <ac:spMkLst>
            <pc:docMk/>
            <pc:sldMk cId="2653754915" sldId="359"/>
            <ac:spMk id="5" creationId="{E376EDC8-5A1C-96AB-36B3-AF62290AD82D}"/>
          </ac:spMkLst>
        </pc:spChg>
        <pc:spChg chg="del mod">
          <ac:chgData name="Bernardo Caputo Gomes" userId="6da50d2c-d1b7-4a9f-8ea6-11c55775b80e" providerId="ADAL" clId="{2E3FE783-9AB9-4869-96B1-16E14BA4AC72}" dt="2026-10-19T13:23:33.757" v="12039" actId="478"/>
          <ac:spMkLst>
            <pc:docMk/>
            <pc:sldMk cId="2653754915" sldId="359"/>
            <ac:spMk id="6" creationId="{4385508A-80C9-96ED-492E-87B15695A553}"/>
          </ac:spMkLst>
        </pc:spChg>
        <pc:spChg chg="add">
          <ac:chgData name="Bernardo Caputo Gomes" userId="6da50d2c-d1b7-4a9f-8ea6-11c55775b80e" providerId="ADAL" clId="{2E3FE783-9AB9-4869-96B1-16E14BA4AC72}" dt="2026-10-19T13:24:40.601" v="12102" actId="22"/>
          <ac:spMkLst>
            <pc:docMk/>
            <pc:sldMk cId="2653754915" sldId="359"/>
            <ac:spMk id="7" creationId="{F3DE6335-05B4-B2CC-8270-7C44A642315C}"/>
          </ac:spMkLst>
        </pc:spChg>
        <pc:spChg chg="add">
          <ac:chgData name="Bernardo Caputo Gomes" userId="6da50d2c-d1b7-4a9f-8ea6-11c55775b80e" providerId="ADAL" clId="{2E3FE783-9AB9-4869-96B1-16E14BA4AC72}" dt="2026-10-19T13:32:08.626" v="12416" actId="22"/>
          <ac:spMkLst>
            <pc:docMk/>
            <pc:sldMk cId="2653754915" sldId="359"/>
            <ac:spMk id="9" creationId="{AEF949FA-A933-4B26-F32C-2C9B4CB9EA6D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58" creationId="{077DF75D-3016-CF54-361D-54506BF0615B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2" creationId="{15BDD6C1-25C3-9507-E487-5AEEAE463D09}"/>
          </ac:spMkLst>
        </pc:spChg>
        <pc:spChg chg="mod">
          <ac:chgData name="Bernardo Caputo Gomes" userId="6da50d2c-d1b7-4a9f-8ea6-11c55775b80e" providerId="ADAL" clId="{2E3FE783-9AB9-4869-96B1-16E14BA4AC72}" dt="2026-10-19T13:33:05.565" v="12491" actId="120"/>
          <ac:spMkLst>
            <pc:docMk/>
            <pc:sldMk cId="2653754915" sldId="359"/>
            <ac:spMk id="164" creationId="{9C119796-2CFA-E2C1-A980-05B8C99AA3F4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73" creationId="{05B3AC93-2DE4-FC00-4B5B-F1CDF6ABE726}"/>
          </ac:spMkLst>
        </pc:spChg>
        <pc:spChg chg="del">
          <ac:chgData name="Bernardo Caputo Gomes" userId="6da50d2c-d1b7-4a9f-8ea6-11c55775b80e" providerId="ADAL" clId="{2E3FE783-9AB9-4869-96B1-16E14BA4AC72}" dt="2026-10-19T13:32:01.107" v="12414" actId="478"/>
          <ac:spMkLst>
            <pc:docMk/>
            <pc:sldMk cId="2653754915" sldId="359"/>
            <ac:spMk id="182" creationId="{67AC00FE-D2CD-0269-5DE0-3EBCDB5C7839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33:09.850" v="12493" actId="120"/>
        <pc:sldMkLst>
          <pc:docMk/>
          <pc:sldMk cId="368819736" sldId="360"/>
        </pc:sldMkLst>
        <pc:spChg chg="add">
          <ac:chgData name="Bernardo Caputo Gomes" userId="6da50d2c-d1b7-4a9f-8ea6-11c55775b80e" providerId="ADAL" clId="{2E3FE783-9AB9-4869-96B1-16E14BA4AC72}" dt="2026-10-19T13:24:42.914" v="12103" actId="22"/>
          <ac:spMkLst>
            <pc:docMk/>
            <pc:sldMk cId="368819736" sldId="360"/>
            <ac:spMk id="5" creationId="{E3724198-AB4E-3C47-5449-9FBF8AA1EAC2}"/>
          </ac:spMkLst>
        </pc:spChg>
        <pc:spChg chg="del">
          <ac:chgData name="Bernardo Caputo Gomes" userId="6da50d2c-d1b7-4a9f-8ea6-11c55775b80e" providerId="ADAL" clId="{2E3FE783-9AB9-4869-96B1-16E14BA4AC72}" dt="2026-10-19T13:23:36.250" v="12040" actId="478"/>
          <ac:spMkLst>
            <pc:docMk/>
            <pc:sldMk cId="368819736" sldId="360"/>
            <ac:spMk id="6" creationId="{BBBE0560-4EAF-FB8C-8ADD-244D45B263EE}"/>
          </ac:spMkLst>
        </pc:spChg>
        <pc:spChg chg="add">
          <ac:chgData name="Bernardo Caputo Gomes" userId="6da50d2c-d1b7-4a9f-8ea6-11c55775b80e" providerId="ADAL" clId="{2E3FE783-9AB9-4869-96B1-16E14BA4AC72}" dt="2026-10-19T13:32:10.067" v="12417" actId="22"/>
          <ac:spMkLst>
            <pc:docMk/>
            <pc:sldMk cId="368819736" sldId="360"/>
            <ac:spMk id="8" creationId="{7C9FF692-E62D-0573-53F7-3435556E347B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58" creationId="{090042AF-34CB-11DD-FA38-7672EC82C168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0" creationId="{F9545BE1-1BFC-E44F-73C9-3120C7650649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2" creationId="{373B3A66-B82F-C1B6-AC01-8EE478F0AF6D}"/>
          </ac:spMkLst>
        </pc:spChg>
        <pc:spChg chg="mod">
          <ac:chgData name="Bernardo Caputo Gomes" userId="6da50d2c-d1b7-4a9f-8ea6-11c55775b80e" providerId="ADAL" clId="{2E3FE783-9AB9-4869-96B1-16E14BA4AC72}" dt="2026-10-19T13:33:09.850" v="12493" actId="120"/>
          <ac:spMkLst>
            <pc:docMk/>
            <pc:sldMk cId="368819736" sldId="360"/>
            <ac:spMk id="164" creationId="{1B933D1B-DE51-EEFA-B9B9-4AB877748672}"/>
          </ac:spMkLst>
        </pc:spChg>
        <pc:spChg chg="del mod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73" creationId="{BFB8E17F-A58B-07D1-4B17-E19724BA8DBC}"/>
          </ac:spMkLst>
        </pc:spChg>
        <pc:spChg chg="del">
          <ac:chgData name="Bernardo Caputo Gomes" userId="6da50d2c-d1b7-4a9f-8ea6-11c55775b80e" providerId="ADAL" clId="{2E3FE783-9AB9-4869-96B1-16E14BA4AC72}" dt="2026-10-19T13:32:04.347" v="12415" actId="478"/>
          <ac:spMkLst>
            <pc:docMk/>
            <pc:sldMk cId="368819736" sldId="360"/>
            <ac:spMk id="182" creationId="{AFD3B2D9-0C38-0A0E-D1C6-77CF8C58E6B9}"/>
          </ac:spMkLst>
        </pc:spChg>
      </pc:sldChg>
      <pc:sldChg chg="addSp delSp modSp mod ord">
        <pc:chgData name="Bernardo Caputo Gomes" userId="6da50d2c-d1b7-4a9f-8ea6-11c55775b80e" providerId="ADAL" clId="{2E3FE783-9AB9-4869-96B1-16E14BA4AC72}" dt="2026-10-19T14:29:08.238" v="13964" actId="403"/>
        <pc:sldMkLst>
          <pc:docMk/>
          <pc:sldMk cId="500312946" sldId="382"/>
        </pc:sldMkLst>
        <pc:spChg chg="add del">
          <ac:chgData name="Bernardo Caputo Gomes" userId="6da50d2c-d1b7-4a9f-8ea6-11c55775b80e" providerId="ADAL" clId="{2E3FE783-9AB9-4869-96B1-16E14BA4AC72}" dt="2026-10-19T13:27:04.228" v="12195" actId="478"/>
          <ac:spMkLst>
            <pc:docMk/>
            <pc:sldMk cId="500312946" sldId="382"/>
            <ac:spMk id="4" creationId="{B0197B31-260B-3586-EF2E-1E01EFCE6AC4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" creationId="{2F2CE470-BA60-F6F9-CCF3-3C0AA9FAE566}"/>
          </ac:spMkLst>
        </pc:spChg>
        <pc:spChg chg="del">
          <ac:chgData name="Bernardo Caputo Gomes" userId="6da50d2c-d1b7-4a9f-8ea6-11c55775b80e" providerId="ADAL" clId="{2E3FE783-9AB9-4869-96B1-16E14BA4AC72}" dt="2026-10-19T13:24:14.801" v="12070" actId="478"/>
          <ac:spMkLst>
            <pc:docMk/>
            <pc:sldMk cId="500312946" sldId="382"/>
            <ac:spMk id="6" creationId="{51A93D02-B12F-BA8F-E0A3-D24C4D459106}"/>
          </ac:spMkLst>
        </pc:spChg>
        <pc:spChg chg="add">
          <ac:chgData name="Bernardo Caputo Gomes" userId="6da50d2c-d1b7-4a9f-8ea6-11c55775b80e" providerId="ADAL" clId="{2E3FE783-9AB9-4869-96B1-16E14BA4AC72}" dt="2026-10-19T13:27:10.932" v="12196" actId="22"/>
          <ac:spMkLst>
            <pc:docMk/>
            <pc:sldMk cId="500312946" sldId="382"/>
            <ac:spMk id="8" creationId="{4ED7D5E3-3F74-3D24-DA4B-105C05C4254E}"/>
          </ac:spMkLst>
        </pc:spChg>
        <pc:spChg chg="add del">
          <ac:chgData name="Bernardo Caputo Gomes" userId="6da50d2c-d1b7-4a9f-8ea6-11c55775b80e" providerId="ADAL" clId="{2E3FE783-9AB9-4869-96B1-16E14BA4AC72}" dt="2026-10-19T13:39:08.934" v="12499" actId="478"/>
          <ac:spMkLst>
            <pc:docMk/>
            <pc:sldMk cId="500312946" sldId="382"/>
            <ac:spMk id="10" creationId="{2FA26642-D363-1E64-2A16-AE069BFE71B3}"/>
          </ac:spMkLst>
        </pc:spChg>
        <pc:spChg chg="add mod">
          <ac:chgData name="Bernardo Caputo Gomes" userId="6da50d2c-d1b7-4a9f-8ea6-11c55775b80e" providerId="ADAL" clId="{2E3FE783-9AB9-4869-96B1-16E14BA4AC72}" dt="2026-10-19T13:47:51.397" v="13032" actId="14100"/>
          <ac:spMkLst>
            <pc:docMk/>
            <pc:sldMk cId="500312946" sldId="382"/>
            <ac:spMk id="12" creationId="{77C4FC2B-B569-D04E-0597-318B6125D96E}"/>
          </ac:spMkLst>
        </pc:spChg>
        <pc:spChg chg="add mod">
          <ac:chgData name="Bernardo Caputo Gomes" userId="6da50d2c-d1b7-4a9f-8ea6-11c55775b80e" providerId="ADAL" clId="{2E3FE783-9AB9-4869-96B1-16E14BA4AC72}" dt="2026-10-19T13:42:05.907" v="12900" actId="14100"/>
          <ac:spMkLst>
            <pc:docMk/>
            <pc:sldMk cId="500312946" sldId="382"/>
            <ac:spMk id="14" creationId="{A2857889-E60E-682B-C005-EB6698412C4A}"/>
          </ac:spMkLst>
        </pc:spChg>
        <pc:spChg chg="add mod">
          <ac:chgData name="Bernardo Caputo Gomes" userId="6da50d2c-d1b7-4a9f-8ea6-11c55775b80e" providerId="ADAL" clId="{2E3FE783-9AB9-4869-96B1-16E14BA4AC72}" dt="2026-10-19T13:47:51.661" v="13034" actId="1037"/>
          <ac:spMkLst>
            <pc:docMk/>
            <pc:sldMk cId="500312946" sldId="382"/>
            <ac:spMk id="17" creationId="{CCA83683-5054-1963-ED4D-F30F2D83ABF4}"/>
          </ac:spMkLst>
        </pc:spChg>
        <pc:spChg chg="add del ord">
          <ac:chgData name="Bernardo Caputo Gomes" userId="6da50d2c-d1b7-4a9f-8ea6-11c55775b80e" providerId="ADAL" clId="{2E3FE783-9AB9-4869-96B1-16E14BA4AC72}" dt="2026-10-19T13:41:34.971" v="12883" actId="478"/>
          <ac:spMkLst>
            <pc:docMk/>
            <pc:sldMk cId="500312946" sldId="382"/>
            <ac:spMk id="19" creationId="{6816CA93-B83A-6C18-2E6C-C36BF735A81B}"/>
          </ac:spMkLst>
        </pc:spChg>
        <pc:spChg chg="add del">
          <ac:chgData name="Bernardo Caputo Gomes" userId="6da50d2c-d1b7-4a9f-8ea6-11c55775b80e" providerId="ADAL" clId="{2E3FE783-9AB9-4869-96B1-16E14BA4AC72}" dt="2026-10-19T13:42:31.799" v="12904" actId="478"/>
          <ac:spMkLst>
            <pc:docMk/>
            <pc:sldMk cId="500312946" sldId="382"/>
            <ac:spMk id="21" creationId="{0759723B-F8B8-EBF9-3C6B-AC690A820844}"/>
          </ac:spMkLst>
        </pc:spChg>
        <pc:spChg chg="add del ord">
          <ac:chgData name="Bernardo Caputo Gomes" userId="6da50d2c-d1b7-4a9f-8ea6-11c55775b80e" providerId="ADAL" clId="{2E3FE783-9AB9-4869-96B1-16E14BA4AC72}" dt="2026-10-19T13:47:51.225" v="13031" actId="478"/>
          <ac:spMkLst>
            <pc:docMk/>
            <pc:sldMk cId="500312946" sldId="382"/>
            <ac:spMk id="23" creationId="{C10DE3EE-AE80-A5EE-D916-AFDCE3A63FBC}"/>
          </ac:spMkLst>
        </pc:spChg>
        <pc:spChg chg="mod">
          <ac:chgData name="Bernardo Caputo Gomes" userId="6da50d2c-d1b7-4a9f-8ea6-11c55775b80e" providerId="ADAL" clId="{2E3FE783-9AB9-4869-96B1-16E14BA4AC72}" dt="2026-10-19T13:49:46.743" v="13087"/>
          <ac:spMkLst>
            <pc:docMk/>
            <pc:sldMk cId="500312946" sldId="382"/>
            <ac:spMk id="28" creationId="{9EAB2D78-14F6-8CD0-EC43-03F431E97CE7}"/>
          </ac:spMkLst>
        </pc:spChg>
        <pc:spChg chg="mod">
          <ac:chgData name="Bernardo Caputo Gomes" userId="6da50d2c-d1b7-4a9f-8ea6-11c55775b80e" providerId="ADAL" clId="{2E3FE783-9AB9-4869-96B1-16E14BA4AC72}" dt="2026-10-19T13:52:18.295" v="13158" actId="20577"/>
          <ac:spMkLst>
            <pc:docMk/>
            <pc:sldMk cId="500312946" sldId="382"/>
            <ac:spMk id="29" creationId="{A15F6ADD-AB16-119F-534B-A19AFB6E5D33}"/>
          </ac:spMkLst>
        </pc:spChg>
        <pc:spChg chg="mod">
          <ac:chgData name="Bernardo Caputo Gomes" userId="6da50d2c-d1b7-4a9f-8ea6-11c55775b80e" providerId="ADAL" clId="{2E3FE783-9AB9-4869-96B1-16E14BA4AC72}" dt="2026-10-19T13:53:57.528" v="13498" actId="20577"/>
          <ac:spMkLst>
            <pc:docMk/>
            <pc:sldMk cId="500312946" sldId="382"/>
            <ac:spMk id="30" creationId="{DDC9C0FD-6435-DAA1-EF56-065F442D40B5}"/>
          </ac:spMkLst>
        </pc:spChg>
        <pc:spChg chg="mod">
          <ac:chgData name="Bernardo Caputo Gomes" userId="6da50d2c-d1b7-4a9f-8ea6-11c55775b80e" providerId="ADAL" clId="{2E3FE783-9AB9-4869-96B1-16E14BA4AC72}" dt="2026-10-19T13:51:54.225" v="13153" actId="14100"/>
          <ac:spMkLst>
            <pc:docMk/>
            <pc:sldMk cId="500312946" sldId="382"/>
            <ac:spMk id="31" creationId="{34186870-6228-808B-03D0-88668B8D42D0}"/>
          </ac:spMkLst>
        </pc:spChg>
        <pc:spChg chg="mod">
          <ac:chgData name="Bernardo Caputo Gomes" userId="6da50d2c-d1b7-4a9f-8ea6-11c55775b80e" providerId="ADAL" clId="{2E3FE783-9AB9-4869-96B1-16E14BA4AC72}" dt="2026-10-19T13:53:01.730" v="13213" actId="20577"/>
          <ac:spMkLst>
            <pc:docMk/>
            <pc:sldMk cId="500312946" sldId="382"/>
            <ac:spMk id="32" creationId="{ED44702B-9863-81AB-93C2-FAF24B217CC1}"/>
          </ac:spMkLst>
        </pc:spChg>
        <pc:spChg chg="mod">
          <ac:chgData name="Bernardo Caputo Gomes" userId="6da50d2c-d1b7-4a9f-8ea6-11c55775b80e" providerId="ADAL" clId="{2E3FE783-9AB9-4869-96B1-16E14BA4AC72}" dt="2026-10-19T13:53:26.791" v="13340" actId="20577"/>
          <ac:spMkLst>
            <pc:docMk/>
            <pc:sldMk cId="500312946" sldId="382"/>
            <ac:spMk id="33" creationId="{A30A6E9C-34B8-86F0-153F-D5DDC40B9248}"/>
          </ac:spMkLst>
        </pc:spChg>
        <pc:spChg chg="add mod">
          <ac:chgData name="Bernardo Caputo Gomes" userId="6da50d2c-d1b7-4a9f-8ea6-11c55775b80e" providerId="ADAL" clId="{2E3FE783-9AB9-4869-96B1-16E14BA4AC72}" dt="2026-10-19T14:28:27.504" v="13947" actId="164"/>
          <ac:spMkLst>
            <pc:docMk/>
            <pc:sldMk cId="500312946" sldId="382"/>
            <ac:spMk id="35" creationId="{F93A6B1A-AF39-F751-A85B-E35D0BCE739F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7" creationId="{E75E5A14-51C9-1E7A-EAC5-C1F0D93CF11E}"/>
          </ac:spMkLst>
        </pc:spChg>
        <pc:spChg chg="mod">
          <ac:chgData name="Bernardo Caputo Gomes" userId="6da50d2c-d1b7-4a9f-8ea6-11c55775b80e" providerId="ADAL" clId="{2E3FE783-9AB9-4869-96B1-16E14BA4AC72}" dt="2026-10-19T13:54:11.509" v="13501"/>
          <ac:spMkLst>
            <pc:docMk/>
            <pc:sldMk cId="500312946" sldId="382"/>
            <ac:spMk id="38" creationId="{416C9A75-1B52-51C6-EEEB-AEC371D1DD0B}"/>
          </ac:spMkLst>
        </pc:spChg>
        <pc:spChg chg="mod">
          <ac:chgData name="Bernardo Caputo Gomes" userId="6da50d2c-d1b7-4a9f-8ea6-11c55775b80e" providerId="ADAL" clId="{2E3FE783-9AB9-4869-96B1-16E14BA4AC72}" dt="2026-10-19T14:26:56.250" v="13919" actId="20577"/>
          <ac:spMkLst>
            <pc:docMk/>
            <pc:sldMk cId="500312946" sldId="382"/>
            <ac:spMk id="39" creationId="{E826853A-DFB7-6285-C527-6938364948AC}"/>
          </ac:spMkLst>
        </pc:spChg>
        <pc:spChg chg="mod">
          <ac:chgData name="Bernardo Caputo Gomes" userId="6da50d2c-d1b7-4a9f-8ea6-11c55775b80e" providerId="ADAL" clId="{2E3FE783-9AB9-4869-96B1-16E14BA4AC72}" dt="2026-10-19T14:24:44.392" v="13551" actId="14100"/>
          <ac:spMkLst>
            <pc:docMk/>
            <pc:sldMk cId="500312946" sldId="382"/>
            <ac:spMk id="40" creationId="{E6AA1FB3-98A7-DCD6-5ED5-E497F43F3649}"/>
          </ac:spMkLst>
        </pc:spChg>
        <pc:spChg chg="mod">
          <ac:chgData name="Bernardo Caputo Gomes" userId="6da50d2c-d1b7-4a9f-8ea6-11c55775b80e" providerId="ADAL" clId="{2E3FE783-9AB9-4869-96B1-16E14BA4AC72}" dt="2026-10-19T14:25:49.810" v="13620" actId="20577"/>
          <ac:spMkLst>
            <pc:docMk/>
            <pc:sldMk cId="500312946" sldId="382"/>
            <ac:spMk id="41" creationId="{7A4D2D0B-7148-87E4-9650-84932D2F315A}"/>
          </ac:spMkLst>
        </pc:spChg>
        <pc:spChg chg="mod">
          <ac:chgData name="Bernardo Caputo Gomes" userId="6da50d2c-d1b7-4a9f-8ea6-11c55775b80e" providerId="ADAL" clId="{2E3FE783-9AB9-4869-96B1-16E14BA4AC72}" dt="2026-10-19T14:26:21.530" v="13763" actId="20577"/>
          <ac:spMkLst>
            <pc:docMk/>
            <pc:sldMk cId="500312946" sldId="382"/>
            <ac:spMk id="42" creationId="{AC7E6CDA-5CC9-D108-4390-98EDAC5831C1}"/>
          </ac:spMkLst>
        </pc:spChg>
        <pc:spChg chg="add mod">
          <ac:chgData name="Bernardo Caputo Gomes" userId="6da50d2c-d1b7-4a9f-8ea6-11c55775b80e" providerId="ADAL" clId="{2E3FE783-9AB9-4869-96B1-16E14BA4AC72}" dt="2026-10-19T14:28:14.374" v="13946" actId="164"/>
          <ac:spMkLst>
            <pc:docMk/>
            <pc:sldMk cId="500312946" sldId="382"/>
            <ac:spMk id="44" creationId="{57FB25C5-8DA7-A315-AA4A-070CA5084803}"/>
          </ac:spMkLst>
        </pc:spChg>
        <pc:spChg chg="add mod">
          <ac:chgData name="Bernardo Caputo Gomes" userId="6da50d2c-d1b7-4a9f-8ea6-11c55775b80e" providerId="ADAL" clId="{2E3FE783-9AB9-4869-96B1-16E14BA4AC72}" dt="2026-10-19T14:28:03.952" v="13945" actId="571"/>
          <ac:spMkLst>
            <pc:docMk/>
            <pc:sldMk cId="500312946" sldId="382"/>
            <ac:spMk id="45" creationId="{ADE6EE4A-BAFA-52DB-AA13-76A421069B7E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8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1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5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38.126" v="13953" actId="1035"/>
          <ac:spMkLst>
            <pc:docMk/>
            <pc:sldMk cId="500312946" sldId="382"/>
            <ac:spMk id="502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5027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29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503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4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5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5037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1.776" v="12878" actId="478"/>
          <ac:spMkLst>
            <pc:docMk/>
            <pc:sldMk cId="500312946" sldId="382"/>
            <ac:spMk id="5044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5" creationId="{00000000-0000-0000-0000-000000000000}"/>
          </ac:spMkLst>
        </pc:spChg>
        <pc:spChg chg="del mod">
          <ac:chgData name="Bernardo Caputo Gomes" userId="6da50d2c-d1b7-4a9f-8ea6-11c55775b80e" providerId="ADAL" clId="{2E3FE783-9AB9-4869-96B1-16E14BA4AC72}" dt="2026-10-19T13:40:50.336" v="12877" actId="478"/>
          <ac:spMkLst>
            <pc:docMk/>
            <pc:sldMk cId="500312946" sldId="382"/>
            <ac:spMk id="5046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5:14.184" v="13552" actId="14100"/>
          <ac:spMkLst>
            <pc:docMk/>
            <pc:sldMk cId="500312946" sldId="382"/>
            <ac:spMk id="6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6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6003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9:08.238" v="13964" actId="403"/>
          <ac:spMkLst>
            <pc:docMk/>
            <pc:sldMk cId="500312946" sldId="382"/>
            <ac:spMk id="700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4:28:59.961" v="13954" actId="164"/>
          <ac:spMkLst>
            <pc:docMk/>
            <pc:sldMk cId="500312946" sldId="382"/>
            <ac:spMk id="700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1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1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12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9:22.621" v="13082" actId="164"/>
          <ac:spMkLst>
            <pc:docMk/>
            <pc:sldMk cId="500312946" sldId="382"/>
            <ac:spMk id="7020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3.158" v="13046" actId="164"/>
          <ac:spMkLst>
            <pc:docMk/>
            <pc:sldMk cId="500312946" sldId="382"/>
            <ac:spMk id="7021" creationId="{00000000-0000-0000-0000-000000000000}"/>
          </ac:spMkLst>
        </pc:spChg>
        <pc:spChg chg="mod">
          <ac:chgData name="Bernardo Caputo Gomes" userId="6da50d2c-d1b7-4a9f-8ea6-11c55775b80e" providerId="ADAL" clId="{2E3FE783-9AB9-4869-96B1-16E14BA4AC72}" dt="2026-10-19T13:47:52.779" v="13043" actId="164"/>
          <ac:spMkLst>
            <pc:docMk/>
            <pc:sldMk cId="500312946" sldId="382"/>
            <ac:spMk id="7022" creationId="{00000000-0000-0000-0000-000000000000}"/>
          </ac:spMkLst>
        </pc:spChg>
        <pc:grpChg chg="add del mod">
          <ac:chgData name="Bernardo Caputo Gomes" userId="6da50d2c-d1b7-4a9f-8ea6-11c55775b80e" providerId="ADAL" clId="{2E3FE783-9AB9-4869-96B1-16E14BA4AC72}" dt="2026-10-19T13:54:04.211" v="13499" actId="478"/>
          <ac:grpSpMkLst>
            <pc:docMk/>
            <pc:sldMk cId="500312946" sldId="382"/>
            <ac:grpSpMk id="24" creationId="{9B26A6ED-6E8E-6922-C4A0-4BC11ACAB3A1}"/>
          </ac:grpSpMkLst>
        </pc:grpChg>
        <pc:grpChg chg="add del mod">
          <ac:chgData name="Bernardo Caputo Gomes" userId="6da50d2c-d1b7-4a9f-8ea6-11c55775b80e" providerId="ADAL" clId="{2E3FE783-9AB9-4869-96B1-16E14BA4AC72}" dt="2026-10-19T14:27:00.054" v="13920" actId="478"/>
          <ac:grpSpMkLst>
            <pc:docMk/>
            <pc:sldMk cId="500312946" sldId="382"/>
            <ac:grpSpMk id="25" creationId="{616DE9F9-B43C-2692-E830-86242A852E83}"/>
          </ac:grpSpMkLst>
        </pc:grpChg>
        <pc:grpChg chg="add mod">
          <ac:chgData name="Bernardo Caputo Gomes" userId="6da50d2c-d1b7-4a9f-8ea6-11c55775b80e" providerId="ADAL" clId="{2E3FE783-9AB9-4869-96B1-16E14BA4AC72}" dt="2026-10-19T13:54:26.163" v="13504" actId="12789"/>
          <ac:grpSpMkLst>
            <pc:docMk/>
            <pc:sldMk cId="500312946" sldId="382"/>
            <ac:grpSpMk id="26" creationId="{F1386C36-6728-C9F2-EDD9-E644D6AB1972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27" creationId="{FC0B1137-60C1-AF85-7A67-EC8E72FDD3A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36" creationId="{DBDD04F1-9736-FB3B-9AC3-1AFDD3EB15C6}"/>
          </ac:grpSpMkLst>
        </pc:grpChg>
        <pc:grpChg chg="add mod">
          <ac:chgData name="Bernardo Caputo Gomes" userId="6da50d2c-d1b7-4a9f-8ea6-11c55775b80e" providerId="ADAL" clId="{2E3FE783-9AB9-4869-96B1-16E14BA4AC72}" dt="2026-10-19T14:28:14.374" v="13946" actId="164"/>
          <ac:grpSpMkLst>
            <pc:docMk/>
            <pc:sldMk cId="500312946" sldId="382"/>
            <ac:grpSpMk id="46" creationId="{B6F0CDB1-E695-AA5B-A9B2-A7EC6FF1D8ED}"/>
          </ac:grpSpMkLst>
        </pc:grpChg>
        <pc:grpChg chg="add mod">
          <ac:chgData name="Bernardo Caputo Gomes" userId="6da50d2c-d1b7-4a9f-8ea6-11c55775b80e" providerId="ADAL" clId="{2E3FE783-9AB9-4869-96B1-16E14BA4AC72}" dt="2026-10-19T14:28:27.504" v="13947" actId="164"/>
          <ac:grpSpMkLst>
            <pc:docMk/>
            <pc:sldMk cId="500312946" sldId="382"/>
            <ac:grpSpMk id="47" creationId="{E07F5604-F7BA-871E-238E-4A2850FBE5A4}"/>
          </ac:grpSpMkLst>
        </pc:grpChg>
        <pc:grpChg chg="add mod">
          <ac:chgData name="Bernardo Caputo Gomes" userId="6da50d2c-d1b7-4a9f-8ea6-11c55775b80e" providerId="ADAL" clId="{2E3FE783-9AB9-4869-96B1-16E14BA4AC72}" dt="2026-10-19T14:29:02.076" v="13963" actId="1036"/>
          <ac:grpSpMkLst>
            <pc:docMk/>
            <pc:sldMk cId="500312946" sldId="382"/>
            <ac:grpSpMk id="48" creationId="{4F487CFD-7778-037B-0187-FDF49CBF16AE}"/>
          </ac:grpSpMkLst>
        </pc:grpChg>
      </pc:sldChg>
      <pc:sldChg chg="addSp delSp mod ord">
        <pc:chgData name="Bernardo Caputo Gomes" userId="6da50d2c-d1b7-4a9f-8ea6-11c55775b80e" providerId="ADAL" clId="{2E3FE783-9AB9-4869-96B1-16E14BA4AC72}" dt="2026-10-19T13:34:18.855" v="12497"/>
        <pc:sldMkLst>
          <pc:docMk/>
          <pc:sldMk cId="3868462077" sldId="384"/>
        </pc:sldMkLst>
        <pc:spChg chg="add del">
          <ac:chgData name="Bernardo Caputo Gomes" userId="6da50d2c-d1b7-4a9f-8ea6-11c55775b80e" providerId="ADAL" clId="{2E3FE783-9AB9-4869-96B1-16E14BA4AC72}" dt="2026-10-19T13:27:15.385" v="12197" actId="478"/>
          <ac:spMkLst>
            <pc:docMk/>
            <pc:sldMk cId="3868462077" sldId="384"/>
            <ac:spMk id="6" creationId="{4C8565EA-0584-43A9-46FB-C50BBD7CE3DF}"/>
          </ac:spMkLst>
        </pc:spChg>
        <pc:spChg chg="add">
          <ac:chgData name="Bernardo Caputo Gomes" userId="6da50d2c-d1b7-4a9f-8ea6-11c55775b80e" providerId="ADAL" clId="{2E3FE783-9AB9-4869-96B1-16E14BA4AC72}" dt="2026-10-19T13:27:22.618" v="12198" actId="22"/>
          <ac:spMkLst>
            <pc:docMk/>
            <pc:sldMk cId="3868462077" sldId="384"/>
            <ac:spMk id="8" creationId="{141F0957-BBE8-6E43-8F34-BF80D9E55FBA}"/>
          </ac:spMkLst>
        </pc:spChg>
        <pc:spChg chg="del">
          <ac:chgData name="Bernardo Caputo Gomes" userId="6da50d2c-d1b7-4a9f-8ea6-11c55775b80e" providerId="ADAL" clId="{2E3FE783-9AB9-4869-96B1-16E14BA4AC72}" dt="2026-10-19T13:24:16.468" v="12071" actId="478"/>
          <ac:spMkLst>
            <pc:docMk/>
            <pc:sldMk cId="3868462077" sldId="384"/>
            <ac:spMk id="62" creationId="{8D994346-6AC5-548C-5E51-C22F193E1068}"/>
          </ac:spMkLst>
        </pc:spChg>
      </pc:sldChg>
      <pc:sldChg chg="addSp delSp modSp add mod">
        <pc:chgData name="Bernardo Caputo Gomes" userId="6da50d2c-d1b7-4a9f-8ea6-11c55775b80e" providerId="ADAL" clId="{2E3FE783-9AB9-4869-96B1-16E14BA4AC72}" dt="2026-10-19T13:15:48.791" v="11891" actId="20577"/>
        <pc:sldMkLst>
          <pc:docMk/>
          <pc:sldMk cId="3498216271" sldId="390"/>
        </pc:sldMkLst>
        <pc:spChg chg="mod">
          <ac:chgData name="Bernardo Caputo Gomes" userId="6da50d2c-d1b7-4a9f-8ea6-11c55775b80e" providerId="ADAL" clId="{2E3FE783-9AB9-4869-96B1-16E14BA4AC72}" dt="2026-10-19T13:10:27.550" v="11328" actId="1076"/>
          <ac:spMkLst>
            <pc:docMk/>
            <pc:sldMk cId="3498216271" sldId="390"/>
            <ac:spMk id="6" creationId="{8792A472-BBCB-B1A9-02D3-73E25495145D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12" creationId="{4E731C5F-FF2B-958C-775D-2889C59A0015}"/>
          </ac:spMkLst>
        </pc:spChg>
        <pc:spChg chg="mod">
          <ac:chgData name="Bernardo Caputo Gomes" userId="6da50d2c-d1b7-4a9f-8ea6-11c55775b80e" providerId="ADAL" clId="{2E3FE783-9AB9-4869-96B1-16E14BA4AC72}" dt="2026-10-19T13:14:15.390" v="11576" actId="20577"/>
          <ac:spMkLst>
            <pc:docMk/>
            <pc:sldMk cId="3498216271" sldId="390"/>
            <ac:spMk id="15" creationId="{ABEE45AC-1F88-9C80-5A9D-25C8FC0DECB0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16" creationId="{BC60BFAC-2906-466A-DBC0-14CA9DB550E1}"/>
          </ac:spMkLst>
        </pc:spChg>
        <pc:spChg chg="mod">
          <ac:chgData name="Bernardo Caputo Gomes" userId="6da50d2c-d1b7-4a9f-8ea6-11c55775b80e" providerId="ADAL" clId="{2E3FE783-9AB9-4869-96B1-16E14BA4AC72}" dt="2026-10-19T13:15:03.299" v="11694" actId="20577"/>
          <ac:spMkLst>
            <pc:docMk/>
            <pc:sldMk cId="3498216271" sldId="390"/>
            <ac:spMk id="17" creationId="{3BCF08FD-CCFF-333F-F26B-DA577435CEF7}"/>
          </ac:spMkLst>
        </pc:spChg>
        <pc:spChg chg="mod">
          <ac:chgData name="Bernardo Caputo Gomes" userId="6da50d2c-d1b7-4a9f-8ea6-11c55775b80e" providerId="ADAL" clId="{2E3FE783-9AB9-4869-96B1-16E14BA4AC72}" dt="2026-10-19T13:10:58.588" v="11406" actId="555"/>
          <ac:spMkLst>
            <pc:docMk/>
            <pc:sldMk cId="3498216271" sldId="390"/>
            <ac:spMk id="18" creationId="{4FE112DC-C6B8-EA46-CBB9-EFB34831D665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21" creationId="{88ACFBD3-E6AE-1D00-E7AD-5DF5C096DA54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25" creationId="{32D782FA-4707-F359-862E-75B18B33876D}"/>
          </ac:spMkLst>
        </pc:spChg>
        <pc:spChg chg="mod">
          <ac:chgData name="Bernardo Caputo Gomes" userId="6da50d2c-d1b7-4a9f-8ea6-11c55775b80e" providerId="ADAL" clId="{2E3FE783-9AB9-4869-96B1-16E14BA4AC72}" dt="2026-10-19T13:14:30.237" v="11617" actId="20577"/>
          <ac:spMkLst>
            <pc:docMk/>
            <pc:sldMk cId="3498216271" sldId="390"/>
            <ac:spMk id="35" creationId="{2A5EEBDA-A6E4-B80E-40E6-BA03CF3C933E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38" creationId="{9C3E47EE-E0CC-327A-037B-1A788985623A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1" creationId="{358370EF-10BF-3ABE-FF88-00E74EF333BB}"/>
          </ac:spMkLst>
        </pc:spChg>
        <pc:spChg chg="mod">
          <ac:chgData name="Bernardo Caputo Gomes" userId="6da50d2c-d1b7-4a9f-8ea6-11c55775b80e" providerId="ADAL" clId="{2E3FE783-9AB9-4869-96B1-16E14BA4AC72}" dt="2026-10-19T13:14:52.206" v="11674" actId="20577"/>
          <ac:spMkLst>
            <pc:docMk/>
            <pc:sldMk cId="3498216271" sldId="390"/>
            <ac:spMk id="42" creationId="{DCCBDB7F-B958-A8F1-E067-E3A6464A7127}"/>
          </ac:spMkLst>
        </pc:spChg>
        <pc:spChg chg="mod">
          <ac:chgData name="Bernardo Caputo Gomes" userId="6da50d2c-d1b7-4a9f-8ea6-11c55775b80e" providerId="ADAL" clId="{2E3FE783-9AB9-4869-96B1-16E14BA4AC72}" dt="2026-10-19T13:04:55.039" v="10946" actId="165"/>
          <ac:spMkLst>
            <pc:docMk/>
            <pc:sldMk cId="3498216271" sldId="390"/>
            <ac:spMk id="45" creationId="{24F6DFF8-1197-495F-3719-D4F53C7DA8C0}"/>
          </ac:spMkLst>
        </pc:spChg>
        <pc:spChg chg="mod">
          <ac:chgData name="Bernardo Caputo Gomes" userId="6da50d2c-d1b7-4a9f-8ea6-11c55775b80e" providerId="ADAL" clId="{2E3FE783-9AB9-4869-96B1-16E14BA4AC72}" dt="2026-10-19T13:13:13.321" v="11458" actId="20577"/>
          <ac:spMkLst>
            <pc:docMk/>
            <pc:sldMk cId="3498216271" sldId="390"/>
            <ac:spMk id="47" creationId="{69EF170F-7C0B-99B1-AA2C-C85FE5383EB7}"/>
          </ac:spMkLst>
        </pc:spChg>
        <pc:spChg chg="mod">
          <ac:chgData name="Bernardo Caputo Gomes" userId="6da50d2c-d1b7-4a9f-8ea6-11c55775b80e" providerId="ADAL" clId="{2E3FE783-9AB9-4869-96B1-16E14BA4AC72}" dt="2026-10-19T13:15:18.824" v="11760" actId="20577"/>
          <ac:spMkLst>
            <pc:docMk/>
            <pc:sldMk cId="3498216271" sldId="390"/>
            <ac:spMk id="48" creationId="{9371A593-E34B-66F1-31EC-D7F9F069F452}"/>
          </ac:spMkLst>
        </pc:spChg>
        <pc:spChg chg="mod">
          <ac:chgData name="Bernardo Caputo Gomes" userId="6da50d2c-d1b7-4a9f-8ea6-11c55775b80e" providerId="ADAL" clId="{2E3FE783-9AB9-4869-96B1-16E14BA4AC72}" dt="2026-10-19T13:06:52.238" v="11177"/>
          <ac:spMkLst>
            <pc:docMk/>
            <pc:sldMk cId="3498216271" sldId="390"/>
            <ac:spMk id="56" creationId="{AD7C93B4-AE87-729B-6460-D6C45A74BC4C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8" creationId="{97B2ABE8-483B-F2C8-7D31-8D6C42884533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59" creationId="{E9E8C29B-7EAC-EF1A-E1A2-AEAA4A694817}"/>
          </ac:spMkLst>
        </pc:spChg>
        <pc:spChg chg="mod">
          <ac:chgData name="Bernardo Caputo Gomes" userId="6da50d2c-d1b7-4a9f-8ea6-11c55775b80e" providerId="ADAL" clId="{2E3FE783-9AB9-4869-96B1-16E14BA4AC72}" dt="2026-10-19T13:06:55.399" v="11179"/>
          <ac:spMkLst>
            <pc:docMk/>
            <pc:sldMk cId="3498216271" sldId="390"/>
            <ac:spMk id="62" creationId="{061F7368-6475-B69C-8F9A-515EA65BB75C}"/>
          </ac:spMkLst>
        </pc:spChg>
        <pc:spChg chg="mod">
          <ac:chgData name="Bernardo Caputo Gomes" userId="6da50d2c-d1b7-4a9f-8ea6-11c55775b80e" providerId="ADAL" clId="{2E3FE783-9AB9-4869-96B1-16E14BA4AC72}" dt="2026-10-19T13:13:25.292" v="11489" actId="20577"/>
          <ac:spMkLst>
            <pc:docMk/>
            <pc:sldMk cId="3498216271" sldId="390"/>
            <ac:spMk id="64" creationId="{AD7F4A08-51C6-BC25-372B-A8AF97A463E5}"/>
          </ac:spMkLst>
        </pc:spChg>
        <pc:spChg chg="mod">
          <ac:chgData name="Bernardo Caputo Gomes" userId="6da50d2c-d1b7-4a9f-8ea6-11c55775b80e" providerId="ADAL" clId="{2E3FE783-9AB9-4869-96B1-16E14BA4AC72}" dt="2026-10-19T13:15:33.218" v="11820" actId="20577"/>
          <ac:spMkLst>
            <pc:docMk/>
            <pc:sldMk cId="3498216271" sldId="390"/>
            <ac:spMk id="65" creationId="{3D6BCF7C-473E-C89A-B7A9-BC900651ABAF}"/>
          </ac:spMkLst>
        </pc:spChg>
        <pc:spChg chg="mod">
          <ac:chgData name="Bernardo Caputo Gomes" userId="6da50d2c-d1b7-4a9f-8ea6-11c55775b80e" providerId="ADAL" clId="{2E3FE783-9AB9-4869-96B1-16E14BA4AC72}" dt="2026-10-19T13:10:24.615" v="11326"/>
          <ac:spMkLst>
            <pc:docMk/>
            <pc:sldMk cId="3498216271" sldId="390"/>
            <ac:spMk id="68" creationId="{5BCB15F1-BC4F-6FA5-47D4-3738B87EF327}"/>
          </ac:spMkLst>
        </pc:spChg>
        <pc:spChg chg="mod">
          <ac:chgData name="Bernardo Caputo Gomes" userId="6da50d2c-d1b7-4a9f-8ea6-11c55775b80e" providerId="ADAL" clId="{2E3FE783-9AB9-4869-96B1-16E14BA4AC72}" dt="2026-10-19T13:13:36.574" v="11519" actId="20577"/>
          <ac:spMkLst>
            <pc:docMk/>
            <pc:sldMk cId="3498216271" sldId="390"/>
            <ac:spMk id="70" creationId="{39DBD2E1-3A71-5825-F799-51E70A0B2845}"/>
          </ac:spMkLst>
        </pc:spChg>
        <pc:spChg chg="mod">
          <ac:chgData name="Bernardo Caputo Gomes" userId="6da50d2c-d1b7-4a9f-8ea6-11c55775b80e" providerId="ADAL" clId="{2E3FE783-9AB9-4869-96B1-16E14BA4AC72}" dt="2026-10-19T13:15:48.791" v="11891" actId="20577"/>
          <ac:spMkLst>
            <pc:docMk/>
            <pc:sldMk cId="3498216271" sldId="390"/>
            <ac:spMk id="71" creationId="{1B59065E-E9B0-44D7-7333-16D281CDB80F}"/>
          </ac:spMkLst>
        </pc:spChg>
        <pc:spChg chg="mod">
          <ac:chgData name="Bernardo Caputo Gomes" userId="6da50d2c-d1b7-4a9f-8ea6-11c55775b80e" providerId="ADAL" clId="{2E3FE783-9AB9-4869-96B1-16E14BA4AC72}" dt="2026-10-19T13:10:33.374" v="11355"/>
          <ac:spMkLst>
            <pc:docMk/>
            <pc:sldMk cId="3498216271" sldId="390"/>
            <ac:spMk id="74" creationId="{E9125BCC-E8C5-2E24-1766-954C4658CA7C}"/>
          </ac:spMkLst>
        </pc:spChg>
        <pc:grpChg chg="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9" creationId="{66D6D8CC-071A-6FEC-7BF1-0E944E7D3D1F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13" creationId="{6F36C511-8AE0-8D49-906B-CA1B8210DB6F}"/>
          </ac:grpSpMkLst>
        </pc:grpChg>
        <pc:grpChg chg="mod">
          <ac:chgData name="Bernardo Caputo Gomes" userId="6da50d2c-d1b7-4a9f-8ea6-11c55775b80e" providerId="ADAL" clId="{2E3FE783-9AB9-4869-96B1-16E14BA4AC72}" dt="2026-10-19T13:06:52.238" v="11177"/>
          <ac:grpSpMkLst>
            <pc:docMk/>
            <pc:sldMk cId="3498216271" sldId="390"/>
            <ac:grpSpMk id="26" creationId="{5BB53007-D828-21AE-42AE-B8EE09E88EC9}"/>
          </ac:grpSpMkLst>
        </pc:grpChg>
        <pc:grpChg chg="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46" creationId="{D0CDB06A-6651-3F94-4D07-B55FCF9158BF}"/>
          </ac:grpSpMkLst>
        </pc:grpChg>
        <pc:grpChg chg="mod">
          <ac:chgData name="Bernardo Caputo Gomes" userId="6da50d2c-d1b7-4a9f-8ea6-11c55775b80e" providerId="ADAL" clId="{2E3FE783-9AB9-4869-96B1-16E14BA4AC72}" dt="2026-10-19T13:12:40.336" v="11425" actId="1037"/>
          <ac:grpSpMkLst>
            <pc:docMk/>
            <pc:sldMk cId="3498216271" sldId="390"/>
            <ac:grpSpMk id="52" creationId="{942D44C1-4EA5-B26A-1A5D-65182DD60670}"/>
          </ac:grpSpMkLst>
        </pc:grpChg>
        <pc:grpChg chg="mod">
          <ac:chgData name="Bernardo Caputo Gomes" userId="6da50d2c-d1b7-4a9f-8ea6-11c55775b80e" providerId="ADAL" clId="{2E3FE783-9AB9-4869-96B1-16E14BA4AC72}" dt="2026-10-19T13:12:37.275" v="11422" actId="1038"/>
          <ac:grpSpMkLst>
            <pc:docMk/>
            <pc:sldMk cId="3498216271" sldId="390"/>
            <ac:grpSpMk id="53" creationId="{0C0FBD47-1421-5613-29ED-49D53C7A23F5}"/>
          </ac:grpSpMkLst>
        </pc:grpChg>
        <pc:grpChg chg="mod">
          <ac:chgData name="Bernardo Caputo Gomes" userId="6da50d2c-d1b7-4a9f-8ea6-11c55775b80e" providerId="ADAL" clId="{2E3FE783-9AB9-4869-96B1-16E14BA4AC72}" dt="2026-10-19T13:12:29.695" v="11417" actId="1037"/>
          <ac:grpSpMkLst>
            <pc:docMk/>
            <pc:sldMk cId="3498216271" sldId="390"/>
            <ac:grpSpMk id="54" creationId="{E51626DA-069E-75F6-460D-FAB2D5C6A215}"/>
          </ac:grpSpMkLst>
        </pc:grpChg>
        <pc:grpChg chg="add del mod">
          <ac:chgData name="Bernardo Caputo Gomes" userId="6da50d2c-d1b7-4a9f-8ea6-11c55775b80e" providerId="ADAL" clId="{2E3FE783-9AB9-4869-96B1-16E14BA4AC72}" dt="2026-10-19T13:10:21.936" v="11325" actId="478"/>
          <ac:grpSpMkLst>
            <pc:docMk/>
            <pc:sldMk cId="3498216271" sldId="390"/>
            <ac:grpSpMk id="57" creationId="{065B5B78-8F2F-D6EB-5EDB-F14D690D9EE1}"/>
          </ac:grpSpMkLst>
        </pc:grpChg>
        <pc:grpChg chg="mod">
          <ac:chgData name="Bernardo Caputo Gomes" userId="6da50d2c-d1b7-4a9f-8ea6-11c55775b80e" providerId="ADAL" clId="{2E3FE783-9AB9-4869-96B1-16E14BA4AC72}" dt="2026-10-19T13:06:55.399" v="11179"/>
          <ac:grpSpMkLst>
            <pc:docMk/>
            <pc:sldMk cId="3498216271" sldId="390"/>
            <ac:grpSpMk id="60" creationId="{2476B558-49D9-10CE-9E8E-72CFC2CBE04E}"/>
          </ac:grpSpMkLst>
        </pc:grpChg>
        <pc:grpChg chg="add mod">
          <ac:chgData name="Bernardo Caputo Gomes" userId="6da50d2c-d1b7-4a9f-8ea6-11c55775b80e" providerId="ADAL" clId="{2E3FE783-9AB9-4869-96B1-16E14BA4AC72}" dt="2026-10-19T13:12:09.722" v="11409" actId="552"/>
          <ac:grpSpMkLst>
            <pc:docMk/>
            <pc:sldMk cId="3498216271" sldId="390"/>
            <ac:grpSpMk id="63" creationId="{56F8223B-3A85-4ED9-D28B-1A69D7D57A47}"/>
          </ac:grpSpMkLst>
        </pc:grpChg>
        <pc:grpChg chg="mod">
          <ac:chgData name="Bernardo Caputo Gomes" userId="6da50d2c-d1b7-4a9f-8ea6-11c55775b80e" providerId="ADAL" clId="{2E3FE783-9AB9-4869-96B1-16E14BA4AC72}" dt="2026-10-19T13:10:24.615" v="11326"/>
          <ac:grpSpMkLst>
            <pc:docMk/>
            <pc:sldMk cId="3498216271" sldId="390"/>
            <ac:grpSpMk id="66" creationId="{A475767A-CD69-A94E-2927-E0DAFA10847A}"/>
          </ac:grpSpMkLst>
        </pc:grpChg>
        <pc:grpChg chg="add mod">
          <ac:chgData name="Bernardo Caputo Gomes" userId="6da50d2c-d1b7-4a9f-8ea6-11c55775b80e" providerId="ADAL" clId="{2E3FE783-9AB9-4869-96B1-16E14BA4AC72}" dt="2026-10-19T13:12:00.224" v="11408" actId="552"/>
          <ac:grpSpMkLst>
            <pc:docMk/>
            <pc:sldMk cId="3498216271" sldId="390"/>
            <ac:grpSpMk id="69" creationId="{AFB2F98D-795F-03EE-CDC8-C4B0E99E63ED}"/>
          </ac:grpSpMkLst>
        </pc:grpChg>
        <pc:grpChg chg="mod">
          <ac:chgData name="Bernardo Caputo Gomes" userId="6da50d2c-d1b7-4a9f-8ea6-11c55775b80e" providerId="ADAL" clId="{2E3FE783-9AB9-4869-96B1-16E14BA4AC72}" dt="2026-10-19T13:10:33.374" v="11355"/>
          <ac:grpSpMkLst>
            <pc:docMk/>
            <pc:sldMk cId="3498216271" sldId="390"/>
            <ac:grpSpMk id="72" creationId="{46178F39-9EBD-4B90-E12A-2D1DE31DBE7B}"/>
          </ac:grpSpMkLst>
        </pc:grpChg>
        <pc:cxnChg chg="mod">
          <ac:chgData name="Bernardo Caputo Gomes" userId="6da50d2c-d1b7-4a9f-8ea6-11c55775b80e" providerId="ADAL" clId="{2E3FE783-9AB9-4869-96B1-16E14BA4AC72}" dt="2026-10-19T13:06:52.238" v="11177"/>
          <ac:cxnSpMkLst>
            <pc:docMk/>
            <pc:sldMk cId="3498216271" sldId="390"/>
            <ac:cxnSpMk id="27" creationId="{404D5FD1-4E1B-37DC-1DDF-5FEE4DDD8AAE}"/>
          </ac:cxnSpMkLst>
        </pc:cxnChg>
        <pc:cxnChg chg="mod">
          <ac:chgData name="Bernardo Caputo Gomes" userId="6da50d2c-d1b7-4a9f-8ea6-11c55775b80e" providerId="ADAL" clId="{2E3FE783-9AB9-4869-96B1-16E14BA4AC72}" dt="2026-10-19T13:06:55.399" v="11179"/>
          <ac:cxnSpMkLst>
            <pc:docMk/>
            <pc:sldMk cId="3498216271" sldId="390"/>
            <ac:cxnSpMk id="61" creationId="{ECBCF25A-908F-D925-B838-5B4C4DBC3963}"/>
          </ac:cxnSpMkLst>
        </pc:cxnChg>
        <pc:cxnChg chg="mod">
          <ac:chgData name="Bernardo Caputo Gomes" userId="6da50d2c-d1b7-4a9f-8ea6-11c55775b80e" providerId="ADAL" clId="{2E3FE783-9AB9-4869-96B1-16E14BA4AC72}" dt="2026-10-19T13:10:24.615" v="11326"/>
          <ac:cxnSpMkLst>
            <pc:docMk/>
            <pc:sldMk cId="3498216271" sldId="390"/>
            <ac:cxnSpMk id="67" creationId="{63C14009-3306-586B-7940-75C8F4BFCE84}"/>
          </ac:cxnSpMkLst>
        </pc:cxnChg>
        <pc:cxnChg chg="mod">
          <ac:chgData name="Bernardo Caputo Gomes" userId="6da50d2c-d1b7-4a9f-8ea6-11c55775b80e" providerId="ADAL" clId="{2E3FE783-9AB9-4869-96B1-16E14BA4AC72}" dt="2026-10-19T13:10:33.374" v="11355"/>
          <ac:cxnSpMkLst>
            <pc:docMk/>
            <pc:sldMk cId="3498216271" sldId="390"/>
            <ac:cxnSpMk id="73" creationId="{BA8DDB91-12DB-7F6C-9ABA-9A6320717D82}"/>
          </ac:cxnSpMkLst>
        </pc:cxnChg>
      </pc:sldChg>
      <pc:sldChg chg="modSp add mod">
        <pc:chgData name="Bernardo Caputo Gomes" userId="6da50d2c-d1b7-4a9f-8ea6-11c55775b80e" providerId="ADAL" clId="{2E3FE783-9AB9-4869-96B1-16E14BA4AC72}" dt="2026-10-19T13:17:25.924" v="11904" actId="207"/>
        <pc:sldMkLst>
          <pc:docMk/>
          <pc:sldMk cId="3408915542" sldId="391"/>
        </pc:sldMkLst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2" creationId="{0AFA9A5F-ECD7-4382-EE14-BE7D44199CEE}"/>
          </ac:spMkLst>
        </pc:spChg>
        <pc:spChg chg="mod">
          <ac:chgData name="Bernardo Caputo Gomes" userId="6da50d2c-d1b7-4a9f-8ea6-11c55775b80e" providerId="ADAL" clId="{2E3FE783-9AB9-4869-96B1-16E14BA4AC72}" dt="2026-10-19T13:17:18.473" v="11903" actId="207"/>
          <ac:spMkLst>
            <pc:docMk/>
            <pc:sldMk cId="3408915542" sldId="391"/>
            <ac:spMk id="15" creationId="{81481193-925B-3C0D-5DC0-D9B0085D54EF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4" creationId="{1894F860-BB03-5EF1-41BF-825DC712D955}"/>
          </ac:spMkLst>
        </pc:spChg>
        <pc:spChg chg="mod">
          <ac:chgData name="Bernardo Caputo Gomes" userId="6da50d2c-d1b7-4a9f-8ea6-11c55775b80e" providerId="ADAL" clId="{2E3FE783-9AB9-4869-96B1-16E14BA4AC72}" dt="2026-10-19T13:17:25.924" v="11904" actId="207"/>
          <ac:spMkLst>
            <pc:docMk/>
            <pc:sldMk cId="3408915542" sldId="391"/>
            <ac:spMk id="35" creationId="{A2ADA838-91B0-DC76-8FD4-72DB99C8AD78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7:43.064" v="11906" actId="207"/>
        <pc:sldMkLst>
          <pc:docMk/>
          <pc:sldMk cId="2413459873" sldId="392"/>
        </pc:sldMkLst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2" creationId="{14176C5D-35A8-77F6-2819-82EB1739D89E}"/>
          </ac:spMkLst>
        </pc:spChg>
        <pc:spChg chg="mod">
          <ac:chgData name="Bernardo Caputo Gomes" userId="6da50d2c-d1b7-4a9f-8ea6-11c55775b80e" providerId="ADAL" clId="{2E3FE783-9AB9-4869-96B1-16E14BA4AC72}" dt="2026-10-19T13:17:35.894" v="11905" actId="207"/>
          <ac:spMkLst>
            <pc:docMk/>
            <pc:sldMk cId="2413459873" sldId="392"/>
            <ac:spMk id="15" creationId="{90EBF11D-4C46-A5CF-1AE3-A5561127D9E4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1" creationId="{9764CBE0-FAD0-D823-140E-D87E4F051C68}"/>
          </ac:spMkLst>
        </pc:spChg>
        <pc:spChg chg="mod">
          <ac:chgData name="Bernardo Caputo Gomes" userId="6da50d2c-d1b7-4a9f-8ea6-11c55775b80e" providerId="ADAL" clId="{2E3FE783-9AB9-4869-96B1-16E14BA4AC72}" dt="2026-10-19T13:17:43.064" v="11906" actId="207"/>
          <ac:spMkLst>
            <pc:docMk/>
            <pc:sldMk cId="2413459873" sldId="392"/>
            <ac:spMk id="42" creationId="{9E3FBC4D-458D-C735-40D8-F2C5F09084AC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10.729" v="11909" actId="207"/>
        <pc:sldMkLst>
          <pc:docMk/>
          <pc:sldMk cId="4189290699" sldId="393"/>
        </pc:sldMkLst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2" creationId="{DE487144-7A99-041A-682E-E8AA37C2680F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4" creationId="{890943D8-EAA9-924A-01C1-6F6E4EE97CC1}"/>
          </ac:spMkLst>
        </pc:spChg>
        <pc:spChg chg="mod">
          <ac:chgData name="Bernardo Caputo Gomes" userId="6da50d2c-d1b7-4a9f-8ea6-11c55775b80e" providerId="ADAL" clId="{2E3FE783-9AB9-4869-96B1-16E14BA4AC72}" dt="2026-10-19T13:18:10.729" v="11909" actId="207"/>
          <ac:spMkLst>
            <pc:docMk/>
            <pc:sldMk cId="4189290699" sldId="393"/>
            <ac:spMk id="15" creationId="{C5FC544E-892F-929A-3484-4BF3B131758A}"/>
          </ac:spMkLst>
        </pc:spChg>
        <pc:spChg chg="mod">
          <ac:chgData name="Bernardo Caputo Gomes" userId="6da50d2c-d1b7-4a9f-8ea6-11c55775b80e" providerId="ADAL" clId="{2E3FE783-9AB9-4869-96B1-16E14BA4AC72}" dt="2026-10-19T13:17:56.621" v="11907" actId="207"/>
          <ac:spMkLst>
            <pc:docMk/>
            <pc:sldMk cId="4189290699" sldId="393"/>
            <ac:spMk id="17" creationId="{3513BAFA-151F-A6B8-C452-946784D62A4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8:32.997" v="11912" actId="207"/>
        <pc:sldMkLst>
          <pc:docMk/>
          <pc:sldMk cId="4157236115" sldId="394"/>
        </pc:sldMkLst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2" creationId="{3D25D192-08B2-962E-4967-51AFF70D43E5}"/>
          </ac:spMkLst>
        </pc:spChg>
        <pc:spChg chg="mod">
          <ac:chgData name="Bernardo Caputo Gomes" userId="6da50d2c-d1b7-4a9f-8ea6-11c55775b80e" providerId="ADAL" clId="{2E3FE783-9AB9-4869-96B1-16E14BA4AC72}" dt="2026-10-19T13:18:21.567" v="11910" actId="207"/>
          <ac:spMkLst>
            <pc:docMk/>
            <pc:sldMk cId="4157236115" sldId="394"/>
            <ac:spMk id="15" creationId="{12410C2E-F3A4-E7FB-F1EC-980292639224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7" creationId="{1E6C7032-200D-03BD-323F-5F5398206A8A}"/>
          </ac:spMkLst>
        </pc:spChg>
        <pc:spChg chg="mod">
          <ac:chgData name="Bernardo Caputo Gomes" userId="6da50d2c-d1b7-4a9f-8ea6-11c55775b80e" providerId="ADAL" clId="{2E3FE783-9AB9-4869-96B1-16E14BA4AC72}" dt="2026-10-19T13:18:32.997" v="11912" actId="207"/>
          <ac:spMkLst>
            <pc:docMk/>
            <pc:sldMk cId="4157236115" sldId="394"/>
            <ac:spMk id="48" creationId="{A77F7FC6-3FE2-6171-4843-8245C2AF4020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06.537" v="11916" actId="207"/>
        <pc:sldMkLst>
          <pc:docMk/>
          <pc:sldMk cId="3294839872" sldId="395"/>
        </pc:sldMkLst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2" creationId="{2D670672-70B1-6A37-7A31-A4F8D539BE7C}"/>
          </ac:spMkLst>
        </pc:spChg>
        <pc:spChg chg="mod">
          <ac:chgData name="Bernardo Caputo Gomes" userId="6da50d2c-d1b7-4a9f-8ea6-11c55775b80e" providerId="ADAL" clId="{2E3FE783-9AB9-4869-96B1-16E14BA4AC72}" dt="2026-10-19T13:18:45.273" v="11914" actId="207"/>
          <ac:spMkLst>
            <pc:docMk/>
            <pc:sldMk cId="3294839872" sldId="395"/>
            <ac:spMk id="15" creationId="{DD13785D-BCE6-7C3B-3F7E-67CC26BEEF2C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4" creationId="{5BD8DAB4-B1DA-B391-6002-32F64637556E}"/>
          </ac:spMkLst>
        </pc:spChg>
        <pc:spChg chg="mod">
          <ac:chgData name="Bernardo Caputo Gomes" userId="6da50d2c-d1b7-4a9f-8ea6-11c55775b80e" providerId="ADAL" clId="{2E3FE783-9AB9-4869-96B1-16E14BA4AC72}" dt="2026-10-19T13:19:06.537" v="11916" actId="207"/>
          <ac:spMkLst>
            <pc:docMk/>
            <pc:sldMk cId="3294839872" sldId="395"/>
            <ac:spMk id="65" creationId="{7E3F5B81-FC28-B434-C5FB-A964B18BE225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19:29.078" v="11918" actId="207"/>
        <pc:sldMkLst>
          <pc:docMk/>
          <pc:sldMk cId="229915949" sldId="396"/>
        </pc:sldMkLst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2" creationId="{EF9648E5-604F-AC27-0625-F178673F9B11}"/>
          </ac:spMkLst>
        </pc:spChg>
        <pc:spChg chg="mod">
          <ac:chgData name="Bernardo Caputo Gomes" userId="6da50d2c-d1b7-4a9f-8ea6-11c55775b80e" providerId="ADAL" clId="{2E3FE783-9AB9-4869-96B1-16E14BA4AC72}" dt="2026-10-19T13:18:54.721" v="11915" actId="207"/>
          <ac:spMkLst>
            <pc:docMk/>
            <pc:sldMk cId="229915949" sldId="396"/>
            <ac:spMk id="15" creationId="{1F6F99D0-CEA0-FA62-BA2E-0573B9FA331C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0" creationId="{838787CD-AECF-988B-B124-3045ADBBDD0F}"/>
          </ac:spMkLst>
        </pc:spChg>
        <pc:spChg chg="mod">
          <ac:chgData name="Bernardo Caputo Gomes" userId="6da50d2c-d1b7-4a9f-8ea6-11c55775b80e" providerId="ADAL" clId="{2E3FE783-9AB9-4869-96B1-16E14BA4AC72}" dt="2026-10-19T13:19:29.078" v="11918" actId="207"/>
          <ac:spMkLst>
            <pc:docMk/>
            <pc:sldMk cId="229915949" sldId="396"/>
            <ac:spMk id="71" creationId="{F4C9817D-F183-4491-E1EC-939E3475E9C5}"/>
          </ac:spMkLst>
        </pc:spChg>
      </pc:sldChg>
      <pc:sldChg chg="delSp modSp add mod">
        <pc:chgData name="Bernardo Caputo Gomes" userId="6da50d2c-d1b7-4a9f-8ea6-11c55775b80e" providerId="ADAL" clId="{2E3FE783-9AB9-4869-96B1-16E14BA4AC72}" dt="2026-10-19T13:31:01.269" v="12360" actId="207"/>
        <pc:sldMkLst>
          <pc:docMk/>
          <pc:sldMk cId="1839345554" sldId="399"/>
        </pc:sldMkLst>
        <pc:spChg chg="mod">
          <ac:chgData name="Bernardo Caputo Gomes" userId="6da50d2c-d1b7-4a9f-8ea6-11c55775b80e" providerId="ADAL" clId="{2E3FE783-9AB9-4869-96B1-16E14BA4AC72}" dt="2026-10-19T13:29:41.359" v="12310" actId="20577"/>
          <ac:spMkLst>
            <pc:docMk/>
            <pc:sldMk cId="1839345554" sldId="399"/>
            <ac:spMk id="2" creationId="{F0BE6AB6-39B7-D1A0-7BF6-643D1FF4E43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" creationId="{1F774258-5009-FF15-5F9A-C65BC2B65096}"/>
          </ac:spMkLst>
        </pc:spChg>
        <pc:spChg chg="mod">
          <ac:chgData name="Bernardo Caputo Gomes" userId="6da50d2c-d1b7-4a9f-8ea6-11c55775b80e" providerId="ADAL" clId="{2E3FE783-9AB9-4869-96B1-16E14BA4AC72}" dt="2026-10-19T13:31:01.269" v="12360" actId="207"/>
          <ac:spMkLst>
            <pc:docMk/>
            <pc:sldMk cId="1839345554" sldId="399"/>
            <ac:spMk id="8" creationId="{840D43C2-CB3B-98F4-7818-74778B3B2C18}"/>
          </ac:spMkLst>
        </pc:spChg>
        <pc:spChg chg="mod">
          <ac:chgData name="Bernardo Caputo Gomes" userId="6da50d2c-d1b7-4a9f-8ea6-11c55775b80e" providerId="ADAL" clId="{2E3FE783-9AB9-4869-96B1-16E14BA4AC72}" dt="2026-10-19T13:29:46.795" v="12352" actId="6549"/>
          <ac:spMkLst>
            <pc:docMk/>
            <pc:sldMk cId="1839345554" sldId="399"/>
            <ac:spMk id="15" creationId="{D844615F-04D0-170D-E78C-995B73152BBF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0" creationId="{82643EA0-15EF-1E23-F1D0-0DB11A192C3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2" creationId="{4486B112-BBAF-6A4D-B923-806A4401BA9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29" creationId="{DFB39612-4301-2813-D8D2-3798B81B4E65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2" creationId="{DDF6ADA7-5515-CDE0-BB11-4D44A933E43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4" creationId="{B3E381DC-BFCE-B646-CCFD-EEFD0C6312A3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37" creationId="{3531C56C-5D9D-048D-8F47-88B3674053AE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5044" creationId="{67422D43-EB56-532A-298E-DEB277600B82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2" creationId="{E2523D01-3904-480E-977B-BDDB967FD45D}"/>
          </ac:spMkLst>
        </pc:spChg>
        <pc:spChg chg="del">
          <ac:chgData name="Bernardo Caputo Gomes" userId="6da50d2c-d1b7-4a9f-8ea6-11c55775b80e" providerId="ADAL" clId="{2E3FE783-9AB9-4869-96B1-16E14BA4AC72}" dt="2026-10-19T13:29:36.979" v="12307" actId="478"/>
          <ac:spMkLst>
            <pc:docMk/>
            <pc:sldMk cId="1839345554" sldId="399"/>
            <ac:spMk id="6003" creationId="{DC753257-E2B2-0558-D712-4643B1D67E6F}"/>
          </ac:spMkLst>
        </pc:spChg>
      </pc:sldChg>
      <pc:sldChg chg="new del">
        <pc:chgData name="Bernardo Caputo Gomes" userId="6da50d2c-d1b7-4a9f-8ea6-11c55775b80e" providerId="ADAL" clId="{2E3FE783-9AB9-4869-96B1-16E14BA4AC72}" dt="2026-10-19T13:29:23.939" v="12305" actId="47"/>
        <pc:sldMkLst>
          <pc:docMk/>
          <pc:sldMk cId="1975615052" sldId="399"/>
        </pc:sldMkLst>
      </pc:sldChg>
      <pc:sldChg chg="add del">
        <pc:chgData name="Bernardo Caputo Gomes" userId="6da50d2c-d1b7-4a9f-8ea6-11c55775b80e" providerId="ADAL" clId="{2E3FE783-9AB9-4869-96B1-16E14BA4AC72}" dt="2026-10-19T13:30:10.424" v="12355" actId="2696"/>
        <pc:sldMkLst>
          <pc:docMk/>
          <pc:sldMk cId="1390383358" sldId="400"/>
        </pc:sldMkLst>
      </pc:sldChg>
      <pc:sldChg chg="modSp add mod">
        <pc:chgData name="Bernardo Caputo Gomes" userId="6da50d2c-d1b7-4a9f-8ea6-11c55775b80e" providerId="ADAL" clId="{2E3FE783-9AB9-4869-96B1-16E14BA4AC72}" dt="2026-10-19T13:31:10.636" v="12362" actId="113"/>
        <pc:sldMkLst>
          <pc:docMk/>
          <pc:sldMk cId="2930551351" sldId="400"/>
        </pc:sldMkLst>
        <pc:spChg chg="mod">
          <ac:chgData name="Bernardo Caputo Gomes" userId="6da50d2c-d1b7-4a9f-8ea6-11c55775b80e" providerId="ADAL" clId="{2E3FE783-9AB9-4869-96B1-16E14BA4AC72}" dt="2026-10-19T13:31:10.636" v="12362" actId="113"/>
          <ac:spMkLst>
            <pc:docMk/>
            <pc:sldMk cId="2930551351" sldId="400"/>
            <ac:spMk id="8" creationId="{E765D56D-A8BC-6ABD-5053-D5DBD16EF40E}"/>
          </ac:spMkLst>
        </pc:spChg>
      </pc:sldChg>
      <pc:sldChg chg="modSp add mod">
        <pc:chgData name="Bernardo Caputo Gomes" userId="6da50d2c-d1b7-4a9f-8ea6-11c55775b80e" providerId="ADAL" clId="{2E3FE783-9AB9-4869-96B1-16E14BA4AC72}" dt="2026-10-19T13:31:19.267" v="12364" actId="113"/>
        <pc:sldMkLst>
          <pc:docMk/>
          <pc:sldMk cId="286411873" sldId="401"/>
        </pc:sldMkLst>
        <pc:spChg chg="mod">
          <ac:chgData name="Bernardo Caputo Gomes" userId="6da50d2c-d1b7-4a9f-8ea6-11c55775b80e" providerId="ADAL" clId="{2E3FE783-9AB9-4869-96B1-16E14BA4AC72}" dt="2026-10-19T13:31:19.267" v="12364" actId="113"/>
          <ac:spMkLst>
            <pc:docMk/>
            <pc:sldMk cId="286411873" sldId="401"/>
            <ac:spMk id="8" creationId="{1B965414-171B-A41A-3260-1ABF7D651EAA}"/>
          </ac:spMkLst>
        </pc:spChg>
      </pc:sldChg>
    </pc:docChg>
  </pc:docChgLst>
  <pc:docChgLst>
    <pc:chgData name="Bruno Manta Madeira Campos Alencar" userId="4327be56-e764-4786-bbc9-4034bdd2f807" providerId="ADAL" clId="{C811E4A2-0D17-3F70-B06C-F25B82BD9BC0}"/>
    <pc:docChg chg="modSld">
      <pc:chgData name="Bruno Manta Madeira Campos Alencar" userId="4327be56-e764-4786-bbc9-4034bdd2f807" providerId="ADAL" clId="{C811E4A2-0D17-3F70-B06C-F25B82BD9BC0}" dt="2026-09-14T14:14:46.668" v="19" actId="20577"/>
      <pc:docMkLst>
        <pc:docMk/>
      </pc:docMkLst>
    </pc:docChg>
  </pc:docChgLst>
  <pc:docChgLst>
    <pc:chgData name="Bruno Manta Madeira Campos Alencar" userId="S::brunommca@al.insper.edu.br::4327be56-e764-4786-bbc9-4034bdd2f807" providerId="AD" clId="Web-{F8937873-6A18-5783-C955-0F92E030BE9C}"/>
    <pc:docChg chg="modSld">
      <pc:chgData name="Bruno Manta Madeira Campos Alencar" userId="S::brunommca@al.insper.edu.br::4327be56-e764-4786-bbc9-4034bdd2f807" providerId="AD" clId="Web-{F8937873-6A18-5783-C955-0F92E030BE9C}" dt="2026-09-20T21:38:08.361" v="347" actId="1076"/>
      <pc:docMkLst>
        <pc:docMk/>
      </pc:docMkLst>
      <pc:sldChg chg="addSp delSp modSp modNotes">
        <pc:chgData name="Bruno Manta Madeira Campos Alencar" userId="S::brunommca@al.insper.edu.br::4327be56-e764-4786-bbc9-4034bdd2f807" providerId="AD" clId="Web-{F8937873-6A18-5783-C955-0F92E030BE9C}" dt="2026-09-20T21:38:08.361" v="347" actId="1076"/>
        <pc:sldMkLst>
          <pc:docMk/>
          <pc:sldMk cId="801149791" sldId="311"/>
        </pc:sldMkLst>
        <pc:spChg chg="mod">
          <ac:chgData name="Bruno Manta Madeira Campos Alencar" userId="S::brunommca@al.insper.edu.br::4327be56-e764-4786-bbc9-4034bdd2f807" providerId="AD" clId="Web-{F8937873-6A18-5783-C955-0F92E030BE9C}" dt="2026-09-20T21:31:38.207" v="177" actId="20577"/>
          <ac:spMkLst>
            <pc:docMk/>
            <pc:sldMk cId="801149791" sldId="311"/>
            <ac:spMk id="11" creationId="{6DC6E710-8D0C-AF3E-B8D1-1B55D5636C6C}"/>
          </ac:spMkLst>
        </pc:spChg>
        <pc:spChg chg="add del mod">
          <ac:chgData name="Bruno Manta Madeira Campos Alencar" userId="S::brunommca@al.insper.edu.br::4327be56-e764-4786-bbc9-4034bdd2f807" providerId="AD" clId="Web-{F8937873-6A18-5783-C955-0F92E030BE9C}" dt="2026-09-20T21:24:31.145" v="104" actId="20577"/>
          <ac:spMkLst>
            <pc:docMk/>
            <pc:sldMk cId="801149791" sldId="311"/>
            <ac:spMk id="15" creationId="{F6F88A37-4E8E-7151-BF2C-4146665C6757}"/>
          </ac:spMkLst>
        </pc:spChg>
        <pc:graphicFrameChg chg="mod">
          <ac:chgData name="Bruno Manta Madeira Campos Alencar" userId="S::brunommca@al.insper.edu.br::4327be56-e764-4786-bbc9-4034bdd2f807" providerId="AD" clId="Web-{F8937873-6A18-5783-C955-0F92E030BE9C}" dt="2026-09-20T21:38:08.361" v="347" actId="1076"/>
          <ac:graphicFrameMkLst>
            <pc:docMk/>
            <pc:sldMk cId="801149791" sldId="311"/>
            <ac:graphicFrameMk id="8" creationId="{C244A5EA-3344-9CBD-1007-8198A0191E71}"/>
          </ac:graphicFrameMkLst>
        </pc:graphicFrameChg>
      </pc:sldChg>
    </pc:docChg>
  </pc:docChgLst>
  <pc:docChgLst>
    <pc:chgData name="Kauã Victor Dias dos Santos" userId="S::kauavds@al.insper.edu.br::563eb8b5-1801-4757-bc17-2373c34c55c9" providerId="AD" clId="Web-{00000000-0000-0000-0000-000000000000}"/>
    <pc:docChg chg="addSld delSld modSld sldOrd">
      <pc:chgData name="Kauã Victor Dias dos Santos" userId="S::kauavds@al.insper.edu.br::563eb8b5-1801-4757-bc17-2373c34c55c9" providerId="AD" clId="Web-{00000000-0000-0000-0000-000000000000}" dt="2026-09-20T21:50:41.630" v="2676" actId="20577"/>
      <pc:docMkLst>
        <pc:docMk/>
      </pc:docMkLst>
      <pc:sldChg chg="modNotes">
        <pc:chgData name="Kauã Victor Dias dos Santos" userId="S::kauavds@al.insper.edu.br::563eb8b5-1801-4757-bc17-2373c34c55c9" providerId="AD" clId="Web-{00000000-0000-0000-0000-000000000000}" dt="2026-09-20T19:24:44.119" v="129"/>
        <pc:sldMkLst>
          <pc:docMk/>
          <pc:sldMk cId="940414154" sldId="272"/>
        </pc:sldMkLst>
      </pc:sldChg>
      <pc:sldChg chg="mod modShow">
        <pc:chgData name="Kauã Victor Dias dos Santos" userId="S::kauavds@al.insper.edu.br::563eb8b5-1801-4757-bc17-2373c34c55c9" providerId="AD" clId="Web-{00000000-0000-0000-0000-000000000000}" dt="2026-09-20T20:43:39.828" v="1879"/>
        <pc:sldMkLst>
          <pc:docMk/>
          <pc:sldMk cId="1653737069" sldId="286"/>
        </pc:sldMkLst>
      </pc:sldChg>
      <pc:sldChg chg="mod modShow modNotes">
        <pc:chgData name="Kauã Victor Dias dos Santos" userId="S::kauavds@al.insper.edu.br::563eb8b5-1801-4757-bc17-2373c34c55c9" providerId="AD" clId="Web-{00000000-0000-0000-0000-000000000000}" dt="2026-09-20T21:43:49.818" v="2651"/>
        <pc:sldMkLst>
          <pc:docMk/>
          <pc:sldMk cId="801149791" sldId="311"/>
        </pc:sldMkLst>
      </pc:sldChg>
      <pc:sldChg chg="modSp ord modNotes">
        <pc:chgData name="Kauã Victor Dias dos Santos" userId="S::kauavds@al.insper.edu.br::563eb8b5-1801-4757-bc17-2373c34c55c9" providerId="AD" clId="Web-{00000000-0000-0000-0000-000000000000}" dt="2026-09-20T20:49:07.121" v="2057"/>
        <pc:sldMkLst>
          <pc:docMk/>
          <pc:sldMk cId="4031254641" sldId="326"/>
        </pc:sldMkLst>
        <pc:spChg chg="mod">
          <ac:chgData name="Kauã Victor Dias dos Santos" userId="S::kauavds@al.insper.edu.br::563eb8b5-1801-4757-bc17-2373c34c55c9" providerId="AD" clId="Web-{00000000-0000-0000-0000-000000000000}" dt="2026-09-16T13:19:36.253" v="17" actId="20577"/>
          <ac:spMkLst>
            <pc:docMk/>
            <pc:sldMk cId="4031254641" sldId="326"/>
            <ac:spMk id="15" creationId="{9799EF2C-F951-6031-6A7E-04B3984DFF39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3:15.182" v="84" actId="20577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44.103" v="846" actId="20577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3.534" v="798" actId="20577"/>
          <ac:spMkLst>
            <pc:docMk/>
            <pc:sldMk cId="4031254641" sldId="326"/>
            <ac:spMk id="200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2:54.338" v="847" actId="20577"/>
          <ac:spMkLst>
            <pc:docMk/>
            <pc:sldMk cId="4031254641" sldId="326"/>
            <ac:spMk id="2007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2.316" v="797" actId="20577"/>
          <ac:spMkLst>
            <pc:docMk/>
            <pc:sldMk cId="4031254641" sldId="326"/>
            <ac:spMk id="2008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16T13:22:46.853" v="83" actId="20577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6.456" v="799" actId="20577"/>
          <ac:spMkLst>
            <pc:docMk/>
            <pc:sldMk cId="4031254641" sldId="326"/>
            <ac:spMk id="2014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50:19.628" v="800" actId="20577"/>
          <ac:spMkLst>
            <pc:docMk/>
            <pc:sldMk cId="4031254641" sldId="326"/>
            <ac:spMk id="2016" creationId="{00000000-0000-0000-0000-000000000000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1:50:41.630" v="2676" actId="20577"/>
        <pc:sldMkLst>
          <pc:docMk/>
          <pc:sldMk cId="2721456284" sldId="328"/>
        </pc:sldMkLst>
        <pc:spChg chg="mod">
          <ac:chgData name="Kauã Victor Dias dos Santos" userId="S::kauavds@al.insper.edu.br::563eb8b5-1801-4757-bc17-2373c34c55c9" providerId="AD" clId="Web-{00000000-0000-0000-0000-000000000000}" dt="2026-09-20T21:50:41.630" v="2676" actId="20577"/>
          <ac:spMkLst>
            <pc:docMk/>
            <pc:sldMk cId="2721456284" sldId="328"/>
            <ac:spMk id="21" creationId="{E2F180CF-09D1-B73C-EF67-A17E37AED802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03:40.798" v="1063"/>
        <pc:sldMkLst>
          <pc:docMk/>
          <pc:sldMk cId="3816260276" sldId="329"/>
        </pc:sldMkLst>
        <pc:spChg chg="mod">
          <ac:chgData name="Kauã Victor Dias dos Santos" userId="S::kauavds@al.insper.edu.br::563eb8b5-1801-4757-bc17-2373c34c55c9" providerId="AD" clId="Web-{00000000-0000-0000-0000-000000000000}" dt="2026-09-20T19:47:57.498" v="667" actId="20577"/>
          <ac:spMkLst>
            <pc:docMk/>
            <pc:sldMk cId="3816260276" sldId="329"/>
            <ac:spMk id="47" creationId="{E382F2B1-F6B2-8CD1-A31B-176AEE85DC81}"/>
          </ac:spMkLst>
        </pc:spChg>
      </pc:sldChg>
      <pc:sldChg chg="modSp modNotes">
        <pc:chgData name="Kauã Victor Dias dos Santos" userId="S::kauavds@al.insper.edu.br::563eb8b5-1801-4757-bc17-2373c34c55c9" providerId="AD" clId="Web-{00000000-0000-0000-0000-000000000000}" dt="2026-09-20T20:48:08.447" v="1988"/>
        <pc:sldMkLst>
          <pc:docMk/>
          <pc:sldMk cId="881085822" sldId="341"/>
        </pc:sldMkLst>
        <pc:spChg chg="mod">
          <ac:chgData name="Kauã Victor Dias dos Santos" userId="S::kauavds@al.insper.edu.br::563eb8b5-1801-4757-bc17-2373c34c55c9" providerId="AD" clId="Web-{00000000-0000-0000-0000-000000000000}" dt="2026-09-20T20:13:34.446" v="1306" actId="20577"/>
          <ac:spMkLst>
            <pc:docMk/>
            <pc:sldMk cId="881085822" sldId="341"/>
            <ac:spMk id="502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10.429" v="1302" actId="20577"/>
          <ac:spMkLst>
            <pc:docMk/>
            <pc:sldMk cId="881085822" sldId="341"/>
            <ac:spMk id="5031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13:47.165" v="1308" actId="20577"/>
          <ac:spMkLst>
            <pc:docMk/>
            <pc:sldMk cId="881085822" sldId="341"/>
            <ac:spMk id="5036" creationId="{00000000-0000-0000-0000-000000000000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20:02:21.264" v="974" actId="20577"/>
          <ac:spMkLst>
            <pc:docMk/>
            <pc:sldMk cId="881085822" sldId="341"/>
            <ac:spMk id="5046" creationId="{00000000-0000-0000-0000-000000000000}"/>
          </ac:spMkLst>
        </pc:spChg>
      </pc:sldChg>
      <pc:sldChg chg="mod modShow">
        <pc:chgData name="Kauã Victor Dias dos Santos" userId="S::kauavds@al.insper.edu.br::563eb8b5-1801-4757-bc17-2373c34c55c9" providerId="AD" clId="Web-{00000000-0000-0000-0000-000000000000}" dt="2026-09-20T19:18:40.715" v="89"/>
        <pc:sldMkLst>
          <pc:docMk/>
          <pc:sldMk cId="917026926" sldId="344"/>
        </pc:sldMkLst>
      </pc:sldChg>
      <pc:sldChg chg="addSp delSp modSp add mod replId modShow modNotes">
        <pc:chgData name="Kauã Victor Dias dos Santos" userId="S::kauavds@al.insper.edu.br::563eb8b5-1801-4757-bc17-2373c34c55c9" providerId="AD" clId="Web-{00000000-0000-0000-0000-000000000000}" dt="2026-09-20T21:42:13.252" v="2596"/>
        <pc:sldMkLst>
          <pc:docMk/>
          <pc:sldMk cId="2248886962" sldId="346"/>
        </pc:sldMkLst>
        <pc:spChg chg="add mod">
          <ac:chgData name="Kauã Victor Dias dos Santos" userId="S::kauavds@al.insper.edu.br::563eb8b5-1801-4757-bc17-2373c34c55c9" providerId="AD" clId="Web-{00000000-0000-0000-0000-000000000000}" dt="2026-09-20T19:43:35.693" v="568" actId="20577"/>
          <ac:spMkLst>
            <pc:docMk/>
            <pc:sldMk cId="2248886962" sldId="346"/>
            <ac:spMk id="2" creationId="{8EE425FF-7D03-0326-8480-EECD72F3C58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42:08.891" v="469" actId="20577"/>
          <ac:spMkLst>
            <pc:docMk/>
            <pc:sldMk cId="2248886962" sldId="346"/>
            <ac:spMk id="4" creationId="{B6829F3D-BB77-6410-A97B-86766EB9AD43}"/>
          </ac:spMkLst>
        </pc:spChg>
        <pc:spChg chg="mod">
          <ac:chgData name="Kauã Victor Dias dos Santos" userId="S::kauavds@al.insper.edu.br::563eb8b5-1801-4757-bc17-2373c34c55c9" providerId="AD" clId="Web-{00000000-0000-0000-0000-000000000000}" dt="2026-09-20T19:37:18.318" v="389" actId="1076"/>
          <ac:spMkLst>
            <pc:docMk/>
            <pc:sldMk cId="2248886962" sldId="346"/>
            <ac:spMk id="5" creationId="{3E8F9CB5-1F1D-8B17-21BB-CD3E679F020B}"/>
          </ac:spMkLst>
        </pc:spChg>
        <pc:spChg chg="add mod">
          <ac:chgData name="Kauã Victor Dias dos Santos" userId="S::kauavds@al.insper.edu.br::563eb8b5-1801-4757-bc17-2373c34c55c9" providerId="AD" clId="Web-{00000000-0000-0000-0000-000000000000}" dt="2026-09-20T19:37:18.443" v="392" actId="1076"/>
          <ac:spMkLst>
            <pc:docMk/>
            <pc:sldMk cId="2248886962" sldId="346"/>
            <ac:spMk id="13" creationId="{DA84177C-F6D5-5A32-1872-F4096FA10CFF}"/>
          </ac:spMkLst>
        </pc:spChg>
        <pc:graphicFrameChg chg="mod">
          <ac:chgData name="Kauã Victor Dias dos Santos" userId="S::kauavds@al.insper.edu.br::563eb8b5-1801-4757-bc17-2373c34c55c9" providerId="AD" clId="Web-{00000000-0000-0000-0000-000000000000}" dt="2026-09-20T19:37:18.365" v="390" actId="1076"/>
          <ac:graphicFrameMkLst>
            <pc:docMk/>
            <pc:sldMk cId="2248886962" sldId="346"/>
            <ac:graphicFrameMk id="6" creationId="{C7374A64-1024-2AB1-887E-61A9A7A660E9}"/>
          </ac:graphicFrameMkLst>
        </pc:graphicFrameChg>
        <pc:graphicFrameChg chg="add mod">
          <ac:chgData name="Kauã Victor Dias dos Santos" userId="S::kauavds@al.insper.edu.br::563eb8b5-1801-4757-bc17-2373c34c55c9" providerId="AD" clId="Web-{00000000-0000-0000-0000-000000000000}" dt="2026-09-20T19:37:18.490" v="393" actId="1076"/>
          <ac:graphicFrameMkLst>
            <pc:docMk/>
            <pc:sldMk cId="2248886962" sldId="346"/>
            <ac:graphicFrameMk id="15" creationId="{40858FDC-1996-FAB9-71DD-3E2D9B48183F}"/>
          </ac:graphicFrameMkLst>
        </pc:graphicFrameChg>
      </pc:sldChg>
      <pc:sldChg chg="modNotes">
        <pc:chgData name="Kauã Victor Dias dos Santos" userId="S::kauavds@al.insper.edu.br::563eb8b5-1801-4757-bc17-2373c34c55c9" providerId="AD" clId="Web-{00000000-0000-0000-0000-000000000000}" dt="2026-09-20T21:44:20.116" v="2653"/>
        <pc:sldMkLst>
          <pc:docMk/>
          <pc:sldMk cId="2855766738" sldId="350"/>
        </pc:sldMkLst>
      </pc:sldChg>
    </pc:docChg>
  </pc:docChgLst>
  <pc:docChgLst>
    <pc:chgData name="Guest User" userId="S::urn:spo:tenantanon#6370a6c0-7b90-4709-bd6e-59c28ede833b::" providerId="AD" clId="Web-{838D511B-F9A4-DD7E-E998-53E6EDC3D7F8}"/>
    <pc:docChg chg="addSld delSld modSld sldOrd">
      <pc:chgData name="Guest User" userId="S::urn:spo:tenantanon#6370a6c0-7b90-4709-bd6e-59c28ede833b::" providerId="AD" clId="Web-{838D511B-F9A4-DD7E-E998-53E6EDC3D7F8}" dt="2026-09-14T14:20:23.614" v="738" actId="20577"/>
      <pc:docMkLst>
        <pc:docMk/>
      </pc:docMkLst>
      <pc:sldChg chg="addSp delSp modSp add ord replId">
        <pc:chgData name="Guest User" userId="S::urn:spo:tenantanon#6370a6c0-7b90-4709-bd6e-59c28ede833b::" providerId="AD" clId="Web-{838D511B-F9A4-DD7E-E998-53E6EDC3D7F8}" dt="2026-09-14T14:18:38.407" v="729"/>
        <pc:sldMkLst>
          <pc:docMk/>
          <pc:sldMk cId="1406780801" sldId="289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2:15.433" v="51"/>
        <pc:sldMkLst>
          <pc:docMk/>
          <pc:sldMk cId="3449326734" sldId="290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6:43.567" v="65"/>
        <pc:sldMkLst>
          <pc:docMk/>
          <pc:sldMk cId="111405814" sldId="292"/>
        </pc:sldMkLst>
      </pc:sldChg>
      <pc:sldChg chg="modSp add ord replId">
        <pc:chgData name="Guest User" userId="S::urn:spo:tenantanon#6370a6c0-7b90-4709-bd6e-59c28ede833b::" providerId="AD" clId="Web-{838D511B-F9A4-DD7E-E998-53E6EDC3D7F8}" dt="2026-09-14T12:57:31.318" v="72"/>
        <pc:sldMkLst>
          <pc:docMk/>
          <pc:sldMk cId="865773221" sldId="293"/>
        </pc:sldMkLst>
      </pc:sldChg>
      <pc:sldChg chg="add replId">
        <pc:chgData name="Guest User" userId="S::urn:spo:tenantanon#6370a6c0-7b90-4709-bd6e-59c28ede833b::" providerId="AD" clId="Web-{838D511B-F9A4-DD7E-E998-53E6EDC3D7F8}" dt="2026-09-14T14:01:46.146" v="386"/>
        <pc:sldMkLst>
          <pc:docMk/>
          <pc:sldMk cId="2436662301" sldId="309"/>
        </pc:sldMkLst>
      </pc:sldChg>
      <pc:sldChg chg="addSp add replId">
        <pc:chgData name="Guest User" userId="S::urn:spo:tenantanon#6370a6c0-7b90-4709-bd6e-59c28ede833b::" providerId="AD" clId="Web-{838D511B-F9A4-DD7E-E998-53E6EDC3D7F8}" dt="2026-09-14T14:18:51.907" v="733"/>
        <pc:sldMkLst>
          <pc:docMk/>
          <pc:sldMk cId="4177298897" sldId="314"/>
        </pc:sldMkLst>
        <pc:spChg chg="add">
          <ac:chgData name="Guest User" userId="S::urn:spo:tenantanon#6370a6c0-7b90-4709-bd6e-59c28ede833b::" providerId="AD" clId="Web-{838D511B-F9A4-DD7E-E998-53E6EDC3D7F8}" dt="2026-09-14T14:18:30.766" v="726"/>
          <ac:spMkLst>
            <pc:docMk/>
            <pc:sldMk cId="4177298897" sldId="314"/>
            <ac:spMk id="2" creationId="{E5BC7041-CE8D-FBE5-1ED1-CE11E4A9002A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4" creationId="{BEB0C8EE-DCD3-2AC5-172B-7615E0E701B6}"/>
          </ac:spMkLst>
        </pc:spChg>
        <pc:spChg chg="add">
          <ac:chgData name="Guest User" userId="S::urn:spo:tenantanon#6370a6c0-7b90-4709-bd6e-59c28ede833b::" providerId="AD" clId="Web-{838D511B-F9A4-DD7E-E998-53E6EDC3D7F8}" dt="2026-09-14T14:18:51.907" v="733"/>
          <ac:spMkLst>
            <pc:docMk/>
            <pc:sldMk cId="4177298897" sldId="314"/>
            <ac:spMk id="5" creationId="{908210CC-0924-5683-044C-54B2CD7F9A12}"/>
          </ac:spMkLst>
        </pc:spChg>
      </pc:sldChg>
    </pc:docChg>
  </pc:docChgLst>
  <pc:docChgLst>
    <pc:chgData name="Guest User" userId="S::urn:spo:tenantanon#6370a6c0-7b90-4709-bd6e-59c28ede833b::" providerId="AD" clId="Web-{54216454-0FE5-0F14-402C-E92F3F6E8AA7}"/>
    <pc:docChg chg="modSld">
      <pc:chgData name="Guest User" userId="S::urn:spo:tenantanon#6370a6c0-7b90-4709-bd6e-59c28ede833b::" providerId="AD" clId="Web-{54216454-0FE5-0F14-402C-E92F3F6E8AA7}" dt="2026-09-09T14:19:35.803" v="17" actId="20577"/>
      <pc:docMkLst>
        <pc:docMk/>
      </pc:docMkLst>
    </pc:docChg>
  </pc:docChgLst>
  <pc:docChgLst>
    <pc:chgData name="Felipe Peroni Marques" userId="23a2c177-a9b7-499e-8bdb-d7f1e6a8be4b" providerId="ADAL" clId="{58913B7D-8360-FF4E-99B4-CFF8BE72E06B}"/>
    <pc:docChg chg="undo custSel addSld delSld modSld sldOrd modMainMaster">
      <pc:chgData name="Felipe Peroni Marques" userId="23a2c177-a9b7-499e-8bdb-d7f1e6a8be4b" providerId="ADAL" clId="{58913B7D-8360-FF4E-99B4-CFF8BE72E06B}" dt="2026-10-19T13:03:11.019" v="4742" actId="729"/>
      <pc:docMkLst>
        <pc:docMk/>
      </pc:docMkLst>
      <pc:sldChg chg="addSp delSp modSp mod modNotesTx">
        <pc:chgData name="Felipe Peroni Marques" userId="23a2c177-a9b7-499e-8bdb-d7f1e6a8be4b" providerId="ADAL" clId="{58913B7D-8360-FF4E-99B4-CFF8BE72E06B}" dt="2026-09-20T20:20:09.473" v="2459" actId="478"/>
        <pc:sldMkLst>
          <pc:docMk/>
          <pc:sldMk cId="940414154" sldId="272"/>
        </pc:sldMkLst>
        <pc:spChg chg="mod">
          <ac:chgData name="Felipe Peroni Marques" userId="23a2c177-a9b7-499e-8bdb-d7f1e6a8be4b" providerId="ADAL" clId="{58913B7D-8360-FF4E-99B4-CFF8BE72E06B}" dt="2026-09-14T14:11:46.967" v="1186" actId="1036"/>
          <ac:spMkLst>
            <pc:docMk/>
            <pc:sldMk cId="940414154" sldId="272"/>
            <ac:spMk id="2" creationId="{A059F54C-2DCF-8105-C178-F76D6C10DC73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7" creationId="{C4D91091-551A-3521-80D9-88AA240C7C3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8" creationId="{5F20F580-F193-F790-FA49-A7BA188D3EB5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0" creationId="{294AB9AB-586C-C31A-9B88-135210E5EABB}"/>
          </ac:spMkLst>
        </pc:spChg>
        <pc:spChg chg="add mod">
          <ac:chgData name="Felipe Peroni Marques" userId="23a2c177-a9b7-499e-8bdb-d7f1e6a8be4b" providerId="ADAL" clId="{58913B7D-8360-FF4E-99B4-CFF8BE72E06B}" dt="2026-09-14T14:13:02.952" v="1223" actId="1035"/>
          <ac:spMkLst>
            <pc:docMk/>
            <pc:sldMk cId="940414154" sldId="272"/>
            <ac:spMk id="11" creationId="{8ECA22AA-3A37-0DB2-B9CE-A340D0644D2D}"/>
          </ac:spMkLst>
        </pc:sp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9" creationId="{6DE7F02F-00D3-C89F-66F5-C164ADAD0927}"/>
          </ac:graphicFrameMkLst>
        </pc:graphicFrameChg>
        <pc:graphicFrameChg chg="add mod">
          <ac:chgData name="Felipe Peroni Marques" userId="23a2c177-a9b7-499e-8bdb-d7f1e6a8be4b" providerId="ADAL" clId="{58913B7D-8360-FF4E-99B4-CFF8BE72E06B}" dt="2026-09-14T14:13:02.952" v="1223" actId="1035"/>
          <ac:graphicFrameMkLst>
            <pc:docMk/>
            <pc:sldMk cId="940414154" sldId="272"/>
            <ac:graphicFrameMk id="12" creationId="{7E1C1D41-567A-FB20-1E44-07EF3FC14593}"/>
          </ac:graphicFrameMkLst>
        </pc:graphicFrame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6" creationId="{BC6F6E1E-9C7F-105C-D78F-39AE4F6FB058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7" creationId="{B6A88CE3-6E82-6A6A-25FB-28F49054CBBE}"/>
          </ac:picMkLst>
        </pc:picChg>
        <pc:picChg chg="add mod">
          <ac:chgData name="Felipe Peroni Marques" userId="23a2c177-a9b7-499e-8bdb-d7f1e6a8be4b" providerId="ADAL" clId="{58913B7D-8360-FF4E-99B4-CFF8BE72E06B}" dt="2026-09-14T14:13:17.482" v="1224" actId="1076"/>
          <ac:picMkLst>
            <pc:docMk/>
            <pc:sldMk cId="940414154" sldId="272"/>
            <ac:picMk id="18" creationId="{D84B9164-4452-4239-1241-4FB4E6103169}"/>
          </ac:picMkLst>
        </pc:picChg>
      </pc:sldChg>
      <pc:sldChg chg="addSp delSp modSp mod modNotesTx">
        <pc:chgData name="Felipe Peroni Marques" userId="23a2c177-a9b7-499e-8bdb-d7f1e6a8be4b" providerId="ADAL" clId="{58913B7D-8360-FF4E-99B4-CFF8BE72E06B}" dt="2026-10-14T13:33:48.996" v="4447" actId="20577"/>
        <pc:sldMkLst>
          <pc:docMk/>
          <pc:sldMk cId="1653737069" sldId="286"/>
        </pc:sldMkLst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5" creationId="{4AD03C44-1E36-FC3E-DACD-56D3F1BABA3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6" creationId="{86C78AB3-8CA5-4AD0-615F-2DED2C9C07AF}"/>
          </ac:spMkLst>
        </pc:spChg>
        <pc:spChg chg="mod">
          <ac:chgData name="Felipe Peroni Marques" userId="23a2c177-a9b7-499e-8bdb-d7f1e6a8be4b" providerId="ADAL" clId="{58913B7D-8360-FF4E-99B4-CFF8BE72E06B}" dt="2026-09-14T12:51:26.202" v="607" actId="1038"/>
          <ac:spMkLst>
            <pc:docMk/>
            <pc:sldMk cId="1653737069" sldId="286"/>
            <ac:spMk id="7" creationId="{EE8A050D-D8C0-ACB4-FBE0-DE2AD5B981D0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8" creationId="{3457BE71-BFC5-920F-064D-1E33BCA25DA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9" creationId="{57EFEC3A-A6A0-3E4B-C2EA-0B79CC7E6F66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3" creationId="{7C825678-67A3-A9A0-33DA-B2ADE645F59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4" creationId="{9BF0AB2A-E89D-9B79-6400-8494EA21916F}"/>
          </ac:spMkLst>
        </pc:spChg>
        <pc:spChg chg="mod">
          <ac:chgData name="Felipe Peroni Marques" userId="23a2c177-a9b7-499e-8bdb-d7f1e6a8be4b" providerId="ADAL" clId="{58913B7D-8360-FF4E-99B4-CFF8BE72E06B}" dt="2026-09-14T13:19:37.369" v="909"/>
          <ac:spMkLst>
            <pc:docMk/>
            <pc:sldMk cId="1653737069" sldId="286"/>
            <ac:spMk id="15" creationId="{1BCE6C0E-0C9E-339B-49D9-AD9539CB9A8F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17" creationId="{2B2D5480-16CF-B1E8-62B9-359A9609B689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18" creationId="{32B4C71B-800A-2A13-15EE-42EB0354CFB2}"/>
          </ac:spMkLst>
        </pc:spChg>
        <pc:spChg chg="mod">
          <ac:chgData name="Felipe Peroni Marques" userId="23a2c177-a9b7-499e-8bdb-d7f1e6a8be4b" providerId="ADAL" clId="{58913B7D-8360-FF4E-99B4-CFF8BE72E06B}" dt="2026-09-14T13:57:05.414" v="1119" actId="14100"/>
          <ac:spMkLst>
            <pc:docMk/>
            <pc:sldMk cId="1653737069" sldId="286"/>
            <ac:spMk id="23" creationId="{6082F17A-5AD1-3FD3-DA0A-419F8FF9FB79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7" creationId="{218C7C74-E83A-F4E0-4177-356EC2DF102D}"/>
          </ac:spMkLst>
        </pc:spChg>
        <pc:spChg chg="mod">
          <ac:chgData name="Felipe Peroni Marques" userId="23a2c177-a9b7-499e-8bdb-d7f1e6a8be4b" providerId="ADAL" clId="{58913B7D-8360-FF4E-99B4-CFF8BE72E06B}" dt="2026-10-14T13:33:48.996" v="4447" actId="20577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Peroni Marques" userId="23a2c177-a9b7-499e-8bdb-d7f1e6a8be4b" providerId="ADAL" clId="{58913B7D-8360-FF4E-99B4-CFF8BE72E06B}" dt="2026-09-14T12:51:41.278" v="616" actId="14100"/>
          <ac:spMkLst>
            <pc:docMk/>
            <pc:sldMk cId="1653737069" sldId="286"/>
            <ac:spMk id="35" creationId="{7B731846-CEF9-5650-39A6-B2C0A98D9FDD}"/>
          </ac:spMkLst>
        </pc:spChg>
        <pc:spChg chg="mod">
          <ac:chgData name="Felipe Peroni Marques" userId="23a2c177-a9b7-499e-8bdb-d7f1e6a8be4b" providerId="ADAL" clId="{58913B7D-8360-FF4E-99B4-CFF8BE72E06B}" dt="2026-10-14T13:26:40.281" v="4184" actId="20577"/>
          <ac:spMkLst>
            <pc:docMk/>
            <pc:sldMk cId="1653737069" sldId="286"/>
            <ac:spMk id="37" creationId="{A624A51B-1F6F-9EA0-D1CD-DC9A17C5D3F4}"/>
          </ac:spMkLst>
        </pc:spChg>
        <pc:spChg chg="mod">
          <ac:chgData name="Felipe Peroni Marques" userId="23a2c177-a9b7-499e-8bdb-d7f1e6a8be4b" providerId="ADAL" clId="{58913B7D-8360-FF4E-99B4-CFF8BE72E06B}" dt="2026-09-14T12:51:43.298" v="617" actId="14100"/>
          <ac:spMkLst>
            <pc:docMk/>
            <pc:sldMk cId="1653737069" sldId="286"/>
            <ac:spMk id="39" creationId="{AE9B93B8-0E29-8838-E977-6FD99BAD27E0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2" creationId="{1F49769F-0CAA-EDF0-F6B0-D2E574D7340F}"/>
          </ac:spMkLst>
        </pc:spChg>
        <pc:spChg chg="mod">
          <ac:chgData name="Felipe Peroni Marques" userId="23a2c177-a9b7-499e-8bdb-d7f1e6a8be4b" providerId="ADAL" clId="{58913B7D-8360-FF4E-99B4-CFF8BE72E06B}" dt="2026-09-14T12:55:43.873" v="645" actId="20577"/>
          <ac:spMkLst>
            <pc:docMk/>
            <pc:sldMk cId="1653737069" sldId="286"/>
            <ac:spMk id="203" creationId="{98486FDE-B2DC-E786-85CA-360D8BC9A86E}"/>
          </ac:spMkLst>
        </pc:spChg>
        <pc:spChg chg="mod">
          <ac:chgData name="Felipe Peroni Marques" userId="23a2c177-a9b7-499e-8bdb-d7f1e6a8be4b" providerId="ADAL" clId="{58913B7D-8360-FF4E-99B4-CFF8BE72E06B}" dt="2026-09-14T12:55:45.964" v="647"/>
          <ac:spMkLst>
            <pc:docMk/>
            <pc:sldMk cId="1653737069" sldId="286"/>
            <ac:spMk id="204" creationId="{9DA9C8DC-B4D9-7D00-C1CD-1794968EFD08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5" creationId="{4895A0D4-DBC9-0A18-2A90-DFB5AA2E4915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206" creationId="{F517E0CB-9C9C-6825-8A04-8525281840B2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07" creationId="{ECA58BA9-8DFF-2C5A-6290-5528E86AC9D3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210" creationId="{AEB89FC8-1381-F391-0B24-9EF86C8E4942}"/>
          </ac:spMkLst>
        </pc:spChg>
        <pc:spChg chg="mod">
          <ac:chgData name="Felipe Peroni Marques" userId="23a2c177-a9b7-499e-8bdb-d7f1e6a8be4b" providerId="ADAL" clId="{58913B7D-8360-FF4E-99B4-CFF8BE72E06B}" dt="2026-09-14T12:51:22.501" v="600" actId="1038"/>
          <ac:spMkLst>
            <pc:docMk/>
            <pc:sldMk cId="1653737069" sldId="286"/>
            <ac:spMk id="212" creationId="{1E4449C2-0CCB-24F3-815F-7B8DE36C3987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1" creationId="{EE48E669-7994-D0B3-6C53-37E67031FF27}"/>
          </ac:spMkLst>
        </pc:spChg>
        <pc:spChg chg="mod">
          <ac:chgData name="Felipe Peroni Marques" userId="23a2c177-a9b7-499e-8bdb-d7f1e6a8be4b" providerId="ADAL" clId="{58913B7D-8360-FF4E-99B4-CFF8BE72E06B}" dt="2026-09-16T13:24:42.819" v="1731" actId="1035"/>
          <ac:spMkLst>
            <pc:docMk/>
            <pc:sldMk cId="1653737069" sldId="286"/>
            <ac:spMk id="402" creationId="{E6498997-698E-0FD6-B2F7-6B991C7DE473}"/>
          </ac:spMkLst>
        </pc:spChg>
        <pc:spChg chg="mod">
          <ac:chgData name="Felipe Peroni Marques" userId="23a2c177-a9b7-499e-8bdb-d7f1e6a8be4b" providerId="ADAL" clId="{58913B7D-8360-FF4E-99B4-CFF8BE72E06B}" dt="2026-09-14T13:30:57.276" v="995" actId="2711"/>
          <ac:spMkLst>
            <pc:docMk/>
            <pc:sldMk cId="1653737069" sldId="286"/>
            <ac:spMk id="404" creationId="{4AE88EFE-B484-70DF-C55D-7CC5736C574C}"/>
          </ac:spMkLst>
        </pc:spChg>
      </pc:sldChg>
      <pc:sldChg chg="addSp delSp modSp add mod ord">
        <pc:chgData name="Felipe Peroni Marques" userId="23a2c177-a9b7-499e-8bdb-d7f1e6a8be4b" providerId="ADAL" clId="{58913B7D-8360-FF4E-99B4-CFF8BE72E06B}" dt="2026-09-20T20:42:38.545" v="3854" actId="1076"/>
        <pc:sldMkLst>
          <pc:docMk/>
          <pc:sldMk cId="801149791" sldId="311"/>
        </pc:sldMkLst>
        <pc:spChg chg="mod">
          <ac:chgData name="Felipe Peroni Marques" userId="23a2c177-a9b7-499e-8bdb-d7f1e6a8be4b" providerId="ADAL" clId="{58913B7D-8360-FF4E-99B4-CFF8BE72E06B}" dt="2026-09-14T14:14:03.004" v="1237" actId="20577"/>
          <ac:spMkLst>
            <pc:docMk/>
            <pc:sldMk cId="801149791" sldId="311"/>
            <ac:spMk id="14" creationId="{732AE37C-2EEA-B1C7-D0D5-8524C136F308}"/>
          </ac:spMkLst>
        </pc:spChg>
        <pc:spChg chg="mod">
          <ac:chgData name="Felipe Peroni Marques" userId="23a2c177-a9b7-499e-8bdb-d7f1e6a8be4b" providerId="ADAL" clId="{58913B7D-8360-FF4E-99B4-CFF8BE72E06B}" dt="2026-09-14T14:14:13.299" v="1242" actId="1036"/>
          <ac:spMkLst>
            <pc:docMk/>
            <pc:sldMk cId="801149791" sldId="311"/>
            <ac:spMk id="15" creationId="{F6F88A37-4E8E-7151-BF2C-4146665C6757}"/>
          </ac:spMkLst>
        </pc:sp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0" creationId="{CCA30358-BB27-4E8D-0F68-70016BFACC66}"/>
          </ac:picMkLst>
        </pc:picChg>
        <pc:picChg chg="mod">
          <ac:chgData name="Felipe Peroni Marques" userId="23a2c177-a9b7-499e-8bdb-d7f1e6a8be4b" providerId="ADAL" clId="{58913B7D-8360-FF4E-99B4-CFF8BE72E06B}" dt="2026-09-14T14:14:21.879" v="1252" actId="1037"/>
          <ac:picMkLst>
            <pc:docMk/>
            <pc:sldMk cId="801149791" sldId="311"/>
            <ac:picMk id="12" creationId="{BDAF4802-C5E5-54A9-BE62-F9F025B7078D}"/>
          </ac:picMkLst>
        </pc:picChg>
      </pc:sldChg>
      <pc:sldChg chg="addSp delSp modSp add mod modShow">
        <pc:chgData name="Felipe Peroni Marques" userId="23a2c177-a9b7-499e-8bdb-d7f1e6a8be4b" providerId="ADAL" clId="{58913B7D-8360-FF4E-99B4-CFF8BE72E06B}" dt="2026-10-14T14:02:00.711" v="4657" actId="729"/>
        <pc:sldMkLst>
          <pc:docMk/>
          <pc:sldMk cId="4031254641" sldId="326"/>
        </pc:sldMkLst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6" creationId="{EB87D3B8-A656-6C24-AF80-A29F7778D758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7" creationId="{AD2AA97B-7422-0129-A313-0B898FCE4194}"/>
          </ac:spMkLst>
        </pc:spChg>
        <pc:spChg chg="mod">
          <ac:chgData name="Felipe Peroni Marques" userId="23a2c177-a9b7-499e-8bdb-d7f1e6a8be4b" providerId="ADAL" clId="{58913B7D-8360-FF4E-99B4-CFF8BE72E06B}" dt="2026-09-16T13:20:01.307" v="1665" actId="1036"/>
          <ac:spMkLst>
            <pc:docMk/>
            <pc:sldMk cId="4031254641" sldId="326"/>
            <ac:spMk id="48" creationId="{F8C9E032-0506-97A5-C2D8-65AB85133693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2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4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5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09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3:53.374" v="1616" actId="113"/>
          <ac:spMkLst>
            <pc:docMk/>
            <pc:sldMk cId="4031254641" sldId="326"/>
            <ac:spMk id="2013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8:27.762" v="1653" actId="1035"/>
          <ac:spMkLst>
            <pc:docMk/>
            <pc:sldMk cId="4031254641" sldId="326"/>
            <ac:spMk id="2016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09-16T13:19:27.012" v="1662" actId="1035"/>
          <ac:spMkLst>
            <pc:docMk/>
            <pc:sldMk cId="4031254641" sldId="326"/>
            <ac:spMk id="2018" creationId="{00000000-0000-0000-0000-000000000000}"/>
          </ac:spMkLst>
        </pc:spChg>
      </pc:sldChg>
      <pc:sldChg chg="modNotesTx">
        <pc:chgData name="Felipe Peroni Marques" userId="23a2c177-a9b7-499e-8bdb-d7f1e6a8be4b" providerId="ADAL" clId="{58913B7D-8360-FF4E-99B4-CFF8BE72E06B}" dt="2026-09-20T21:03:28.452" v="4103" actId="20577"/>
        <pc:sldMkLst>
          <pc:docMk/>
          <pc:sldMk cId="2721456284" sldId="328"/>
        </pc:sldMkLst>
      </pc:sldChg>
      <pc:sldChg chg="addSp delSp mod modShow modNotesTx">
        <pc:chgData name="Felipe Peroni Marques" userId="23a2c177-a9b7-499e-8bdb-d7f1e6a8be4b" providerId="ADAL" clId="{58913B7D-8360-FF4E-99B4-CFF8BE72E06B}" dt="2026-10-14T14:02:05.414" v="4658" actId="729"/>
        <pc:sldMkLst>
          <pc:docMk/>
          <pc:sldMk cId="3816260276" sldId="329"/>
        </pc:sldMkLst>
        <pc:spChg chg="add del">
          <ac:chgData name="Felipe Peroni Marques" userId="23a2c177-a9b7-499e-8bdb-d7f1e6a8be4b" providerId="ADAL" clId="{58913B7D-8360-FF4E-99B4-CFF8BE72E06B}" dt="2026-09-16T14:20:33.344" v="2010" actId="478"/>
          <ac:spMkLst>
            <pc:docMk/>
            <pc:sldMk cId="3816260276" sldId="329"/>
            <ac:spMk id="4" creationId="{2DBB2CDD-ED78-7E60-297C-92162D2F94DC}"/>
          </ac:spMkLst>
        </pc:spChg>
      </pc:sldChg>
      <pc:sldChg chg="addSp delSp modSp add del mod modNotesTx">
        <pc:chgData name="Felipe Peroni Marques" userId="23a2c177-a9b7-499e-8bdb-d7f1e6a8be4b" providerId="ADAL" clId="{58913B7D-8360-FF4E-99B4-CFF8BE72E06B}" dt="2026-10-14T13:49:43.433" v="4449"/>
        <pc:sldMkLst>
          <pc:docMk/>
          <pc:sldMk cId="881085822" sldId="341"/>
        </pc:sldMkLst>
      </pc:sldChg>
      <pc:sldChg chg="mod ord modShow">
        <pc:chgData name="Felipe Peroni Marques" userId="23a2c177-a9b7-499e-8bdb-d7f1e6a8be4b" providerId="ADAL" clId="{58913B7D-8360-FF4E-99B4-CFF8BE72E06B}" dt="2026-09-20T19:30:54.186" v="2027" actId="729"/>
        <pc:sldMkLst>
          <pc:docMk/>
          <pc:sldMk cId="917026926" sldId="344"/>
        </pc:sldMkLst>
      </pc:sldChg>
      <pc:sldChg chg="addSp delSp modSp mod modNotesTx">
        <pc:chgData name="Felipe Peroni Marques" userId="23a2c177-a9b7-499e-8bdb-d7f1e6a8be4b" providerId="ADAL" clId="{58913B7D-8360-FF4E-99B4-CFF8BE72E06B}" dt="2026-09-20T20:54:53.583" v="3877" actId="478"/>
        <pc:sldMkLst>
          <pc:docMk/>
          <pc:sldMk cId="2248886962" sldId="346"/>
        </pc:sldMkLst>
      </pc:sldChg>
      <pc:sldChg chg="add">
        <pc:chgData name="Felipe Peroni Marques" userId="23a2c177-a9b7-499e-8bdb-d7f1e6a8be4b" providerId="ADAL" clId="{58913B7D-8360-FF4E-99B4-CFF8BE72E06B}" dt="2026-09-20T21:00:47.416" v="3880"/>
        <pc:sldMkLst>
          <pc:docMk/>
          <pc:sldMk cId="4207788666" sldId="347"/>
        </pc:sldMkLst>
      </pc:sldChg>
      <pc:sldChg chg="add del">
        <pc:chgData name="Felipe Peroni Marques" userId="23a2c177-a9b7-499e-8bdb-d7f1e6a8be4b" providerId="ADAL" clId="{58913B7D-8360-FF4E-99B4-CFF8BE72E06B}" dt="2026-10-14T13:50:28.687" v="4451"/>
        <pc:sldMkLst>
          <pc:docMk/>
          <pc:sldMk cId="2309745443" sldId="361"/>
        </pc:sldMkLst>
      </pc:sldChg>
      <pc:sldChg chg="add del">
        <pc:chgData name="Felipe Peroni Marques" userId="23a2c177-a9b7-499e-8bdb-d7f1e6a8be4b" providerId="ADAL" clId="{58913B7D-8360-FF4E-99B4-CFF8BE72E06B}" dt="2026-10-14T13:50:56.730" v="4453"/>
        <pc:sldMkLst>
          <pc:docMk/>
          <pc:sldMk cId="292331347" sldId="362"/>
        </pc:sldMkLst>
      </pc:sldChg>
      <pc:sldChg chg="add del">
        <pc:chgData name="Felipe Peroni Marques" userId="23a2c177-a9b7-499e-8bdb-d7f1e6a8be4b" providerId="ADAL" clId="{58913B7D-8360-FF4E-99B4-CFF8BE72E06B}" dt="2026-10-14T13:51:09.145" v="4455"/>
        <pc:sldMkLst>
          <pc:docMk/>
          <pc:sldMk cId="2829608152" sldId="363"/>
        </pc:sldMkLst>
      </pc:sldChg>
      <pc:sldChg chg="modSp add del mod">
        <pc:chgData name="Felipe Peroni Marques" userId="23a2c177-a9b7-499e-8bdb-d7f1e6a8be4b" providerId="ADAL" clId="{58913B7D-8360-FF4E-99B4-CFF8BE72E06B}" dt="2026-10-14T13:54:55.861" v="4486"/>
        <pc:sldMkLst>
          <pc:docMk/>
          <pc:sldMk cId="3578874637" sldId="364"/>
        </pc:sldMkLst>
      </pc:sldChg>
      <pc:sldChg chg="add del">
        <pc:chgData name="Felipe Peroni Marques" userId="23a2c177-a9b7-499e-8bdb-d7f1e6a8be4b" providerId="ADAL" clId="{58913B7D-8360-FF4E-99B4-CFF8BE72E06B}" dt="2026-10-14T13:56:17.830" v="4488"/>
        <pc:sldMkLst>
          <pc:docMk/>
          <pc:sldMk cId="2339438872" sldId="365"/>
        </pc:sldMkLst>
      </pc:sldChg>
      <pc:sldChg chg="add del">
        <pc:chgData name="Felipe Peroni Marques" userId="23a2c177-a9b7-499e-8bdb-d7f1e6a8be4b" providerId="ADAL" clId="{58913B7D-8360-FF4E-99B4-CFF8BE72E06B}" dt="2026-10-14T14:02:35.057" v="4676" actId="2696"/>
        <pc:sldMkLst>
          <pc:docMk/>
          <pc:sldMk cId="3148204388" sldId="366"/>
        </pc:sldMkLst>
      </pc:sldChg>
      <pc:sldChg chg="add del">
        <pc:chgData name="Felipe Peroni Marques" userId="23a2c177-a9b7-499e-8bdb-d7f1e6a8be4b" providerId="ADAL" clId="{58913B7D-8360-FF4E-99B4-CFF8BE72E06B}" dt="2026-10-14T13:57:19.845" v="4492"/>
        <pc:sldMkLst>
          <pc:docMk/>
          <pc:sldMk cId="356386080" sldId="367"/>
        </pc:sldMkLst>
      </pc:sldChg>
      <pc:sldChg chg="addSp delSp modSp add del mod">
        <pc:chgData name="Felipe Peroni Marques" userId="23a2c177-a9b7-499e-8bdb-d7f1e6a8be4b" providerId="ADAL" clId="{58913B7D-8360-FF4E-99B4-CFF8BE72E06B}" dt="2026-10-14T14:15:28.701" v="4695"/>
        <pc:sldMkLst>
          <pc:docMk/>
          <pc:sldMk cId="817758360" sldId="368"/>
        </pc:sldMkLst>
      </pc:sldChg>
      <pc:sldChg chg="add del">
        <pc:chgData name="Felipe Peroni Marques" userId="23a2c177-a9b7-499e-8bdb-d7f1e6a8be4b" providerId="ADAL" clId="{58913B7D-8360-FF4E-99B4-CFF8BE72E06B}" dt="2026-10-14T14:06:04.652" v="4679"/>
        <pc:sldMkLst>
          <pc:docMk/>
          <pc:sldMk cId="2629004241" sldId="369"/>
        </pc:sldMkLst>
      </pc:sldChg>
      <pc:sldChg chg="add del">
        <pc:chgData name="Felipe Peroni Marques" userId="23a2c177-a9b7-499e-8bdb-d7f1e6a8be4b" providerId="ADAL" clId="{58913B7D-8360-FF4E-99B4-CFF8BE72E06B}" dt="2026-10-14T14:06:54.035" v="4681"/>
        <pc:sldMkLst>
          <pc:docMk/>
          <pc:sldMk cId="1422601648" sldId="371"/>
        </pc:sldMkLst>
      </pc:sldChg>
      <pc:sldChg chg="add del">
        <pc:chgData name="Felipe Peroni Marques" userId="23a2c177-a9b7-499e-8bdb-d7f1e6a8be4b" providerId="ADAL" clId="{58913B7D-8360-FF4E-99B4-CFF8BE72E06B}" dt="2026-10-14T14:07:27.570" v="4683"/>
        <pc:sldMkLst>
          <pc:docMk/>
          <pc:sldMk cId="1804016155" sldId="373"/>
        </pc:sldMkLst>
      </pc:sldChg>
      <pc:sldChg chg="add del">
        <pc:chgData name="Felipe Peroni Marques" userId="23a2c177-a9b7-499e-8bdb-d7f1e6a8be4b" providerId="ADAL" clId="{58913B7D-8360-FF4E-99B4-CFF8BE72E06B}" dt="2026-10-14T14:07:39.324" v="4685"/>
        <pc:sldMkLst>
          <pc:docMk/>
          <pc:sldMk cId="1503633437" sldId="374"/>
        </pc:sldMkLst>
      </pc:sldChg>
      <pc:sldChg chg="add del">
        <pc:chgData name="Felipe Peroni Marques" userId="23a2c177-a9b7-499e-8bdb-d7f1e6a8be4b" providerId="ADAL" clId="{58913B7D-8360-FF4E-99B4-CFF8BE72E06B}" dt="2026-10-14T14:08:12.388" v="4687"/>
        <pc:sldMkLst>
          <pc:docMk/>
          <pc:sldMk cId="125327815" sldId="375"/>
        </pc:sldMkLst>
      </pc:sldChg>
      <pc:sldChg chg="add del">
        <pc:chgData name="Felipe Peroni Marques" userId="23a2c177-a9b7-499e-8bdb-d7f1e6a8be4b" providerId="ADAL" clId="{58913B7D-8360-FF4E-99B4-CFF8BE72E06B}" dt="2026-10-14T14:08:27.023" v="4689"/>
        <pc:sldMkLst>
          <pc:docMk/>
          <pc:sldMk cId="220427981" sldId="376"/>
        </pc:sldMkLst>
      </pc:sldChg>
      <pc:sldChg chg="add del">
        <pc:chgData name="Felipe Peroni Marques" userId="23a2c177-a9b7-499e-8bdb-d7f1e6a8be4b" providerId="ADAL" clId="{58913B7D-8360-FF4E-99B4-CFF8BE72E06B}" dt="2026-10-14T14:13:01.687" v="4691"/>
        <pc:sldMkLst>
          <pc:docMk/>
          <pc:sldMk cId="135116316" sldId="377"/>
        </pc:sldMkLst>
      </pc:sldChg>
      <pc:sldChg chg="add del">
        <pc:chgData name="Felipe Peroni Marques" userId="23a2c177-a9b7-499e-8bdb-d7f1e6a8be4b" providerId="ADAL" clId="{58913B7D-8360-FF4E-99B4-CFF8BE72E06B}" dt="2026-10-14T14:13:28.726" v="4693"/>
        <pc:sldMkLst>
          <pc:docMk/>
          <pc:sldMk cId="1994029700" sldId="378"/>
        </pc:sldMkLst>
      </pc:sldChg>
      <pc:sldChg chg="add">
        <pc:chgData name="Felipe Peroni Marques" userId="23a2c177-a9b7-499e-8bdb-d7f1e6a8be4b" providerId="ADAL" clId="{58913B7D-8360-FF4E-99B4-CFF8BE72E06B}" dt="2026-10-14T14:13:28.586" v="4692"/>
        <pc:sldMkLst>
          <pc:docMk/>
          <pc:sldMk cId="2071329001" sldId="379"/>
        </pc:sldMkLst>
      </pc:sldChg>
      <pc:sldChg chg="add del">
        <pc:chgData name="Felipe Peroni Marques" userId="23a2c177-a9b7-499e-8bdb-d7f1e6a8be4b" providerId="ADAL" clId="{58913B7D-8360-FF4E-99B4-CFF8BE72E06B}" dt="2026-10-14T14:15:38.202" v="4697"/>
        <pc:sldMkLst>
          <pc:docMk/>
          <pc:sldMk cId="2210810892" sldId="381"/>
        </pc:sldMkLst>
      </pc:sldChg>
      <pc:sldChg chg="modSp add mod">
        <pc:chgData name="Felipe Peroni Marques" userId="23a2c177-a9b7-499e-8bdb-d7f1e6a8be4b" providerId="ADAL" clId="{58913B7D-8360-FF4E-99B4-CFF8BE72E06B}" dt="2026-10-14T14:15:59.155" v="4710" actId="20577"/>
        <pc:sldMkLst>
          <pc:docMk/>
          <pc:sldMk cId="500312946" sldId="382"/>
        </pc:sldMkLst>
        <pc:spChg chg="mod">
          <ac:chgData name="Felipe Peroni Marques" userId="23a2c177-a9b7-499e-8bdb-d7f1e6a8be4b" providerId="ADAL" clId="{58913B7D-8360-FF4E-99B4-CFF8BE72E06B}" dt="2026-10-14T14:15:59.155" v="4710" actId="20577"/>
          <ac:spMkLst>
            <pc:docMk/>
            <pc:sldMk cId="500312946" sldId="382"/>
            <ac:spMk id="7002" creationId="{00000000-0000-0000-0000-000000000000}"/>
          </ac:spMkLst>
        </pc:spChg>
      </pc:sldChg>
      <pc:sldChg chg="modSp mod">
        <pc:chgData name="Felipe Peroni Marques" userId="23a2c177-a9b7-499e-8bdb-d7f1e6a8be4b" providerId="ADAL" clId="{58913B7D-8360-FF4E-99B4-CFF8BE72E06B}" dt="2026-10-19T12:57:14.596" v="4725" actId="1035"/>
        <pc:sldMkLst>
          <pc:docMk/>
          <pc:sldMk cId="3868462077" sldId="384"/>
        </pc:sldMkLst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17" creationId="{D9DD11E8-3A69-89FC-87DA-BBC6693D7C3D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0" creationId="{B5BF498B-2250-935F-760C-91C26ECA3B89}"/>
          </ac:spMkLst>
        </pc:spChg>
        <pc:spChg chg="mod">
          <ac:chgData name="Felipe Peroni Marques" userId="23a2c177-a9b7-499e-8bdb-d7f1e6a8be4b" providerId="ADAL" clId="{58913B7D-8360-FF4E-99B4-CFF8BE72E06B}" dt="2026-10-19T12:57:14.596" v="4725" actId="1035"/>
          <ac:spMkLst>
            <pc:docMk/>
            <pc:sldMk cId="3868462077" sldId="384"/>
            <ac:spMk id="23" creationId="{68C48127-3B37-4719-0910-0605E3579C3A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08.443" v="4730"/>
        <pc:sldMkLst>
          <pc:docMk/>
          <pc:sldMk cId="446804359" sldId="385"/>
        </pc:sldMkLst>
      </pc:sldChg>
      <pc:sldChg chg="modSp add del mod">
        <pc:chgData name="Felipe Peroni Marques" userId="23a2c177-a9b7-499e-8bdb-d7f1e6a8be4b" providerId="ADAL" clId="{58913B7D-8360-FF4E-99B4-CFF8BE72E06B}" dt="2026-10-19T13:01:19.071" v="4732"/>
        <pc:sldMkLst>
          <pc:docMk/>
          <pc:sldMk cId="3582969589" sldId="386"/>
        </pc:sldMkLst>
        <pc:spChg chg="mod">
          <ac:chgData name="Felipe Peroni Marques" userId="23a2c177-a9b7-499e-8bdb-d7f1e6a8be4b" providerId="ADAL" clId="{58913B7D-8360-FF4E-99B4-CFF8BE72E06B}" dt="2026-10-19T13:01:08.391" v="4728" actId="27636"/>
          <ac:spMkLst>
            <pc:docMk/>
            <pc:sldMk cId="3582969589" sldId="386"/>
            <ac:spMk id="33" creationId="{477B0F34-6C73-F705-9802-3A4C8D10EFF4}"/>
          </ac:spMkLst>
        </pc:spChg>
        <pc:spChg chg="mod">
          <ac:chgData name="Felipe Peroni Marques" userId="23a2c177-a9b7-499e-8bdb-d7f1e6a8be4b" providerId="ADAL" clId="{58913B7D-8360-FF4E-99B4-CFF8BE72E06B}" dt="2026-10-19T13:01:08.392" v="4729" actId="27636"/>
          <ac:spMkLst>
            <pc:docMk/>
            <pc:sldMk cId="3582969589" sldId="386"/>
            <ac:spMk id="37" creationId="{387B8A35-2E30-2C0B-2F59-D2EB044C9375}"/>
          </ac:spMkLst>
        </pc:spChg>
      </pc:sldChg>
      <pc:sldChg chg="add del">
        <pc:chgData name="Felipe Peroni Marques" userId="23a2c177-a9b7-499e-8bdb-d7f1e6a8be4b" providerId="ADAL" clId="{58913B7D-8360-FF4E-99B4-CFF8BE72E06B}" dt="2026-10-19T13:01:45.271" v="4734"/>
        <pc:sldMkLst>
          <pc:docMk/>
          <pc:sldMk cId="3195652998" sldId="387"/>
        </pc:sldMkLst>
      </pc:sldChg>
      <pc:sldChg chg="modSp add del mod">
        <pc:chgData name="Felipe Peroni Marques" userId="23a2c177-a9b7-499e-8bdb-d7f1e6a8be4b" providerId="ADAL" clId="{58913B7D-8360-FF4E-99B4-CFF8BE72E06B}" dt="2026-10-19T13:02:07.162" v="4738"/>
        <pc:sldMkLst>
          <pc:docMk/>
          <pc:sldMk cId="3583515570" sldId="388"/>
        </pc:sldMkLst>
        <pc:spChg chg="mod">
          <ac:chgData name="Felipe Peroni Marques" userId="23a2c177-a9b7-499e-8bdb-d7f1e6a8be4b" providerId="ADAL" clId="{58913B7D-8360-FF4E-99B4-CFF8BE72E06B}" dt="2026-10-19T13:01:55.638" v="4736" actId="404"/>
          <ac:spMkLst>
            <pc:docMk/>
            <pc:sldMk cId="3583515570" sldId="388"/>
            <ac:spMk id="72" creationId="{00000000-0000-0000-0000-000000000000}"/>
          </ac:spMkLst>
        </pc:spChg>
      </pc:sldChg>
      <pc:sldChg chg="modSp add mod modShow">
        <pc:chgData name="Felipe Peroni Marques" userId="23a2c177-a9b7-499e-8bdb-d7f1e6a8be4b" providerId="ADAL" clId="{58913B7D-8360-FF4E-99B4-CFF8BE72E06B}" dt="2026-10-19T13:03:11.019" v="4742" actId="729"/>
        <pc:sldMkLst>
          <pc:docMk/>
          <pc:sldMk cId="127144310" sldId="389"/>
        </pc:sldMkLst>
        <pc:spChg chg="mod">
          <ac:chgData name="Felipe Peroni Marques" userId="23a2c177-a9b7-499e-8bdb-d7f1e6a8be4b" providerId="ADAL" clId="{58913B7D-8360-FF4E-99B4-CFF8BE72E06B}" dt="2026-10-19T13:02:17.273" v="4739" actId="113"/>
          <ac:spMkLst>
            <pc:docMk/>
            <pc:sldMk cId="127144310" sldId="389"/>
            <ac:spMk id="70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2:24.871" v="4740" actId="113"/>
          <ac:spMkLst>
            <pc:docMk/>
            <pc:sldMk cId="127144310" sldId="389"/>
            <ac:spMk id="71" creationId="{00000000-0000-0000-0000-000000000000}"/>
          </ac:spMkLst>
        </pc:spChg>
        <pc:spChg chg="mod">
          <ac:chgData name="Felipe Peroni Marques" userId="23a2c177-a9b7-499e-8bdb-d7f1e6a8be4b" providerId="ADAL" clId="{58913B7D-8360-FF4E-99B4-CFF8BE72E06B}" dt="2026-10-19T13:03:07.351" v="4741" actId="113"/>
          <ac:spMkLst>
            <pc:docMk/>
            <pc:sldMk cId="127144310" sldId="389"/>
            <ac:spMk id="72" creationId="{00000000-0000-0000-0000-000000000000}"/>
          </ac:spMkLst>
        </pc:spChg>
      </pc:sldChg>
      <pc:sldMasterChg chg="addSp">
        <pc:chgData name="Felipe Peroni Marques" userId="23a2c177-a9b7-499e-8bdb-d7f1e6a8be4b" providerId="ADAL" clId="{58913B7D-8360-FF4E-99B4-CFF8BE72E06B}" dt="2026-09-14T13:19:37.369" v="909"/>
        <pc:sldMasterMkLst>
          <pc:docMk/>
          <pc:sldMasterMk cId="3961449787" sldId="2147483654"/>
        </pc:sldMasterMkLst>
        <pc:spChg chg="add">
          <ac:chgData name="Felipe Peroni Marques" userId="23a2c177-a9b7-499e-8bdb-d7f1e6a8be4b" providerId="ADAL" clId="{58913B7D-8360-FF4E-99B4-CFF8BE72E06B}" dt="2026-09-14T13:19:37.369" v="909"/>
          <ac:spMkLst>
            <pc:docMk/>
            <pc:sldMasterMk cId="3961449787" sldId="2147483654"/>
            <ac:spMk id="7" creationId="{B1B09DE7-FAC2-4ED9-12C8-DB40D887E893}"/>
          </ac:spMkLst>
        </pc:s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8" creationId="{20AF2047-A578-BB66-A1A0-8565BCDE87B5}"/>
          </ac:grpSpMkLst>
        </pc:grpChg>
        <pc:grpChg chg="add">
          <ac:chgData name="Felipe Peroni Marques" userId="23a2c177-a9b7-499e-8bdb-d7f1e6a8be4b" providerId="ADAL" clId="{58913B7D-8360-FF4E-99B4-CFF8BE72E06B}" dt="2026-09-14T13:19:37.369" v="909"/>
          <ac:grpSpMkLst>
            <pc:docMk/>
            <pc:sldMasterMk cId="3961449787" sldId="2147483654"/>
            <ac:grpSpMk id="14" creationId="{E78BD19A-0D39-41F3-3003-3977D6843AD8}"/>
          </ac:grpSpMkLst>
        </pc:grpChg>
        <pc:picChg chg="add">
          <ac:chgData name="Felipe Peroni Marques" userId="23a2c177-a9b7-499e-8bdb-d7f1e6a8be4b" providerId="ADAL" clId="{58913B7D-8360-FF4E-99B4-CFF8BE72E06B}" dt="2026-09-14T13:19:37.369" v="909"/>
          <ac:picMkLst>
            <pc:docMk/>
            <pc:sldMasterMk cId="3961449787" sldId="2147483654"/>
            <ac:picMk id="13" creationId="{019BA6DF-26FF-F704-FFF4-777670686B4D}"/>
          </ac:picMkLst>
        </pc:picChg>
        <pc:cxnChg chg="add">
          <ac:chgData name="Felipe Peroni Marques" userId="23a2c177-a9b7-499e-8bdb-d7f1e6a8be4b" providerId="ADAL" clId="{58913B7D-8360-FF4E-99B4-CFF8BE72E06B}" dt="2026-09-14T13:19:37.369" v="909"/>
          <ac:cxnSpMkLst>
            <pc:docMk/>
            <pc:sldMasterMk cId="3961449787" sldId="2147483654"/>
            <ac:cxnSpMk id="27" creationId="{341B6652-A938-0152-5BB5-1D5694688FB8}"/>
          </ac:cxnSpMkLst>
        </pc:cxnChg>
      </pc:sldMasterChg>
    </pc:docChg>
  </pc:docChgLst>
  <pc:docChgLst>
    <pc:chgData name="Felipe Barros Santos Rodrigues da Silva" userId="bcee62ef-1d0a-4a06-92b7-252124de452b" providerId="ADAL" clId="{6280D51B-2B70-44C7-967E-2A9F4DA32BEB}"/>
    <pc:docChg chg="undo redo custSel addSld delSld modSld">
      <pc:chgData name="Felipe Barros Santos Rodrigues da Silva" userId="bcee62ef-1d0a-4a06-92b7-252124de452b" providerId="ADAL" clId="{6280D51B-2B70-44C7-967E-2A9F4DA32BEB}" dt="2026-10-19T13:08:18.864" v="1681" actId="255"/>
      <pc:docMkLst>
        <pc:docMk/>
      </pc:docMkLst>
      <pc:sldChg chg="addSp modSp mod modNotesTx">
        <pc:chgData name="Felipe Barros Santos Rodrigues da Silva" userId="bcee62ef-1d0a-4a06-92b7-252124de452b" providerId="ADAL" clId="{6280D51B-2B70-44C7-967E-2A9F4DA32BEB}" dt="2026-09-21T00:57:35.368" v="1634" actId="20577"/>
        <pc:sldMkLst>
          <pc:docMk/>
          <pc:sldMk cId="940414154" sldId="272"/>
        </pc:sldMkLst>
      </pc:sldChg>
      <pc:sldChg chg="modSp mod">
        <pc:chgData name="Felipe Barros Santos Rodrigues da Silva" userId="bcee62ef-1d0a-4a06-92b7-252124de452b" providerId="ADAL" clId="{6280D51B-2B70-44C7-967E-2A9F4DA32BEB}" dt="2026-10-19T13:08:18.864" v="1681" actId="255"/>
        <pc:sldMkLst>
          <pc:docMk/>
          <pc:sldMk cId="1653737069" sldId="286"/>
        </pc:sldMkLst>
        <pc:spChg chg="mod">
          <ac:chgData name="Felipe Barros Santos Rodrigues da Silva" userId="bcee62ef-1d0a-4a06-92b7-252124de452b" providerId="ADAL" clId="{6280D51B-2B70-44C7-967E-2A9F4DA32BEB}" dt="2026-10-19T13:08:18.864" v="1681" actId="255"/>
          <ac:spMkLst>
            <pc:docMk/>
            <pc:sldMk cId="1653737069" sldId="286"/>
            <ac:spMk id="31" creationId="{9A3C1FB9-EF03-8156-3CA8-3AD211DC54DF}"/>
          </ac:spMkLst>
        </pc:spChg>
        <pc:spChg chg="mod">
          <ac:chgData name="Felipe Barros Santos Rodrigues da Silva" userId="bcee62ef-1d0a-4a06-92b7-252124de452b" providerId="ADAL" clId="{6280D51B-2B70-44C7-967E-2A9F4DA32BEB}" dt="2026-10-19T13:07:51.288" v="1678" actId="123"/>
          <ac:spMkLst>
            <pc:docMk/>
            <pc:sldMk cId="1653737069" sldId="286"/>
            <ac:spMk id="33" creationId="{69298370-0554-BCED-4107-E00D640B8A3D}"/>
          </ac:spMkLst>
        </pc:spChg>
      </pc:sldChg>
      <pc:sldChg chg="addSp delSp modSp mod">
        <pc:chgData name="Felipe Barros Santos Rodrigues da Silva" userId="bcee62ef-1d0a-4a06-92b7-252124de452b" providerId="ADAL" clId="{6280D51B-2B70-44C7-967E-2A9F4DA32BEB}" dt="2026-10-05T22:53:50.108" v="1652" actId="207"/>
        <pc:sldMkLst>
          <pc:docMk/>
          <pc:sldMk cId="2436662301" sldId="309"/>
        </pc:sldMkLst>
        <pc:spChg chg="mod">
          <ac:chgData name="Felipe Barros Santos Rodrigues da Silva" userId="bcee62ef-1d0a-4a06-92b7-252124de452b" providerId="ADAL" clId="{6280D51B-2B70-44C7-967E-2A9F4DA32BEB}" dt="2026-10-05T22:53:28.714" v="1650" actId="208"/>
          <ac:spMkLst>
            <pc:docMk/>
            <pc:sldMk cId="2436662301" sldId="309"/>
            <ac:spMk id="12" creationId="{4FA95E0D-FA48-1687-2EDC-7094F17512C8}"/>
          </ac:spMkLst>
        </pc:spChg>
        <pc:spChg chg="mod">
          <ac:chgData name="Felipe Barros Santos Rodrigues da Silva" userId="bcee62ef-1d0a-4a06-92b7-252124de452b" providerId="ADAL" clId="{6280D51B-2B70-44C7-967E-2A9F4DA32BEB}" dt="2026-10-05T22:53:50.108" v="1652" actId="207"/>
          <ac:spMkLst>
            <pc:docMk/>
            <pc:sldMk cId="2436662301" sldId="309"/>
            <ac:spMk id="34" creationId="{C7A281B1-2091-CF49-861F-E68A502F84AE}"/>
          </ac:spMkLst>
        </pc:spChg>
        <pc:grpChg chg="mod">
          <ac:chgData name="Felipe Barros Santos Rodrigues da Silva" userId="bcee62ef-1d0a-4a06-92b7-252124de452b" providerId="ADAL" clId="{6280D51B-2B70-44C7-967E-2A9F4DA32BEB}" dt="2026-10-05T22:43:55.962" v="1639" actId="1036"/>
          <ac:grpSpMkLst>
            <pc:docMk/>
            <pc:sldMk cId="2436662301" sldId="309"/>
            <ac:grpSpMk id="55" creationId="{023943FF-EA6A-61E6-44CE-7EA5A933CADE}"/>
          </ac:grpSpMkLst>
        </pc:grpChg>
      </pc:sldChg>
      <pc:sldChg chg="addSp delSp modSp add mod">
        <pc:chgData name="Felipe Barros Santos Rodrigues da Silva" userId="bcee62ef-1d0a-4a06-92b7-252124de452b" providerId="ADAL" clId="{6280D51B-2B70-44C7-967E-2A9F4DA32BEB}" dt="2026-09-20T18:07:21.172" v="1630" actId="113"/>
        <pc:sldMkLst>
          <pc:docMk/>
          <pc:sldMk cId="3816260276" sldId="329"/>
        </pc:sldMkLst>
        <pc:spChg chg="add mod">
          <ac:chgData name="Felipe Barros Santos Rodrigues da Silva" userId="bcee62ef-1d0a-4a06-92b7-252124de452b" providerId="ADAL" clId="{6280D51B-2B70-44C7-967E-2A9F4DA32BEB}" dt="2026-09-20T18:07:21.172" v="1630" actId="113"/>
          <ac:spMkLst>
            <pc:docMk/>
            <pc:sldMk cId="3816260276" sldId="329"/>
            <ac:spMk id="39" creationId="{B990DFE0-EC3E-0564-65B6-8C3261AED1B7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4:12.649" v="1666" actId="120"/>
        <pc:sldMkLst>
          <pc:docMk/>
          <pc:sldMk cId="1118591106" sldId="354"/>
        </pc:sldMkLst>
        <pc:spChg chg="mod">
          <ac:chgData name="Felipe Barros Santos Rodrigues da Silva" userId="bcee62ef-1d0a-4a06-92b7-252124de452b" providerId="ADAL" clId="{6280D51B-2B70-44C7-967E-2A9F4DA32BEB}" dt="2026-10-19T12:47:27.160" v="1654" actId="14100"/>
          <ac:spMkLst>
            <pc:docMk/>
            <pc:sldMk cId="1118591106" sldId="354"/>
            <ac:spMk id="10" creationId="{28B976DB-78B5-CF64-1F00-90D3C4423949}"/>
          </ac:spMkLst>
        </pc:spChg>
        <pc:spChg chg="mod">
          <ac:chgData name="Felipe Barros Santos Rodrigues da Silva" userId="bcee62ef-1d0a-4a06-92b7-252124de452b" providerId="ADAL" clId="{6280D51B-2B70-44C7-967E-2A9F4DA32BEB}" dt="2026-10-19T12:47:31.567" v="1655" actId="123"/>
          <ac:spMkLst>
            <pc:docMk/>
            <pc:sldMk cId="1118591106" sldId="354"/>
            <ac:spMk id="158" creationId="{9FC2EE4C-84F2-AED8-E166-DC2C388D86D0}"/>
          </ac:spMkLst>
        </pc:spChg>
        <pc:spChg chg="mod">
          <ac:chgData name="Felipe Barros Santos Rodrigues da Silva" userId="bcee62ef-1d0a-4a06-92b7-252124de452b" providerId="ADAL" clId="{6280D51B-2B70-44C7-967E-2A9F4DA32BEB}" dt="2026-10-19T12:54:12.649" v="1666" actId="120"/>
          <ac:spMkLst>
            <pc:docMk/>
            <pc:sldMk cId="1118591106" sldId="354"/>
            <ac:spMk id="160" creationId="{FAB59FC3-042E-C8E7-7EB8-040D8CB30D65}"/>
          </ac:spMkLst>
        </pc:spChg>
        <pc:spChg chg="mod">
          <ac:chgData name="Felipe Barros Santos Rodrigues da Silva" userId="bcee62ef-1d0a-4a06-92b7-252124de452b" providerId="ADAL" clId="{6280D51B-2B70-44C7-967E-2A9F4DA32BEB}" dt="2026-10-19T12:53:59.812" v="1664" actId="120"/>
          <ac:spMkLst>
            <pc:docMk/>
            <pc:sldMk cId="1118591106" sldId="354"/>
            <ac:spMk id="162" creationId="{7D268D5C-BA7C-BAD5-B046-2BBB9B5E0E2E}"/>
          </ac:spMkLst>
        </pc:spChg>
        <pc:spChg chg="mod">
          <ac:chgData name="Felipe Barros Santos Rodrigues da Silva" userId="bcee62ef-1d0a-4a06-92b7-252124de452b" providerId="ADAL" clId="{6280D51B-2B70-44C7-967E-2A9F4DA32BEB}" dt="2026-10-19T12:47:56.704" v="1658" actId="123"/>
          <ac:spMkLst>
            <pc:docMk/>
            <pc:sldMk cId="1118591106" sldId="354"/>
            <ac:spMk id="164" creationId="{C8BE4BE2-E045-0259-7EDE-289B45D7C643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5:34.959" v="1671" actId="123"/>
        <pc:sldMkLst>
          <pc:docMk/>
          <pc:sldMk cId="2653754915" sldId="359"/>
        </pc:sldMkLst>
        <pc:spChg chg="mod">
          <ac:chgData name="Felipe Barros Santos Rodrigues da Silva" userId="bcee62ef-1d0a-4a06-92b7-252124de452b" providerId="ADAL" clId="{6280D51B-2B70-44C7-967E-2A9F4DA32BEB}" dt="2026-10-19T12:55:34.959" v="1671" actId="123"/>
          <ac:spMkLst>
            <pc:docMk/>
            <pc:sldMk cId="2653754915" sldId="359"/>
            <ac:spMk id="61" creationId="{38033E9D-0F29-1322-4A9F-ED814D35A58F}"/>
          </ac:spMkLst>
        </pc:spChg>
        <pc:spChg chg="mod">
          <ac:chgData name="Felipe Barros Santos Rodrigues da Silva" userId="bcee62ef-1d0a-4a06-92b7-252124de452b" providerId="ADAL" clId="{6280D51B-2B70-44C7-967E-2A9F4DA32BEB}" dt="2026-10-19T12:55:30.133" v="1670" actId="123"/>
          <ac:spMkLst>
            <pc:docMk/>
            <pc:sldMk cId="2653754915" sldId="359"/>
            <ac:spMk id="69" creationId="{022E2060-8C96-9B60-F445-096D3B23859A}"/>
          </ac:spMkLst>
        </pc:spChg>
        <pc:spChg chg="mod">
          <ac:chgData name="Felipe Barros Santos Rodrigues da Silva" userId="bcee62ef-1d0a-4a06-92b7-252124de452b" providerId="ADAL" clId="{6280D51B-2B70-44C7-967E-2A9F4DA32BEB}" dt="2026-10-19T12:54:36.578" v="1669" actId="120"/>
          <ac:spMkLst>
            <pc:docMk/>
            <pc:sldMk cId="2653754915" sldId="359"/>
            <ac:spMk id="160" creationId="{D8E22DC9-3ACC-5787-5CFA-67A3975F60CF}"/>
          </ac:spMkLst>
        </pc:spChg>
        <pc:spChg chg="mod">
          <ac:chgData name="Felipe Barros Santos Rodrigues da Silva" userId="bcee62ef-1d0a-4a06-92b7-252124de452b" providerId="ADAL" clId="{6280D51B-2B70-44C7-967E-2A9F4DA32BEB}" dt="2026-10-19T12:54:31.196" v="1667" actId="123"/>
          <ac:spMkLst>
            <pc:docMk/>
            <pc:sldMk cId="2653754915" sldId="359"/>
            <ac:spMk id="164" creationId="{9C119796-2CFA-E2C1-A980-05B8C99AA3F4}"/>
          </ac:spMkLst>
        </pc:spChg>
      </pc:sldChg>
      <pc:sldChg chg="modSp mod">
        <pc:chgData name="Felipe Barros Santos Rodrigues da Silva" userId="bcee62ef-1d0a-4a06-92b7-252124de452b" providerId="ADAL" clId="{6280D51B-2B70-44C7-967E-2A9F4DA32BEB}" dt="2026-10-19T12:56:15.138" v="1676" actId="123"/>
        <pc:sldMkLst>
          <pc:docMk/>
          <pc:sldMk cId="368819736" sldId="360"/>
        </pc:sldMkLst>
        <pc:spChg chg="mod">
          <ac:chgData name="Felipe Barros Santos Rodrigues da Silva" userId="bcee62ef-1d0a-4a06-92b7-252124de452b" providerId="ADAL" clId="{6280D51B-2B70-44C7-967E-2A9F4DA32BEB}" dt="2026-10-19T12:55:50.407" v="1672" actId="123"/>
          <ac:spMkLst>
            <pc:docMk/>
            <pc:sldMk cId="368819736" sldId="360"/>
            <ac:spMk id="61" creationId="{E84AFA1E-0D22-661C-461A-2131553D23EC}"/>
          </ac:spMkLst>
        </pc:spChg>
        <pc:spChg chg="mod">
          <ac:chgData name="Felipe Barros Santos Rodrigues da Silva" userId="bcee62ef-1d0a-4a06-92b7-252124de452b" providerId="ADAL" clId="{6280D51B-2B70-44C7-967E-2A9F4DA32BEB}" dt="2026-10-19T12:55:53.862" v="1673" actId="123"/>
          <ac:spMkLst>
            <pc:docMk/>
            <pc:sldMk cId="368819736" sldId="360"/>
            <ac:spMk id="69" creationId="{B1DA7CD0-9715-0903-5155-3AE45BF59F98}"/>
          </ac:spMkLst>
        </pc:spChg>
        <pc:spChg chg="mod">
          <ac:chgData name="Felipe Barros Santos Rodrigues da Silva" userId="bcee62ef-1d0a-4a06-92b7-252124de452b" providerId="ADAL" clId="{6280D51B-2B70-44C7-967E-2A9F4DA32BEB}" dt="2026-10-19T12:55:59.373" v="1674" actId="123"/>
          <ac:spMkLst>
            <pc:docMk/>
            <pc:sldMk cId="368819736" sldId="360"/>
            <ac:spMk id="80" creationId="{5F0EDE8B-1C1C-32FF-858C-7EFDBF96DDD3}"/>
          </ac:spMkLst>
        </pc:spChg>
        <pc:spChg chg="mod">
          <ac:chgData name="Felipe Barros Santos Rodrigues da Silva" userId="bcee62ef-1d0a-4a06-92b7-252124de452b" providerId="ADAL" clId="{6280D51B-2B70-44C7-967E-2A9F4DA32BEB}" dt="2026-10-19T12:56:09.828" v="1675" actId="123"/>
          <ac:spMkLst>
            <pc:docMk/>
            <pc:sldMk cId="368819736" sldId="360"/>
            <ac:spMk id="173" creationId="{BFB8E17F-A58B-07D1-4B17-E19724BA8DBC}"/>
          </ac:spMkLst>
        </pc:spChg>
        <pc:spChg chg="mod">
          <ac:chgData name="Felipe Barros Santos Rodrigues da Silva" userId="bcee62ef-1d0a-4a06-92b7-252124de452b" providerId="ADAL" clId="{6280D51B-2B70-44C7-967E-2A9F4DA32BEB}" dt="2026-10-19T12:56:15.138" v="1676" actId="123"/>
          <ac:spMkLst>
            <pc:docMk/>
            <pc:sldMk cId="368819736" sldId="360"/>
            <ac:spMk id="182" creationId="{AFD3B2D9-0C38-0A0E-D1C6-77CF8C58E6B9}"/>
          </ac:spMkLst>
        </pc:spChg>
      </pc:sldChg>
    </pc:docChg>
  </pc:docChgLst>
  <pc:docChgLst>
    <pc:chgData name="Guest User" userId="S::urn:spo:tenantanon#6370a6c0-7b90-4709-bd6e-59c28ede833b::" providerId="AD" clId="Web-{66666118-FA28-890C-4C34-038193524AE2}"/>
    <pc:docChg chg="modSld">
      <pc:chgData name="Guest User" userId="S::urn:spo:tenantanon#6370a6c0-7b90-4709-bd6e-59c28ede833b::" providerId="AD" clId="Web-{66666118-FA28-890C-4C34-038193524AE2}" dt="2026-09-20T14:38:20.612" v="1" actId="1076"/>
      <pc:docMkLst>
        <pc:docMk/>
      </pc:docMkLst>
      <pc:sldChg chg="modSp">
        <pc:chgData name="Guest User" userId="S::urn:spo:tenantanon#6370a6c0-7b90-4709-bd6e-59c28ede833b::" providerId="AD" clId="Web-{66666118-FA28-890C-4C34-038193524AE2}" dt="2026-09-20T14:38:20.612" v="1" actId="1076"/>
        <pc:sldMkLst>
          <pc:docMk/>
          <pc:sldMk cId="4031254641" sldId="326"/>
        </pc:sldMkLst>
      </pc:sldChg>
    </pc:docChg>
  </pc:docChgLst>
  <pc:docChgLst>
    <pc:chgData name="Bruno Manta Madeira Campos Alencar" userId="S::brunommca@al.insper.edu.br::4327be56-e764-4786-bbc9-4034bdd2f807" providerId="AD" clId="Web-{6CA60A58-DD92-1869-A33D-3650B0D004B3}"/>
    <pc:docChg chg="modSld">
      <pc:chgData name="Bruno Manta Madeira Campos Alencar" userId="S::brunommca@al.insper.edu.br::4327be56-e764-4786-bbc9-4034bdd2f807" providerId="AD" clId="Web-{6CA60A58-DD92-1869-A33D-3650B0D004B3}" dt="2026-09-20T15:12:27.648" v="28" actId="1076"/>
      <pc:docMkLst>
        <pc:docMk/>
      </pc:docMkLst>
      <pc:sldChg chg="addSp delSp modSp">
        <pc:chgData name="Bruno Manta Madeira Campos Alencar" userId="S::brunommca@al.insper.edu.br::4327be56-e764-4786-bbc9-4034bdd2f807" providerId="AD" clId="Web-{6CA60A58-DD92-1869-A33D-3650B0D004B3}" dt="2026-09-20T15:12:27.648" v="28" actId="1076"/>
        <pc:sldMkLst>
          <pc:docMk/>
          <pc:sldMk cId="4031254641" sldId="326"/>
        </pc:sldMkLst>
      </pc:sldChg>
    </pc:docChg>
  </pc:docChgLst>
  <pc:docChgLst>
    <pc:chgData name="Guest User" userId="S::urn:spo:tenantanon#6370a6c0-7b90-4709-bd6e-59c28ede833b::" providerId="AD" clId="Web-{B81EBC94-AB7C-BEE0-0E88-1FD4515BDD8A}"/>
    <pc:docChg chg="addSld delSld modSld">
      <pc:chgData name="Guest User" userId="S::urn:spo:tenantanon#6370a6c0-7b90-4709-bd6e-59c28ede833b::" providerId="AD" clId="Web-{B81EBC94-AB7C-BEE0-0E88-1FD4515BDD8A}" dt="2026-09-19T21:14:49.761" v="14" actId="1076"/>
      <pc:docMkLst>
        <pc:docMk/>
      </pc:docMkLst>
      <pc:sldChg chg="modSp">
        <pc:chgData name="Guest User" userId="S::urn:spo:tenantanon#6370a6c0-7b90-4709-bd6e-59c28ede833b::" providerId="AD" clId="Web-{B81EBC94-AB7C-BEE0-0E88-1FD4515BDD8A}" dt="2026-09-19T21:14:49.761" v="14" actId="1076"/>
        <pc:sldMkLst>
          <pc:docMk/>
          <pc:sldMk cId="2721456284" sldId="328"/>
        </pc:sldMkLst>
      </pc:sldChg>
    </pc:docChg>
  </pc:docChgLst>
  <pc:docChgLst>
    <pc:chgData name="Guest User" userId="S::urn:spo:tenantanon#6370a6c0-7b90-4709-bd6e-59c28ede833b::" providerId="AD" clId="Web-{DBC401BA-C2C9-471F-1E42-160651FF08CC}"/>
    <pc:docChg chg="modSld">
      <pc:chgData name="Guest User" userId="S::urn:spo:tenantanon#6370a6c0-7b90-4709-bd6e-59c28ede833b::" providerId="AD" clId="Web-{DBC401BA-C2C9-471F-1E42-160651FF08CC}" dt="2026-09-16T11:32:49.142" v="58" actId="1076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cap\AppData\Local\Packages\5319275A.WhatsAppDesktop_cv1g1gvanyjgm\LocalState\sessions\383D5C8476F6C674B14A5D60E420E111FBE135EE\transfers\2026-37\Dados%20gra&#769;ficos%20motivac&#807;a&#771;o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Especialistas_100k_hab!$B$1</c:f>
              <c:strCache>
                <c:ptCount val="1"/>
                <c:pt idx="0">
                  <c:v>Especialistas / 100 mil hab.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8B-3743-A7E4-39F810EA9C10}"/>
              </c:ext>
            </c:extLst>
          </c:dPt>
          <c:dPt>
            <c:idx val="1"/>
            <c:invertIfNegative val="0"/>
            <c:bubble3D val="0"/>
            <c:spPr>
              <a:solidFill>
                <a:srgbClr val="27533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8B-3743-A7E4-39F810EA9C10}"/>
              </c:ext>
            </c:extLst>
          </c:dPt>
          <c:dPt>
            <c:idx val="2"/>
            <c:invertIfNegative val="0"/>
            <c:bubble3D val="0"/>
            <c:spPr>
              <a:solidFill>
                <a:srgbClr val="39644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8B-3743-A7E4-39F810EA9C10}"/>
              </c:ext>
            </c:extLst>
          </c:dPt>
          <c:dPt>
            <c:idx val="3"/>
            <c:invertIfNegative val="0"/>
            <c:bubble3D val="0"/>
            <c:spPr>
              <a:solidFill>
                <a:srgbClr val="4771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8B-3743-A7E4-39F810EA9C10}"/>
              </c:ext>
            </c:extLst>
          </c:dPt>
          <c:dPt>
            <c:idx val="4"/>
            <c:invertIfNegative val="0"/>
            <c:bubble3D val="0"/>
            <c:spPr>
              <a:solidFill>
                <a:srgbClr val="59816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8B-3743-A7E4-39F810EA9C10}"/>
              </c:ext>
            </c:extLst>
          </c:dPt>
          <c:dPt>
            <c:idx val="5"/>
            <c:invertIfNegative val="0"/>
            <c:bubble3D val="0"/>
            <c:spPr>
              <a:solidFill>
                <a:srgbClr val="698F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8B-3743-A7E4-39F810EA9C10}"/>
              </c:ext>
            </c:extLst>
          </c:dPt>
          <c:dPt>
            <c:idx val="6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8B-3743-A7E4-39F810EA9C10}"/>
              </c:ext>
            </c:extLst>
          </c:dPt>
          <c:dPt>
            <c:idx val="7"/>
            <c:invertIfNegative val="0"/>
            <c:bubble3D val="0"/>
            <c:spPr>
              <a:solidFill>
                <a:srgbClr val="8BAA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8B-3743-A7E4-39F810EA9C10}"/>
              </c:ext>
            </c:extLst>
          </c:dPt>
          <c:dPt>
            <c:idx val="8"/>
            <c:invertIfNegative val="0"/>
            <c:bubble3D val="0"/>
            <c:spPr>
              <a:solidFill>
                <a:srgbClr val="98B4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B8B-3743-A7E4-39F810EA9C10}"/>
              </c:ext>
            </c:extLst>
          </c:dPt>
          <c:dPt>
            <c:idx val="9"/>
            <c:invertIfNegative val="0"/>
            <c:bubble3D val="0"/>
            <c:spPr>
              <a:solidFill>
                <a:srgbClr val="9FBA9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B8B-3743-A7E4-39F810EA9C10}"/>
              </c:ext>
            </c:extLst>
          </c:dPt>
          <c:dPt>
            <c:idx val="10"/>
            <c:invertIfNegative val="0"/>
            <c:bubble3D val="0"/>
            <c:spPr>
              <a:solidFill>
                <a:srgbClr val="A9C0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B8B-3743-A7E4-39F810EA9C10}"/>
              </c:ext>
            </c:extLst>
          </c:dPt>
          <c:dPt>
            <c:idx val="11"/>
            <c:invertIfNegative val="0"/>
            <c:bubble3D val="0"/>
            <c:spPr>
              <a:solidFill>
                <a:srgbClr val="B1C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B8B-3743-A7E4-39F810EA9C10}"/>
              </c:ext>
            </c:extLst>
          </c:dPt>
          <c:dPt>
            <c:idx val="12"/>
            <c:invertIfNegative val="0"/>
            <c:bubble3D val="0"/>
            <c:spPr>
              <a:solidFill>
                <a:srgbClr val="B9CD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B8B-3743-A7E4-39F810EA9C10}"/>
              </c:ext>
            </c:extLst>
          </c:dPt>
          <c:dPt>
            <c:idx val="13"/>
            <c:invertIfNegative val="0"/>
            <c:bubble3D val="0"/>
            <c:spPr>
              <a:solidFill>
                <a:srgbClr val="C6D7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B8B-3743-A7E4-39F810EA9C10}"/>
              </c:ext>
            </c:extLst>
          </c:dPt>
          <c:dPt>
            <c:idx val="14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B8B-3743-A7E4-39F810EA9C10}"/>
              </c:ext>
            </c:extLst>
          </c:dPt>
          <c:dPt>
            <c:idx val="15"/>
            <c:invertIfNegative val="0"/>
            <c:bubble3D val="0"/>
            <c:spPr>
              <a:solidFill>
                <a:srgbClr val="E2E9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B8B-3743-A7E4-39F810EA9C10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3743-A7E4-39F810EA9C10}"/>
                </c:ext>
              </c:extLst>
            </c:dLbl>
            <c:dLbl>
              <c:idx val="1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B8B-3743-A7E4-39F810EA9C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Especialistas_100k_hab!$A$2:$A$17</c:f>
              <c:strCache>
                <c:ptCount val="16"/>
                <c:pt idx="0">
                  <c:v>DF</c:v>
                </c:pt>
                <c:pt idx="1">
                  <c:v>SP</c:v>
                </c:pt>
                <c:pt idx="2">
                  <c:v>RJ</c:v>
                </c:pt>
                <c:pt idx="3">
                  <c:v>RS</c:v>
                </c:pt>
                <c:pt idx="4">
                  <c:v>SC</c:v>
                </c:pt>
                <c:pt idx="5">
                  <c:v>PR</c:v>
                </c:pt>
                <c:pt idx="6">
                  <c:v>ES</c:v>
                </c:pt>
                <c:pt idx="7">
                  <c:v>MG</c:v>
                </c:pt>
                <c:pt idx="8">
                  <c:v>MS</c:v>
                </c:pt>
                <c:pt idx="9">
                  <c:v>GO</c:v>
                </c:pt>
                <c:pt idx="10">
                  <c:v>MT</c:v>
                </c:pt>
                <c:pt idx="11">
                  <c:v>BA</c:v>
                </c:pt>
                <c:pt idx="12">
                  <c:v>PE</c:v>
                </c:pt>
                <c:pt idx="13">
                  <c:v>CE</c:v>
                </c:pt>
                <c:pt idx="14">
                  <c:v>PA</c:v>
                </c:pt>
                <c:pt idx="15">
                  <c:v>MA</c:v>
                </c:pt>
              </c:strCache>
            </c:strRef>
          </c:cat>
          <c:val>
            <c:numRef>
              <c:f>Especialistas_100k_hab!$B$2:$B$17</c:f>
              <c:numCache>
                <c:formatCode>General</c:formatCode>
                <c:ptCount val="16"/>
                <c:pt idx="0">
                  <c:v>453.5</c:v>
                </c:pt>
                <c:pt idx="1">
                  <c:v>414</c:v>
                </c:pt>
                <c:pt idx="2">
                  <c:v>390</c:v>
                </c:pt>
                <c:pt idx="3">
                  <c:v>375</c:v>
                </c:pt>
                <c:pt idx="4">
                  <c:v>355</c:v>
                </c:pt>
                <c:pt idx="5">
                  <c:v>345</c:v>
                </c:pt>
                <c:pt idx="6">
                  <c:v>325</c:v>
                </c:pt>
                <c:pt idx="7">
                  <c:v>310</c:v>
                </c:pt>
                <c:pt idx="8">
                  <c:v>275</c:v>
                </c:pt>
                <c:pt idx="9">
                  <c:v>260</c:v>
                </c:pt>
                <c:pt idx="10">
                  <c:v>240</c:v>
                </c:pt>
                <c:pt idx="11">
                  <c:v>215</c:v>
                </c:pt>
                <c:pt idx="12">
                  <c:v>195</c:v>
                </c:pt>
                <c:pt idx="13">
                  <c:v>165</c:v>
                </c:pt>
                <c:pt idx="14">
                  <c:v>145</c:v>
                </c:pt>
                <c:pt idx="15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3B8B-3743-A7E4-39F810EA9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27"/>
        <c:axId val="1286443664"/>
        <c:axId val="1275612048"/>
      </c:barChart>
      <c:catAx>
        <c:axId val="128644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12048"/>
        <c:crosses val="autoZero"/>
        <c:auto val="1"/>
        <c:lblAlgn val="ctr"/>
        <c:lblOffset val="100"/>
        <c:noMultiLvlLbl val="0"/>
      </c:catAx>
      <c:valAx>
        <c:axId val="1275612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Especialistas / 100.000 hab.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864436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9-6C4E-9ADF-95ED375AE6B4}"/>
              </c:ext>
            </c:extLst>
          </c:dPt>
          <c:dPt>
            <c:idx val="1"/>
            <c:invertIfNegative val="0"/>
            <c:bubble3D val="0"/>
            <c:spPr>
              <a:solidFill>
                <a:srgbClr val="2D604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9-6C4E-9ADF-95ED375AE6B4}"/>
              </c:ext>
            </c:extLst>
          </c:dPt>
          <c:dPt>
            <c:idx val="2"/>
            <c:invertIfNegative val="0"/>
            <c:bubble3D val="0"/>
            <c:spPr>
              <a:solidFill>
                <a:srgbClr val="567F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9-6C4E-9ADF-95ED375AE6B4}"/>
              </c:ext>
            </c:extLst>
          </c:dPt>
          <c:dPt>
            <c:idx val="3"/>
            <c:invertIfNegative val="0"/>
            <c:bubble3D val="0"/>
            <c:spPr>
              <a:solidFill>
                <a:srgbClr val="7598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9-6C4E-9ADF-95ED375AE6B4}"/>
              </c:ext>
            </c:extLst>
          </c:dPt>
          <c:dPt>
            <c:idx val="4"/>
            <c:invertIfNegative val="0"/>
            <c:bubble3D val="0"/>
            <c:spPr>
              <a:solidFill>
                <a:srgbClr val="A1B7A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9-6C4E-9ADF-95ED375AE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'Distancia_alta compl_xidade'!$A$2:$A$6</c:f>
              <c:strCache>
                <c:ptCount val="5"/>
                <c:pt idx="0">
                  <c:v>Norte</c:v>
                </c:pt>
                <c:pt idx="1">
                  <c:v>Centro-Oeste</c:v>
                </c:pt>
                <c:pt idx="2">
                  <c:v>Nordeste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'Distancia_alta compl_xidade'!$B$2:$B$6</c:f>
              <c:numCache>
                <c:formatCode>General</c:formatCode>
                <c:ptCount val="5"/>
                <c:pt idx="0">
                  <c:v>276</c:v>
                </c:pt>
                <c:pt idx="1">
                  <c:v>256</c:v>
                </c:pt>
                <c:pt idx="2">
                  <c:v>179</c:v>
                </c:pt>
                <c:pt idx="3">
                  <c:v>107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D9-6C4E-9ADF-95ED375AE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2"/>
        <c:overlap val="-27"/>
        <c:axId val="1379009104"/>
        <c:axId val="1275623568"/>
      </c:barChart>
      <c:catAx>
        <c:axId val="13790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23568"/>
        <c:crosses val="autoZero"/>
        <c:auto val="1"/>
        <c:lblAlgn val="ctr"/>
        <c:lblOffset val="100"/>
        <c:noMultiLvlLbl val="0"/>
      </c:catAx>
      <c:valAx>
        <c:axId val="1275623568"/>
        <c:scaling>
          <c:orientation val="minMax"/>
          <c:max val="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Distância média 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79009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Especialistas_100k_hab!$B$1</c:f>
              <c:strCache>
                <c:ptCount val="1"/>
                <c:pt idx="0">
                  <c:v>Especialistas / 100 mil hab.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8B-3743-A7E4-39F810EA9C10}"/>
              </c:ext>
            </c:extLst>
          </c:dPt>
          <c:dPt>
            <c:idx val="1"/>
            <c:invertIfNegative val="0"/>
            <c:bubble3D val="0"/>
            <c:spPr>
              <a:solidFill>
                <a:srgbClr val="27533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8B-3743-A7E4-39F810EA9C10}"/>
              </c:ext>
            </c:extLst>
          </c:dPt>
          <c:dPt>
            <c:idx val="2"/>
            <c:invertIfNegative val="0"/>
            <c:bubble3D val="0"/>
            <c:spPr>
              <a:solidFill>
                <a:srgbClr val="39644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8B-3743-A7E4-39F810EA9C10}"/>
              </c:ext>
            </c:extLst>
          </c:dPt>
          <c:dPt>
            <c:idx val="3"/>
            <c:invertIfNegative val="0"/>
            <c:bubble3D val="0"/>
            <c:spPr>
              <a:solidFill>
                <a:srgbClr val="47715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8B-3743-A7E4-39F810EA9C10}"/>
              </c:ext>
            </c:extLst>
          </c:dPt>
          <c:dPt>
            <c:idx val="4"/>
            <c:invertIfNegative val="0"/>
            <c:bubble3D val="0"/>
            <c:spPr>
              <a:solidFill>
                <a:srgbClr val="59816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8B-3743-A7E4-39F810EA9C10}"/>
              </c:ext>
            </c:extLst>
          </c:dPt>
          <c:dPt>
            <c:idx val="5"/>
            <c:invertIfNegative val="0"/>
            <c:bubble3D val="0"/>
            <c:spPr>
              <a:solidFill>
                <a:srgbClr val="698F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8B-3743-A7E4-39F810EA9C10}"/>
              </c:ext>
            </c:extLst>
          </c:dPt>
          <c:dPt>
            <c:idx val="6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8B-3743-A7E4-39F810EA9C10}"/>
              </c:ext>
            </c:extLst>
          </c:dPt>
          <c:dPt>
            <c:idx val="7"/>
            <c:invertIfNegative val="0"/>
            <c:bubble3D val="0"/>
            <c:spPr>
              <a:solidFill>
                <a:srgbClr val="8BAA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8B-3743-A7E4-39F810EA9C10}"/>
              </c:ext>
            </c:extLst>
          </c:dPt>
          <c:dPt>
            <c:idx val="8"/>
            <c:invertIfNegative val="0"/>
            <c:bubble3D val="0"/>
            <c:spPr>
              <a:solidFill>
                <a:srgbClr val="98B4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B8B-3743-A7E4-39F810EA9C10}"/>
              </c:ext>
            </c:extLst>
          </c:dPt>
          <c:dPt>
            <c:idx val="9"/>
            <c:invertIfNegative val="0"/>
            <c:bubble3D val="0"/>
            <c:spPr>
              <a:solidFill>
                <a:srgbClr val="9FBA9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B8B-3743-A7E4-39F810EA9C10}"/>
              </c:ext>
            </c:extLst>
          </c:dPt>
          <c:dPt>
            <c:idx val="10"/>
            <c:invertIfNegative val="0"/>
            <c:bubble3D val="0"/>
            <c:spPr>
              <a:solidFill>
                <a:srgbClr val="A9C0A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B8B-3743-A7E4-39F810EA9C10}"/>
              </c:ext>
            </c:extLst>
          </c:dPt>
          <c:dPt>
            <c:idx val="11"/>
            <c:invertIfNegative val="0"/>
            <c:bubble3D val="0"/>
            <c:spPr>
              <a:solidFill>
                <a:srgbClr val="B1C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B8B-3743-A7E4-39F810EA9C10}"/>
              </c:ext>
            </c:extLst>
          </c:dPt>
          <c:dPt>
            <c:idx val="12"/>
            <c:invertIfNegative val="0"/>
            <c:bubble3D val="0"/>
            <c:spPr>
              <a:solidFill>
                <a:srgbClr val="B9CDB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B8B-3743-A7E4-39F810EA9C10}"/>
              </c:ext>
            </c:extLst>
          </c:dPt>
          <c:dPt>
            <c:idx val="13"/>
            <c:invertIfNegative val="0"/>
            <c:bubble3D val="0"/>
            <c:spPr>
              <a:solidFill>
                <a:srgbClr val="C6D7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B8B-3743-A7E4-39F810EA9C10}"/>
              </c:ext>
            </c:extLst>
          </c:dPt>
          <c:dPt>
            <c:idx val="14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B8B-3743-A7E4-39F810EA9C10}"/>
              </c:ext>
            </c:extLst>
          </c:dPt>
          <c:dPt>
            <c:idx val="15"/>
            <c:invertIfNegative val="0"/>
            <c:bubble3D val="0"/>
            <c:spPr>
              <a:solidFill>
                <a:srgbClr val="E2E9E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B8B-3743-A7E4-39F810EA9C10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3743-A7E4-39F810EA9C10}"/>
                </c:ext>
              </c:extLst>
            </c:dLbl>
            <c:dLbl>
              <c:idx val="1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B8B-3743-A7E4-39F810EA9C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Especialistas_100k_hab!$A$2:$A$17</c:f>
              <c:strCache>
                <c:ptCount val="16"/>
                <c:pt idx="0">
                  <c:v>DF</c:v>
                </c:pt>
                <c:pt idx="1">
                  <c:v>SP</c:v>
                </c:pt>
                <c:pt idx="2">
                  <c:v>RJ</c:v>
                </c:pt>
                <c:pt idx="3">
                  <c:v>RS</c:v>
                </c:pt>
                <c:pt idx="4">
                  <c:v>SC</c:v>
                </c:pt>
                <c:pt idx="5">
                  <c:v>PR</c:v>
                </c:pt>
                <c:pt idx="6">
                  <c:v>ES</c:v>
                </c:pt>
                <c:pt idx="7">
                  <c:v>MG</c:v>
                </c:pt>
                <c:pt idx="8">
                  <c:v>MS</c:v>
                </c:pt>
                <c:pt idx="9">
                  <c:v>GO</c:v>
                </c:pt>
                <c:pt idx="10">
                  <c:v>MT</c:v>
                </c:pt>
                <c:pt idx="11">
                  <c:v>BA</c:v>
                </c:pt>
                <c:pt idx="12">
                  <c:v>PE</c:v>
                </c:pt>
                <c:pt idx="13">
                  <c:v>CE</c:v>
                </c:pt>
                <c:pt idx="14">
                  <c:v>PA</c:v>
                </c:pt>
                <c:pt idx="15">
                  <c:v>MA</c:v>
                </c:pt>
              </c:strCache>
            </c:strRef>
          </c:cat>
          <c:val>
            <c:numRef>
              <c:f>Especialistas_100k_hab!$B$2:$B$17</c:f>
              <c:numCache>
                <c:formatCode>General</c:formatCode>
                <c:ptCount val="16"/>
                <c:pt idx="0">
                  <c:v>453.5</c:v>
                </c:pt>
                <c:pt idx="1">
                  <c:v>414</c:v>
                </c:pt>
                <c:pt idx="2">
                  <c:v>390</c:v>
                </c:pt>
                <c:pt idx="3">
                  <c:v>375</c:v>
                </c:pt>
                <c:pt idx="4">
                  <c:v>355</c:v>
                </c:pt>
                <c:pt idx="5">
                  <c:v>345</c:v>
                </c:pt>
                <c:pt idx="6">
                  <c:v>325</c:v>
                </c:pt>
                <c:pt idx="7">
                  <c:v>310</c:v>
                </c:pt>
                <c:pt idx="8">
                  <c:v>275</c:v>
                </c:pt>
                <c:pt idx="9">
                  <c:v>260</c:v>
                </c:pt>
                <c:pt idx="10">
                  <c:v>240</c:v>
                </c:pt>
                <c:pt idx="11">
                  <c:v>215</c:v>
                </c:pt>
                <c:pt idx="12">
                  <c:v>195</c:v>
                </c:pt>
                <c:pt idx="13">
                  <c:v>165</c:v>
                </c:pt>
                <c:pt idx="14">
                  <c:v>145</c:v>
                </c:pt>
                <c:pt idx="15">
                  <c:v>68.2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3B8B-3743-A7E4-39F810EA9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27"/>
        <c:axId val="1286443664"/>
        <c:axId val="1275612048"/>
      </c:barChart>
      <c:catAx>
        <c:axId val="128644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12048"/>
        <c:crosses val="autoZero"/>
        <c:auto val="1"/>
        <c:lblAlgn val="ctr"/>
        <c:lblOffset val="100"/>
        <c:noMultiLvlLbl val="0"/>
      </c:catAx>
      <c:valAx>
        <c:axId val="1275612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Especialistas / 100.000 hab.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864436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9-6C4E-9ADF-95ED375AE6B4}"/>
              </c:ext>
            </c:extLst>
          </c:dPt>
          <c:dPt>
            <c:idx val="1"/>
            <c:invertIfNegative val="0"/>
            <c:bubble3D val="0"/>
            <c:spPr>
              <a:solidFill>
                <a:srgbClr val="2D604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9-6C4E-9ADF-95ED375AE6B4}"/>
              </c:ext>
            </c:extLst>
          </c:dPt>
          <c:dPt>
            <c:idx val="2"/>
            <c:invertIfNegative val="0"/>
            <c:bubble3D val="0"/>
            <c:spPr>
              <a:solidFill>
                <a:srgbClr val="567F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9-6C4E-9ADF-95ED375AE6B4}"/>
              </c:ext>
            </c:extLst>
          </c:dPt>
          <c:dPt>
            <c:idx val="3"/>
            <c:invertIfNegative val="0"/>
            <c:bubble3D val="0"/>
            <c:spPr>
              <a:solidFill>
                <a:srgbClr val="7598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9-6C4E-9ADF-95ED375AE6B4}"/>
              </c:ext>
            </c:extLst>
          </c:dPt>
          <c:dPt>
            <c:idx val="4"/>
            <c:invertIfNegative val="0"/>
            <c:bubble3D val="0"/>
            <c:spPr>
              <a:solidFill>
                <a:srgbClr val="A1B7A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9-6C4E-9ADF-95ED375AE6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'Distancia_alta compl_xidade'!$A$2:$A$6</c:f>
              <c:strCache>
                <c:ptCount val="5"/>
                <c:pt idx="0">
                  <c:v>Norte</c:v>
                </c:pt>
                <c:pt idx="1">
                  <c:v>Centro-Oeste</c:v>
                </c:pt>
                <c:pt idx="2">
                  <c:v>Nordeste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'Distancia_alta compl_xidade'!$B$2:$B$6</c:f>
              <c:numCache>
                <c:formatCode>General</c:formatCode>
                <c:ptCount val="5"/>
                <c:pt idx="0">
                  <c:v>276</c:v>
                </c:pt>
                <c:pt idx="1">
                  <c:v>256</c:v>
                </c:pt>
                <c:pt idx="2">
                  <c:v>179</c:v>
                </c:pt>
                <c:pt idx="3">
                  <c:v>107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D9-6C4E-9ADF-95ED375AE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2"/>
        <c:overlap val="-27"/>
        <c:axId val="1379009104"/>
        <c:axId val="1275623568"/>
      </c:barChart>
      <c:catAx>
        <c:axId val="13790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5623568"/>
        <c:crosses val="autoZero"/>
        <c:auto val="1"/>
        <c:lblAlgn val="ctr"/>
        <c:lblOffset val="100"/>
        <c:noMultiLvlLbl val="0"/>
      </c:catAx>
      <c:valAx>
        <c:axId val="1275623568"/>
        <c:scaling>
          <c:orientation val="minMax"/>
          <c:max val="4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Distância média (Km)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79009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04-49E6-8FD0-88DBCDF24D9F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04-49E6-8FD0-88DBCDF24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Variação</a:t>
                </a:r>
                <a:r>
                  <a:rPr lang="pt-BR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 Período</a:t>
                </a:r>
                <a:endParaRPr lang="pt-BR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E1D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32-4E6E-84BC-7B6E6A5EC65F}"/>
              </c:ext>
            </c:extLst>
          </c:dPt>
          <c:dPt>
            <c:idx val="1"/>
            <c:invertIfNegative val="0"/>
            <c:bubble3D val="0"/>
            <c:spPr>
              <a:solidFill>
                <a:srgbClr val="7D9F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32-4E6E-84BC-7B6E6A5EC65F}"/>
              </c:ext>
            </c:extLst>
          </c:dPt>
          <c:dPt>
            <c:idx val="2"/>
            <c:invertIfNegative val="0"/>
            <c:bubble3D val="0"/>
            <c:spPr>
              <a:solidFill>
                <a:srgbClr val="1147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432-4E6E-84BC-7B6E6A5EC65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Valor_bolsas!$B$2:$B$4</c:f>
              <c:strCache>
                <c:ptCount val="3"/>
                <c:pt idx="0">
                  <c:v>Faixa 3                         (Vulnerabilidade baixa)</c:v>
                </c:pt>
                <c:pt idx="1">
                  <c:v>Faixa 2                    (Vulnerabilidade intermediária)</c:v>
                </c:pt>
                <c:pt idx="2">
                  <c:v>Faixa 1                         (Vulnerabilidade alta)</c:v>
                </c:pt>
              </c:strCache>
            </c:strRef>
          </c:cat>
          <c:val>
            <c:numRef>
              <c:f>Valor_bolsas!$C$2:$C$4</c:f>
              <c:numCache>
                <c:formatCode>"R$"#,##0_);[Red]\("R$"#,##0\)</c:formatCode>
                <c:ptCount val="3"/>
                <c:pt idx="0">
                  <c:v>10000</c:v>
                </c:pt>
                <c:pt idx="1">
                  <c:v>15000</c:v>
                </c:pt>
                <c:pt idx="2">
                  <c:v>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32-4E6E-84BC-7B6E6A5EC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27"/>
        <c:axId val="1328534608"/>
        <c:axId val="826493712"/>
      </c:barChart>
      <c:catAx>
        <c:axId val="132853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826493712"/>
        <c:crosses val="autoZero"/>
        <c:auto val="1"/>
        <c:lblAlgn val="ctr"/>
        <c:lblOffset val="100"/>
        <c:noMultiLvlLbl val="0"/>
      </c:catAx>
      <c:valAx>
        <c:axId val="8264937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Incentivo financeiro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$&quot;#,##0_);[Red]\(&quot;R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328534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60-42C0-8E50-AB0E278E1FC5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60-42C0-8E50-AB0E278E1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Variação</a:t>
                </a:r>
                <a:r>
                  <a:rPr lang="pt-BR" baseline="0"/>
                  <a:t> no Período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Especialista_antes_x_depois!$A$1</c:f>
              <c:strCache>
                <c:ptCount val="1"/>
                <c:pt idx="0">
                  <c:v>Especialistas existentes (2024)</c:v>
                </c:pt>
              </c:strCache>
            </c:strRef>
          </c:tx>
          <c:spPr>
            <a:solidFill>
              <a:srgbClr val="A1B7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Especialista_antes_x_depois!$B$2:$B$6</c:f>
              <c:numCache>
                <c:formatCode>0.00%</c:formatCode>
                <c:ptCount val="5"/>
                <c:pt idx="0">
                  <c:v>0.14499999999999999</c:v>
                </c:pt>
                <c:pt idx="1">
                  <c:v>5.8999999999999997E-2</c:v>
                </c:pt>
                <c:pt idx="2">
                  <c:v>7.4999999999999997E-2</c:v>
                </c:pt>
                <c:pt idx="3">
                  <c:v>0.55400000000000005</c:v>
                </c:pt>
                <c:pt idx="4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C-8242-BFD9-AB916F3E972C}"/>
            </c:ext>
          </c:extLst>
        </c:ser>
        <c:ser>
          <c:idx val="1"/>
          <c:order val="1"/>
          <c:tx>
            <c:strRef>
              <c:f>Especialista_antes_x_depois!$D$1</c:f>
              <c:strCache>
                <c:ptCount val="1"/>
                <c:pt idx="0">
                  <c:v>PMM-E (ativos em 2025)</c:v>
                </c:pt>
              </c:strCache>
            </c:strRef>
          </c:tx>
          <c:spPr>
            <a:solidFill>
              <a:srgbClr val="1147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Especialista_antes_x_depois!$A$2:$A$6</c:f>
              <c:strCache>
                <c:ptCount val="5"/>
                <c:pt idx="0">
                  <c:v>Nordeste</c:v>
                </c:pt>
                <c:pt idx="1">
                  <c:v>Norte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Especialista_antes_x_depois!$F$2:$F$6</c:f>
              <c:numCache>
                <c:formatCode>0.00%</c:formatCode>
                <c:ptCount val="5"/>
                <c:pt idx="0">
                  <c:v>0.60299999999999998</c:v>
                </c:pt>
                <c:pt idx="1">
                  <c:v>0.121</c:v>
                </c:pt>
                <c:pt idx="2">
                  <c:v>3.7999999999999999E-2</c:v>
                </c:pt>
                <c:pt idx="3">
                  <c:v>0.22900000000000001</c:v>
                </c:pt>
                <c:pt idx="4">
                  <c:v>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C-8242-BFD9-AB916F3E9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9"/>
        <c:axId val="1276569120"/>
        <c:axId val="573757168"/>
      </c:barChart>
      <c:catAx>
        <c:axId val="127656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573757168"/>
        <c:crosses val="autoZero"/>
        <c:auto val="1"/>
        <c:lblAlgn val="ctr"/>
        <c:lblOffset val="100"/>
        <c:noMultiLvlLbl val="0"/>
      </c:catAx>
      <c:valAx>
        <c:axId val="573757168"/>
        <c:scaling>
          <c:orientation val="minMax"/>
          <c:max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/>
                  <a:t>Participação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27656912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002991849364371"/>
          <c:y val="0.88154636613668369"/>
          <c:w val="0.71993998426678329"/>
          <c:h val="0.11845363386331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9 meses antes (set/24 a jun/25)</c:v>
                </c:pt>
              </c:strCache>
            </c:strRef>
          </c:tx>
          <c:spPr>
            <a:solidFill>
              <a:srgbClr val="D6E1D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Sheet1!$C$3:$C$5</c:f>
              <c:numCache>
                <c:formatCode>0.00%</c:formatCode>
                <c:ptCount val="3"/>
                <c:pt idx="0">
                  <c:v>-2.3E-2</c:v>
                </c:pt>
                <c:pt idx="1">
                  <c:v>4.7E-2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04-49E6-8FD0-88DBCDF24D9F}"/>
            </c:ext>
          </c:extLst>
        </c:ser>
        <c:ser>
          <c:idx val="1"/>
          <c:order val="1"/>
          <c:tx>
            <c:strRef>
              <c:f>Sheet1!$D$2</c:f>
              <c:strCache>
                <c:ptCount val="1"/>
                <c:pt idx="0">
                  <c:v>9 meses após (out/25 a jul/26)</c:v>
                </c:pt>
              </c:strCache>
            </c:strRef>
          </c:tx>
          <c:spPr>
            <a:solidFill>
              <a:srgbClr val="1B3A2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Sheet1!$B$3:$B$5</c:f>
              <c:strCache>
                <c:ptCount val="3"/>
                <c:pt idx="0">
                  <c:v>Faixa 1</c:v>
                </c:pt>
                <c:pt idx="1">
                  <c:v>Faixa 2</c:v>
                </c:pt>
                <c:pt idx="2">
                  <c:v>Faixa 3</c:v>
                </c:pt>
              </c:strCache>
            </c:strRef>
          </c:cat>
          <c:val>
            <c:numRef>
              <c:f>Sheet1!$D$3:$D$5</c:f>
              <c:numCache>
                <c:formatCode>0.00%</c:formatCode>
                <c:ptCount val="3"/>
                <c:pt idx="0">
                  <c:v>0.182</c:v>
                </c:pt>
                <c:pt idx="1">
                  <c:v>0.16200000000000001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04-49E6-8FD0-88DBCDF24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719983"/>
        <c:axId val="725625871"/>
      </c:barChart>
      <c:catAx>
        <c:axId val="79271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25625871"/>
        <c:crosses val="autoZero"/>
        <c:auto val="1"/>
        <c:lblAlgn val="ctr"/>
        <c:lblOffset val="100"/>
        <c:noMultiLvlLbl val="0"/>
      </c:catAx>
      <c:valAx>
        <c:axId val="7256258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r>
                  <a:rPr lang="pt-BR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Variação</a:t>
                </a:r>
                <a:r>
                  <a:rPr lang="pt-BR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 Período</a:t>
                </a:r>
                <a:endParaRPr lang="pt-BR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79271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527D-0062-4AB5-B30F-1482946D3681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0BF30-08A7-443A-9E64-B9D9CF1221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6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67DA2-7CB7-3D5A-4888-787C3515D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1B910-7623-03CF-C1D9-700C9666C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EF556-7597-5B4A-431D-541C59558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1. </a:t>
            </a:r>
            <a:r>
              <a:rPr lang="en-US" err="1">
                <a:latin typeface="Calibri"/>
                <a:ea typeface="Calibri"/>
                <a:cs typeface="Calibri"/>
              </a:rPr>
              <a:t>Princípio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equidade</a:t>
            </a:r>
            <a:r>
              <a:rPr lang="en-US">
                <a:latin typeface="Calibri"/>
                <a:ea typeface="Calibri"/>
                <a:cs typeface="Calibri"/>
              </a:rPr>
              <a:t> do SUS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2.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buscar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tratamento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muito</a:t>
            </a:r>
            <a:r>
              <a:rPr lang="en-US">
                <a:latin typeface="Calibri"/>
                <a:ea typeface="Calibri"/>
                <a:cs typeface="Calibri"/>
              </a:rPr>
              <a:t> Desigual</a:t>
            </a:r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pt-BR"/>
              <a:t>-Destacar que a presença dos especialistas é baixa e </a:t>
            </a:r>
            <a:r>
              <a:rPr lang="pt-BR" err="1"/>
              <a:t>concetrada</a:t>
            </a:r>
            <a:r>
              <a:rPr lang="pt-BR"/>
              <a:t> no sul e sudeste</a:t>
            </a:r>
            <a:br>
              <a:rPr lang="pt-BR"/>
            </a:br>
            <a:r>
              <a:rPr lang="pt-BR"/>
              <a:t>-Evidenciar que parte dos procedimentos que deveriam ser realizados não são por espera e distância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8B4EF-7F9C-D81C-E575-815E78D02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62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1. </a:t>
            </a:r>
            <a:r>
              <a:rPr lang="en-US" err="1">
                <a:latin typeface="Calibri"/>
                <a:ea typeface="Calibri"/>
                <a:cs typeface="Calibri"/>
              </a:rPr>
              <a:t>Princípio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equidade</a:t>
            </a:r>
            <a:r>
              <a:rPr lang="en-US">
                <a:latin typeface="Calibri"/>
                <a:ea typeface="Calibri"/>
                <a:cs typeface="Calibri"/>
              </a:rPr>
              <a:t> do SUS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2.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buscar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tratamento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muito</a:t>
            </a:r>
            <a:r>
              <a:rPr lang="en-US">
                <a:latin typeface="Calibri"/>
                <a:ea typeface="Calibri"/>
                <a:cs typeface="Calibri"/>
              </a:rPr>
              <a:t> Desigual</a:t>
            </a:r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pt-BR"/>
              <a:t>-Destacar que a presença dos especialistas é baixa e </a:t>
            </a:r>
            <a:r>
              <a:rPr lang="pt-BR" err="1"/>
              <a:t>concetrada</a:t>
            </a:r>
            <a:r>
              <a:rPr lang="pt-BR"/>
              <a:t> no sul e sudeste</a:t>
            </a:r>
            <a:br>
              <a:rPr lang="pt-BR"/>
            </a:br>
            <a:r>
              <a:rPr lang="pt-BR"/>
              <a:t>-Evidenciar que parte dos procedimentos que deveriam ser realizados não são por espera e distância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74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7AB2-ECD5-7FBC-53BC-EC35300B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F2F88-D6D5-2C1A-C04B-FF5FA8120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520C6-C546-9B3A-9D44-C360FBAB9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t-BR"/>
              <a:t>O que é o IVS: índice de vulnerabilidade social, de 0 a 1</a:t>
            </a:r>
            <a:endParaRPr lang="pt-BR">
              <a:solidFill>
                <a:srgbClr val="444444"/>
              </a:solidFill>
            </a:endParaRP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pilares: infraestrutura urbana; capital humano e renda/trabalho</a:t>
            </a:r>
            <a:endParaRPr lang="pt-BR">
              <a:cs typeface="+mn-lt"/>
            </a:endParaRPr>
          </a:p>
          <a:p>
            <a:pPr marL="228600" indent="-228600">
              <a:buAutoNum type="arabicPeriod"/>
            </a:pPr>
            <a:r>
              <a:rPr lang="pt-BR"/>
              <a:t>Como entra no PMME: instrumento da política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faixas do IVS (até média, alta e muito alta)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=&gt; Valor mínimo pago pelas vagas do PMME no município </a:t>
            </a: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168AB-0E99-A15E-55B4-FEB79F36B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539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0EA9-BC14-FE71-ABD1-558C2F86F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3E66D-619D-C743-E2BF-A18D6B8EE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8D659-C965-4BB1-3FA4-34DEDB958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t-BR"/>
              <a:t>O que é o IVS: índice de vulnerabilidade social, de 0 a 1</a:t>
            </a:r>
            <a:endParaRPr lang="pt-BR">
              <a:solidFill>
                <a:srgbClr val="444444"/>
              </a:solidFill>
            </a:endParaRP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pilares: infraestrutura urbana; capital humano e renda/trabalho</a:t>
            </a:r>
            <a:endParaRPr lang="pt-BR">
              <a:cs typeface="+mn-lt"/>
            </a:endParaRPr>
          </a:p>
          <a:p>
            <a:pPr marL="228600" indent="-228600">
              <a:buAutoNum type="arabicPeriod"/>
            </a:pPr>
            <a:r>
              <a:rPr lang="pt-BR"/>
              <a:t>Como entra no PMME: instrumento da política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faixas do IVS (até média, alta e muito alta)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=&gt; Valor mínimo pago pelas vagas do PMME no município </a:t>
            </a: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77301-9529-6F60-8BB1-45FDDFB6A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6279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09FD-52B4-8AE0-0871-D8CDB5CA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1855F-18E9-DBE5-0D93-2CB1C68CD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E56DC-4379-F5CD-00CA-4D281D1EF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t-BR"/>
              <a:t>O que é o IVS: índice de vulnerabilidade social, de 0 a 1</a:t>
            </a:r>
            <a:endParaRPr lang="pt-BR">
              <a:solidFill>
                <a:srgbClr val="444444"/>
              </a:solidFill>
            </a:endParaRP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pilares: infraestrutura urbana; capital humano e renda/trabalho</a:t>
            </a:r>
            <a:endParaRPr lang="pt-BR">
              <a:cs typeface="+mn-lt"/>
            </a:endParaRPr>
          </a:p>
          <a:p>
            <a:pPr marL="228600" indent="-228600">
              <a:buAutoNum type="arabicPeriod"/>
            </a:pPr>
            <a:r>
              <a:rPr lang="pt-BR"/>
              <a:t>Como entra no PMME: instrumento da política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faixas do IVS (até média, alta e muito alta)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=&gt; Valor mínimo pago pelas vagas do PMME no município </a:t>
            </a: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1F251-B5B2-D696-CFED-0E450F9EA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811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t-BR"/>
              <a:t>O que é o IVS: índice de vulnerabilidade social, de 0 a 1</a:t>
            </a:r>
            <a:endParaRPr lang="pt-BR">
              <a:solidFill>
                <a:srgbClr val="444444"/>
              </a:solidFill>
            </a:endParaRP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pilares: infraestrutura urbana; capital humano e renda/trabalho</a:t>
            </a:r>
            <a:endParaRPr lang="pt-BR">
              <a:cs typeface="+mn-lt"/>
            </a:endParaRPr>
          </a:p>
          <a:p>
            <a:pPr marL="228600" indent="-228600">
              <a:buAutoNum type="arabicPeriod"/>
            </a:pPr>
            <a:r>
              <a:rPr lang="pt-BR"/>
              <a:t>Como entra no PMME: instrumento da política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Três faixas do IVS (até média, alta e muito alta)</a:t>
            </a:r>
          </a:p>
          <a:p>
            <a:pPr marL="628650" lvl="1" indent="-228600">
              <a:buFont typeface="Courier New,monospace"/>
              <a:buChar char="o"/>
            </a:pPr>
            <a:r>
              <a:rPr lang="pt-BR"/>
              <a:t>=&gt; Valor mínimo pago pelas vagas do PMME no município </a:t>
            </a: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705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3F92-6540-ABC3-CEA5-6ADE0048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08F83-E890-AB8E-6CDF-21E51A57C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A20AD-4B42-178A-4BC8-944C98FA5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8BD44-65BF-B0B4-4541-7396244A2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490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ACF9-49B8-1925-F8F8-1DEE95EA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D6BDA-B712-77EC-E934-434EB28B4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5380-E262-AA30-D541-B06613FEA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6C3DF-B19A-EC11-F658-CE07D8170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234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Programa</a:t>
            </a:r>
            <a:r>
              <a:rPr lang="en-US">
                <a:latin typeface="Calibri"/>
                <a:ea typeface="Calibri"/>
                <a:cs typeface="Calibri"/>
              </a:rPr>
              <a:t> é </a:t>
            </a:r>
            <a:r>
              <a:rPr lang="en-US" err="1">
                <a:latin typeface="Calibri"/>
                <a:ea typeface="Calibri"/>
                <a:cs typeface="Calibri"/>
              </a:rPr>
              <a:t>importante</a:t>
            </a:r>
            <a:r>
              <a:rPr lang="en-US">
                <a:latin typeface="Calibri"/>
                <a:ea typeface="Calibri"/>
                <a:cs typeface="Calibri"/>
              </a:rPr>
              <a:t> pro </a:t>
            </a:r>
            <a:r>
              <a:rPr lang="en-US" err="1">
                <a:latin typeface="Calibri"/>
                <a:ea typeface="Calibri"/>
                <a:cs typeface="Calibri"/>
              </a:rPr>
              <a:t>governo</a:t>
            </a:r>
            <a:endParaRPr lang="en-US">
              <a:latin typeface="Calibri"/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Análise </a:t>
            </a:r>
            <a:r>
              <a:rPr lang="en-US" err="1">
                <a:latin typeface="Calibri"/>
                <a:ea typeface="Calibri"/>
                <a:cs typeface="Calibri"/>
              </a:rPr>
              <a:t>descritiva</a:t>
            </a:r>
            <a:r>
              <a:rPr lang="en-US">
                <a:latin typeface="Calibri"/>
                <a:ea typeface="Calibri"/>
                <a:cs typeface="Calibri"/>
              </a:rPr>
              <a:t> da </a:t>
            </a:r>
            <a:r>
              <a:rPr lang="en-US" err="1">
                <a:latin typeface="Calibri"/>
                <a:ea typeface="Calibri"/>
                <a:cs typeface="Calibri"/>
              </a:rPr>
              <a:t>política</a:t>
            </a:r>
            <a:endParaRPr lang="en-US">
              <a:latin typeface="Calibri"/>
              <a:ea typeface="Calibri"/>
              <a:cs typeface="Calibri"/>
            </a:endParaRPr>
          </a:p>
          <a:p>
            <a:pPr lvl="1" indent="-171450">
              <a:buFontTx/>
              <a:buAutoNum type="arabicPeriod"/>
            </a:pPr>
            <a:r>
              <a:rPr lang="en-US" err="1">
                <a:latin typeface="Calibri"/>
                <a:ea typeface="Calibri"/>
                <a:cs typeface="Calibri"/>
              </a:rPr>
              <a:t>Progama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apresenta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indícios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efetividade</a:t>
            </a:r>
            <a:endParaRPr lang="en-US">
              <a:latin typeface="Calibri"/>
              <a:ea typeface="Calibri"/>
              <a:cs typeface="Calibri"/>
            </a:endParaRPr>
          </a:p>
          <a:p>
            <a:pPr lvl="1" indent="-171450">
              <a:buFontTx/>
              <a:buAutoNum type="arabicPeriod"/>
            </a:pPr>
            <a:r>
              <a:rPr lang="en-US" err="1">
                <a:latin typeface="Calibri"/>
                <a:ea typeface="Calibri"/>
                <a:cs typeface="Calibri"/>
              </a:rPr>
              <a:t>Crescimento</a:t>
            </a:r>
            <a:r>
              <a:rPr lang="en-US">
                <a:latin typeface="Calibri"/>
                <a:ea typeface="Calibri"/>
                <a:cs typeface="Calibri"/>
              </a:rPr>
              <a:t> percentual </a:t>
            </a:r>
            <a:r>
              <a:rPr lang="en-US" err="1">
                <a:latin typeface="Calibri"/>
                <a:ea typeface="Calibri"/>
                <a:cs typeface="Calibri"/>
              </a:rPr>
              <a:t>aumenta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nos</a:t>
            </a:r>
            <a:r>
              <a:rPr lang="en-US">
                <a:latin typeface="Calibri"/>
                <a:ea typeface="Calibri"/>
                <a:cs typeface="Calibri"/>
              </a:rPr>
              <a:t> 9 meses </a:t>
            </a:r>
            <a:r>
              <a:rPr lang="en-US" err="1">
                <a:latin typeface="Calibri"/>
                <a:ea typeface="Calibri"/>
                <a:cs typeface="Calibri"/>
              </a:rPr>
              <a:t>depois</a:t>
            </a:r>
            <a:r>
              <a:rPr lang="en-US">
                <a:latin typeface="Calibri"/>
                <a:ea typeface="Calibri"/>
                <a:cs typeface="Calibri"/>
              </a:rPr>
              <a:t> da </a:t>
            </a:r>
            <a:r>
              <a:rPr lang="en-US" err="1">
                <a:latin typeface="Calibri"/>
                <a:ea typeface="Calibri"/>
                <a:cs typeface="Calibri"/>
              </a:rPr>
              <a:t>homologação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em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relação</a:t>
            </a:r>
            <a:r>
              <a:rPr lang="en-US">
                <a:latin typeface="Calibri"/>
                <a:ea typeface="Calibri"/>
                <a:cs typeface="Calibri"/>
              </a:rPr>
              <a:t> a 9 meses antes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838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7F8A-49A9-AE8E-5FF5-B781325A9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F81E9-5940-7F5E-3B36-78335E3DF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C11CB-1A73-1238-2B61-DAAF5E6CF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Solução</a:t>
            </a:r>
            <a:r>
              <a:rPr lang="en-US"/>
              <a:t>: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Médicos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(PMM-E)</a:t>
            </a:r>
          </a:p>
          <a:p>
            <a:pPr marL="228600" indent="-228600">
              <a:buAutoNum type="arabicPeriod"/>
            </a:pPr>
            <a:r>
              <a:rPr lang="en-US" err="1"/>
              <a:t>Objetivo</a:t>
            </a:r>
            <a:r>
              <a:rPr lang="en-US"/>
              <a:t>: </a:t>
            </a:r>
            <a:r>
              <a:rPr lang="en-US" err="1"/>
              <a:t>atrair</a:t>
            </a:r>
            <a:r>
              <a:rPr lang="en-US"/>
              <a:t> </a:t>
            </a:r>
            <a:r>
              <a:rPr lang="en-US" err="1"/>
              <a:t>especialistas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negligenciadas</a:t>
            </a:r>
            <a:endParaRPr lang="en-US"/>
          </a:p>
          <a:p>
            <a:pPr marL="571500" lvl="1" indent="-228600">
              <a:buFont typeface="Courier New,monospace"/>
              <a:buChar char="o"/>
            </a:pPr>
            <a:r>
              <a:rPr lang="en-US" err="1"/>
              <a:t>Gráfico</a:t>
            </a:r>
            <a:r>
              <a:rPr lang="en-US"/>
              <a:t> 1: o </a:t>
            </a:r>
            <a:r>
              <a:rPr lang="en-US" err="1"/>
              <a:t>programa</a:t>
            </a:r>
            <a:r>
              <a:rPr lang="en-US"/>
              <a:t> </a:t>
            </a:r>
            <a:r>
              <a:rPr lang="en-US" err="1"/>
              <a:t>alocou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tinha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médicos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 err="1"/>
              <a:t>Escuro</a:t>
            </a:r>
            <a:r>
              <a:rPr lang="en-US"/>
              <a:t>: </a:t>
            </a:r>
            <a:r>
              <a:rPr lang="en-US" err="1"/>
              <a:t>quanto</a:t>
            </a:r>
            <a:r>
              <a:rPr lang="en-US"/>
              <a:t> DO PROGRAMA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alocado</a:t>
            </a:r>
            <a:r>
              <a:rPr lang="en-US"/>
              <a:t> </a:t>
            </a:r>
            <a:r>
              <a:rPr lang="en-US" err="1"/>
              <a:t>naquela</a:t>
            </a:r>
            <a:r>
              <a:rPr lang="en-US"/>
              <a:t> </a:t>
            </a:r>
            <a:r>
              <a:rPr lang="en-US" err="1"/>
              <a:t>regiao</a:t>
            </a:r>
            <a:endParaRPr lang="en-US">
              <a:solidFill>
                <a:srgbClr val="444444"/>
              </a:solidFill>
            </a:endParaRPr>
          </a:p>
          <a:p>
            <a:pPr marL="1085850" lvl="2" indent="-228600">
              <a:buFont typeface="Wingdings,sans-serif"/>
              <a:buChar char="§"/>
            </a:pPr>
            <a:r>
              <a:rPr lang="en-US"/>
              <a:t>Claro: </a:t>
            </a:r>
            <a:r>
              <a:rPr lang="en-US" err="1"/>
              <a:t>participação</a:t>
            </a:r>
            <a:r>
              <a:rPr lang="en-US"/>
              <a:t> dos </a:t>
            </a:r>
            <a:r>
              <a:rPr lang="en-US" err="1"/>
              <a:t>especialistas</a:t>
            </a:r>
            <a:r>
              <a:rPr lang="en-US"/>
              <a:t> no total de medicos antes do </a:t>
            </a:r>
            <a:r>
              <a:rPr lang="en-US" err="1"/>
              <a:t>programa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en-US" err="1"/>
              <a:t>Instrumento</a:t>
            </a:r>
            <a:r>
              <a:rPr lang="en-US"/>
              <a:t>: </a:t>
            </a:r>
            <a:r>
              <a:rPr lang="en-US" err="1"/>
              <a:t>incentivo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para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vulneráveis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DE2B1-639C-E8C3-FF9D-7C5AB7FB9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88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Falar que utilizamos três literaturas, uma para como o medico escolhe a localidade e duas referentes aos custos (laboral e geográfico)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203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862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err="1"/>
              <a:t>Somatória</a:t>
            </a:r>
            <a:r>
              <a:rPr lang="en-US"/>
              <a:t> e </a:t>
            </a:r>
            <a:r>
              <a:rPr lang="en-US" err="1"/>
              <a:t>desconto</a:t>
            </a:r>
            <a:r>
              <a:rPr lang="en-US"/>
              <a:t>: </a:t>
            </a:r>
            <a:r>
              <a:rPr lang="en-US" err="1"/>
              <a:t>Escolha</a:t>
            </a:r>
            <a:r>
              <a:rPr lang="en-US"/>
              <a:t> intertemporal, </a:t>
            </a:r>
            <a:r>
              <a:rPr lang="en-US" err="1"/>
              <a:t>considera</a:t>
            </a:r>
            <a:r>
              <a:rPr lang="en-US"/>
              <a:t> </a:t>
            </a:r>
            <a:r>
              <a:rPr lang="en-US" err="1"/>
              <a:t>remuneração</a:t>
            </a:r>
            <a:r>
              <a:rPr lang="en-US"/>
              <a:t> de </a:t>
            </a:r>
            <a:r>
              <a:rPr lang="en-US" err="1"/>
              <a:t>vários</a:t>
            </a:r>
            <a:r>
              <a:rPr lang="en-US"/>
              <a:t> </a:t>
            </a:r>
            <a:r>
              <a:rPr lang="en-US" err="1"/>
              <a:t>períodos</a:t>
            </a:r>
            <a:r>
              <a:rPr lang="en-US"/>
              <a:t> </a:t>
            </a:r>
            <a:r>
              <a:rPr lang="en-US" err="1"/>
              <a:t>descontados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W é </a:t>
            </a:r>
            <a:r>
              <a:rPr lang="en-US" err="1"/>
              <a:t>determinado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mercado local, </a:t>
            </a:r>
            <a:r>
              <a:rPr lang="en-US" err="1"/>
              <a:t>que</a:t>
            </a:r>
            <a:r>
              <a:rPr lang="en-US"/>
              <a:t> é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lucrativo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regiões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pobres</a:t>
            </a:r>
            <a:r>
              <a:rPr lang="en-US"/>
              <a:t> </a:t>
            </a:r>
          </a:p>
          <a:p>
            <a:pPr marL="228600" indent="-228600">
              <a:buAutoNum type="arabicPeriod"/>
            </a:pPr>
            <a:r>
              <a:rPr lang="en-US" err="1"/>
              <a:t>Custo</a:t>
            </a:r>
            <a:r>
              <a:rPr lang="en-US"/>
              <a:t>: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as </a:t>
            </a:r>
            <a:r>
              <a:rPr lang="en-US" err="1"/>
              <a:t>pessoas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iriam</a:t>
            </a:r>
            <a:r>
              <a:rPr lang="en-US"/>
              <a:t> </a:t>
            </a:r>
            <a:r>
              <a:rPr lang="en-US" err="1"/>
              <a:t>pra</a:t>
            </a:r>
            <a:r>
              <a:rPr lang="en-US"/>
              <a:t> </a:t>
            </a:r>
            <a:r>
              <a:rPr lang="en-US" err="1"/>
              <a:t>lá</a:t>
            </a:r>
            <a:r>
              <a:rPr lang="en-US"/>
              <a:t>?</a:t>
            </a:r>
          </a:p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57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Só </a:t>
            </a:r>
            <a:r>
              <a:rPr lang="en-US" err="1">
                <a:latin typeface="Calibri"/>
                <a:ea typeface="Calibri"/>
                <a:cs typeface="Calibri"/>
              </a:rPr>
              <a:t>pra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destrinchar</a:t>
            </a:r>
            <a:r>
              <a:rPr lang="en-US">
                <a:latin typeface="Calibri"/>
                <a:ea typeface="Calibri"/>
                <a:cs typeface="Calibri"/>
              </a:rPr>
              <a:t> o </a:t>
            </a:r>
            <a:r>
              <a:rPr lang="en-US" err="1">
                <a:latin typeface="Calibri"/>
                <a:ea typeface="Calibri"/>
                <a:cs typeface="Calibri"/>
              </a:rPr>
              <a:t>custo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ficou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meio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oculto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-22860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Desutilidade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viver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ali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qualidade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vida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distância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grandes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centros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-US"/>
          </a:p>
          <a:p>
            <a:pPr marL="228600" indent="-22860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Desutilidade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trabalhar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ali</a:t>
            </a:r>
            <a:r>
              <a:rPr lang="en-US"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latin typeface="Calibri"/>
                <a:ea typeface="Calibri"/>
                <a:cs typeface="Calibri"/>
              </a:rPr>
              <a:t>esforço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altruísmo</a:t>
            </a:r>
            <a:r>
              <a:rPr lang="en-US">
                <a:latin typeface="Calibri"/>
                <a:ea typeface="Calibri"/>
                <a:cs typeface="Calibri"/>
              </a:rPr>
              <a:t> * </a:t>
            </a:r>
            <a:r>
              <a:rPr lang="en-US" err="1">
                <a:latin typeface="Calibri"/>
                <a:ea typeface="Calibri"/>
                <a:cs typeface="Calibri"/>
              </a:rPr>
              <a:t>benefício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</a:p>
          <a:p>
            <a:pPr marL="228600" indent="-228600">
              <a:buFont typeface="Calibri"/>
              <a:buChar char="-"/>
            </a:pP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167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73AD-50CB-411F-F192-93FAB3D4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81B98-F2C6-57D1-A7C7-513F241EA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31B8E-45EB-9FAC-531A-FE5D74310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7436-A7C6-BA97-3AF6-CC0E21687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621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C46A-217E-17BC-D75C-B3092251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B8A8B-22D2-6AA8-7595-6D15E3C34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1707A-7361-5FC6-B31F-813A20A7E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F32F5-EC1F-B232-006F-F250035E6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7408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D9D9-6AF3-2ABC-3A42-019199E0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E06FB-2D50-8D5A-6219-2D6F7CD2E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98E0D-9CC4-728F-532F-632277DE7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5E81B-F5BD-D5F6-AC29-156FE2C25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511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ADC0-DDFC-8E21-7802-C582A376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43348-E663-081E-6A59-53F1FE092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946BA-6DC3-B7FD-701D-B31692D0D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err="1">
                <a:latin typeface="Calibri"/>
                <a:ea typeface="Calibri"/>
                <a:cs typeface="Calibri"/>
              </a:rPr>
              <a:t>Nossa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adaptação</a:t>
            </a:r>
            <a:r>
              <a:rPr lang="en-US">
                <a:latin typeface="Calibri"/>
                <a:ea typeface="Calibri"/>
                <a:cs typeface="Calibri"/>
              </a:rPr>
              <a:t> do </a:t>
            </a:r>
            <a:r>
              <a:rPr lang="en-US" err="1">
                <a:latin typeface="Calibri"/>
                <a:ea typeface="Calibri"/>
                <a:cs typeface="Calibri"/>
              </a:rPr>
              <a:t>modelo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incluimos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bolsa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latin typeface="Calibri"/>
                <a:ea typeface="Calibri"/>
                <a:cs typeface="Calibri"/>
              </a:rPr>
              <a:t>Mecanismo da </a:t>
            </a:r>
            <a:r>
              <a:rPr lang="en-US" b="1" err="1">
                <a:latin typeface="Calibri"/>
                <a:ea typeface="Calibri"/>
                <a:cs typeface="Calibri"/>
              </a:rPr>
              <a:t>política</a:t>
            </a:r>
            <a:r>
              <a:rPr lang="en-US" b="1">
                <a:latin typeface="Calibri"/>
                <a:ea typeface="Calibri"/>
                <a:cs typeface="Calibri"/>
              </a:rPr>
              <a:t>: </a:t>
            </a:r>
            <a:r>
              <a:rPr lang="en-US" b="1" err="1">
                <a:latin typeface="Calibri"/>
                <a:ea typeface="Calibri"/>
                <a:cs typeface="Calibri"/>
              </a:rPr>
              <a:t>através</a:t>
            </a:r>
            <a:r>
              <a:rPr lang="en-US" b="1">
                <a:latin typeface="Calibri"/>
                <a:ea typeface="Calibri"/>
                <a:cs typeface="Calibri"/>
              </a:rPr>
              <a:t> da </a:t>
            </a:r>
            <a:r>
              <a:rPr lang="en-US" b="1" err="1">
                <a:latin typeface="Calibri"/>
                <a:ea typeface="Calibri"/>
                <a:cs typeface="Calibri"/>
              </a:rPr>
              <a:t>bolsa</a:t>
            </a:r>
            <a:r>
              <a:rPr lang="en-US" b="1">
                <a:latin typeface="Calibri"/>
                <a:ea typeface="Calibri"/>
                <a:cs typeface="Calibri"/>
              </a:rPr>
              <a:t>, </a:t>
            </a:r>
            <a:r>
              <a:rPr lang="en-US" b="1" err="1">
                <a:latin typeface="Calibri"/>
                <a:ea typeface="Calibri"/>
                <a:cs typeface="Calibri"/>
              </a:rPr>
              <a:t>elevamos</a:t>
            </a:r>
            <a:r>
              <a:rPr lang="en-US" b="1">
                <a:latin typeface="Calibri"/>
                <a:ea typeface="Calibri"/>
                <a:cs typeface="Calibri"/>
              </a:rPr>
              <a:t> a </a:t>
            </a:r>
            <a:r>
              <a:rPr lang="en-US" b="1" err="1">
                <a:latin typeface="Calibri"/>
                <a:ea typeface="Calibri"/>
                <a:cs typeface="Calibri"/>
              </a:rPr>
              <a:t>expectativa</a:t>
            </a:r>
            <a:r>
              <a:rPr lang="en-US" b="1">
                <a:latin typeface="Calibri"/>
                <a:ea typeface="Calibri"/>
                <a:cs typeface="Calibri"/>
              </a:rPr>
              <a:t> de </a:t>
            </a:r>
            <a:r>
              <a:rPr lang="en-US" b="1" err="1">
                <a:latin typeface="Calibri"/>
                <a:ea typeface="Calibri"/>
                <a:cs typeface="Calibri"/>
              </a:rPr>
              <a:t>remuneração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em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regiões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onde</a:t>
            </a:r>
            <a:r>
              <a:rPr lang="en-US" b="1">
                <a:latin typeface="Calibri"/>
                <a:ea typeface="Calibri"/>
                <a:cs typeface="Calibri"/>
              </a:rPr>
              <a:t> o mercado local </a:t>
            </a:r>
            <a:r>
              <a:rPr lang="en-US" b="1" err="1">
                <a:latin typeface="Calibri"/>
                <a:ea typeface="Calibri"/>
                <a:cs typeface="Calibri"/>
              </a:rPr>
              <a:t>é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pouco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latin typeface="Calibri"/>
                <a:ea typeface="Calibri"/>
                <a:cs typeface="Calibri"/>
              </a:rPr>
              <a:t>lucrativo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DEE88-C83C-CACC-4E87-35E39786B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840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Não</a:t>
            </a:r>
            <a:r>
              <a:rPr lang="en-US"/>
              <a:t>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certo</a:t>
            </a:r>
            <a:r>
              <a:rPr lang="en-US"/>
              <a:t> — </a:t>
            </a:r>
            <a:r>
              <a:rPr lang="en-US" err="1"/>
              <a:t>tem</a:t>
            </a:r>
            <a:r>
              <a:rPr lang="en-US"/>
              <a:t> um </a:t>
            </a:r>
            <a:r>
              <a:rPr lang="en-US" err="1"/>
              <a:t>erro</a:t>
            </a:r>
            <a:r>
              <a:rPr lang="en-US"/>
              <a:t> de </a:t>
            </a:r>
            <a:r>
              <a:rPr lang="en-US" err="1"/>
              <a:t>conteúdo</a:t>
            </a:r>
            <a:r>
              <a:rPr lang="en-US"/>
              <a:t> que a banca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pegar</a:t>
            </a:r>
            <a:r>
              <a:rPr lang="en-US"/>
              <a:t>, um de </a:t>
            </a:r>
            <a:r>
              <a:rPr lang="en-US" err="1"/>
              <a:t>fonte</a:t>
            </a:r>
            <a:r>
              <a:rPr lang="en-US"/>
              <a:t>, e um typo </a:t>
            </a:r>
            <a:r>
              <a:rPr lang="en-US" err="1"/>
              <a:t>repetido</a:t>
            </a:r>
            <a:r>
              <a:rPr lang="en-US"/>
              <a:t>.</a:t>
            </a:r>
          </a:p>
          <a:p>
            <a:r>
              <a:rPr lang="en-US"/>
              <a:t>O que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errado</a:t>
            </a:r>
            <a:endParaRPr lang="en-US"/>
          </a:p>
          <a:p>
            <a:r>
              <a:rPr lang="en-US" b="1"/>
              <a:t>1. "</a:t>
            </a:r>
            <a:r>
              <a:rPr lang="en-US" b="1" err="1"/>
              <a:t>proporção</a:t>
            </a:r>
            <a:r>
              <a:rPr lang="en-US" b="1"/>
              <a:t> de </a:t>
            </a:r>
            <a:r>
              <a:rPr lang="en-US" b="1" err="1"/>
              <a:t>vagas</a:t>
            </a:r>
            <a:r>
              <a:rPr lang="en-US" b="1"/>
              <a:t> </a:t>
            </a:r>
            <a:r>
              <a:rPr lang="en-US" b="1" err="1"/>
              <a:t>preenchidas</a:t>
            </a:r>
            <a:r>
              <a:rPr lang="en-US" b="1"/>
              <a:t>" — </a:t>
            </a:r>
            <a:r>
              <a:rPr lang="en-US" b="1" err="1"/>
              <a:t>este</a:t>
            </a:r>
            <a:r>
              <a:rPr lang="en-US" b="1"/>
              <a:t> é o </a:t>
            </a:r>
            <a:r>
              <a:rPr lang="en-US" b="1" err="1"/>
              <a:t>erro</a:t>
            </a:r>
            <a:r>
              <a:rPr lang="en-US" b="1"/>
              <a:t> grave.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30%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vagas</a:t>
            </a:r>
            <a:r>
              <a:rPr lang="en-US"/>
              <a:t> </a:t>
            </a:r>
            <a:r>
              <a:rPr lang="en-US" err="1"/>
              <a:t>preenchidas</a:t>
            </a:r>
            <a:r>
              <a:rPr lang="en-US"/>
              <a:t>. São </a:t>
            </a:r>
            <a:r>
              <a:rPr lang="en-US" b="1"/>
              <a:t>393 de 1.295 </a:t>
            </a:r>
            <a:r>
              <a:rPr lang="en-US" b="1" err="1"/>
              <a:t>células</a:t>
            </a:r>
            <a:r>
              <a:rPr lang="en-US" b="1"/>
              <a:t> </a:t>
            </a:r>
            <a:r>
              <a:rPr lang="en-US" b="1" err="1"/>
              <a:t>estabelecimento</a:t>
            </a:r>
            <a:r>
              <a:rPr lang="en-US" b="1"/>
              <a:t> × </a:t>
            </a:r>
            <a:r>
              <a:rPr lang="en-US" b="1" err="1"/>
              <a:t>curso</a:t>
            </a:r>
            <a:r>
              <a:rPr lang="en-US" b="1"/>
              <a:t> com </a:t>
            </a:r>
            <a:r>
              <a:rPr lang="en-US" b="1" err="1"/>
              <a:t>ao</a:t>
            </a:r>
            <a:r>
              <a:rPr lang="en-US" b="1"/>
              <a:t> </a:t>
            </a:r>
            <a:r>
              <a:rPr lang="en-US" b="1" err="1"/>
              <a:t>menos</a:t>
            </a:r>
            <a:r>
              <a:rPr lang="en-US" b="1"/>
              <a:t> </a:t>
            </a:r>
            <a:r>
              <a:rPr lang="en-US" b="1" err="1"/>
              <a:t>uma</a:t>
            </a:r>
            <a:r>
              <a:rPr lang="en-US" b="1"/>
              <a:t> </a:t>
            </a:r>
            <a:r>
              <a:rPr lang="en-US" b="1" err="1"/>
              <a:t>confirmação</a:t>
            </a:r>
            <a:r>
              <a:rPr lang="en-US" b="1"/>
              <a:t> </a:t>
            </a:r>
            <a:r>
              <a:rPr lang="en-US" b="1" err="1"/>
              <a:t>ou</a:t>
            </a:r>
            <a:r>
              <a:rPr lang="en-US" b="1"/>
              <a:t> </a:t>
            </a:r>
            <a:r>
              <a:rPr lang="en-US" b="1" err="1"/>
              <a:t>homologação</a:t>
            </a:r>
            <a:r>
              <a:rPr lang="en-US"/>
              <a:t>. </a:t>
            </a:r>
            <a:r>
              <a:rPr lang="en-US" err="1"/>
              <a:t>Célula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é </a:t>
            </a:r>
            <a:r>
              <a:rPr lang="en-US" err="1"/>
              <a:t>vaga</a:t>
            </a:r>
            <a:r>
              <a:rPr lang="en-US"/>
              <a:t> </a:t>
            </a:r>
            <a:r>
              <a:rPr lang="en-US" err="1"/>
              <a:t>física</a:t>
            </a:r>
            <a:r>
              <a:rPr lang="en-US"/>
              <a:t>: o </a:t>
            </a:r>
            <a:r>
              <a:rPr lang="en-US" err="1"/>
              <a:t>quadro</a:t>
            </a:r>
            <a:r>
              <a:rPr lang="en-US"/>
              <a:t> publica </a:t>
            </a:r>
            <a:r>
              <a:rPr lang="en-US" err="1"/>
              <a:t>vagas</a:t>
            </a:r>
            <a:r>
              <a:rPr lang="en-US"/>
              <a:t> </a:t>
            </a:r>
            <a:r>
              <a:rPr lang="en-US" err="1"/>
              <a:t>imediatas</a:t>
            </a:r>
            <a:r>
              <a:rPr lang="en-US"/>
              <a:t> </a:t>
            </a:r>
            <a:r>
              <a:rPr lang="en-US" i="1"/>
              <a:t>e</a:t>
            </a:r>
            <a:r>
              <a:rPr lang="en-US"/>
              <a:t> </a:t>
            </a:r>
            <a:r>
              <a:rPr lang="en-US" err="1"/>
              <a:t>cadastro</a:t>
            </a:r>
            <a:r>
              <a:rPr lang="en-US"/>
              <a:t> de </a:t>
            </a:r>
            <a:r>
              <a:rPr lang="en-US" err="1"/>
              <a:t>reserva</a:t>
            </a:r>
            <a:r>
              <a:rPr lang="en-US"/>
              <a:t>, 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célula</a:t>
            </a:r>
            <a:r>
              <a:rPr lang="en-US"/>
              <a:t> com 3 </a:t>
            </a:r>
            <a:r>
              <a:rPr lang="en-US" err="1"/>
              <a:t>vagas</a:t>
            </a:r>
            <a:r>
              <a:rPr lang="en-US"/>
              <a:t> </a:t>
            </a:r>
            <a:r>
              <a:rPr lang="en-US" err="1"/>
              <a:t>entra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unidade</a:t>
            </a:r>
            <a:r>
              <a:rPr lang="en-US"/>
              <a:t>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três</a:t>
            </a:r>
            <a:r>
              <a:rPr lang="en-US"/>
              <a:t>. "Taxa de </a:t>
            </a:r>
            <a:r>
              <a:rPr lang="en-US" err="1"/>
              <a:t>preenchimento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vaga</a:t>
            </a:r>
            <a:r>
              <a:rPr lang="en-US"/>
              <a:t>"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lista</a:t>
            </a:r>
            <a:r>
              <a:rPr lang="en-US"/>
              <a:t> de </a:t>
            </a:r>
            <a:r>
              <a:rPr lang="en-US" err="1"/>
              <a:t>proibidos</a:t>
            </a:r>
            <a:r>
              <a:rPr lang="en-US"/>
              <a:t> do </a:t>
            </a:r>
            <a:r>
              <a:rPr lang="en-US" err="1"/>
              <a:t>protocolo</a:t>
            </a:r>
            <a:r>
              <a:rPr lang="en-US"/>
              <a:t> </a:t>
            </a:r>
            <a:r>
              <a:rPr lang="en-US" err="1"/>
              <a:t>congelado</a:t>
            </a:r>
            <a:r>
              <a:rPr lang="en-US"/>
              <a:t> </a:t>
            </a:r>
            <a:r>
              <a:rPr lang="en-US" err="1"/>
              <a:t>justamente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isso</a:t>
            </a:r>
            <a:r>
              <a:rPr lang="en-US"/>
              <a:t> (scripts/</a:t>
            </a:r>
            <a:r>
              <a:rPr lang="en-US" err="1"/>
              <a:t>tema_trabalho</a:t>
            </a:r>
            <a:r>
              <a:rPr lang="en-US"/>
              <a:t>/04_congelar_pre_analise.py). Se </a:t>
            </a:r>
            <a:r>
              <a:rPr lang="en-US" err="1"/>
              <a:t>perguntarem</a:t>
            </a:r>
            <a:r>
              <a:rPr lang="en-US"/>
              <a:t> "30% de </a:t>
            </a:r>
            <a:r>
              <a:rPr lang="en-US" err="1"/>
              <a:t>quê</a:t>
            </a:r>
            <a:r>
              <a:rPr lang="en-US"/>
              <a:t>?", a </a:t>
            </a:r>
            <a:r>
              <a:rPr lang="en-US" err="1"/>
              <a:t>resposta</a:t>
            </a:r>
            <a:r>
              <a:rPr lang="en-US"/>
              <a:t> </a:t>
            </a:r>
            <a:r>
              <a:rPr lang="en-US" err="1"/>
              <a:t>escrita</a:t>
            </a:r>
            <a:r>
              <a:rPr lang="en-US"/>
              <a:t> no slide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errada</a:t>
            </a:r>
            <a:r>
              <a:rPr lang="en-US"/>
              <a:t>.</a:t>
            </a:r>
          </a:p>
          <a:p>
            <a:r>
              <a:rPr lang="en-US" b="1"/>
              <a:t>2. O 30% </a:t>
            </a:r>
            <a:r>
              <a:rPr lang="en-US" b="1" err="1"/>
              <a:t>precisa</a:t>
            </a:r>
            <a:r>
              <a:rPr lang="en-US" b="1"/>
              <a:t> </a:t>
            </a:r>
            <a:r>
              <a:rPr lang="en-US" b="1" err="1"/>
              <a:t>dizer</a:t>
            </a:r>
            <a:r>
              <a:rPr lang="en-US" b="1"/>
              <a:t> de qual </a:t>
            </a:r>
            <a:r>
              <a:rPr lang="en-US" b="1" err="1"/>
              <a:t>chamada</a:t>
            </a:r>
            <a:r>
              <a:rPr lang="en-US" b="1"/>
              <a:t>.</a:t>
            </a:r>
            <a:r>
              <a:rPr lang="en-US"/>
              <a:t> São </a:t>
            </a:r>
            <a:r>
              <a:rPr lang="en-US" err="1"/>
              <a:t>dois</a:t>
            </a:r>
            <a:r>
              <a:rPr lang="en-US"/>
              <a:t> </a:t>
            </a:r>
            <a:r>
              <a:rPr lang="en-US" err="1"/>
              <a:t>números</a:t>
            </a:r>
            <a:r>
              <a:rPr lang="en-US"/>
              <a:t> que </a:t>
            </a:r>
            <a:r>
              <a:rPr lang="en-US" err="1"/>
              <a:t>não</a:t>
            </a:r>
            <a:r>
              <a:rPr lang="en-US"/>
              <a:t> se </a:t>
            </a:r>
            <a:r>
              <a:rPr lang="en-US" err="1"/>
              <a:t>substituem</a:t>
            </a:r>
            <a:r>
              <a:rPr lang="en-US"/>
              <a:t>: </a:t>
            </a:r>
            <a:r>
              <a:rPr lang="en-US" b="1"/>
              <a:t>30,3% (393/1.295) </a:t>
            </a:r>
            <a:r>
              <a:rPr lang="en-US" b="1" err="1"/>
              <a:t>na</a:t>
            </a:r>
            <a:r>
              <a:rPr lang="en-US" b="1"/>
              <a:t> </a:t>
            </a:r>
            <a:r>
              <a:rPr lang="en-US" b="1" err="1"/>
              <a:t>primeira</a:t>
            </a:r>
            <a:r>
              <a:rPr lang="en-US" b="1"/>
              <a:t> </a:t>
            </a:r>
            <a:r>
              <a:rPr lang="en-US" b="1" err="1"/>
              <a:t>chamada</a:t>
            </a:r>
            <a:r>
              <a:rPr lang="en-US"/>
              <a:t>, e </a:t>
            </a:r>
            <a:r>
              <a:rPr lang="en-US" b="1"/>
              <a:t>35,6% (461/1.295) </a:t>
            </a:r>
            <a:r>
              <a:rPr lang="en-US" b="1" err="1"/>
              <a:t>pelo</a:t>
            </a:r>
            <a:r>
              <a:rPr lang="en-US" b="1"/>
              <a:t> </a:t>
            </a:r>
            <a:r>
              <a:rPr lang="en-US" b="1" err="1"/>
              <a:t>ciclo</a:t>
            </a:r>
            <a:r>
              <a:rPr lang="en-US" b="1"/>
              <a:t> 1 </a:t>
            </a:r>
            <a:r>
              <a:rPr lang="en-US" b="1" err="1"/>
              <a:t>inteiro</a:t>
            </a:r>
            <a:r>
              <a:rPr lang="en-US"/>
              <a:t>, </a:t>
            </a:r>
            <a:r>
              <a:rPr lang="en-US" err="1"/>
              <a:t>somando</a:t>
            </a:r>
            <a:r>
              <a:rPr lang="en-US"/>
              <a:t> as </a:t>
            </a:r>
            <a:r>
              <a:rPr lang="en-US" err="1"/>
              <a:t>homologações</a:t>
            </a:r>
            <a:r>
              <a:rPr lang="en-US"/>
              <a:t> </a:t>
            </a:r>
            <a:r>
              <a:rPr lang="en-US" err="1"/>
              <a:t>novas</a:t>
            </a:r>
            <a:r>
              <a:rPr lang="en-US"/>
              <a:t> da </a:t>
            </a:r>
            <a:r>
              <a:rPr lang="en-US" err="1"/>
              <a:t>segunda</a:t>
            </a:r>
            <a:r>
              <a:rPr lang="en-US"/>
              <a:t> </a:t>
            </a:r>
            <a:r>
              <a:rPr lang="en-US" err="1"/>
              <a:t>chamada</a:t>
            </a:r>
            <a:r>
              <a:rPr lang="en-US"/>
              <a:t>. Fonte: output/</a:t>
            </a:r>
            <a:r>
              <a:rPr lang="en-US" err="1"/>
              <a:t>tema_trabalho</a:t>
            </a:r>
            <a:r>
              <a:rPr lang="en-US"/>
              <a:t>/A6_matriz_afirmacao_evidencia_limite.csv.</a:t>
            </a:r>
          </a:p>
          <a:p>
            <a:r>
              <a:rPr lang="en-US" b="1"/>
              <a:t>3. A </a:t>
            </a:r>
            <a:r>
              <a:rPr lang="en-US" b="1" err="1"/>
              <a:t>fonte</a:t>
            </a:r>
            <a:r>
              <a:rPr lang="en-US" b="1"/>
              <a:t> do </a:t>
            </a:r>
            <a:r>
              <a:rPr lang="en-US" b="1" err="1"/>
              <a:t>bloco</a:t>
            </a:r>
            <a:r>
              <a:rPr lang="en-US" b="1"/>
              <a:t> II </a:t>
            </a:r>
            <a:r>
              <a:rPr lang="en-US" b="1" err="1"/>
              <a:t>está</a:t>
            </a:r>
            <a:r>
              <a:rPr lang="en-US" b="1"/>
              <a:t> </a:t>
            </a:r>
            <a:r>
              <a:rPr lang="en-US" b="1" err="1"/>
              <a:t>incompleta</a:t>
            </a:r>
            <a:r>
              <a:rPr lang="en-US" b="1"/>
              <a:t>.</a:t>
            </a:r>
            <a:r>
              <a:rPr lang="en-US"/>
              <a:t> O </a:t>
            </a:r>
            <a:r>
              <a:rPr lang="en-US" err="1"/>
              <a:t>quadro</a:t>
            </a:r>
            <a:r>
              <a:rPr lang="en-US"/>
              <a:t> de </a:t>
            </a:r>
            <a:r>
              <a:rPr lang="en-US" err="1"/>
              <a:t>vagas</a:t>
            </a:r>
            <a:r>
              <a:rPr lang="en-US"/>
              <a:t> </a:t>
            </a:r>
            <a:r>
              <a:rPr lang="en-US" b="1" err="1"/>
              <a:t>não</a:t>
            </a:r>
            <a:r>
              <a:rPr lang="en-US" b="1"/>
              <a:t> </a:t>
            </a:r>
            <a:r>
              <a:rPr lang="en-US" b="1" err="1"/>
              <a:t>tem</a:t>
            </a:r>
            <a:r>
              <a:rPr lang="en-US" b="1"/>
              <a:t> </a:t>
            </a:r>
            <a:r>
              <a:rPr lang="en-US" b="1" err="1"/>
              <a:t>coluna</a:t>
            </a:r>
            <a:r>
              <a:rPr lang="en-US" b="1"/>
              <a:t> de R$</a:t>
            </a:r>
            <a:r>
              <a:rPr lang="en-US"/>
              <a:t>. </a:t>
            </a:r>
            <a:r>
              <a:rPr lang="en-US" err="1"/>
              <a:t>Ele</a:t>
            </a:r>
            <a:r>
              <a:rPr lang="en-US"/>
              <a:t> </a:t>
            </a:r>
            <a:r>
              <a:rPr lang="en-US" err="1"/>
              <a:t>dá</a:t>
            </a:r>
            <a:r>
              <a:rPr lang="en-US"/>
              <a:t> a </a:t>
            </a:r>
            <a:r>
              <a:rPr lang="en-US" err="1"/>
              <a:t>faixa</a:t>
            </a:r>
            <a:r>
              <a:rPr lang="en-US"/>
              <a:t>; </a:t>
            </a:r>
            <a:r>
              <a:rPr lang="en-US" err="1"/>
              <a:t>quem</a:t>
            </a:r>
            <a:r>
              <a:rPr lang="en-US"/>
              <a:t> </a:t>
            </a:r>
            <a:r>
              <a:rPr lang="en-US" err="1"/>
              <a:t>dá</a:t>
            </a:r>
            <a:r>
              <a:rPr lang="en-US"/>
              <a:t> o </a:t>
            </a:r>
            <a:r>
              <a:rPr lang="en-US" err="1"/>
              <a:t>preço</a:t>
            </a:r>
            <a:r>
              <a:rPr lang="en-US"/>
              <a:t> é o FAQ </a:t>
            </a:r>
            <a:r>
              <a:rPr lang="en-US" err="1"/>
              <a:t>oficial</a:t>
            </a:r>
            <a:r>
              <a:rPr lang="en-US"/>
              <a:t> e a </a:t>
            </a:r>
            <a:r>
              <a:rPr lang="en-US" err="1"/>
              <a:t>cláusula</a:t>
            </a:r>
            <a:r>
              <a:rPr lang="en-US"/>
              <a:t> 11 do </a:t>
            </a:r>
            <a:r>
              <a:rPr lang="en-US" err="1"/>
              <a:t>edital</a:t>
            </a:r>
            <a:r>
              <a:rPr lang="en-US"/>
              <a:t>. São </a:t>
            </a:r>
            <a:r>
              <a:rPr lang="en-US" err="1"/>
              <a:t>duas</a:t>
            </a:r>
            <a:r>
              <a:rPr lang="en-US"/>
              <a:t> </a:t>
            </a:r>
            <a:r>
              <a:rPr lang="en-US" err="1"/>
              <a:t>fontes</a:t>
            </a:r>
            <a:r>
              <a:rPr lang="en-US"/>
              <a:t>, e </a:t>
            </a:r>
            <a:r>
              <a:rPr lang="en-US" err="1"/>
              <a:t>escrever</a:t>
            </a:r>
            <a:r>
              <a:rPr lang="en-US"/>
              <a:t> </a:t>
            </a:r>
            <a:r>
              <a:rPr lang="en-US" err="1"/>
              <a:t>só</a:t>
            </a:r>
            <a:r>
              <a:rPr lang="en-US"/>
              <a:t> "</a:t>
            </a:r>
            <a:r>
              <a:rPr lang="en-US" err="1"/>
              <a:t>quadro</a:t>
            </a:r>
            <a:r>
              <a:rPr lang="en-US"/>
              <a:t> de </a:t>
            </a:r>
            <a:r>
              <a:rPr lang="en-US" err="1"/>
              <a:t>vagas</a:t>
            </a:r>
            <a:r>
              <a:rPr lang="en-US"/>
              <a:t>" </a:t>
            </a:r>
            <a:r>
              <a:rPr lang="en-US" err="1"/>
              <a:t>deixa</a:t>
            </a:r>
            <a:r>
              <a:rPr lang="en-US"/>
              <a:t> o </a:t>
            </a:r>
            <a:r>
              <a:rPr lang="en-US" err="1"/>
              <a:t>número</a:t>
            </a:r>
            <a:r>
              <a:rPr lang="en-US"/>
              <a:t> de R$ 20 mil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proveniência</a:t>
            </a:r>
            <a:r>
              <a:rPr lang="en-US"/>
              <a:t>.</a:t>
            </a:r>
          </a:p>
          <a:p>
            <a:r>
              <a:rPr lang="en-US" b="1"/>
              <a:t>4. "</a:t>
            </a:r>
            <a:r>
              <a:rPr lang="en-US" b="1" err="1"/>
              <a:t>Especialidade</a:t>
            </a:r>
            <a:r>
              <a:rPr lang="en-US" b="1"/>
              <a:t>" → "</a:t>
            </a:r>
            <a:r>
              <a:rPr lang="en-US" b="1" err="1"/>
              <a:t>curso</a:t>
            </a:r>
            <a:r>
              <a:rPr lang="en-US" b="1"/>
              <a:t>".</a:t>
            </a:r>
            <a:r>
              <a:rPr lang="en-US"/>
              <a:t> O </a:t>
            </a:r>
            <a:r>
              <a:rPr lang="en-US" err="1"/>
              <a:t>quadro</a:t>
            </a:r>
            <a:r>
              <a:rPr lang="en-US"/>
              <a:t> publica </a:t>
            </a:r>
            <a:r>
              <a:rPr lang="en-US" err="1"/>
              <a:t>curso</a:t>
            </a:r>
            <a:r>
              <a:rPr lang="en-US"/>
              <a:t> ("01 – </a:t>
            </a:r>
            <a:r>
              <a:rPr lang="en-US" err="1"/>
              <a:t>Aprimoramento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Anestesiologia</a:t>
            </a:r>
            <a:r>
              <a:rPr lang="en-US"/>
              <a:t>"). A </a:t>
            </a:r>
            <a:r>
              <a:rPr lang="en-US" err="1"/>
              <a:t>tradução</a:t>
            </a:r>
            <a:r>
              <a:rPr lang="en-US"/>
              <a:t> para </a:t>
            </a:r>
            <a:r>
              <a:rPr lang="en-US" err="1"/>
              <a:t>especialidade</a:t>
            </a:r>
            <a:r>
              <a:rPr lang="en-US"/>
              <a:t>/CBO é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ponte</a:t>
            </a:r>
            <a:r>
              <a:rPr lang="en-US"/>
              <a:t> </a:t>
            </a:r>
            <a:r>
              <a:rPr lang="en-US" err="1"/>
              <a:t>separada</a:t>
            </a:r>
            <a:r>
              <a:rPr lang="en-US"/>
              <a:t> e </a:t>
            </a:r>
            <a:r>
              <a:rPr lang="en-US" err="1"/>
              <a:t>validada</a:t>
            </a:r>
            <a:r>
              <a:rPr lang="en-US"/>
              <a:t> à </a:t>
            </a:r>
            <a:r>
              <a:rPr lang="en-US" err="1"/>
              <a:t>parte</a:t>
            </a:r>
            <a:r>
              <a:rPr lang="en-US"/>
              <a:t> — </a:t>
            </a:r>
            <a:r>
              <a:rPr lang="en-US" err="1"/>
              <a:t>não</a:t>
            </a:r>
            <a:r>
              <a:rPr lang="en-US"/>
              <a:t> é o que o </a:t>
            </a:r>
            <a:r>
              <a:rPr lang="en-US" err="1"/>
              <a:t>cruzamento</a:t>
            </a:r>
            <a:r>
              <a:rPr lang="en-US"/>
              <a:t> </a:t>
            </a:r>
            <a:r>
              <a:rPr lang="en-US" err="1"/>
              <a:t>usa</a:t>
            </a:r>
            <a:r>
              <a:rPr lang="en-US"/>
              <a:t>.</a:t>
            </a:r>
          </a:p>
          <a:p>
            <a:r>
              <a:rPr lang="en-US" b="1"/>
              <a:t>5. SGETS → SGTES</a:t>
            </a:r>
            <a:r>
              <a:rPr lang="en-US"/>
              <a:t>,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dois</a:t>
            </a:r>
            <a:r>
              <a:rPr lang="en-US"/>
              <a:t> </a:t>
            </a:r>
            <a:r>
              <a:rPr lang="en-US" err="1"/>
              <a:t>blocos</a:t>
            </a:r>
            <a:r>
              <a:rPr lang="en-US"/>
              <a:t>. É </a:t>
            </a:r>
            <a:r>
              <a:rPr lang="en-US" err="1"/>
              <a:t>Secretaria</a:t>
            </a:r>
            <a:r>
              <a:rPr lang="en-US"/>
              <a:t> de </a:t>
            </a:r>
            <a:r>
              <a:rPr lang="en-US" err="1"/>
              <a:t>Gestão</a:t>
            </a:r>
            <a:r>
              <a:rPr lang="en-US"/>
              <a:t> do </a:t>
            </a:r>
            <a:r>
              <a:rPr lang="en-US" err="1"/>
              <a:t>Trabalho</a:t>
            </a:r>
            <a:r>
              <a:rPr lang="en-US"/>
              <a:t> e da </a:t>
            </a:r>
            <a:r>
              <a:rPr lang="en-US" err="1"/>
              <a:t>Educação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Saúde</a:t>
            </a:r>
            <a:r>
              <a:rPr lang="en-US"/>
              <a:t>.</a:t>
            </a:r>
          </a:p>
          <a:p>
            <a:r>
              <a:rPr lang="en-US" b="1"/>
              <a:t>6. O </a:t>
            </a:r>
            <a:r>
              <a:rPr lang="en-US" b="1" err="1"/>
              <a:t>mapa</a:t>
            </a:r>
            <a:r>
              <a:rPr lang="en-US" b="1"/>
              <a:t> </a:t>
            </a:r>
            <a:r>
              <a:rPr lang="en-US" b="1" err="1"/>
              <a:t>não</a:t>
            </a:r>
            <a:r>
              <a:rPr lang="en-US" b="1"/>
              <a:t> </a:t>
            </a:r>
            <a:r>
              <a:rPr lang="en-US" b="1" err="1"/>
              <a:t>tem</a:t>
            </a:r>
            <a:r>
              <a:rPr lang="en-US" b="1"/>
              <a:t> legenda, </a:t>
            </a:r>
            <a:r>
              <a:rPr lang="en-US" b="1" err="1"/>
              <a:t>escala</a:t>
            </a:r>
            <a:r>
              <a:rPr lang="en-US" b="1"/>
              <a:t>, </a:t>
            </a:r>
            <a:r>
              <a:rPr lang="en-US" b="1" err="1"/>
              <a:t>nem</a:t>
            </a:r>
            <a:r>
              <a:rPr lang="en-US" b="1"/>
              <a:t> </a:t>
            </a:r>
            <a:r>
              <a:rPr lang="en-US" b="1" err="1"/>
              <a:t>fonte</a:t>
            </a:r>
            <a:r>
              <a:rPr lang="en-US"/>
              <a:t> —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dá</a:t>
            </a:r>
            <a:r>
              <a:rPr lang="en-US"/>
              <a:t> para saber o que a </a:t>
            </a:r>
            <a:r>
              <a:rPr lang="en-US" err="1"/>
              <a:t>cor</a:t>
            </a:r>
            <a:r>
              <a:rPr lang="en-US"/>
              <a:t> </a:t>
            </a:r>
            <a:r>
              <a:rPr lang="en-US" err="1"/>
              <a:t>codifica</a:t>
            </a:r>
            <a:r>
              <a:rPr lang="en-US"/>
              <a:t>,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há</a:t>
            </a:r>
            <a:r>
              <a:rPr lang="en-US"/>
              <a:t> script </a:t>
            </a:r>
            <a:r>
              <a:rPr lang="en-US" err="1"/>
              <a:t>versionado</a:t>
            </a:r>
            <a:r>
              <a:rPr lang="en-US"/>
              <a:t> que o </a:t>
            </a:r>
            <a:r>
              <a:rPr lang="en-US" err="1"/>
              <a:t>gere</a:t>
            </a:r>
            <a:r>
              <a:rPr lang="en-US"/>
              <a:t>. Pela </a:t>
            </a:r>
            <a:r>
              <a:rPr lang="en-US" err="1"/>
              <a:t>regra</a:t>
            </a:r>
            <a:r>
              <a:rPr lang="en-US"/>
              <a:t> do </a:t>
            </a:r>
            <a:r>
              <a:rPr lang="en-US" err="1"/>
              <a:t>projeto</a:t>
            </a:r>
            <a:r>
              <a:rPr lang="en-US"/>
              <a:t>, </a:t>
            </a:r>
            <a:r>
              <a:rPr lang="en-US" err="1"/>
              <a:t>figura</a:t>
            </a:r>
            <a:r>
              <a:rPr lang="en-US"/>
              <a:t> de deck </a:t>
            </a:r>
            <a:r>
              <a:rPr lang="en-US" err="1"/>
              <a:t>sai</a:t>
            </a:r>
            <a:r>
              <a:rPr lang="en-US"/>
              <a:t> de output/ </a:t>
            </a:r>
            <a:r>
              <a:rPr lang="en-US" err="1"/>
              <a:t>por</a:t>
            </a:r>
            <a:r>
              <a:rPr lang="en-US"/>
              <a:t> script. Se </a:t>
            </a:r>
            <a:r>
              <a:rPr lang="en-US" err="1"/>
              <a:t>ele</a:t>
            </a:r>
            <a:r>
              <a:rPr lang="en-US"/>
              <a:t> </a:t>
            </a:r>
            <a:r>
              <a:rPr lang="en-US" err="1"/>
              <a:t>veio</a:t>
            </a:r>
            <a:r>
              <a:rPr lang="en-US"/>
              <a:t> do material </a:t>
            </a:r>
            <a:r>
              <a:rPr lang="en-US" err="1"/>
              <a:t>antigo</a:t>
            </a:r>
            <a:r>
              <a:rPr lang="en-US"/>
              <a:t> de </a:t>
            </a:r>
            <a:r>
              <a:rPr lang="en-US" err="1"/>
              <a:t>distribuição</a:t>
            </a:r>
            <a:r>
              <a:rPr lang="en-US"/>
              <a:t> regional, </a:t>
            </a:r>
            <a:r>
              <a:rPr lang="en-US" err="1"/>
              <a:t>atenção</a:t>
            </a:r>
            <a:r>
              <a:rPr lang="en-US"/>
              <a:t>: </a:t>
            </a:r>
            <a:r>
              <a:rPr lang="en-US" err="1"/>
              <a:t>aquela</a:t>
            </a:r>
            <a:r>
              <a:rPr lang="en-US"/>
              <a:t> </a:t>
            </a:r>
            <a:r>
              <a:rPr lang="en-US" err="1"/>
              <a:t>versão</a:t>
            </a:r>
            <a:r>
              <a:rPr lang="en-US"/>
              <a:t> </a:t>
            </a:r>
            <a:r>
              <a:rPr lang="en-US" err="1"/>
              <a:t>trazia</a:t>
            </a:r>
            <a:r>
              <a:rPr lang="en-US"/>
              <a:t> </a:t>
            </a:r>
            <a:r>
              <a:rPr lang="en-US" err="1"/>
              <a:t>Sudeste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10,6% </a:t>
            </a:r>
            <a:r>
              <a:rPr lang="en-US" err="1"/>
              <a:t>quando</a:t>
            </a:r>
            <a:r>
              <a:rPr lang="en-US"/>
              <a:t> o </a:t>
            </a:r>
            <a:r>
              <a:rPr lang="en-US" err="1"/>
              <a:t>correto</a:t>
            </a:r>
            <a:r>
              <a:rPr lang="en-US"/>
              <a:t> é 23,0%, e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registrado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errata.</a:t>
            </a:r>
          </a:p>
          <a:p>
            <a:r>
              <a:rPr lang="en-US"/>
              <a:t>Como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escreveria</a:t>
            </a:r>
            <a:endParaRPr lang="en-US"/>
          </a:p>
          <a:p>
            <a:r>
              <a:rPr lang="en-US" b="1"/>
              <a:t>I. </a:t>
            </a:r>
            <a:r>
              <a:rPr lang="en-US" b="1" err="1"/>
              <a:t>Preenchimento</a:t>
            </a:r>
            <a:r>
              <a:rPr lang="en-US" b="1"/>
              <a:t> das </a:t>
            </a:r>
            <a:r>
              <a:rPr lang="en-US" b="1" err="1"/>
              <a:t>vagas</a:t>
            </a:r>
            <a:r>
              <a:rPr lang="en-US" b="1"/>
              <a:t> do PMM-E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Dado:</a:t>
            </a:r>
            <a:r>
              <a:rPr lang="en-US"/>
              <a:t> </a:t>
            </a:r>
            <a:r>
              <a:rPr lang="en-US" err="1"/>
              <a:t>quadro</a:t>
            </a:r>
            <a:r>
              <a:rPr lang="en-US"/>
              <a:t> de </a:t>
            </a:r>
            <a:r>
              <a:rPr lang="en-US" err="1"/>
              <a:t>vagas</a:t>
            </a:r>
            <a:r>
              <a:rPr lang="en-US"/>
              <a:t> e </a:t>
            </a:r>
            <a:r>
              <a:rPr lang="en-US" err="1"/>
              <a:t>listas</a:t>
            </a:r>
            <a:r>
              <a:rPr lang="en-US"/>
              <a:t> de </a:t>
            </a:r>
            <a:r>
              <a:rPr lang="en-US" err="1"/>
              <a:t>homologação</a:t>
            </a:r>
            <a:r>
              <a:rPr lang="en-US"/>
              <a:t> do </a:t>
            </a:r>
            <a:r>
              <a:rPr lang="en-US" err="1"/>
              <a:t>Chamamento</a:t>
            </a:r>
            <a:r>
              <a:rPr lang="en-US"/>
              <a:t> </a:t>
            </a:r>
            <a:r>
              <a:rPr lang="en-US" err="1"/>
              <a:t>Público</a:t>
            </a:r>
            <a:r>
              <a:rPr lang="en-US"/>
              <a:t> SGTES/MS nº 3/2025 (</a:t>
            </a:r>
            <a:r>
              <a:rPr lang="en-US" err="1"/>
              <a:t>ciclo</a:t>
            </a:r>
            <a:r>
              <a:rPr lang="en-US"/>
              <a:t> 1)</a:t>
            </a:r>
          </a:p>
          <a:p>
            <a:pPr marL="285750" indent="-285750">
              <a:buFont typeface="Arial"/>
              <a:buChar char="•"/>
            </a:pPr>
            <a:r>
              <a:rPr lang="en-US" b="1" err="1"/>
              <a:t>Unidade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célula</a:t>
            </a:r>
            <a:r>
              <a:rPr lang="en-US"/>
              <a:t> </a:t>
            </a:r>
            <a:r>
              <a:rPr lang="en-US" b="1" err="1"/>
              <a:t>estabelecimento</a:t>
            </a:r>
            <a:r>
              <a:rPr lang="en-US" b="1"/>
              <a:t> × </a:t>
            </a:r>
            <a:r>
              <a:rPr lang="en-US" b="1" err="1"/>
              <a:t>curso</a:t>
            </a:r>
            <a:r>
              <a:rPr lang="en-US"/>
              <a:t> — 1.295 </a:t>
            </a:r>
            <a:r>
              <a:rPr lang="en-US" err="1"/>
              <a:t>células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368 </a:t>
            </a:r>
            <a:r>
              <a:rPr lang="en-US" err="1"/>
              <a:t>municípios</a:t>
            </a:r>
            <a:r>
              <a:rPr lang="en-US"/>
              <a:t>, com o </a:t>
            </a:r>
            <a:r>
              <a:rPr lang="en-US" err="1"/>
              <a:t>código</a:t>
            </a:r>
            <a:r>
              <a:rPr lang="en-US"/>
              <a:t> CNES </a:t>
            </a:r>
            <a:r>
              <a:rPr lang="en-US" err="1"/>
              <a:t>publicado</a:t>
            </a:r>
            <a:r>
              <a:rPr lang="en-US"/>
              <a:t> no </a:t>
            </a:r>
            <a:r>
              <a:rPr lang="en-US" err="1"/>
              <a:t>próprio</a:t>
            </a:r>
            <a:r>
              <a:rPr lang="en-US"/>
              <a:t> </a:t>
            </a:r>
            <a:r>
              <a:rPr lang="en-US" err="1"/>
              <a:t>quadro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/>
              <a:t>Medida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proporção</a:t>
            </a:r>
            <a:r>
              <a:rPr lang="en-US"/>
              <a:t> de </a:t>
            </a:r>
            <a:r>
              <a:rPr lang="en-US" err="1"/>
              <a:t>células</a:t>
            </a:r>
            <a:r>
              <a:rPr lang="en-US"/>
              <a:t> com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b="1" err="1"/>
              <a:t>confirmação</a:t>
            </a:r>
            <a:r>
              <a:rPr lang="en-US" b="1"/>
              <a:t> </a:t>
            </a:r>
            <a:r>
              <a:rPr lang="en-US" b="1" err="1"/>
              <a:t>ou</a:t>
            </a:r>
            <a:r>
              <a:rPr lang="en-US" b="1"/>
              <a:t> </a:t>
            </a:r>
            <a:r>
              <a:rPr lang="en-US" b="1" err="1"/>
              <a:t>homologação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30,3%</a:t>
            </a:r>
            <a:r>
              <a:rPr lang="en-US"/>
              <a:t> (393 de 1.295)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primeira</a:t>
            </a:r>
            <a:r>
              <a:rPr lang="en-US"/>
              <a:t> </a:t>
            </a:r>
            <a:r>
              <a:rPr lang="en-US" err="1"/>
              <a:t>chamada</a:t>
            </a:r>
            <a:r>
              <a:rPr lang="en-US"/>
              <a:t> — 35,6% </a:t>
            </a:r>
            <a:r>
              <a:rPr lang="en-US" err="1"/>
              <a:t>somando</a:t>
            </a:r>
            <a:r>
              <a:rPr lang="en-US"/>
              <a:t> a </a:t>
            </a:r>
            <a:r>
              <a:rPr lang="en-US" err="1"/>
              <a:t>segunda</a:t>
            </a:r>
            <a:endParaRPr lang="en-US"/>
          </a:p>
          <a:p>
            <a:r>
              <a:rPr lang="en-US" b="1"/>
              <a:t>II. Valor das </a:t>
            </a:r>
            <a:r>
              <a:rPr lang="en-US" b="1" err="1"/>
              <a:t>bolsas</a:t>
            </a:r>
            <a:r>
              <a:rPr lang="en-US" b="1"/>
              <a:t> do PMM-E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Valor:</a:t>
            </a:r>
            <a:r>
              <a:rPr lang="en-US"/>
              <a:t> FAQ </a:t>
            </a:r>
            <a:r>
              <a:rPr lang="en-US" err="1"/>
              <a:t>oficial</a:t>
            </a:r>
            <a:r>
              <a:rPr lang="en-US"/>
              <a:t> e </a:t>
            </a:r>
            <a:r>
              <a:rPr lang="en-US" err="1"/>
              <a:t>cláusula</a:t>
            </a:r>
            <a:r>
              <a:rPr lang="en-US"/>
              <a:t> 11 do </a:t>
            </a:r>
            <a:r>
              <a:rPr lang="en-US" err="1"/>
              <a:t>Chamamento</a:t>
            </a:r>
            <a:r>
              <a:rPr lang="en-US"/>
              <a:t> SGTES/MS nº 3/2025 — </a:t>
            </a:r>
            <a:r>
              <a:rPr lang="en-US" err="1"/>
              <a:t>Faixa</a:t>
            </a:r>
            <a:r>
              <a:rPr lang="en-US"/>
              <a:t> 1 R$ 20 mil, </a:t>
            </a:r>
            <a:r>
              <a:rPr lang="en-US" err="1"/>
              <a:t>Faixa</a:t>
            </a:r>
            <a:r>
              <a:rPr lang="en-US"/>
              <a:t> 2 R$ 15 mil, </a:t>
            </a:r>
            <a:r>
              <a:rPr lang="en-US" err="1"/>
              <a:t>Faixa</a:t>
            </a:r>
            <a:r>
              <a:rPr lang="en-US"/>
              <a:t> 3 R$ 10 mil </a:t>
            </a:r>
            <a:r>
              <a:rPr lang="en-US" err="1"/>
              <a:t>mensais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/>
              <a:t>Atribuição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coluna</a:t>
            </a:r>
            <a:r>
              <a:rPr lang="en-US"/>
              <a:t> FAIXA DE ATRAÇÃO do </a:t>
            </a:r>
            <a:r>
              <a:rPr lang="en-US" err="1"/>
              <a:t>quadro</a:t>
            </a:r>
            <a:r>
              <a:rPr lang="en-US"/>
              <a:t> de </a:t>
            </a:r>
            <a:r>
              <a:rPr lang="en-US" err="1"/>
              <a:t>vagas</a:t>
            </a:r>
            <a:r>
              <a:rPr lang="en-US"/>
              <a:t> — </a:t>
            </a:r>
            <a:r>
              <a:rPr lang="en-US" err="1"/>
              <a:t>usamos</a:t>
            </a:r>
            <a:r>
              <a:rPr lang="en-US"/>
              <a:t> a </a:t>
            </a:r>
            <a:r>
              <a:rPr lang="en-US" err="1"/>
              <a:t>faixa</a:t>
            </a:r>
            <a:r>
              <a:rPr lang="en-US"/>
              <a:t> </a:t>
            </a:r>
            <a:r>
              <a:rPr lang="en-US" b="1" err="1"/>
              <a:t>publicada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município</a:t>
            </a:r>
            <a:r>
              <a:rPr lang="en-US"/>
              <a:t>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faixa</a:t>
            </a:r>
            <a:r>
              <a:rPr lang="en-US"/>
              <a:t> </a:t>
            </a:r>
            <a:r>
              <a:rPr lang="en-US" err="1"/>
              <a:t>recalculada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/>
              <a:t>Natureza</a:t>
            </a:r>
            <a:r>
              <a:rPr lang="en-US" b="1"/>
              <a:t>:</a:t>
            </a:r>
            <a:r>
              <a:rPr lang="en-US"/>
              <a:t> é o valor </a:t>
            </a:r>
            <a:r>
              <a:rPr lang="en-US" b="1" err="1"/>
              <a:t>anunciado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oferta</a:t>
            </a:r>
            <a:r>
              <a:rPr lang="en-US"/>
              <a:t>, </a:t>
            </a:r>
            <a:r>
              <a:rPr lang="en-US" err="1"/>
              <a:t>não</a:t>
            </a:r>
            <a:r>
              <a:rPr lang="en-US"/>
              <a:t> a </a:t>
            </a:r>
            <a:r>
              <a:rPr lang="en-US" err="1"/>
              <a:t>folha</a:t>
            </a:r>
            <a:r>
              <a:rPr lang="en-US"/>
              <a:t> de </a:t>
            </a:r>
            <a:r>
              <a:rPr lang="en-US" err="1"/>
              <a:t>pagamento</a:t>
            </a:r>
            <a:endParaRPr lang="en-US"/>
          </a:p>
          <a:p>
            <a:r>
              <a:rPr lang="en-US" err="1"/>
              <a:t>Duas</a:t>
            </a:r>
            <a:r>
              <a:rPr lang="en-US"/>
              <a:t> </a:t>
            </a:r>
            <a:r>
              <a:rPr lang="en-US" err="1"/>
              <a:t>observações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o que </a:t>
            </a:r>
            <a:r>
              <a:rPr lang="en-US" err="1"/>
              <a:t>você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acertou</a:t>
            </a:r>
            <a:r>
              <a:rPr lang="en-US"/>
              <a:t> e vale </a:t>
            </a:r>
            <a:r>
              <a:rPr lang="en-US" err="1"/>
              <a:t>manter</a:t>
            </a:r>
            <a:r>
              <a:rPr lang="en-US"/>
              <a:t> </a:t>
            </a:r>
            <a:r>
              <a:rPr lang="en-US" err="1"/>
              <a:t>explícito</a:t>
            </a:r>
            <a:r>
              <a:rPr lang="en-US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"</a:t>
            </a:r>
            <a:r>
              <a:rPr lang="en-US" err="1"/>
              <a:t>Utilizamos</a:t>
            </a:r>
            <a:r>
              <a:rPr lang="en-US"/>
              <a:t> a </a:t>
            </a:r>
            <a:r>
              <a:rPr lang="en-US" err="1"/>
              <a:t>faixa</a:t>
            </a:r>
            <a:r>
              <a:rPr lang="en-US"/>
              <a:t> </a:t>
            </a:r>
            <a:r>
              <a:rPr lang="en-US" err="1"/>
              <a:t>publicada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vaga</a:t>
            </a:r>
            <a:r>
              <a:rPr lang="en-US"/>
              <a:t>" é a </a:t>
            </a:r>
            <a:r>
              <a:rPr lang="en-US" err="1"/>
              <a:t>escolha</a:t>
            </a:r>
            <a:r>
              <a:rPr lang="en-US"/>
              <a:t> </a:t>
            </a:r>
            <a:r>
              <a:rPr lang="en-US" err="1"/>
              <a:t>certa</a:t>
            </a:r>
            <a:r>
              <a:rPr lang="en-US"/>
              <a:t>, e o </a:t>
            </a:r>
            <a:r>
              <a:rPr lang="en-US" err="1"/>
              <a:t>motivo</a:t>
            </a:r>
            <a:r>
              <a:rPr lang="en-US"/>
              <a:t> é forte: </a:t>
            </a:r>
            <a:r>
              <a:rPr lang="en-US" err="1"/>
              <a:t>recalcular</a:t>
            </a:r>
            <a:r>
              <a:rPr lang="en-US"/>
              <a:t> a </a:t>
            </a:r>
            <a:r>
              <a:rPr lang="en-US" err="1"/>
              <a:t>faixa</a:t>
            </a:r>
            <a:r>
              <a:rPr lang="en-US"/>
              <a:t> pela </a:t>
            </a:r>
            <a:r>
              <a:rPr lang="en-US" err="1"/>
              <a:t>categoria</a:t>
            </a:r>
            <a:r>
              <a:rPr lang="en-US"/>
              <a:t> de IVS </a:t>
            </a:r>
            <a:r>
              <a:rPr lang="en-US" err="1"/>
              <a:t>rotularia</a:t>
            </a:r>
            <a:r>
              <a:rPr lang="en-US"/>
              <a:t> </a:t>
            </a:r>
            <a:r>
              <a:rPr lang="en-US" err="1"/>
              <a:t>errado</a:t>
            </a:r>
            <a:r>
              <a:rPr lang="en-US"/>
              <a:t> 177 dos 368 </a:t>
            </a:r>
            <a:r>
              <a:rPr lang="en-US" err="1"/>
              <a:t>municípios</a:t>
            </a:r>
            <a:r>
              <a:rPr lang="en-US"/>
              <a:t>. Vale </a:t>
            </a:r>
            <a:r>
              <a:rPr lang="en-US" err="1"/>
              <a:t>dizer</a:t>
            </a:r>
            <a:r>
              <a:rPr lang="en-US"/>
              <a:t>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voz</a:t>
            </a:r>
            <a:r>
              <a:rPr lang="en-US"/>
              <a:t> </a:t>
            </a:r>
            <a:r>
              <a:rPr lang="en-US" err="1"/>
              <a:t>alta</a:t>
            </a:r>
            <a:r>
              <a:rPr lang="en-US"/>
              <a:t> se </a:t>
            </a:r>
            <a:r>
              <a:rPr lang="en-US" err="1"/>
              <a:t>perguntarem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Separar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blocos</a:t>
            </a:r>
            <a:r>
              <a:rPr lang="en-US"/>
              <a:t> I e II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fonte</a:t>
            </a:r>
            <a:r>
              <a:rPr lang="en-US"/>
              <a:t> é o </a:t>
            </a:r>
            <a:r>
              <a:rPr lang="en-US" err="1"/>
              <a:t>acerto</a:t>
            </a:r>
            <a:r>
              <a:rPr lang="en-US"/>
              <a:t> </a:t>
            </a:r>
            <a:r>
              <a:rPr lang="en-US" err="1"/>
              <a:t>estrutural</a:t>
            </a:r>
            <a:r>
              <a:rPr lang="en-US"/>
              <a:t> do slide — </a:t>
            </a:r>
            <a:r>
              <a:rPr lang="en-US" err="1"/>
              <a:t>deixa</a:t>
            </a:r>
            <a:r>
              <a:rPr lang="en-US"/>
              <a:t> claro que </a:t>
            </a:r>
            <a:r>
              <a:rPr lang="en-US" err="1"/>
              <a:t>preenchimento</a:t>
            </a:r>
            <a:r>
              <a:rPr lang="en-US"/>
              <a:t> e </a:t>
            </a:r>
            <a:r>
              <a:rPr lang="en-US" err="1"/>
              <a:t>remuneração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vêm</a:t>
            </a:r>
            <a:r>
              <a:rPr lang="en-US"/>
              <a:t> do </a:t>
            </a:r>
            <a:r>
              <a:rPr lang="en-US" err="1"/>
              <a:t>mesmo</a:t>
            </a:r>
            <a:r>
              <a:rPr lang="en-US"/>
              <a:t> </a:t>
            </a:r>
            <a:r>
              <a:rPr lang="en-US" err="1"/>
              <a:t>lugar</a:t>
            </a:r>
            <a:r>
              <a:rPr lang="en-US"/>
              <a:t>.</a:t>
            </a:r>
          </a:p>
          <a:p>
            <a:r>
              <a:rPr lang="en-US"/>
              <a:t>Se </a:t>
            </a:r>
            <a:r>
              <a:rPr lang="en-US" err="1"/>
              <a:t>quiser</a:t>
            </a:r>
            <a:r>
              <a:rPr lang="en-US"/>
              <a:t> </a:t>
            </a:r>
            <a:r>
              <a:rPr lang="en-US" err="1"/>
              <a:t>blindar</a:t>
            </a:r>
            <a:r>
              <a:rPr lang="en-US"/>
              <a:t> contra a </a:t>
            </a:r>
            <a:r>
              <a:rPr lang="en-US" err="1"/>
              <a:t>pergunta</a:t>
            </a:r>
            <a:r>
              <a:rPr lang="en-US"/>
              <a:t> "e </a:t>
            </a:r>
            <a:r>
              <a:rPr lang="en-US" err="1"/>
              <a:t>quem</a:t>
            </a:r>
            <a:r>
              <a:rPr lang="en-US"/>
              <a:t> decide a </a:t>
            </a:r>
            <a:r>
              <a:rPr lang="en-US" err="1"/>
              <a:t>faixa</a:t>
            </a:r>
            <a:r>
              <a:rPr lang="en-US"/>
              <a:t>?", </a:t>
            </a:r>
            <a:r>
              <a:rPr lang="en-US" err="1"/>
              <a:t>cabe</a:t>
            </a:r>
            <a:r>
              <a:rPr lang="en-US"/>
              <a:t> um </a:t>
            </a:r>
            <a:r>
              <a:rPr lang="en-US" err="1"/>
              <a:t>terceiro</a:t>
            </a:r>
            <a:r>
              <a:rPr lang="en-US"/>
              <a:t> bullet no </a:t>
            </a:r>
            <a:r>
              <a:rPr lang="en-US" err="1"/>
              <a:t>bloco</a:t>
            </a:r>
            <a:r>
              <a:rPr lang="en-US"/>
              <a:t> II: </a:t>
            </a:r>
            <a:r>
              <a:rPr lang="en-US" i="1"/>
              <a:t>o </a:t>
            </a:r>
            <a:r>
              <a:rPr lang="en-US" i="1" err="1"/>
              <a:t>edital</a:t>
            </a:r>
            <a:r>
              <a:rPr lang="en-US" i="1"/>
              <a:t> </a:t>
            </a:r>
            <a:r>
              <a:rPr lang="en-US" i="1" err="1"/>
              <a:t>fixa</a:t>
            </a:r>
            <a:r>
              <a:rPr lang="en-US" i="1"/>
              <a:t> a </a:t>
            </a:r>
            <a:r>
              <a:rPr lang="en-US" i="1" err="1"/>
              <a:t>faixa</a:t>
            </a:r>
            <a:r>
              <a:rPr lang="en-US" i="1"/>
              <a:t> pela </a:t>
            </a:r>
            <a:r>
              <a:rPr lang="en-US" i="1" err="1"/>
              <a:t>categoria</a:t>
            </a:r>
            <a:r>
              <a:rPr lang="en-US" i="1"/>
              <a:t> de IVS (</a:t>
            </a:r>
            <a:r>
              <a:rPr lang="en-US" i="1" err="1"/>
              <a:t>piso</a:t>
            </a:r>
            <a:r>
              <a:rPr lang="en-US" i="1"/>
              <a:t>) </a:t>
            </a:r>
            <a:r>
              <a:rPr lang="en-US" i="1" err="1"/>
              <a:t>mais</a:t>
            </a:r>
            <a:r>
              <a:rPr lang="en-US" i="1"/>
              <a:t> um </a:t>
            </a:r>
            <a:r>
              <a:rPr lang="en-US" i="1" err="1"/>
              <a:t>critério</a:t>
            </a:r>
            <a:r>
              <a:rPr lang="en-US" i="1"/>
              <a:t> de </a:t>
            </a:r>
            <a:r>
              <a:rPr lang="en-US" i="1" err="1"/>
              <a:t>localização</a:t>
            </a:r>
            <a:r>
              <a:rPr lang="en-US" i="1"/>
              <a:t> </a:t>
            </a:r>
            <a:r>
              <a:rPr lang="en-US" i="1" err="1"/>
              <a:t>definido</a:t>
            </a:r>
            <a:r>
              <a:rPr lang="en-US" i="1"/>
              <a:t> no Anexo IV, que </a:t>
            </a:r>
            <a:r>
              <a:rPr lang="en-US" i="1" err="1"/>
              <a:t>não</a:t>
            </a:r>
            <a:r>
              <a:rPr lang="en-US" i="1"/>
              <a:t> é </a:t>
            </a:r>
            <a:r>
              <a:rPr lang="en-US" i="1" err="1"/>
              <a:t>público</a:t>
            </a:r>
            <a:r>
              <a:rPr lang="en-US"/>
              <a:t> — é a </a:t>
            </a:r>
            <a:r>
              <a:rPr lang="en-US" err="1"/>
              <a:t>ressalva</a:t>
            </a:r>
            <a:r>
              <a:rPr lang="en-US"/>
              <a:t> de </a:t>
            </a:r>
            <a:r>
              <a:rPr lang="en-US" err="1"/>
              <a:t>viabilidade</a:t>
            </a:r>
            <a:r>
              <a:rPr lang="en-US"/>
              <a:t>, e é </a:t>
            </a:r>
            <a:r>
              <a:rPr lang="en-US" err="1"/>
              <a:t>melhor</a:t>
            </a:r>
            <a:r>
              <a:rPr lang="en-US"/>
              <a:t> </a:t>
            </a:r>
            <a:r>
              <a:rPr lang="en-US" err="1"/>
              <a:t>você</a:t>
            </a:r>
            <a:r>
              <a:rPr lang="en-US"/>
              <a:t> </a:t>
            </a:r>
            <a:r>
              <a:rPr lang="en-US" err="1"/>
              <a:t>levantá</a:t>
            </a:r>
            <a:r>
              <a:rPr lang="en-US"/>
              <a:t>-la do que ser </a:t>
            </a:r>
            <a:r>
              <a:rPr lang="en-US" err="1"/>
              <a:t>pego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ela</a:t>
            </a:r>
            <a:r>
              <a:rPr lang="en-US"/>
              <a:t>.</a:t>
            </a:r>
          </a:p>
          <a:p>
            <a:r>
              <a:rPr lang="en-US" err="1"/>
              <a:t>Quero</a:t>
            </a:r>
            <a:r>
              <a:rPr lang="en-US"/>
              <a:t> </a:t>
            </a:r>
            <a:r>
              <a:rPr lang="en-US" err="1"/>
              <a:t>escrever</a:t>
            </a:r>
            <a:r>
              <a:rPr lang="en-US"/>
              <a:t>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docs/07_apresentacoes/banca1/02_conteudo_slides.md </a:t>
            </a:r>
            <a:r>
              <a:rPr lang="en-US" err="1"/>
              <a:t>como</a:t>
            </a:r>
            <a:r>
              <a:rPr lang="en-US"/>
              <a:t> slide de </a:t>
            </a:r>
            <a:r>
              <a:rPr lang="en-US" err="1"/>
              <a:t>viabilidade</a:t>
            </a:r>
            <a:r>
              <a:rPr lang="en-US"/>
              <a:t>, com a </a:t>
            </a:r>
            <a:r>
              <a:rPr lang="en-US" err="1"/>
              <a:t>tabela</a:t>
            </a:r>
            <a:r>
              <a:rPr lang="en-US"/>
              <a:t> </a:t>
            </a:r>
            <a:r>
              <a:rPr lang="en-US" err="1"/>
              <a:t>componente</a:t>
            </a:r>
            <a:r>
              <a:rPr lang="en-US"/>
              <a:t> → </a:t>
            </a:r>
            <a:r>
              <a:rPr lang="en-US" err="1"/>
              <a:t>fonte</a:t>
            </a:r>
            <a:r>
              <a:rPr lang="en-US"/>
              <a:t> → </a:t>
            </a:r>
            <a:r>
              <a:rPr lang="en-US" err="1"/>
              <a:t>estado</a:t>
            </a:r>
            <a:r>
              <a:rPr lang="en-US"/>
              <a:t>?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750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effectLst/>
              </a:rPr>
              <a:t>Em relação a viabilidade dos dados:</a:t>
            </a:r>
            <a:endParaRPr lang="pt-BR"/>
          </a:p>
          <a:p>
            <a:pPr marL="228600" indent="-228600">
              <a:buAutoNum type="arabicPeriod"/>
            </a:pPr>
            <a:r>
              <a:rPr lang="pt-BR"/>
              <a:t>Preenchimento de vagas do PMME: </a:t>
            </a:r>
            <a:r>
              <a:rPr lang="pt-BR">
                <a:effectLst/>
              </a:rPr>
              <a:t>CNES</a:t>
            </a:r>
            <a:r>
              <a:rPr lang="pt-BR"/>
              <a:t> (cadastro nacional de estabelecimentos de saúde), do ministério da saúde, tem dado</a:t>
            </a:r>
            <a:r>
              <a:rPr lang="pt-BR">
                <a:effectLst/>
              </a:rPr>
              <a:t> </a:t>
            </a:r>
            <a:r>
              <a:rPr lang="pt-BR"/>
              <a:t>quebrado por especialidade</a:t>
            </a:r>
          </a:p>
          <a:p>
            <a:pPr marL="228600" indent="-228600">
              <a:buAutoNum type="arabicPeriod"/>
            </a:pPr>
            <a:r>
              <a:rPr lang="pt-BR">
                <a:effectLst/>
              </a:rPr>
              <a:t>Valor das bolsas: quadro de vagas e homologação do MS, observando a faixa publicada em cada vaga</a:t>
            </a:r>
          </a:p>
          <a:p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860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effectLst/>
              </a:rPr>
              <a:t>Em relação a viabilidade dos dados:</a:t>
            </a:r>
            <a:endParaRPr lang="pt-BR"/>
          </a:p>
          <a:p>
            <a:pPr marL="228600" indent="-228600">
              <a:buAutoNum type="arabicPeriod"/>
            </a:pPr>
            <a:r>
              <a:rPr lang="pt-BR"/>
              <a:t>Preenchimento de vagas do PMME: </a:t>
            </a:r>
            <a:r>
              <a:rPr lang="pt-BR">
                <a:effectLst/>
              </a:rPr>
              <a:t>CNES</a:t>
            </a:r>
            <a:r>
              <a:rPr lang="pt-BR"/>
              <a:t> (cadastro nacional de estabelecimentos de saúde), do ministério da saúde, tem dado</a:t>
            </a:r>
            <a:r>
              <a:rPr lang="pt-BR">
                <a:effectLst/>
              </a:rPr>
              <a:t> </a:t>
            </a:r>
            <a:r>
              <a:rPr lang="pt-BR"/>
              <a:t>quebrado por especialidade</a:t>
            </a:r>
          </a:p>
          <a:p>
            <a:pPr marL="228600" indent="-228600">
              <a:buAutoNum type="arabicPeriod"/>
            </a:pPr>
            <a:r>
              <a:rPr lang="pt-BR"/>
              <a:t>Mercado</a:t>
            </a:r>
            <a:r>
              <a:rPr lang="pt-BR">
                <a:effectLst/>
              </a:rPr>
              <a:t> local: classifica os municípios em capital, metrópole, interior próximo de polo e interior remoto para ser proxy da atividade privada e </a:t>
            </a:r>
            <a:r>
              <a:rPr lang="pt-BR" err="1">
                <a:effectLst/>
              </a:rPr>
              <a:t>possibiliade</a:t>
            </a:r>
            <a:r>
              <a:rPr lang="pt-BR">
                <a:effectLst/>
              </a:rPr>
              <a:t> de renda </a:t>
            </a:r>
            <a:endParaRPr lang="pt-BR"/>
          </a:p>
          <a:p>
            <a:r>
              <a:rPr lang="pt-BR">
                <a:effectLst/>
              </a:rPr>
              <a:t>• Custo de vida: despesas estaduais das famílias como proxy das diferenças de custo entre localidades.</a:t>
            </a:r>
          </a:p>
          <a:p>
            <a:r>
              <a:rPr lang="pt-BR">
                <a:effectLst/>
              </a:rPr>
              <a:t>• Desvantagens locais: IVS utilizado para custos não monetários.</a:t>
            </a:r>
          </a:p>
          <a:p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br>
              <a:rPr lang="pt-BR">
                <a:cs typeface="+mn-lt"/>
              </a:rPr>
            </a:b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204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E466-46A7-9214-0934-FF9BF6AF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B1B97-EB6A-1377-27E0-9E2C615F8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1B9D7-2F84-C786-6840-201780B97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EE337-4BCB-0028-775F-129750A62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0BF30-08A7-443A-9E64-B9D9CF122147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019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Ler de cima para baixo. 1: a regra. O IVS 2010 oficial define a faixa da bolsa, com cortes em 0,300 e 0,400. 2: a escolha do médico. A bolsa eleva o salário esperado; o custo de viver ali e o custo de trabalhar ali puxam contra. O saldo é o valor da vaga. 3: do valor à saúde. Quanto maior o valor, maior a parcela de médicos que escolhe a vaga e maior a chance de preencher. Só depois vêm capacidade, produção e acesso, e saúde. Este é o diagrama da teoria: as equações estão no apêndice.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hipótese é o elo da escolha: bolsa maior, vaga que vale mais, mais médicos a preferem, mais chance de preencher. A bolsa só age no passo 2. Três pontos limitam a leitura: A, outras políticas nos mesmos cortes de IVS (o salto mede um pacote); B, a abertura da vaga acontece antes da escolha e não tem fórmula publicada; C, substituição, porque parte dos médicos já estava no município. O contraste identifica o incentivo marginal de R$ 5 mil, não a participação no PMM-E.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5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074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69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1378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09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127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205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186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03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9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0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7A2F4C-DAA8-8712-AB90-F7757781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9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22180D5-F5AE-E908-939E-72E57D6A18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0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A7E4745-F5C0-57EC-C4EE-23C7AE1723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40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7C4E54D-FD02-1A8B-E46D-3439E9604D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09521" y="371136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IV.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C437402-58A6-DC18-5B92-9D36FFBDF4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09521" y="399666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3BFACC-C342-BD02-B693-874FA6B8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31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D3B444F9-1006-AF3F-627A-A30A0847EA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135" y="6675112"/>
            <a:ext cx="5553866" cy="15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323DE9-74B9-A598-C651-5054B6E00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err="1"/>
              <a:t>XXXXXXXX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7DD48AC-33B5-46D6-D3C1-57D5EBACE6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01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54DF821-251C-F27E-3802-90F323818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401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843A59A-E738-6E74-ABCE-84D225401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5148" y="820408"/>
            <a:ext cx="5593566" cy="3032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II. </a:t>
            </a:r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do </a:t>
            </a:r>
            <a:r>
              <a:rPr lang="en-US" err="1"/>
              <a:t>Espaço</a:t>
            </a:r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B9B89CE-F2D7-EE26-E1F7-0F9522F8AD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75148" y="1105702"/>
            <a:ext cx="5593565" cy="197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 err="1"/>
              <a:t>Adicione</a:t>
            </a:r>
            <a:r>
              <a:rPr lang="en-US"/>
              <a:t> o </a:t>
            </a:r>
            <a:r>
              <a:rPr lang="en-US" err="1"/>
              <a:t>Subtítulo</a:t>
            </a:r>
            <a:r>
              <a:rPr lang="en-US"/>
              <a:t>’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1083F6-B93A-0DB8-F435-0A777D6E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4746CDE0-88FF-89A6-2A88-842B39588D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1">
            <a:extLst>
              <a:ext uri="{FF2B5EF4-FFF2-40B4-BE49-F238E27FC236}">
                <a16:creationId xmlns:a16="http://schemas.microsoft.com/office/drawing/2014/main" id="{6A237113-A397-7EE1-5A04-85D6E69C6F52}"/>
              </a:ext>
            </a:extLst>
          </p:cNvPr>
          <p:cNvSpPr/>
          <p:nvPr userDrawn="1"/>
        </p:nvSpPr>
        <p:spPr>
          <a:xfrm>
            <a:off x="62997" y="-1"/>
            <a:ext cx="247164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21A603-83D0-22E9-055B-C441B4E515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Seta: Pentágono 1">
            <a:extLst>
              <a:ext uri="{FF2B5EF4-FFF2-40B4-BE49-F238E27FC236}">
                <a16:creationId xmlns:a16="http://schemas.microsoft.com/office/drawing/2014/main" id="{80005EE4-7739-28E3-7D31-82F649FFB4A0}"/>
              </a:ext>
            </a:extLst>
          </p:cNvPr>
          <p:cNvSpPr/>
          <p:nvPr userDrawn="1"/>
        </p:nvSpPr>
        <p:spPr>
          <a:xfrm>
            <a:off x="4577" y="6441621"/>
            <a:ext cx="11428854" cy="54941"/>
          </a:xfrm>
          <a:prstGeom prst="homePlate">
            <a:avLst>
              <a:gd name="adj" fmla="val 57237"/>
            </a:avLst>
          </a:prstGeom>
          <a:solidFill>
            <a:srgbClr val="114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6585DA-14E3-404D-6A53-CBADB9A4BC2E}"/>
              </a:ext>
            </a:extLst>
          </p:cNvPr>
          <p:cNvSpPr/>
          <p:nvPr userDrawn="1"/>
        </p:nvSpPr>
        <p:spPr>
          <a:xfrm>
            <a:off x="0" y="-2"/>
            <a:ext cx="12192001" cy="6876412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95FB8-A933-8199-CF10-7AD2069990AA}"/>
              </a:ext>
            </a:extLst>
          </p:cNvPr>
          <p:cNvCxnSpPr>
            <a:cxnSpLocks/>
          </p:cNvCxnSpPr>
          <p:nvPr userDrawn="1"/>
        </p:nvCxnSpPr>
        <p:spPr>
          <a:xfrm>
            <a:off x="792492" y="2858474"/>
            <a:ext cx="10484923" cy="4404"/>
          </a:xfrm>
          <a:prstGeom prst="line">
            <a:avLst/>
          </a:prstGeom>
          <a:ln>
            <a:solidFill>
              <a:srgbClr val="056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3BB53381-9738-8DCB-6452-DC0DDFDE021D}"/>
              </a:ext>
            </a:extLst>
          </p:cNvPr>
          <p:cNvSpPr txBox="1">
            <a:spLocks/>
          </p:cNvSpPr>
          <p:nvPr userDrawn="1"/>
        </p:nvSpPr>
        <p:spPr>
          <a:xfrm>
            <a:off x="-163373" y="5953550"/>
            <a:ext cx="11769851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sz="1400" b="0" i="1">
                <a:solidFill>
                  <a:schemeClr val="tx1"/>
                </a:solidFill>
              </a:rPr>
              <a:t>Grupo 2 - Gabriel </a:t>
            </a:r>
            <a:r>
              <a:rPr lang="pt-BR" sz="1400" b="0" i="1" err="1">
                <a:solidFill>
                  <a:schemeClr val="tx1"/>
                </a:solidFill>
              </a:rPr>
              <a:t>Benegra</a:t>
            </a:r>
            <a:r>
              <a:rPr lang="pt-BR" sz="1400" b="0" i="1">
                <a:solidFill>
                  <a:schemeClr val="tx1"/>
                </a:solidFill>
              </a:rPr>
              <a:t> | Felipe Barros | Bernardo Gomes | Vinicius </a:t>
            </a:r>
            <a:r>
              <a:rPr lang="pt-BR" sz="1400" b="0" i="1" err="1">
                <a:solidFill>
                  <a:schemeClr val="tx1"/>
                </a:solidFill>
              </a:rPr>
              <a:t>Sbruzzi</a:t>
            </a:r>
            <a:r>
              <a:rPr lang="pt-BR" sz="1400" b="0" i="1">
                <a:solidFill>
                  <a:schemeClr val="tx1"/>
                </a:solidFill>
              </a:rPr>
              <a:t> | Felipe Marques | </a:t>
            </a:r>
            <a:r>
              <a:rPr lang="pt-BR" sz="1400" b="0" i="1" err="1">
                <a:solidFill>
                  <a:schemeClr val="tx1"/>
                </a:solidFill>
              </a:rPr>
              <a:t>Kauã</a:t>
            </a:r>
            <a:r>
              <a:rPr lang="pt-BR" sz="1400" b="0" i="1">
                <a:solidFill>
                  <a:schemeClr val="tx1"/>
                </a:solidFill>
              </a:rPr>
              <a:t> Santos</a:t>
            </a:r>
            <a:endParaRPr lang="en-US" sz="1400" b="0" i="1">
              <a:solidFill>
                <a:schemeClr val="tx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4C6341-8154-8EBB-44DF-326C0874563F}"/>
              </a:ext>
            </a:extLst>
          </p:cNvPr>
          <p:cNvSpPr/>
          <p:nvPr userDrawn="1"/>
        </p:nvSpPr>
        <p:spPr>
          <a:xfrm>
            <a:off x="11491850" y="4586988"/>
            <a:ext cx="700149" cy="2271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3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06" y="64718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B09DE7-FAC2-4ED9-12C8-DB40D887E893}"/>
              </a:ext>
            </a:extLst>
          </p:cNvPr>
          <p:cNvSpPr/>
          <p:nvPr userDrawn="1"/>
        </p:nvSpPr>
        <p:spPr>
          <a:xfrm rot="16200000">
            <a:off x="5773800" y="-5772461"/>
            <a:ext cx="644400" cy="12192000"/>
          </a:xfrm>
          <a:prstGeom prst="rect">
            <a:avLst/>
          </a:prstGeom>
          <a:gradFill>
            <a:gsLst>
              <a:gs pos="100000">
                <a:srgbClr val="8AD594"/>
              </a:gs>
              <a:gs pos="70000">
                <a:srgbClr val="1D4D24"/>
              </a:gs>
              <a:gs pos="39000">
                <a:srgbClr val="13341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0AF2047-A578-BB66-A1A0-8565BCDE87B5}"/>
              </a:ext>
            </a:extLst>
          </p:cNvPr>
          <p:cNvGrpSpPr/>
          <p:nvPr userDrawn="1"/>
        </p:nvGrpSpPr>
        <p:grpSpPr>
          <a:xfrm>
            <a:off x="7451386" y="-1"/>
            <a:ext cx="4777529" cy="627979"/>
            <a:chOff x="7945414" y="0"/>
            <a:chExt cx="4028761" cy="638366"/>
          </a:xfrm>
        </p:grpSpPr>
        <p:sp>
          <p:nvSpPr>
            <p:cNvPr id="9" name="object 39">
              <a:extLst>
                <a:ext uri="{FF2B5EF4-FFF2-40B4-BE49-F238E27FC236}">
                  <a16:creationId xmlns:a16="http://schemas.microsoft.com/office/drawing/2014/main" id="{DA474A2B-4975-85C4-9C0A-3971BE53EDBB}"/>
                </a:ext>
              </a:extLst>
            </p:cNvPr>
            <p:cNvSpPr/>
            <p:nvPr userDrawn="1"/>
          </p:nvSpPr>
          <p:spPr>
            <a:xfrm>
              <a:off x="7945414" y="2"/>
              <a:ext cx="1526674" cy="630990"/>
            </a:xfrm>
            <a:prstGeom prst="rtTriangle">
              <a:avLst/>
            </a:prstGeom>
            <a:gradFill flip="none" rotWithShape="1">
              <a:gsLst>
                <a:gs pos="68000">
                  <a:srgbClr val="235F2C"/>
                </a:gs>
                <a:gs pos="27000">
                  <a:srgbClr val="1B4922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9">
              <a:extLst>
                <a:ext uri="{FF2B5EF4-FFF2-40B4-BE49-F238E27FC236}">
                  <a16:creationId xmlns:a16="http://schemas.microsoft.com/office/drawing/2014/main" id="{D5FEA038-9DED-AAAF-A13C-3653101851F5}"/>
                </a:ext>
              </a:extLst>
            </p:cNvPr>
            <p:cNvSpPr/>
            <p:nvPr userDrawn="1"/>
          </p:nvSpPr>
          <p:spPr>
            <a:xfrm>
              <a:off x="8779443" y="1"/>
              <a:ext cx="1526674" cy="630990"/>
            </a:xfrm>
            <a:prstGeom prst="rtTriangle">
              <a:avLst/>
            </a:prstGeom>
            <a:gradFill flip="none" rotWithShape="1">
              <a:gsLst>
                <a:gs pos="34000">
                  <a:srgbClr val="2B7636"/>
                </a:gs>
                <a:gs pos="68000">
                  <a:srgbClr val="328A3F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9">
              <a:extLst>
                <a:ext uri="{FF2B5EF4-FFF2-40B4-BE49-F238E27FC236}">
                  <a16:creationId xmlns:a16="http://schemas.microsoft.com/office/drawing/2014/main" id="{C4F0C5CE-3E9F-DF48-CEAF-A90D3E32D679}"/>
                </a:ext>
              </a:extLst>
            </p:cNvPr>
            <p:cNvSpPr/>
            <p:nvPr userDrawn="1"/>
          </p:nvSpPr>
          <p:spPr>
            <a:xfrm>
              <a:off x="9613472" y="0"/>
              <a:ext cx="1526674" cy="630990"/>
            </a:xfrm>
            <a:prstGeom prst="rtTriangle">
              <a:avLst/>
            </a:prstGeom>
            <a:gradFill flip="none" rotWithShape="1">
              <a:gsLst>
                <a:gs pos="70000">
                  <a:srgbClr val="3CA64B"/>
                </a:gs>
                <a:gs pos="39000">
                  <a:srgbClr val="389A46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CD95D092-E55C-CC16-93B5-99B84E935A85}"/>
                </a:ext>
              </a:extLst>
            </p:cNvPr>
            <p:cNvSpPr/>
            <p:nvPr userDrawn="1"/>
          </p:nvSpPr>
          <p:spPr>
            <a:xfrm>
              <a:off x="10447501" y="1340"/>
              <a:ext cx="1526674" cy="637026"/>
            </a:xfrm>
            <a:prstGeom prst="rtTriangle">
              <a:avLst/>
            </a:prstGeom>
            <a:gradFill flip="none" rotWithShape="1">
              <a:gsLst>
                <a:gs pos="70000">
                  <a:srgbClr val="50C060"/>
                </a:gs>
                <a:gs pos="39000">
                  <a:srgbClr val="62C670"/>
                </a:gs>
              </a:gsLst>
              <a:lin ang="0" scaled="1"/>
              <a:tileRect/>
            </a:gra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019BA6DF-26FF-F704-FFF4-777670686B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0" detail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814" y="131532"/>
            <a:ext cx="955584" cy="37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2">
            <a:extLst>
              <a:ext uri="{FF2B5EF4-FFF2-40B4-BE49-F238E27FC236}">
                <a16:creationId xmlns:a16="http://schemas.microsoft.com/office/drawing/2014/main" id="{E78BD19A-0D39-41F3-3003-3977D6843AD8}"/>
              </a:ext>
            </a:extLst>
          </p:cNvPr>
          <p:cNvGrpSpPr/>
          <p:nvPr userDrawn="1"/>
        </p:nvGrpSpPr>
        <p:grpSpPr>
          <a:xfrm>
            <a:off x="-5238944" y="796697"/>
            <a:ext cx="3564000" cy="4749592"/>
            <a:chOff x="-4981837" y="1224860"/>
            <a:chExt cx="3564000" cy="4749592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AD944268-344C-8C2F-4D9D-359CC02927DA}"/>
                </a:ext>
              </a:extLst>
            </p:cNvPr>
            <p:cNvSpPr/>
            <p:nvPr userDrawn="1"/>
          </p:nvSpPr>
          <p:spPr>
            <a:xfrm rot="16200000">
              <a:off x="-4981836" y="4786452"/>
              <a:ext cx="1188000" cy="11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C9F4315-F18C-3228-6412-1ABE23A21D6F}"/>
                </a:ext>
              </a:extLst>
            </p:cNvPr>
            <p:cNvSpPr/>
            <p:nvPr userDrawn="1"/>
          </p:nvSpPr>
          <p:spPr>
            <a:xfrm rot="16200000">
              <a:off x="-3793837" y="1224861"/>
              <a:ext cx="1188000" cy="1188000"/>
            </a:xfrm>
            <a:prstGeom prst="rect">
              <a:avLst/>
            </a:prstGeom>
            <a:solidFill>
              <a:srgbClr val="1B6F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E8D86182-EA28-A36A-F26A-8B627051A2C6}"/>
                </a:ext>
              </a:extLst>
            </p:cNvPr>
            <p:cNvSpPr/>
            <p:nvPr userDrawn="1"/>
          </p:nvSpPr>
          <p:spPr>
            <a:xfrm rot="16200000">
              <a:off x="-3793836" y="2412058"/>
              <a:ext cx="1188000" cy="118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7B0FE874-D8BA-0805-AD07-9CCED5CD071E}"/>
                </a:ext>
              </a:extLst>
            </p:cNvPr>
            <p:cNvSpPr/>
            <p:nvPr userDrawn="1"/>
          </p:nvSpPr>
          <p:spPr>
            <a:xfrm rot="16200000">
              <a:off x="-3793836" y="3599255"/>
              <a:ext cx="1188000" cy="11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F2C8A2DB-56DA-8635-4B6F-B87AFAE78624}"/>
                </a:ext>
              </a:extLst>
            </p:cNvPr>
            <p:cNvSpPr/>
            <p:nvPr userDrawn="1"/>
          </p:nvSpPr>
          <p:spPr>
            <a:xfrm rot="16200000">
              <a:off x="-3793836" y="4786452"/>
              <a:ext cx="1188000" cy="11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00B4AD2D-5A97-F402-C442-E8A6D4D1C988}"/>
                </a:ext>
              </a:extLst>
            </p:cNvPr>
            <p:cNvSpPr/>
            <p:nvPr userDrawn="1"/>
          </p:nvSpPr>
          <p:spPr>
            <a:xfrm rot="16200000">
              <a:off x="-4981837" y="2412057"/>
              <a:ext cx="1188000" cy="11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3D2BA38-A4B4-3343-7EB8-0DD6EE3D665C}"/>
                </a:ext>
              </a:extLst>
            </p:cNvPr>
            <p:cNvSpPr/>
            <p:nvPr userDrawn="1"/>
          </p:nvSpPr>
          <p:spPr>
            <a:xfrm rot="16200000">
              <a:off x="-4981836" y="3599254"/>
              <a:ext cx="1188000" cy="11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95709C78-D5AF-7605-DD57-D152C2D2143E}"/>
                </a:ext>
              </a:extLst>
            </p:cNvPr>
            <p:cNvSpPr/>
            <p:nvPr userDrawn="1"/>
          </p:nvSpPr>
          <p:spPr>
            <a:xfrm rot="16200000">
              <a:off x="-4981837" y="1224860"/>
              <a:ext cx="1188000" cy="1188000"/>
            </a:xfrm>
            <a:prstGeom prst="rect">
              <a:avLst/>
            </a:prstGeom>
            <a:solidFill>
              <a:srgbClr val="1147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074C0049-A358-FE17-EDC8-5C1F01BC53A7}"/>
                </a:ext>
              </a:extLst>
            </p:cNvPr>
            <p:cNvSpPr/>
            <p:nvPr/>
          </p:nvSpPr>
          <p:spPr>
            <a:xfrm rot="16200000">
              <a:off x="-2605838" y="1224861"/>
              <a:ext cx="1188000" cy="1188000"/>
            </a:xfrm>
            <a:prstGeom prst="rect">
              <a:avLst/>
            </a:prstGeom>
            <a:solidFill>
              <a:srgbClr val="2082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955043F6-89A1-56FB-3782-96B7E7B6E516}"/>
                </a:ext>
              </a:extLst>
            </p:cNvPr>
            <p:cNvSpPr/>
            <p:nvPr/>
          </p:nvSpPr>
          <p:spPr>
            <a:xfrm rot="16200000">
              <a:off x="-2605837" y="2412058"/>
              <a:ext cx="1188000" cy="118800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7137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D3813CF5-2289-23A5-59EF-1EC29AB79A9E}"/>
                </a:ext>
              </a:extLst>
            </p:cNvPr>
            <p:cNvSpPr/>
            <p:nvPr/>
          </p:nvSpPr>
          <p:spPr>
            <a:xfrm rot="16200000">
              <a:off x="-2605837" y="3599255"/>
              <a:ext cx="1188000" cy="1188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1778AA98-7C10-7AD0-AAE1-CCA6BE939A69}"/>
                </a:ext>
              </a:extLst>
            </p:cNvPr>
            <p:cNvSpPr/>
            <p:nvPr/>
          </p:nvSpPr>
          <p:spPr>
            <a:xfrm rot="16200000">
              <a:off x="-2605837" y="4786452"/>
              <a:ext cx="1188000" cy="11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/>
            </a:p>
          </p:txBody>
        </p:sp>
      </p:grp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341B6652-A938-0152-5BB5-1D5694688FB8}"/>
              </a:ext>
            </a:extLst>
          </p:cNvPr>
          <p:cNvCxnSpPr>
            <a:cxnSpLocks/>
          </p:cNvCxnSpPr>
          <p:nvPr userDrawn="1"/>
        </p:nvCxnSpPr>
        <p:spPr>
          <a:xfrm>
            <a:off x="107004" y="6654369"/>
            <a:ext cx="11528802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4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5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10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in scrubs&#10;&#10;Description automatically generated">
            <a:extLst>
              <a:ext uri="{FF2B5EF4-FFF2-40B4-BE49-F238E27FC236}">
                <a16:creationId xmlns:a16="http://schemas.microsoft.com/office/drawing/2014/main" id="{51C0B4CC-5D89-60B0-E0CE-8509F42F9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3">
            <a:extLst>
              <a:ext uri="{FF2B5EF4-FFF2-40B4-BE49-F238E27FC236}">
                <a16:creationId xmlns:a16="http://schemas.microsoft.com/office/drawing/2014/main" id="{72BC5D49-81F0-36D0-0DA9-FD55B01A1D55}"/>
              </a:ext>
            </a:extLst>
          </p:cNvPr>
          <p:cNvSpPr txBox="1"/>
          <p:nvPr/>
        </p:nvSpPr>
        <p:spPr>
          <a:xfrm>
            <a:off x="265291" y="296963"/>
            <a:ext cx="1057727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Remuneração como incentivo limitado: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um modelo de escolha racional para o</a:t>
            </a:r>
            <a:endParaRPr lang="en-US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pt-BR" sz="3200" b="1">
                <a:solidFill>
                  <a:schemeClr val="bg1"/>
                </a:solidFill>
                <a:latin typeface="Montserrat"/>
              </a:rPr>
              <a:t>Programa Mais Médicos Especialistas</a:t>
            </a:r>
            <a:endParaRPr lang="pt-BR" sz="3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CaixaDeTexto 3">
            <a:extLst>
              <a:ext uri="{FF2B5EF4-FFF2-40B4-BE49-F238E27FC236}">
                <a16:creationId xmlns:a16="http://schemas.microsoft.com/office/drawing/2014/main" id="{00BC5D0C-9282-390D-6D6E-1B02823708B5}"/>
              </a:ext>
            </a:extLst>
          </p:cNvPr>
          <p:cNvSpPr txBox="1"/>
          <p:nvPr/>
        </p:nvSpPr>
        <p:spPr>
          <a:xfrm>
            <a:off x="265291" y="6095997"/>
            <a:ext cx="11887907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Grupo 2</a:t>
            </a:r>
          </a:p>
          <a:p>
            <a:pPr algn="just"/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Bernardo Gomes, Bruno Manta, Felipe Barros, Felipe Marques, Gabriel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Benegra</a:t>
            </a:r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,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Kauã</a:t>
            </a:r>
            <a:r>
              <a:rPr lang="pt-BR" sz="1600" b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 Santos, Vinicius </a:t>
            </a:r>
            <a:r>
              <a:rPr lang="pt-BR" sz="1600" b="1" err="1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Sbruzzi</a:t>
            </a:r>
            <a:endParaRPr lang="pt-BR" sz="1600" b="1">
              <a:solidFill>
                <a:schemeClr val="bg1"/>
              </a:solidFill>
              <a:latin typeface="Montserra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560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69553-67C4-EC03-A4FD-CE513343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73D28-E653-6ABB-65E3-9D35E32078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925DA-89BB-5DEC-F182-B9B49BDB95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12B54-2EFD-9ADE-42EE-6F3CFF7E6E85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81ABD8-616F-68A0-6123-3D1105749CD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2A472-BBCB-B1A9-02D3-73E25495145D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DC8BCD6-8045-4F0B-8C10-A3A4B3526C12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70340-3D91-BCE9-4C40-7570FE7BCC1B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74918B-2246-9AB4-826A-B48E427D32C7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827CF5-C4D8-6002-6B38-3AD6982ABE5D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8405FB4-DAA7-0983-71E2-70523B01CF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8AE956-E246-E67C-F75B-74FDC7A3FE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DE7AF54-06DF-68EE-AC17-079E2FDD609F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F73C6392-7E12-46EA-17AE-9A82C951E7A6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7B5F3D-9241-0302-C512-A8FF889CAE7A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85B06D-CB48-B969-C711-04FA5834BCC3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6F03BD-5240-A658-C2B9-E81442B4C22C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00CB8A-DBD7-86FA-A5E8-C52A73805089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4FE112DC-C6B8-EA46-CBB9-EFB34831D665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D6D8CC-071A-6FEC-7BF1-0E944E7D3D1F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4E731C5F-FF2B-958C-775D-2889C59A0015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ABEE45AC-1F88-9C80-5A9D-25C8FC0DECB0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chemeClr val="bg1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chemeClr val="bg1"/>
                  </a:solidFill>
                  <a:latin typeface="Montserrat"/>
                </a:rPr>
                <a:t>importância</a:t>
              </a:r>
              <a:endParaRPr lang="en-US" sz="1000">
                <a:solidFill>
                  <a:schemeClr val="bg1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B8541768-B452-7B09-F322-80CD46CD4FD6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23F14DCA-1D07-8152-55BB-27EB0866DBF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88ACFBD3-E6AE-1D00-E7AD-5DF5C096DA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42D44C1-4EA5-B26A-1A5D-65182DD60670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2C57B673-824B-CB74-75C1-03A2E8AD7A0B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3BCF08FD-CCFF-333F-F26B-DA577435CEF7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97F9EBF3-B179-F0C0-AB3B-5ECF88AF0FA6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8573B3CE-ACE4-0EAF-45C7-95A8EDFF6E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D54C4866-5D9B-BC9E-52F6-F7F4E205A9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0CDB06A-6651-3F94-4D07-B55FCF9158BF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B9D97A2D-12B2-78E7-DECD-0EF1EF0ABDDE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2A5EEBDA-A6E4-B80E-40E6-BA03CF3C933E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25D6A18-F8B9-BAA7-F194-6AC9D6C80EAC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4B656800-9948-5038-11E7-C1EBD8955B1F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9C3E47EE-E0CC-327A-037B-1A78898562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1626DA-069E-75F6-460D-FAB2D5C6A215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358370EF-10BF-3ABE-FF88-00E74EF333BB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DCCBDB7F-B958-A8F1-E067-E3A6464A7127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D28EAF37-343D-DB33-B628-C9F3D067D731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E8654656-9BBF-E294-CDE2-F2763D4951BD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24F6DFF8-1197-495F-3719-D4F53C7DA8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0FBD47-1421-5613-29ED-49D53C7A23F5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69EF170F-7C0B-99B1-AA2C-C85FE5383EB7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9371A593-E34B-66F1-31EC-D7F9F069F452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EC0A629E-00D1-288A-A03E-943E4F6C889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EA9E561E-9F5A-312D-0154-B99213E90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105A3530-9D3E-F0A6-EC1C-01C9B6E76F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6F8223B-3A85-4ED9-D28B-1A69D7D57A47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AD7F4A08-51C6-BC25-372B-A8AF97A463E5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3D6BCF7C-473E-C89A-B7A9-BC900651ABAF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A475767A-CD69-A94E-2927-E0DAFA10847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63C14009-3306-586B-7940-75C8F4BFC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5BCB15F1-BC4F-6FA5-47D4-3738B87EF3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FB2F98D-795F-03EE-CDC8-C4B0E99E63ED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39DBD2E1-3A71-5825-F799-51E70A0B2845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1B59065E-E9B0-44D7-7333-16D281CDB80F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46178F39-9EBD-4B90-E12A-2D1DE31DBE7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BA8DDB91-12DB-7F6C-9ABA-9A6320717D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E9125BCC-E8C5-2E24-1766-954C4658CA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821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E457-DAEC-68EF-46EF-651BAE79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97972477-8631-2D32-A8BF-F4E60309128D}"/>
              </a:ext>
            </a:extLst>
          </p:cNvPr>
          <p:cNvGrpSpPr/>
          <p:nvPr/>
        </p:nvGrpSpPr>
        <p:grpSpPr>
          <a:xfrm>
            <a:off x="4267048" y="914400"/>
            <a:ext cx="3657600" cy="2377440"/>
            <a:chOff x="4267048" y="914400"/>
            <a:chExt cx="3657600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A7A8BB31-8D5E-1E8C-5A79-A390B5C3F036}"/>
                </a:ext>
              </a:extLst>
            </p:cNvPr>
            <p:cNvSpPr/>
            <p:nvPr/>
          </p:nvSpPr>
          <p:spPr>
            <a:xfrm>
              <a:off x="4267048" y="914400"/>
              <a:ext cx="3657600" cy="2377440"/>
            </a:xfrm>
            <a:custGeom>
              <a:avLst/>
              <a:gdLst/>
              <a:ahLst/>
              <a:cxnLst/>
              <a:rect l="l" t="t" r="r" b="b"/>
              <a:pathLst>
                <a:path w="3657600" h="2377440">
                  <a:moveTo>
                    <a:pt x="0" y="0"/>
                  </a:moveTo>
                  <a:lnTo>
                    <a:pt x="3657600" y="0"/>
                  </a:lnTo>
                  <a:lnTo>
                    <a:pt x="3657600" y="2358695"/>
                  </a:lnTo>
                  <a:lnTo>
                    <a:pt x="3650010" y="2349825"/>
                  </a:lnTo>
                  <a:lnTo>
                    <a:pt x="3617184" y="2353940"/>
                  </a:lnTo>
                  <a:lnTo>
                    <a:pt x="3576036" y="2354397"/>
                  </a:lnTo>
                  <a:lnTo>
                    <a:pt x="3547323" y="2354031"/>
                  </a:lnTo>
                  <a:lnTo>
                    <a:pt x="3505261" y="2360615"/>
                  </a:lnTo>
                  <a:lnTo>
                    <a:pt x="3446465" y="2341778"/>
                  </a:lnTo>
                  <a:lnTo>
                    <a:pt x="3411626" y="2357872"/>
                  </a:lnTo>
                  <a:lnTo>
                    <a:pt x="3386572" y="2354763"/>
                  </a:lnTo>
                  <a:lnTo>
                    <a:pt x="3326587" y="2377440"/>
                  </a:lnTo>
                  <a:lnTo>
                    <a:pt x="3281050" y="2372777"/>
                  </a:lnTo>
                  <a:lnTo>
                    <a:pt x="3255173" y="2360981"/>
                  </a:lnTo>
                  <a:lnTo>
                    <a:pt x="3195737" y="2365278"/>
                  </a:lnTo>
                  <a:lnTo>
                    <a:pt x="3136392" y="2357598"/>
                  </a:lnTo>
                  <a:lnTo>
                    <a:pt x="3100273" y="2346899"/>
                  </a:lnTo>
                  <a:lnTo>
                    <a:pt x="3053822" y="2358055"/>
                  </a:lnTo>
                  <a:lnTo>
                    <a:pt x="3017063" y="2350008"/>
                  </a:lnTo>
                  <a:lnTo>
                    <a:pt x="2975092" y="2346442"/>
                  </a:lnTo>
                  <a:lnTo>
                    <a:pt x="2913644" y="2332452"/>
                  </a:lnTo>
                  <a:lnTo>
                    <a:pt x="2847624" y="2327239"/>
                  </a:lnTo>
                  <a:lnTo>
                    <a:pt x="2784439" y="2325319"/>
                  </a:lnTo>
                  <a:lnTo>
                    <a:pt x="2727198" y="2351654"/>
                  </a:lnTo>
                  <a:lnTo>
                    <a:pt x="2697206" y="2346533"/>
                  </a:lnTo>
                  <a:lnTo>
                    <a:pt x="2668036" y="2359884"/>
                  </a:lnTo>
                  <a:lnTo>
                    <a:pt x="2620579" y="2374880"/>
                  </a:lnTo>
                  <a:lnTo>
                    <a:pt x="2594884" y="2356317"/>
                  </a:lnTo>
                  <a:lnTo>
                    <a:pt x="2557120" y="2373965"/>
                  </a:lnTo>
                  <a:lnTo>
                    <a:pt x="2496129" y="2362535"/>
                  </a:lnTo>
                  <a:lnTo>
                    <a:pt x="2455255" y="2349459"/>
                  </a:lnTo>
                  <a:lnTo>
                    <a:pt x="2407615" y="2335012"/>
                  </a:lnTo>
                  <a:lnTo>
                    <a:pt x="2358329" y="2326508"/>
                  </a:lnTo>
                  <a:lnTo>
                    <a:pt x="2331903" y="2345527"/>
                  </a:lnTo>
                  <a:lnTo>
                    <a:pt x="2295510" y="2323582"/>
                  </a:lnTo>
                  <a:lnTo>
                    <a:pt x="2257471" y="2329525"/>
                  </a:lnTo>
                  <a:lnTo>
                    <a:pt x="2202058" y="2321936"/>
                  </a:lnTo>
                  <a:lnTo>
                    <a:pt x="2136221" y="2339675"/>
                  </a:lnTo>
                  <a:lnTo>
                    <a:pt x="2104400" y="2345527"/>
                  </a:lnTo>
                  <a:lnTo>
                    <a:pt x="2058954" y="2333457"/>
                  </a:lnTo>
                  <a:lnTo>
                    <a:pt x="2005554" y="2321022"/>
                  </a:lnTo>
                  <a:lnTo>
                    <a:pt x="1937614" y="2339767"/>
                  </a:lnTo>
                  <a:lnTo>
                    <a:pt x="1913565" y="2341230"/>
                  </a:lnTo>
                  <a:lnTo>
                    <a:pt x="1846905" y="2357232"/>
                  </a:lnTo>
                  <a:lnTo>
                    <a:pt x="1813255" y="2344339"/>
                  </a:lnTo>
                  <a:lnTo>
                    <a:pt x="1761774" y="2364364"/>
                  </a:lnTo>
                  <a:lnTo>
                    <a:pt x="1734342" y="2366650"/>
                  </a:lnTo>
                  <a:lnTo>
                    <a:pt x="1692372" y="2370491"/>
                  </a:lnTo>
                  <a:lnTo>
                    <a:pt x="1642171" y="2372136"/>
                  </a:lnTo>
                  <a:lnTo>
                    <a:pt x="1609527" y="2371405"/>
                  </a:lnTo>
                  <a:lnTo>
                    <a:pt x="1552743" y="2366742"/>
                  </a:lnTo>
                  <a:lnTo>
                    <a:pt x="1497239" y="2371131"/>
                  </a:lnTo>
                  <a:lnTo>
                    <a:pt x="1474013" y="2370125"/>
                  </a:lnTo>
                  <a:lnTo>
                    <a:pt x="1449507" y="2362718"/>
                  </a:lnTo>
                  <a:lnTo>
                    <a:pt x="1420155" y="2345436"/>
                  </a:lnTo>
                  <a:lnTo>
                    <a:pt x="1381750" y="2343516"/>
                  </a:lnTo>
                  <a:lnTo>
                    <a:pt x="1314816" y="2342053"/>
                  </a:lnTo>
                  <a:lnTo>
                    <a:pt x="1279520" y="2347813"/>
                  </a:lnTo>
                  <a:lnTo>
                    <a:pt x="1217158" y="2354123"/>
                  </a:lnTo>
                  <a:lnTo>
                    <a:pt x="1184788" y="2357323"/>
                  </a:lnTo>
                  <a:lnTo>
                    <a:pt x="1131753" y="2347356"/>
                  </a:lnTo>
                  <a:lnTo>
                    <a:pt x="1099840" y="2342784"/>
                  </a:lnTo>
                  <a:lnTo>
                    <a:pt x="1039764" y="2347905"/>
                  </a:lnTo>
                  <a:lnTo>
                    <a:pt x="976671" y="2361072"/>
                  </a:lnTo>
                  <a:lnTo>
                    <a:pt x="947136" y="2341687"/>
                  </a:lnTo>
                  <a:lnTo>
                    <a:pt x="901141" y="2341230"/>
                  </a:lnTo>
                  <a:lnTo>
                    <a:pt x="861822" y="2347905"/>
                  </a:lnTo>
                  <a:lnTo>
                    <a:pt x="831098" y="2342327"/>
                  </a:lnTo>
                  <a:lnTo>
                    <a:pt x="775045" y="2341778"/>
                  </a:lnTo>
                  <a:lnTo>
                    <a:pt x="731703" y="2356683"/>
                  </a:lnTo>
                  <a:lnTo>
                    <a:pt x="699882" y="2358238"/>
                  </a:lnTo>
                  <a:lnTo>
                    <a:pt x="673638" y="2358420"/>
                  </a:lnTo>
                  <a:lnTo>
                    <a:pt x="641452" y="2348454"/>
                  </a:lnTo>
                  <a:lnTo>
                    <a:pt x="580735" y="2352111"/>
                  </a:lnTo>
                  <a:lnTo>
                    <a:pt x="527334" y="2346808"/>
                  </a:lnTo>
                  <a:lnTo>
                    <a:pt x="478231" y="2360158"/>
                  </a:lnTo>
                  <a:lnTo>
                    <a:pt x="447324" y="2362535"/>
                  </a:lnTo>
                  <a:lnTo>
                    <a:pt x="402427" y="2364638"/>
                  </a:lnTo>
                  <a:lnTo>
                    <a:pt x="369600" y="2350557"/>
                  </a:lnTo>
                  <a:lnTo>
                    <a:pt x="341803" y="2361347"/>
                  </a:lnTo>
                  <a:lnTo>
                    <a:pt x="282550" y="2358695"/>
                  </a:lnTo>
                  <a:lnTo>
                    <a:pt x="245516" y="2337664"/>
                  </a:lnTo>
                  <a:lnTo>
                    <a:pt x="206014" y="2349002"/>
                  </a:lnTo>
                  <a:lnTo>
                    <a:pt x="169804" y="2356134"/>
                  </a:lnTo>
                  <a:lnTo>
                    <a:pt x="110642" y="2354306"/>
                  </a:lnTo>
                  <a:lnTo>
                    <a:pt x="48555" y="2352751"/>
                  </a:lnTo>
                  <a:lnTo>
                    <a:pt x="0" y="2362078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6D180736-C864-CDAD-93FE-09AA1E209817}"/>
                </a:ext>
              </a:extLst>
            </p:cNvPr>
            <p:cNvSpPr txBox="1"/>
            <p:nvPr/>
          </p:nvSpPr>
          <p:spPr>
            <a:xfrm>
              <a:off x="6827368" y="109728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12/06/2026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32F7BD4B-53DE-0425-BD44-F70A889F6760}"/>
                </a:ext>
              </a:extLst>
            </p:cNvPr>
            <p:cNvSpPr/>
            <p:nvPr/>
          </p:nvSpPr>
          <p:spPr>
            <a:xfrm>
              <a:off x="4495648" y="1444752"/>
              <a:ext cx="3200400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1B81480F-361A-3A1E-6F4C-F6ECD40689DB}"/>
                </a:ext>
              </a:extLst>
            </p:cNvPr>
            <p:cNvSpPr txBox="1"/>
            <p:nvPr/>
          </p:nvSpPr>
          <p:spPr>
            <a:xfrm>
              <a:off x="4495648" y="1572768"/>
              <a:ext cx="3200400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Formação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médica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avança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, mas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ainda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faltam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no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Brasil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endParaRPr lang="en-US" sz="1600"/>
            </a:p>
          </p:txBody>
        </p:sp>
      </p:grpSp>
      <p:grpSp>
        <p:nvGrpSpPr>
          <p:cNvPr id="54" name="Cartão: Nome da fonte">
            <a:extLst>
              <a:ext uri="{FF2B5EF4-FFF2-40B4-BE49-F238E27FC236}">
                <a16:creationId xmlns:a16="http://schemas.microsoft.com/office/drawing/2014/main" id="{1B3E7167-3A8F-DEEC-C8A1-C37C5E84D23A}"/>
              </a:ext>
            </a:extLst>
          </p:cNvPr>
          <p:cNvGrpSpPr/>
          <p:nvPr/>
        </p:nvGrpSpPr>
        <p:grpSpPr>
          <a:xfrm>
            <a:off x="8214055" y="914400"/>
            <a:ext cx="3657600" cy="2377440"/>
            <a:chOff x="8214055" y="914400"/>
            <a:chExt cx="3657600" cy="2377440"/>
          </a:xfrm>
        </p:grpSpPr>
        <p:sp>
          <p:nvSpPr>
            <p:cNvPr id="55" name="Papel">
              <a:extLst>
                <a:ext uri="{FF2B5EF4-FFF2-40B4-BE49-F238E27FC236}">
                  <a16:creationId xmlns:a16="http://schemas.microsoft.com/office/drawing/2014/main" id="{78F49D44-541F-F9B2-8B6C-D56D67A2DF6C}"/>
                </a:ext>
              </a:extLst>
            </p:cNvPr>
            <p:cNvSpPr/>
            <p:nvPr/>
          </p:nvSpPr>
          <p:spPr>
            <a:xfrm>
              <a:off x="8214055" y="914400"/>
              <a:ext cx="3657600" cy="2377440"/>
            </a:xfrm>
            <a:custGeom>
              <a:avLst/>
              <a:gdLst/>
              <a:ahLst/>
              <a:cxnLst/>
              <a:rect l="l" t="t" r="r" b="b"/>
              <a:pathLst>
                <a:path w="3657600" h="2377440">
                  <a:moveTo>
                    <a:pt x="0" y="0"/>
                  </a:moveTo>
                  <a:lnTo>
                    <a:pt x="3657600" y="0"/>
                  </a:lnTo>
                  <a:lnTo>
                    <a:pt x="3657600" y="2340132"/>
                  </a:lnTo>
                  <a:lnTo>
                    <a:pt x="3632637" y="2357232"/>
                  </a:lnTo>
                  <a:lnTo>
                    <a:pt x="3567714" y="2354763"/>
                  </a:lnTo>
                  <a:lnTo>
                    <a:pt x="3530041" y="2349917"/>
                  </a:lnTo>
                  <a:lnTo>
                    <a:pt x="3464204" y="2346716"/>
                  </a:lnTo>
                  <a:lnTo>
                    <a:pt x="3433572" y="2354763"/>
                  </a:lnTo>
                  <a:lnTo>
                    <a:pt x="3373587" y="2350465"/>
                  </a:lnTo>
                  <a:lnTo>
                    <a:pt x="3320826" y="2365278"/>
                  </a:lnTo>
                  <a:lnTo>
                    <a:pt x="3261208" y="2338669"/>
                  </a:lnTo>
                  <a:lnTo>
                    <a:pt x="3193359" y="2340315"/>
                  </a:lnTo>
                  <a:lnTo>
                    <a:pt x="3157972" y="2335286"/>
                  </a:lnTo>
                  <a:lnTo>
                    <a:pt x="3092501" y="2336658"/>
                  </a:lnTo>
                  <a:lnTo>
                    <a:pt x="3043306" y="2344796"/>
                  </a:lnTo>
                  <a:lnTo>
                    <a:pt x="2982316" y="2353391"/>
                  </a:lnTo>
                  <a:lnTo>
                    <a:pt x="2915107" y="2342327"/>
                  </a:lnTo>
                  <a:lnTo>
                    <a:pt x="2851465" y="2328428"/>
                  </a:lnTo>
                  <a:lnTo>
                    <a:pt x="2807574" y="2325319"/>
                  </a:lnTo>
                  <a:lnTo>
                    <a:pt x="2756367" y="2329617"/>
                  </a:lnTo>
                  <a:lnTo>
                    <a:pt x="2703789" y="2332269"/>
                  </a:lnTo>
                  <a:lnTo>
                    <a:pt x="2670322" y="2340864"/>
                  </a:lnTo>
                  <a:lnTo>
                    <a:pt x="2609240" y="2345710"/>
                  </a:lnTo>
                  <a:lnTo>
                    <a:pt x="2574950" y="2335743"/>
                  </a:lnTo>
                  <a:lnTo>
                    <a:pt x="2530328" y="2353666"/>
                  </a:lnTo>
                  <a:lnTo>
                    <a:pt x="2497684" y="2351562"/>
                  </a:lnTo>
                  <a:lnTo>
                    <a:pt x="2455896" y="2354123"/>
                  </a:lnTo>
                  <a:lnTo>
                    <a:pt x="2430384" y="2351928"/>
                  </a:lnTo>
                  <a:lnTo>
                    <a:pt x="2363267" y="2359243"/>
                  </a:lnTo>
                  <a:lnTo>
                    <a:pt x="2302185" y="2373508"/>
                  </a:lnTo>
                  <a:lnTo>
                    <a:pt x="2274479" y="2364456"/>
                  </a:lnTo>
                  <a:lnTo>
                    <a:pt x="2225650" y="2377440"/>
                  </a:lnTo>
                  <a:lnTo>
                    <a:pt x="2175266" y="2374788"/>
                  </a:lnTo>
                  <a:lnTo>
                    <a:pt x="2109521" y="2363724"/>
                  </a:lnTo>
                  <a:lnTo>
                    <a:pt x="2074225" y="2369942"/>
                  </a:lnTo>
                  <a:lnTo>
                    <a:pt x="2048622" y="2367290"/>
                  </a:lnTo>
                  <a:lnTo>
                    <a:pt x="2021373" y="2361621"/>
                  </a:lnTo>
                  <a:lnTo>
                    <a:pt x="1993941" y="2353757"/>
                  </a:lnTo>
                  <a:lnTo>
                    <a:pt x="1928835" y="2357872"/>
                  </a:lnTo>
                  <a:lnTo>
                    <a:pt x="1901495" y="2346533"/>
                  </a:lnTo>
                  <a:lnTo>
                    <a:pt x="1844253" y="2346716"/>
                  </a:lnTo>
                  <a:lnTo>
                    <a:pt x="1807769" y="2348454"/>
                  </a:lnTo>
                  <a:lnTo>
                    <a:pt x="1739920" y="2357415"/>
                  </a:lnTo>
                  <a:lnTo>
                    <a:pt x="1675729" y="2356592"/>
                  </a:lnTo>
                  <a:lnTo>
                    <a:pt x="1630284" y="2358695"/>
                  </a:lnTo>
                  <a:lnTo>
                    <a:pt x="1599743" y="2360706"/>
                  </a:lnTo>
                  <a:lnTo>
                    <a:pt x="1537929" y="2351105"/>
                  </a:lnTo>
                  <a:lnTo>
                    <a:pt x="1504645" y="2355403"/>
                  </a:lnTo>
                  <a:lnTo>
                    <a:pt x="1466332" y="2352294"/>
                  </a:lnTo>
                  <a:lnTo>
                    <a:pt x="1419332" y="2354580"/>
                  </a:lnTo>
                  <a:lnTo>
                    <a:pt x="1359804" y="2343241"/>
                  </a:lnTo>
                  <a:lnTo>
                    <a:pt x="1326246" y="2349185"/>
                  </a:lnTo>
                  <a:lnTo>
                    <a:pt x="1258854" y="2347082"/>
                  </a:lnTo>
                  <a:lnTo>
                    <a:pt x="1195944" y="2334097"/>
                  </a:lnTo>
                  <a:lnTo>
                    <a:pt x="1131753" y="2324588"/>
                  </a:lnTo>
                  <a:lnTo>
                    <a:pt x="1106790" y="2326416"/>
                  </a:lnTo>
                  <a:lnTo>
                    <a:pt x="1077529" y="2339492"/>
                  </a:lnTo>
                  <a:lnTo>
                    <a:pt x="1051286" y="2324771"/>
                  </a:lnTo>
                  <a:lnTo>
                    <a:pt x="1017544" y="2339310"/>
                  </a:lnTo>
                  <a:lnTo>
                    <a:pt x="994501" y="2329708"/>
                  </a:lnTo>
                  <a:lnTo>
                    <a:pt x="934974" y="2332360"/>
                  </a:lnTo>
                  <a:lnTo>
                    <a:pt x="871332" y="2347631"/>
                  </a:lnTo>
                  <a:lnTo>
                    <a:pt x="816834" y="2355769"/>
                  </a:lnTo>
                  <a:lnTo>
                    <a:pt x="758769" y="2353940"/>
                  </a:lnTo>
                  <a:lnTo>
                    <a:pt x="719724" y="2352111"/>
                  </a:lnTo>
                  <a:lnTo>
                    <a:pt x="682325" y="2353757"/>
                  </a:lnTo>
                  <a:lnTo>
                    <a:pt x="616763" y="2352294"/>
                  </a:lnTo>
                  <a:lnTo>
                    <a:pt x="575249" y="2353940"/>
                  </a:lnTo>
                  <a:lnTo>
                    <a:pt x="513618" y="2347082"/>
                  </a:lnTo>
                  <a:lnTo>
                    <a:pt x="490393" y="2340315"/>
                  </a:lnTo>
                  <a:lnTo>
                    <a:pt x="457749" y="2351288"/>
                  </a:lnTo>
                  <a:lnTo>
                    <a:pt x="433060" y="2338852"/>
                  </a:lnTo>
                  <a:lnTo>
                    <a:pt x="390815" y="2318004"/>
                  </a:lnTo>
                  <a:lnTo>
                    <a:pt x="353507" y="2331446"/>
                  </a:lnTo>
                  <a:lnTo>
                    <a:pt x="324795" y="2326874"/>
                  </a:lnTo>
                  <a:lnTo>
                    <a:pt x="260147" y="2316724"/>
                  </a:lnTo>
                  <a:lnTo>
                    <a:pt x="233355" y="2321936"/>
                  </a:lnTo>
                  <a:lnTo>
                    <a:pt x="189829" y="2328520"/>
                  </a:lnTo>
                  <a:lnTo>
                    <a:pt x="127284" y="2339035"/>
                  </a:lnTo>
                  <a:lnTo>
                    <a:pt x="61905" y="2343333"/>
                  </a:lnTo>
                  <a:lnTo>
                    <a:pt x="0" y="2349185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Data">
              <a:extLst>
                <a:ext uri="{FF2B5EF4-FFF2-40B4-BE49-F238E27FC236}">
                  <a16:creationId xmlns:a16="http://schemas.microsoft.com/office/drawing/2014/main" id="{86BA46D7-0A92-E3E8-A98D-931D0D34AA2F}"/>
                </a:ext>
              </a:extLst>
            </p:cNvPr>
            <p:cNvSpPr txBox="1"/>
            <p:nvPr/>
          </p:nvSpPr>
          <p:spPr>
            <a:xfrm>
              <a:off x="10774375" y="109728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20/05/2004</a:t>
              </a:r>
              <a:endParaRPr lang="en-US" sz="1000"/>
            </a:p>
          </p:txBody>
        </p:sp>
        <p:sp>
          <p:nvSpPr>
            <p:cNvPr id="58" name="Fio">
              <a:extLst>
                <a:ext uri="{FF2B5EF4-FFF2-40B4-BE49-F238E27FC236}">
                  <a16:creationId xmlns:a16="http://schemas.microsoft.com/office/drawing/2014/main" id="{1A009AE2-7247-28C6-AAFE-6B1395B51A24}"/>
                </a:ext>
              </a:extLst>
            </p:cNvPr>
            <p:cNvSpPr/>
            <p:nvPr/>
          </p:nvSpPr>
          <p:spPr>
            <a:xfrm>
              <a:off x="8442655" y="1444752"/>
              <a:ext cx="3200400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Manchete">
              <a:extLst>
                <a:ext uri="{FF2B5EF4-FFF2-40B4-BE49-F238E27FC236}">
                  <a16:creationId xmlns:a16="http://schemas.microsoft.com/office/drawing/2014/main" id="{6003D96D-B78F-5D04-351E-53747F60E967}"/>
                </a:ext>
              </a:extLst>
            </p:cNvPr>
            <p:cNvSpPr txBox="1"/>
            <p:nvPr/>
          </p:nvSpPr>
          <p:spPr>
            <a:xfrm>
              <a:off x="8442655" y="1572768"/>
              <a:ext cx="3200400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Faltam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doenças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do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fígado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o País,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apontam</a:t>
              </a:r>
              <a:r>
                <a:rPr lang="en-US" sz="16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600" b="1" err="1">
                  <a:solidFill>
                    <a:srgbClr val="1A1A1A"/>
                  </a:solidFill>
                  <a:latin typeface="Georgia" pitchFamily="34" charset="0"/>
                </a:rPr>
                <a:t>debatedores</a:t>
              </a:r>
              <a:endParaRPr lang="en-US" sz="1600"/>
            </a:p>
          </p:txBody>
        </p:sp>
      </p:grpSp>
      <p:graphicFrame>
        <p:nvGraphicFramePr>
          <p:cNvPr id="9" name="Chart 14">
            <a:extLst>
              <a:ext uri="{FF2B5EF4-FFF2-40B4-BE49-F238E27FC236}">
                <a16:creationId xmlns:a16="http://schemas.microsoft.com/office/drawing/2014/main" id="{E90925CC-BBE1-F5FB-AF40-2698BD35E3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029641"/>
              </p:ext>
            </p:extLst>
          </p:nvPr>
        </p:nvGraphicFramePr>
        <p:xfrm>
          <a:off x="114804" y="4186814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826DC3-7529-AFDC-5F8A-A6D81F5079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DB5E61-35C8-54BB-FE34-C9B84477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" y="49540"/>
            <a:ext cx="11527643" cy="555135"/>
          </a:xfrm>
        </p:spPr>
        <p:txBody>
          <a:bodyPr/>
          <a:lstStyle/>
          <a:p>
            <a:r>
              <a:rPr lang="pt-BR" sz="2400" b="1" i="0">
                <a:solidFill>
                  <a:srgbClr val="F0F6FC"/>
                </a:solidFill>
                <a:effectLst/>
              </a:rPr>
              <a:t>A escassez de especialistas já é tratada como urgência sanitária</a:t>
            </a:r>
            <a:endParaRPr lang="pt-BR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FBECA57-C4B1-BA5E-E462-E52B3C8D29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642756"/>
              </p:ext>
            </p:extLst>
          </p:nvPr>
        </p:nvGraphicFramePr>
        <p:xfrm>
          <a:off x="6209963" y="4186893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47">
            <a:extLst>
              <a:ext uri="{FF2B5EF4-FFF2-40B4-BE49-F238E27FC236}">
                <a16:creationId xmlns:a16="http://schemas.microsoft.com/office/drawing/2014/main" id="{F50DA493-64F7-3458-5831-5A693EB8DD03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S/A ; Amado Mundo; Agência Câmara; Scheffer et al., Demografia Médica no Brasil 2025 (FMUSP/AMB); IBGE, REGIC 2018.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A2E2F7-63A6-7299-46CF-A4FC545BCE20}"/>
              </a:ext>
            </a:extLst>
          </p:cNvPr>
          <p:cNvGrpSpPr/>
          <p:nvPr/>
        </p:nvGrpSpPr>
        <p:grpSpPr>
          <a:xfrm>
            <a:off x="114804" y="3633311"/>
            <a:ext cx="6305382" cy="497566"/>
            <a:chOff x="114804" y="3633311"/>
            <a:chExt cx="6305382" cy="497566"/>
          </a:xfrm>
        </p:grpSpPr>
        <p:sp>
          <p:nvSpPr>
            <p:cNvPr id="24" name="Text Placeholder 7">
              <a:extLst>
                <a:ext uri="{FF2B5EF4-FFF2-40B4-BE49-F238E27FC236}">
                  <a16:creationId xmlns:a16="http://schemas.microsoft.com/office/drawing/2014/main" id="{7389DC84-B045-18FB-9481-61EC1EE2CBE6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Escassez de especialistas é concentrada territorialmente</a:t>
              </a:r>
            </a:p>
          </p:txBody>
        </p:sp>
        <p:sp>
          <p:nvSpPr>
            <p:cNvPr id="26" name="Text Placeholder 8">
              <a:extLst>
                <a:ext uri="{FF2B5EF4-FFF2-40B4-BE49-F238E27FC236}">
                  <a16:creationId xmlns:a16="http://schemas.microsoft.com/office/drawing/2014/main" id="{433818BB-2FCD-8E93-42EF-52C94CE39959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Médicos especialistas por 100 mil habitantes, por UF – 2024 </a:t>
              </a:r>
            </a:p>
            <a:p>
              <a:endParaRPr lang="pt-BR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DB732E-A3CE-0C57-6CFA-E1A9ED6260E3}"/>
              </a:ext>
            </a:extLst>
          </p:cNvPr>
          <p:cNvGrpSpPr/>
          <p:nvPr/>
        </p:nvGrpSpPr>
        <p:grpSpPr>
          <a:xfrm>
            <a:off x="6209963" y="3633311"/>
            <a:ext cx="6405635" cy="497566"/>
            <a:chOff x="6209963" y="3633311"/>
            <a:chExt cx="6405635" cy="497566"/>
          </a:xfrm>
        </p:grpSpPr>
        <p:sp>
          <p:nvSpPr>
            <p:cNvPr id="28" name="Text Placeholder 5">
              <a:extLst>
                <a:ext uri="{FF2B5EF4-FFF2-40B4-BE49-F238E27FC236}">
                  <a16:creationId xmlns:a16="http://schemas.microsoft.com/office/drawing/2014/main" id="{1A8A6667-D13A-9205-942A-5FA9847B3E9F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 Serviços especializados exigem longos deslocamentos  </a:t>
              </a:r>
              <a:endParaRPr lang="pt-BR"/>
            </a:p>
          </p:txBody>
        </p:sp>
        <p:sp>
          <p:nvSpPr>
            <p:cNvPr id="30" name="Text Placeholder 8">
              <a:extLst>
                <a:ext uri="{FF2B5EF4-FFF2-40B4-BE49-F238E27FC236}">
                  <a16:creationId xmlns:a16="http://schemas.microsoft.com/office/drawing/2014/main" id="{DABFB344-10B0-BD52-0D87-2F82EB3A51A9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Deslocamento médio da população para serviços de alta complexidade </a:t>
              </a:r>
            </a:p>
            <a:p>
              <a:endParaRPr lang="pt-BR"/>
            </a:p>
          </p:txBody>
        </p:sp>
      </p:grpSp>
      <p:sp>
        <p:nvSpPr>
          <p:cNvPr id="65" name="Papel">
            <a:extLst>
              <a:ext uri="{FF2B5EF4-FFF2-40B4-BE49-F238E27FC236}">
                <a16:creationId xmlns:a16="http://schemas.microsoft.com/office/drawing/2014/main" id="{7EA30D3B-E626-15AB-57F3-AF13CBD9AE14}"/>
              </a:ext>
            </a:extLst>
          </p:cNvPr>
          <p:cNvSpPr/>
          <p:nvPr/>
        </p:nvSpPr>
        <p:spPr>
          <a:xfrm>
            <a:off x="320040" y="914400"/>
            <a:ext cx="3657600" cy="2377440"/>
          </a:xfrm>
          <a:custGeom>
            <a:avLst/>
            <a:gdLst/>
            <a:ahLst/>
            <a:cxnLst/>
            <a:rect l="l" t="t" r="r" b="b"/>
            <a:pathLst>
              <a:path w="3657600" h="2377440">
                <a:moveTo>
                  <a:pt x="0" y="0"/>
                </a:moveTo>
                <a:lnTo>
                  <a:pt x="3657600" y="0"/>
                </a:lnTo>
                <a:lnTo>
                  <a:pt x="3657600" y="2312792"/>
                </a:lnTo>
                <a:lnTo>
                  <a:pt x="3604382" y="2318553"/>
                </a:lnTo>
                <a:lnTo>
                  <a:pt x="3573567" y="2317547"/>
                </a:lnTo>
                <a:lnTo>
                  <a:pt x="3516874" y="2321296"/>
                </a:lnTo>
                <a:lnTo>
                  <a:pt x="3459541" y="2329251"/>
                </a:lnTo>
                <a:lnTo>
                  <a:pt x="3406689" y="2336383"/>
                </a:lnTo>
                <a:lnTo>
                  <a:pt x="3379805" y="2330074"/>
                </a:lnTo>
                <a:lnTo>
                  <a:pt x="3311865" y="2339035"/>
                </a:lnTo>
                <a:lnTo>
                  <a:pt x="3286902" y="2343241"/>
                </a:lnTo>
                <a:lnTo>
                  <a:pt x="3261299" y="2335926"/>
                </a:lnTo>
                <a:lnTo>
                  <a:pt x="3223809" y="2332726"/>
                </a:lnTo>
                <a:lnTo>
                  <a:pt x="3158520" y="2346259"/>
                </a:lnTo>
                <a:lnTo>
                  <a:pt x="3123956" y="2350099"/>
                </a:lnTo>
                <a:lnTo>
                  <a:pt x="3058211" y="2358512"/>
                </a:lnTo>
                <a:lnTo>
                  <a:pt x="3034894" y="2345527"/>
                </a:lnTo>
                <a:lnTo>
                  <a:pt x="2986522" y="2364456"/>
                </a:lnTo>
                <a:lnTo>
                  <a:pt x="2941808" y="2353757"/>
                </a:lnTo>
                <a:lnTo>
                  <a:pt x="2889870" y="2364456"/>
                </a:lnTo>
                <a:lnTo>
                  <a:pt x="2840858" y="2347082"/>
                </a:lnTo>
                <a:lnTo>
                  <a:pt x="2775661" y="2333823"/>
                </a:lnTo>
                <a:lnTo>
                  <a:pt x="2714854" y="2336383"/>
                </a:lnTo>
                <a:lnTo>
                  <a:pt x="2666208" y="2344887"/>
                </a:lnTo>
                <a:lnTo>
                  <a:pt x="2642525" y="2332086"/>
                </a:lnTo>
                <a:lnTo>
                  <a:pt x="2604577" y="2322576"/>
                </a:lnTo>
                <a:lnTo>
                  <a:pt x="2558400" y="2329708"/>
                </a:lnTo>
                <a:lnTo>
                  <a:pt x="2532705" y="2333915"/>
                </a:lnTo>
                <a:lnTo>
                  <a:pt x="2490826" y="2340681"/>
                </a:lnTo>
                <a:lnTo>
                  <a:pt x="2462113" y="2343241"/>
                </a:lnTo>
                <a:lnTo>
                  <a:pt x="2419045" y="2341413"/>
                </a:lnTo>
                <a:lnTo>
                  <a:pt x="2375977" y="2355037"/>
                </a:lnTo>
                <a:lnTo>
                  <a:pt x="2312975" y="2351105"/>
                </a:lnTo>
                <a:lnTo>
                  <a:pt x="2269907" y="2354031"/>
                </a:lnTo>
                <a:lnTo>
                  <a:pt x="2224369" y="2377440"/>
                </a:lnTo>
                <a:lnTo>
                  <a:pt x="2187976" y="2371496"/>
                </a:lnTo>
                <a:lnTo>
                  <a:pt x="2125066" y="2367656"/>
                </a:lnTo>
                <a:lnTo>
                  <a:pt x="2095896" y="2351654"/>
                </a:lnTo>
                <a:lnTo>
                  <a:pt x="2041307" y="2347173"/>
                </a:lnTo>
                <a:lnTo>
                  <a:pt x="1996410" y="2341961"/>
                </a:lnTo>
                <a:lnTo>
                  <a:pt x="1931030" y="2363175"/>
                </a:lnTo>
                <a:lnTo>
                  <a:pt x="1901129" y="2355860"/>
                </a:lnTo>
                <a:lnTo>
                  <a:pt x="1876989" y="2357598"/>
                </a:lnTo>
                <a:lnTo>
                  <a:pt x="1851569" y="2360524"/>
                </a:lnTo>
                <a:lnTo>
                  <a:pt x="1822765" y="2336841"/>
                </a:lnTo>
                <a:lnTo>
                  <a:pt x="1758940" y="2337024"/>
                </a:lnTo>
                <a:lnTo>
                  <a:pt x="1735531" y="2324953"/>
                </a:lnTo>
                <a:lnTo>
                  <a:pt x="1679021" y="2323856"/>
                </a:lnTo>
                <a:lnTo>
                  <a:pt x="1634856" y="2323308"/>
                </a:lnTo>
                <a:lnTo>
                  <a:pt x="1573682" y="2320564"/>
                </a:lnTo>
                <a:lnTo>
                  <a:pt x="1524213" y="2336566"/>
                </a:lnTo>
                <a:lnTo>
                  <a:pt x="1498610" y="2320290"/>
                </a:lnTo>
                <a:lnTo>
                  <a:pt x="1443746" y="2337846"/>
                </a:lnTo>
                <a:lnTo>
                  <a:pt x="1419332" y="2334463"/>
                </a:lnTo>
                <a:lnTo>
                  <a:pt x="1382298" y="2314895"/>
                </a:lnTo>
                <a:lnTo>
                  <a:pt x="1359438" y="2332269"/>
                </a:lnTo>
                <a:lnTo>
                  <a:pt x="1329080" y="2321387"/>
                </a:lnTo>
                <a:lnTo>
                  <a:pt x="1305123" y="2310963"/>
                </a:lnTo>
                <a:lnTo>
                  <a:pt x="1249619" y="2327331"/>
                </a:lnTo>
                <a:lnTo>
                  <a:pt x="1215969" y="2326142"/>
                </a:lnTo>
                <a:lnTo>
                  <a:pt x="1150224" y="2322667"/>
                </a:lnTo>
                <a:lnTo>
                  <a:pt x="1113191" y="2336109"/>
                </a:lnTo>
                <a:lnTo>
                  <a:pt x="1081644" y="2324862"/>
                </a:lnTo>
                <a:lnTo>
                  <a:pt x="1034461" y="2338029"/>
                </a:lnTo>
                <a:lnTo>
                  <a:pt x="967344" y="2355037"/>
                </a:lnTo>
                <a:lnTo>
                  <a:pt x="934334" y="2347996"/>
                </a:lnTo>
                <a:lnTo>
                  <a:pt x="879104" y="2349642"/>
                </a:lnTo>
                <a:lnTo>
                  <a:pt x="832470" y="2342053"/>
                </a:lnTo>
                <a:lnTo>
                  <a:pt x="782909" y="2366010"/>
                </a:lnTo>
                <a:lnTo>
                  <a:pt x="740755" y="2348454"/>
                </a:lnTo>
                <a:lnTo>
                  <a:pt x="708111" y="2350191"/>
                </a:lnTo>
                <a:lnTo>
                  <a:pt x="668701" y="2362992"/>
                </a:lnTo>
                <a:lnTo>
                  <a:pt x="621335" y="2360432"/>
                </a:lnTo>
                <a:lnTo>
                  <a:pt x="581924" y="2362078"/>
                </a:lnTo>
                <a:lnTo>
                  <a:pt x="553578" y="2361347"/>
                </a:lnTo>
                <a:lnTo>
                  <a:pt x="518922" y="2357049"/>
                </a:lnTo>
                <a:lnTo>
                  <a:pt x="473934" y="2371588"/>
                </a:lnTo>
                <a:lnTo>
                  <a:pt x="431505" y="2360798"/>
                </a:lnTo>
                <a:lnTo>
                  <a:pt x="400964" y="2354214"/>
                </a:lnTo>
                <a:lnTo>
                  <a:pt x="368320" y="2359701"/>
                </a:lnTo>
                <a:lnTo>
                  <a:pt x="323240" y="2353026"/>
                </a:lnTo>
                <a:lnTo>
                  <a:pt x="294528" y="2356043"/>
                </a:lnTo>
                <a:lnTo>
                  <a:pt x="256215" y="2359243"/>
                </a:lnTo>
                <a:lnTo>
                  <a:pt x="232623" y="2358329"/>
                </a:lnTo>
                <a:lnTo>
                  <a:pt x="205923" y="2357598"/>
                </a:lnTo>
                <a:lnTo>
                  <a:pt x="168067" y="2345253"/>
                </a:lnTo>
                <a:lnTo>
                  <a:pt x="101041" y="2335926"/>
                </a:lnTo>
                <a:lnTo>
                  <a:pt x="53218" y="2341504"/>
                </a:lnTo>
                <a:lnTo>
                  <a:pt x="0" y="2337938"/>
                </a:lnTo>
                <a:close/>
              </a:path>
            </a:pathLst>
          </a:custGeom>
          <a:solidFill>
            <a:srgbClr val="F8F8F5"/>
          </a:solidFill>
          <a:ln w="6350">
            <a:solidFill>
              <a:srgbClr val="DADBD6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7" name="Data">
            <a:extLst>
              <a:ext uri="{FF2B5EF4-FFF2-40B4-BE49-F238E27FC236}">
                <a16:creationId xmlns:a16="http://schemas.microsoft.com/office/drawing/2014/main" id="{85F8C1FA-4D01-0D9B-2155-92F8AA156D2D}"/>
              </a:ext>
            </a:extLst>
          </p:cNvPr>
          <p:cNvSpPr txBox="1"/>
          <p:nvPr/>
        </p:nvSpPr>
        <p:spPr>
          <a:xfrm>
            <a:off x="2880360" y="1097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6A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17/02/2026</a:t>
            </a:r>
            <a:endParaRPr lang="en-US" sz="1000"/>
          </a:p>
        </p:txBody>
      </p:sp>
      <p:sp>
        <p:nvSpPr>
          <p:cNvPr id="68" name="Fio">
            <a:extLst>
              <a:ext uri="{FF2B5EF4-FFF2-40B4-BE49-F238E27FC236}">
                <a16:creationId xmlns:a16="http://schemas.microsoft.com/office/drawing/2014/main" id="{13AAC318-5A3B-B1FA-D0A2-7DFBF96FEF92}"/>
              </a:ext>
            </a:extLst>
          </p:cNvPr>
          <p:cNvSpPr/>
          <p:nvPr/>
        </p:nvSpPr>
        <p:spPr>
          <a:xfrm>
            <a:off x="548640" y="1444752"/>
            <a:ext cx="3200400" cy="0"/>
          </a:xfrm>
          <a:prstGeom prst="line">
            <a:avLst/>
          </a:prstGeom>
          <a:noFill/>
          <a:ln w="12700">
            <a:solidFill>
              <a:srgbClr val="1B3A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2" name="Picture 71" descr="Medcloud – PACS, RIS, Patient Portal and Storage">
            <a:extLst>
              <a:ext uri="{FF2B5EF4-FFF2-40B4-BE49-F238E27FC236}">
                <a16:creationId xmlns:a16="http://schemas.microsoft.com/office/drawing/2014/main" id="{176AF49E-5BC5-4B90-1F6F-7E1D5AA55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31" y="962954"/>
            <a:ext cx="1433357" cy="468000"/>
          </a:xfrm>
          <a:prstGeom prst="rect">
            <a:avLst/>
          </a:prstGeom>
        </p:spPr>
      </p:pic>
      <p:sp>
        <p:nvSpPr>
          <p:cNvPr id="69" name="Manchete">
            <a:extLst>
              <a:ext uri="{FF2B5EF4-FFF2-40B4-BE49-F238E27FC236}">
                <a16:creationId xmlns:a16="http://schemas.microsoft.com/office/drawing/2014/main" id="{F6A261E2-0785-A0DC-8F78-1767ADD59EC8}"/>
              </a:ext>
            </a:extLst>
          </p:cNvPr>
          <p:cNvSpPr txBox="1"/>
          <p:nvPr/>
        </p:nvSpPr>
        <p:spPr>
          <a:xfrm>
            <a:off x="548640" y="1572768"/>
            <a:ext cx="3200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A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escassez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especialistas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deixou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ser um simples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sinal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de </a:t>
            </a:r>
            <a:r>
              <a:rPr lang="en-US" sz="1600" b="1" err="1">
                <a:solidFill>
                  <a:srgbClr val="1A1A1A"/>
                </a:solidFill>
                <a:latin typeface="Georgia" pitchFamily="34" charset="0"/>
              </a:rPr>
              <a:t>alerta</a:t>
            </a:r>
            <a:r>
              <a:rPr lang="en-US" sz="1600" b="1">
                <a:solidFill>
                  <a:srgbClr val="1A1A1A"/>
                </a:solidFill>
                <a:latin typeface="Georgia" pitchFamily="34" charset="0"/>
              </a:rPr>
              <a:t> </a:t>
            </a:r>
            <a:endParaRPr lang="en-US" sz="1600"/>
          </a:p>
        </p:txBody>
      </p:sp>
      <p:sp>
        <p:nvSpPr>
          <p:cNvPr id="71" name="Fonte">
            <a:extLst>
              <a:ext uri="{FF2B5EF4-FFF2-40B4-BE49-F238E27FC236}">
                <a16:creationId xmlns:a16="http://schemas.microsoft.com/office/drawing/2014/main" id="{C4341365-9121-70ED-9D8A-8E117C150D19}"/>
              </a:ext>
            </a:extLst>
          </p:cNvPr>
          <p:cNvSpPr txBox="1"/>
          <p:nvPr/>
        </p:nvSpPr>
        <p:spPr>
          <a:xfrm>
            <a:off x="544831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Montserrat" pitchFamily="34" charset="0"/>
              </a:rPr>
              <a:t>Por </a:t>
            </a:r>
            <a:r>
              <a:rPr lang="en-US" sz="1050" b="1">
                <a:latin typeface="Montserrat" pitchFamily="34" charset="0"/>
              </a:rPr>
              <a:t>Antonio José Gonçalves</a:t>
            </a:r>
            <a:endParaRPr lang="en-US" sz="1100" b="1"/>
          </a:p>
        </p:txBody>
      </p:sp>
      <p:pic>
        <p:nvPicPr>
          <p:cNvPr id="8" name="Picture 7" descr="Ficheiro:Logo Câmara dos Deputados Brasil.png – Wikipédia, a enciclopédia  livre">
            <a:extLst>
              <a:ext uri="{FF2B5EF4-FFF2-40B4-BE49-F238E27FC236}">
                <a16:creationId xmlns:a16="http://schemas.microsoft.com/office/drawing/2014/main" id="{AB3E20C2-0712-770A-1073-29082BB604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309" y="1034743"/>
            <a:ext cx="1140557" cy="324000"/>
          </a:xfrm>
          <a:prstGeom prst="rect">
            <a:avLst/>
          </a:prstGeom>
        </p:spPr>
      </p:pic>
      <p:sp>
        <p:nvSpPr>
          <p:cNvPr id="86" name="Fonte">
            <a:extLst>
              <a:ext uri="{FF2B5EF4-FFF2-40B4-BE49-F238E27FC236}">
                <a16:creationId xmlns:a16="http://schemas.microsoft.com/office/drawing/2014/main" id="{12CA722A-FBDB-36E3-370C-400F2FD367B4}"/>
              </a:ext>
            </a:extLst>
          </p:cNvPr>
          <p:cNvSpPr txBox="1"/>
          <p:nvPr/>
        </p:nvSpPr>
        <p:spPr>
          <a:xfrm>
            <a:off x="4495648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Montserrat" pitchFamily="34" charset="0"/>
              </a:rPr>
              <a:t>Por </a:t>
            </a:r>
            <a:r>
              <a:rPr lang="en-US" sz="1050" b="1">
                <a:latin typeface="Montserrat" pitchFamily="34" charset="0"/>
              </a:rPr>
              <a:t>Priscila Planelis</a:t>
            </a:r>
            <a:endParaRPr lang="en-US" sz="1100" b="1"/>
          </a:p>
        </p:txBody>
      </p:sp>
      <p:sp>
        <p:nvSpPr>
          <p:cNvPr id="88" name="Fonte">
            <a:extLst>
              <a:ext uri="{FF2B5EF4-FFF2-40B4-BE49-F238E27FC236}">
                <a16:creationId xmlns:a16="http://schemas.microsoft.com/office/drawing/2014/main" id="{D696FA7E-872E-ACFC-1025-065DB0F734FC}"/>
              </a:ext>
            </a:extLst>
          </p:cNvPr>
          <p:cNvSpPr txBox="1"/>
          <p:nvPr/>
        </p:nvSpPr>
        <p:spPr>
          <a:xfrm>
            <a:off x="8442655" y="28882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err="1">
                <a:latin typeface="Montserrat" pitchFamily="34" charset="0"/>
              </a:rPr>
              <a:t>Agência</a:t>
            </a:r>
            <a:r>
              <a:rPr lang="en-US" sz="1050" b="1">
                <a:latin typeface="Montserrat" pitchFamily="34" charset="0"/>
              </a:rPr>
              <a:t> Câmara </a:t>
            </a:r>
            <a:r>
              <a:rPr lang="en-US" sz="1050" b="1" err="1">
                <a:latin typeface="Montserrat" pitchFamily="34" charset="0"/>
              </a:rPr>
              <a:t>Notícias</a:t>
            </a:r>
            <a:endParaRPr lang="en-US" sz="11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84D396-5A9B-966C-2B4C-CD491A850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1276" y="1009054"/>
            <a:ext cx="2160000" cy="395260"/>
          </a:xfrm>
          <a:prstGeom prst="rect">
            <a:avLst/>
          </a:prstGeom>
        </p:spPr>
      </p:pic>
      <p:sp>
        <p:nvSpPr>
          <p:cNvPr id="11" name="CaixaDeTexto 4">
            <a:extLst>
              <a:ext uri="{FF2B5EF4-FFF2-40B4-BE49-F238E27FC236}">
                <a16:creationId xmlns:a16="http://schemas.microsoft.com/office/drawing/2014/main" id="{181570C7-8426-7492-0D99-324BAED4BAA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207222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14">
            <a:extLst>
              <a:ext uri="{FF2B5EF4-FFF2-40B4-BE49-F238E27FC236}">
                <a16:creationId xmlns:a16="http://schemas.microsoft.com/office/drawing/2014/main" id="{6DE7F02F-00D3-C89F-66F5-C164ADAD09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826295"/>
              </p:ext>
            </p:extLst>
          </p:nvPr>
        </p:nvGraphicFramePr>
        <p:xfrm>
          <a:off x="96401" y="4186814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59F54C-2DCF-8105-C178-F76D6C10DC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" y="49540"/>
            <a:ext cx="11527643" cy="555135"/>
          </a:xfrm>
        </p:spPr>
        <p:txBody>
          <a:bodyPr/>
          <a:lstStyle/>
          <a:p>
            <a:r>
              <a:rPr lang="pt-BR" sz="2400" b="1" i="0">
                <a:solidFill>
                  <a:srgbClr val="F0F6FC"/>
                </a:solidFill>
                <a:effectLst/>
              </a:rPr>
              <a:t>A escassez de especialistas já é tratada como urgência sanitária</a:t>
            </a:r>
            <a:endParaRPr lang="pt-BR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F20F580-F193-F790-FA49-A7BA188D3E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8658" y="3911852"/>
            <a:ext cx="5593565" cy="197609"/>
          </a:xfrm>
        </p:spPr>
        <p:txBody>
          <a:bodyPr>
            <a:noAutofit/>
          </a:bodyPr>
          <a:lstStyle/>
          <a:p>
            <a:r>
              <a:rPr lang="pt-BR" sz="1000"/>
              <a:t>Médicos especialistas por 100 mil habitantes, por UF — 2024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4D91091-551A-3521-80D9-88AA240C7C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657" y="3626558"/>
            <a:ext cx="5736363" cy="301466"/>
          </a:xfrm>
        </p:spPr>
        <p:txBody>
          <a:bodyPr/>
          <a:lstStyle/>
          <a:p>
            <a:r>
              <a:rPr lang="pt-BR"/>
              <a:t>I. Escassez de especialistas é concentrada territorialmente</a:t>
            </a:r>
          </a:p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4AB9AB-586C-C31A-9B88-135210E5EABB}"/>
              </a:ext>
            </a:extLst>
          </p:cNvPr>
          <p:cNvSpPr txBox="1">
            <a:spLocks/>
          </p:cNvSpPr>
          <p:nvPr/>
        </p:nvSpPr>
        <p:spPr>
          <a:xfrm>
            <a:off x="5977404" y="3626558"/>
            <a:ext cx="6094363" cy="303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O acesso a serviços especializados exige longas distâncias</a:t>
            </a:r>
          </a:p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CA22AA-3A37-0DB2-B9CE-A340D0644D2D}"/>
              </a:ext>
            </a:extLst>
          </p:cNvPr>
          <p:cNvSpPr txBox="1">
            <a:spLocks/>
          </p:cNvSpPr>
          <p:nvPr/>
        </p:nvSpPr>
        <p:spPr>
          <a:xfrm>
            <a:off x="5977405" y="3911852"/>
            <a:ext cx="6120451" cy="139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900"/>
              <a:t>Deslocamento médio da população para serviços de alta complexidade (km)</a:t>
            </a:r>
          </a:p>
          <a:p>
            <a:endParaRPr lang="pt-BR" sz="90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E1C1D41-567A-FB20-1E44-07EF3FC14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138574"/>
              </p:ext>
            </p:extLst>
          </p:nvPr>
        </p:nvGraphicFramePr>
        <p:xfrm>
          <a:off x="6216366" y="4198768"/>
          <a:ext cx="54720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Imagem 15">
            <a:extLst>
              <a:ext uri="{FF2B5EF4-FFF2-40B4-BE49-F238E27FC236}">
                <a16:creationId xmlns:a16="http://schemas.microsoft.com/office/drawing/2014/main" id="{BC6F6E1E-9C7F-105C-D78F-39AE4F6FB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45" y="692242"/>
            <a:ext cx="4169453" cy="167305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6A88CE3-6E82-6A6A-25FB-28F49054C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075" y="646220"/>
            <a:ext cx="4315660" cy="170640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84B9164-4452-4239-1241-4FB4E6103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8820" y="2396013"/>
            <a:ext cx="7772400" cy="108317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5FA1AA0-0B33-B5F8-3B0C-D6D25BBEB18A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6" name="Text 47">
            <a:extLst>
              <a:ext uri="{FF2B5EF4-FFF2-40B4-BE49-F238E27FC236}">
                <a16:creationId xmlns:a16="http://schemas.microsoft.com/office/drawing/2014/main" id="{6D4469EB-7206-72B7-1A21-EECA3D666919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Medicina S/A ; Amado Mundo; Agência Câmara; Scheffer et al., Demografia Médica no Brasil 2025 (FMUSP/AMB); IBGE, REGIC 2018.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4041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9B1E-5658-9113-52D1-FB7D87E4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38F27F5F-A328-FF2A-4ADD-B33B1CE8F1BE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F25F9F87-DF1B-3A71-D5A8-497A89A75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C6FDCFFC-F108-5BA7-FF8F-C17ADD11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68295508-6370-3224-07A5-8FEDB5195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CC620BD2-4EC5-7566-1EC6-B430FD911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AD8FC39C-EC7A-D0C2-BA6D-01980DF2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A9505483-871C-E876-7642-80A800736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29BE5CA4-5913-CEC8-1D73-F0A8C686E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B370C6D3-F1F9-C580-F0DB-3E8568AFC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60F013C9-5CCB-9713-0BBC-E992EA128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DDA8C318-9026-724A-4ABA-A687C7DB6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FBFD5CDB-B53C-FDE3-75F2-E286DAC01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7E8CEC7A-2C18-F577-C9C4-15CD3F85B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09F54EF1-1654-B7E3-377D-0BDF909DF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0D0DF900-4442-1EDF-F4A3-96C5F8EB7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5FF994CE-4D33-A42D-4BB9-0F783C275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084DD543-8EAF-3783-FC1B-B92D079BA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31BDA2E3-088E-51B6-6E30-067F16B24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42F92552-AF4C-2650-8E55-FFA6E369D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FC8E8684-783A-5E22-7D30-574A97425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5484E18D-15AC-2DA1-04D1-170047A41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1BE53272-2426-9C2B-A799-756B51C66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0D1D6F17-FACB-2975-34F0-199A03C4C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7AF16DC7-E170-B738-BD98-0EB6DE38B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3D16F072-00FD-C718-A1D3-046D8814A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DCABB251-78D2-4481-5DEB-25DD4E980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B1C2E995-43CC-3B2A-6919-4EEB5F82D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083C1CC-249C-4E00-518C-7C8CC8FF0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5D5EDFA5-4842-DA4A-4977-99CBAC53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0F6FC"/>
                </a:solidFill>
              </a:rPr>
              <a:t>A vulnerabilidade social define o piso da bolsa do PMM-E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1212E-6542-2969-90FB-D0F6B2D4F7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15CC14FA-06FA-AC9C-2C41-5935CC914644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Ipea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, Atlas da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Vulnerabilidade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Social;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Edital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SGTES/MS nº 3/2025 (item 11.1.4);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ciclo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1 do PMM-E.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5240D0-8A92-1D9A-4EF2-605743FDB452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0B291A0D-C7E4-205B-4112-E4BF2452BC81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B49564BD-E7DB-5B11-2017-C82687B54032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B9388E0-29C5-4F04-8001-EFF6E73E61B4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6E81D39D-7E85-56DD-2282-7D8739F54D12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III. O IVS define a renumeração do PMM-E   </a:t>
              </a:r>
              <a:endParaRPr lang="pt-BR"/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D37972BC-AB29-025E-0E99-7B04EB869008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Bolsa-formação mensal por categoria do Índice de Vulnerabilidade Social 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0B00B5F-E9CF-0C21-7B10-551A56642BAA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E5C37A24-417E-FF55-1F35-04419119F4FB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5588FDB4-2275-D8E6-D926-69522FADA7A2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15568DCF-7BCB-65F8-9751-8232EF53F1EB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Infraestrutura 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lixo e tempo de deslocamento ao 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2E28750C-1CF2-9456-7F3C-86D899F88049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35A995A7-9EDD-8405-2FD4-2B4C481C009F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Mortalidade infantil,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D2DEB170-0420-41F1-82A6-4B48970B1531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9D860684-BA2A-A421-30BB-945B4C5E13FF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Pobreza,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D1519720-65BB-0FAC-7C89-2D9A95DDA667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812E13D6-B8EE-2C77-C9BB-119ADE86F076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CFF3A1EE-811E-9542-5234-9C045437C979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540AF335-19B7-FE7F-4A6F-D0183B84394F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3E1B60A1-7499-AC61-C96B-6766DE5D7E99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FD0D20F8-3DAE-85B4-F533-410D98883961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0D382729-8F2A-6161-2F3E-BFCBB1533D31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FEED28D3-60EF-FD5C-0F5F-CB5E7D275869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7D1B6E3C-B126-CAB9-49B0-29E987E953EF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1E30FEA0-218C-4B90-4ADF-3389A806100E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6EB6F7DB-3328-E948-CE35-3FC7FFABF765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F00335B-5F8F-AF5A-69EE-9FE9F701D642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9FC2EE4C-84F2-AED8-E166-DC2C388D86D0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FAB59FC3-042E-C8E7-7EB8-040D8CB30D65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</a:t>
              </a:r>
              <a:r>
                <a:rPr lang="en-US" sz="1200" err="1">
                  <a:latin typeface="Montserrat" panose="00000500000000000000" pitchFamily="2" charset="0"/>
                </a:rPr>
                <a:t>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7D268D5C-BA7C-BAD5-B046-2BBB9B5E0E2E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C8BE4BE2-E045-0259-7EDE-289B45D7C643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73" name="III - Nota 1 (instrumento da política)">
            <a:extLst>
              <a:ext uri="{FF2B5EF4-FFF2-40B4-BE49-F238E27FC236}">
                <a16:creationId xmlns:a16="http://schemas.microsoft.com/office/drawing/2014/main" id="{5429066B-FC55-0288-127F-570E37E6CA01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  <a:latin typeface="Montserrat" panose="00000500000000000000" pitchFamily="2" charset="0"/>
              </a:rPr>
              <a:t>Instrumento da política. 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A bolsa de R$ 10.000,00, R$ 15.000,00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ou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 R$ 20</a:t>
            </a:r>
            <a:r>
              <a:rPr lang="en-US" sz="1050">
                <a:latin typeface="Montserrat" panose="00000500000000000000" pitchFamily="2" charset="0"/>
              </a:rPr>
              <a:t>.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000,00 é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fixada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por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regra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, sobre a categoria de IVS do município.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339122EB-D251-402B-9C56-F69F0280DE1A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3B04B5AD-07AB-5FDE-F760-9107D397BD61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2E9BDF79-95CF-E944-71FC-102131E99211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</a:t>
            </a:r>
            <a:r>
              <a:rPr lang="en-US" sz="1400" b="1" err="1">
                <a:latin typeface="Montserrat" panose="00000500000000000000" pitchFamily="2" charset="0"/>
              </a:rPr>
              <a:t>Muito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r>
              <a:rPr lang="en-US" sz="1400" b="1" err="1">
                <a:latin typeface="Montserrat" panose="00000500000000000000" pitchFamily="2" charset="0"/>
              </a:rPr>
              <a:t>alta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1E7F0189-F7A4-E4DA-36D9-EBAA1B0CB8BB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3E3F24E9-DE60-ABEC-6BC9-EB4BB26B5883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C53189FB-DCB7-8CD5-0DF5-232F8F8D8BA8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</a:t>
            </a:r>
            <a:r>
              <a:rPr lang="en-US" sz="1400" b="1" err="1">
                <a:latin typeface="Montserrat" panose="00000500000000000000" pitchFamily="2" charset="0"/>
              </a:rPr>
              <a:t>Média</a:t>
            </a:r>
            <a:r>
              <a:rPr lang="en-US" sz="1400" b="1">
                <a:latin typeface="Montserrat" panose="00000500000000000000" pitchFamily="2" charset="0"/>
              </a:rPr>
              <a:t>, </a:t>
            </a:r>
          </a:p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baixa</a:t>
            </a:r>
            <a:r>
              <a:rPr lang="en-US" sz="1400" b="1">
                <a:latin typeface="Montserrat" panose="00000500000000000000" pitchFamily="2" charset="0"/>
              </a:rPr>
              <a:t> e </a:t>
            </a:r>
            <a:r>
              <a:rPr lang="en-US" sz="1400" b="1" err="1">
                <a:latin typeface="Montserrat" panose="00000500000000000000" pitchFamily="2" charset="0"/>
              </a:rPr>
              <a:t>buito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r>
              <a:rPr lang="en-US" sz="1400" b="1" err="1">
                <a:latin typeface="Montserrat" panose="00000500000000000000" pitchFamily="2" charset="0"/>
              </a:rPr>
              <a:t>baixa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62EE2D71-5B1A-EC43-A7E8-CF93BBF25B1C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3F1F20C1-81E4-9176-9AF2-320220A876FF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74F67A51-306E-DDAB-87D5-89B3ECD26EE2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Alta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976DB-78B5-CF64-1F00-90D3C4423949}"/>
              </a:ext>
            </a:extLst>
          </p:cNvPr>
          <p:cNvSpPr/>
          <p:nvPr/>
        </p:nvSpPr>
        <p:spPr>
          <a:xfrm>
            <a:off x="0" y="2476726"/>
            <a:ext cx="12192000" cy="39461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C8504EF-F33A-660A-1F8A-D9EE1CA3A25A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111859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57C5-24F3-7D8E-9604-91726B24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69E2DE58-FE2E-B926-C930-89BECC883479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98C5C3AB-D609-5B23-F625-C5316E086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4B6A32CC-6450-13B4-857D-2BA75E64A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E24DE222-C22F-9161-5312-EE20A13E0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96C0D80B-45B9-4C57-ED7F-4BAC007AD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965E7D52-7CE4-B0BD-B077-6B9C300C7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322ADD52-B8CC-76E4-A1B5-0054ECEE5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812F1C2B-17D4-A1BB-A1A4-34C0CEF6F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28982042-F098-43EB-8439-130DB4D3B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C1F35254-3190-8067-2C9C-0E525F2B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511F41FE-1454-2583-3B92-E300F7C82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046E6158-6C74-B29F-9FC5-E26E0ACF1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7A7160D6-200F-545E-1E22-71954E325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C2AE7687-AE13-AC44-8206-5132C133F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81F293DC-2770-596B-8A1F-0332EACEA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57BE7B37-7E40-1A33-EB50-CA6236570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0FDA407D-36F1-858C-C411-38DEA580A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89D537AE-601C-185F-DA5A-D341D5923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5B187AB8-526D-D8C3-2781-F0AF9BC9F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0FDFC1B3-5E47-4FAF-3884-D62691635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FF7E266-426C-0FC1-92E8-7079E86F4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F85ABE3D-7AA8-5D0C-E0D4-FF705BF58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DF27FC5D-C06B-1730-A2E2-4987C9399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17E61897-A558-0D07-DC33-327ECD664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E830E7B6-11F8-BF32-A721-90AC3DA4D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EBDD5882-9675-778C-1A51-184DAC4C0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2D53EEEE-C304-D776-4B3E-987EE7B4C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79C574B-BAEE-D057-D73D-35C3BBFAF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D5E80C06-8CA7-0EE8-C7F9-71536970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0F6FC"/>
                </a:solidFill>
              </a:rPr>
              <a:t>A vulnerabilidade social define o piso da bolsa do PMM-E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009485-BBC8-A7D9-CE96-AAA1AD690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878DAAF7-690B-E9A2-283C-651C2A9277A0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Ipea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, Atlas da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Vulnerabilidade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Social;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Edital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SGTES/MS nº 3/2025 (item 11.1.4);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ciclo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1 do PMM-E.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2101FF7-D112-AD6B-B1AB-CCF2C7D2C52C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E444D3CC-DE61-216A-BADE-6F4B320CDB2E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37145DD6-4F5A-607B-A51B-553490D92FE3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2BE0CE0-7D2A-3A73-757D-31676CE45331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D5FAF33B-4F4A-C3C8-6E8F-D88E43C7C4CB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III. O IVS define a renumeração do PMM-E   </a:t>
              </a:r>
              <a:endParaRPr lang="pt-BR"/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C292713A-A9FA-88F7-DE84-5B763BA4A142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Bolsa-formação mensal por categoria do Índice de Vulnerabilidade Social 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2E78654-293B-AEDF-AFB3-9F6F902EC7E6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4666314E-962C-F635-872A-DABC013AE275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39E50A35-CD29-10E0-06DD-2B88644F9248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38033E9D-0F29-1322-4A9F-ED814D35A58F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Infraestrutura</a:t>
            </a: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lixo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tempo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deslocamento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782F54F4-0DF8-B13D-173F-CCD5B4AF97A1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022E2060-8C96-9B60-F445-096D3B23859A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Mortalidade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infantil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068DC968-AEF6-66F4-34E8-80A1BD178221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3F83C9A7-D462-E09A-01AD-D60C5F172581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Pobreza,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48AF9B36-7A37-3C6B-7B41-0F02D1A6BB65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4AD3D1C6-8FB1-BB4D-BCA5-2CB255C5EA0F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DBA4A0F2-D9AB-9090-D2EF-A7558A59B891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3E9A17B9-F533-5422-06AE-5B0BB099F136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BB0A01B5-76C0-D716-773E-646CC6E18412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AE7D3EEB-A895-A774-2476-DC26295D9EF3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ED155366-3477-651D-20AB-889E08CA73FA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FC2A8D5B-F0EA-8163-26D0-B55A42428B6E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CDF775AB-7A1B-CEA4-ED37-548985279BE6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65478270-8CC3-885A-97E9-868D4A9B0E08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9D2595A4-61E2-325A-0DD2-D61D2D93CD0D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7334462-F841-F626-3881-E49573AD3334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077DF75D-3016-CF54-361D-54506BF0615B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D8E22DC9-3ACC-5787-5CFA-67A3975F60CF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</a:t>
              </a:r>
              <a:r>
                <a:rPr lang="en-US" sz="1200" err="1">
                  <a:latin typeface="Montserrat" panose="00000500000000000000" pitchFamily="2" charset="0"/>
                </a:rPr>
                <a:t>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15BDD6C1-25C3-9507-E487-5AEEAE463D09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9C119796-2CFA-E2C1-A980-05B8C99AA3F4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B9428B34-FBDC-A6F6-C2F8-7963D5F51B24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F2E5EB2A-5CB7-B5CF-9284-17763D07A9BB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E5800431-AE14-E2ED-D72C-1170568296FB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</a:t>
            </a:r>
            <a:r>
              <a:rPr lang="en-US" sz="1400" b="1" err="1">
                <a:latin typeface="Montserrat" panose="00000500000000000000" pitchFamily="2" charset="0"/>
              </a:rPr>
              <a:t>Muito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r>
              <a:rPr lang="en-US" sz="1400" b="1" err="1">
                <a:latin typeface="Montserrat" panose="00000500000000000000" pitchFamily="2" charset="0"/>
              </a:rPr>
              <a:t>alta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EA3557C1-1DAF-693F-CC6D-11F167443DD3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E1621A6D-48E1-B505-0A9F-3D376F63E24F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36FFC31B-E234-8D88-ED57-01A8635DEAED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</a:t>
            </a:r>
            <a:r>
              <a:rPr lang="en-US" sz="1400" b="1" err="1">
                <a:latin typeface="Montserrat" panose="00000500000000000000" pitchFamily="2" charset="0"/>
              </a:rPr>
              <a:t>Média</a:t>
            </a:r>
            <a:r>
              <a:rPr lang="en-US" sz="1400" b="1">
                <a:latin typeface="Montserrat" panose="00000500000000000000" pitchFamily="2" charset="0"/>
              </a:rPr>
              <a:t>, </a:t>
            </a:r>
          </a:p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baixa</a:t>
            </a:r>
            <a:r>
              <a:rPr lang="en-US" sz="1400" b="1">
                <a:latin typeface="Montserrat" panose="00000500000000000000" pitchFamily="2" charset="0"/>
              </a:rPr>
              <a:t> e </a:t>
            </a:r>
            <a:r>
              <a:rPr lang="en-US" sz="1400" b="1" err="1">
                <a:latin typeface="Montserrat" panose="00000500000000000000" pitchFamily="2" charset="0"/>
              </a:rPr>
              <a:t>buito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r>
              <a:rPr lang="en-US" sz="1400" b="1" err="1">
                <a:latin typeface="Montserrat" panose="00000500000000000000" pitchFamily="2" charset="0"/>
              </a:rPr>
              <a:t>baixa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35A8F000-64D7-EE67-EAF1-0B13F641D8CA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100CCAAB-3061-9403-0ADE-E45D7B690A52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16238E4D-AB29-4F30-ED58-880BB9C2F960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Alta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7" name="CaixaDeTexto 4">
            <a:extLst>
              <a:ext uri="{FF2B5EF4-FFF2-40B4-BE49-F238E27FC236}">
                <a16:creationId xmlns:a16="http://schemas.microsoft.com/office/drawing/2014/main" id="{F3DE6335-05B4-B2CC-8270-7C44A642315C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9" name="III - Nota 1 (instrumento da política)">
            <a:extLst>
              <a:ext uri="{FF2B5EF4-FFF2-40B4-BE49-F238E27FC236}">
                <a16:creationId xmlns:a16="http://schemas.microsoft.com/office/drawing/2014/main" id="{AEF949FA-A933-4B26-F32C-2C9B4CB9EA6D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  <a:latin typeface="Montserrat" panose="00000500000000000000" pitchFamily="2" charset="0"/>
              </a:rPr>
              <a:t>Instrumento da política. 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A bolsa de R$ 10.000,00, R$ 15.000,00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ou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 R$ 20</a:t>
            </a:r>
            <a:r>
              <a:rPr lang="en-US" sz="1050">
                <a:latin typeface="Montserrat" panose="00000500000000000000" pitchFamily="2" charset="0"/>
              </a:rPr>
              <a:t>.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000,00 é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fixada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por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regra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, sobre a categoria de IVS do município.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76EDC8-5A1C-96AB-36B3-AF62290AD82D}"/>
              </a:ext>
            </a:extLst>
          </p:cNvPr>
          <p:cNvSpPr/>
          <p:nvPr/>
        </p:nvSpPr>
        <p:spPr>
          <a:xfrm>
            <a:off x="6170516" y="2489426"/>
            <a:ext cx="6097684" cy="39461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75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C3E5-3182-9F7C-7F0E-76A78CBE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42EB3065-F385-D1D6-C7F4-1B1CDD732716}"/>
              </a:ext>
            </a:extLst>
          </p:cNvPr>
          <p:cNvGrpSpPr>
            <a:grpSpLocks/>
          </p:cNvGrpSpPr>
          <p:nvPr/>
        </p:nvGrpSpPr>
        <p:grpSpPr bwMode="auto">
          <a:xfrm>
            <a:off x="3200626" y="3004108"/>
            <a:ext cx="3240002" cy="2879998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EF4A8783-9E24-620F-F647-703DCE46B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13FC2AE4-20D2-3791-A97C-1458BC254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48A7268F-5F51-DC1B-9A42-4A000A87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35E63A66-5E9E-3F76-D7F9-E5F2025BE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D6D832D8-BA03-AAC3-D08C-28043E3BF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D5DCDB27-A4AC-2767-EBEB-D99E5A1FE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264FB2C6-463D-A000-1A5A-1172EA1D9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B789347E-7FB8-AAA2-80B3-4B1220DBD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F4F64035-2145-6FE0-1CC7-61A096FE3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FE264092-1A8A-5F02-1AC6-BB0BA7CE3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304DE6FA-8E0C-F437-C516-3CD6A7882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E64B2DE3-7C40-E10C-8807-DD366F5C2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901A1047-D6C0-E04B-D35C-8E558FB6A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671C9125-0F7F-A34A-D074-2F6E4DF02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13BC4577-924B-C088-F297-41F953EAC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45C1A611-4BF3-EFCF-0D5F-A000117BE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490263E6-11C7-5424-40A4-E62AF6F97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21F779C7-048F-497E-1AE3-D7795A1C4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BFB6D7B3-63C0-2EAD-8645-D61B9B47D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E93F2625-9E3F-B505-5FED-B075D56D6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1F0915C8-D6CC-70FA-0135-3440CA7BE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AAEFB3A9-CC1D-B8C5-62BF-D15981AC7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199EC323-E514-98DE-3E4B-502DF9B2D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8EC7E1BD-11F5-7128-0541-031B3E82C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55D21711-2841-F0C6-1AB3-00862E70D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E5B6F951-28C2-00B9-D6A4-5591A8B9B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D344194C-1978-F01B-1BFD-5B9BF00B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B0B0365-41F0-81F4-20A4-C5B9B30F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0F6FC"/>
                </a:solidFill>
              </a:rPr>
              <a:t>A vulnerabilidade social define o piso da bolsa do PMM-E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0509B5-8620-08E9-8D57-98046DBDE5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110" name="Text 47">
            <a:extLst>
              <a:ext uri="{FF2B5EF4-FFF2-40B4-BE49-F238E27FC236}">
                <a16:creationId xmlns:a16="http://schemas.microsoft.com/office/drawing/2014/main" id="{DAB4867F-493B-4655-861E-BF19FC1A0028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Ipea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, Atlas da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Vulnerabilidade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Social;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Edital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SGTES/MS nº 3/2025 (item 11.1.4); </a:t>
            </a:r>
            <a:r>
              <a:rPr lang="en-US" sz="800" err="1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ciclo</a:t>
            </a:r>
            <a:r>
              <a:rPr lang="en-US" sz="800">
                <a:solidFill>
                  <a:srgbClr val="7A7A7A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1 do PMM-E.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06716F-1C65-6E2E-191D-8E89ADC06596}"/>
              </a:ext>
            </a:extLst>
          </p:cNvPr>
          <p:cNvGrpSpPr/>
          <p:nvPr/>
        </p:nvGrpSpPr>
        <p:grpSpPr>
          <a:xfrm>
            <a:off x="114804" y="2451326"/>
            <a:ext cx="6305382" cy="497566"/>
            <a:chOff x="114804" y="3633311"/>
            <a:chExt cx="6305382" cy="497566"/>
          </a:xfrm>
        </p:grpSpPr>
        <p:sp>
          <p:nvSpPr>
            <p:cNvPr id="43" name="Text Placeholder 7">
              <a:extLst>
                <a:ext uri="{FF2B5EF4-FFF2-40B4-BE49-F238E27FC236}">
                  <a16:creationId xmlns:a16="http://schemas.microsoft.com/office/drawing/2014/main" id="{31E88F52-0978-8BC5-9569-B69CD1F78D2B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5848182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II. O IVS resume a vulnerabilidade social de uma região</a:t>
              </a:r>
            </a:p>
          </p:txBody>
        </p:sp>
        <p:sp>
          <p:nvSpPr>
            <p:cNvPr id="44" name="Text Placeholder 8">
              <a:extLst>
                <a:ext uri="{FF2B5EF4-FFF2-40B4-BE49-F238E27FC236}">
                  <a16:creationId xmlns:a16="http://schemas.microsoft.com/office/drawing/2014/main" id="{CFF4ACAD-704E-A0BC-4230-A903386B782A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Índice de Vulnerabilidade Social (0 a 1), por UF – Ipea, 2010 </a:t>
              </a:r>
            </a:p>
            <a:p>
              <a:endParaRPr lang="pt-B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8810A1-9C58-DACA-A632-911B16BF40A3}"/>
              </a:ext>
            </a:extLst>
          </p:cNvPr>
          <p:cNvGrpSpPr/>
          <p:nvPr/>
        </p:nvGrpSpPr>
        <p:grpSpPr>
          <a:xfrm>
            <a:off x="6209963" y="2451326"/>
            <a:ext cx="6405635" cy="497566"/>
            <a:chOff x="6209963" y="3633311"/>
            <a:chExt cx="6405635" cy="497566"/>
          </a:xfrm>
        </p:grpSpPr>
        <p:sp>
          <p:nvSpPr>
            <p:cNvPr id="46" name="Text Placeholder 5">
              <a:extLst>
                <a:ext uri="{FF2B5EF4-FFF2-40B4-BE49-F238E27FC236}">
                  <a16:creationId xmlns:a16="http://schemas.microsoft.com/office/drawing/2014/main" id="{07BF2AB2-05E6-16E9-5FF6-68C46699A3BB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633311"/>
              <a:ext cx="6405635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III. O IVS define a renumeração do PMM-E   </a:t>
              </a:r>
              <a:endParaRPr lang="pt-BR"/>
            </a:p>
          </p:txBody>
        </p:sp>
        <p:sp>
          <p:nvSpPr>
            <p:cNvPr id="47" name="Text Placeholder 8">
              <a:extLst>
                <a:ext uri="{FF2B5EF4-FFF2-40B4-BE49-F238E27FC236}">
                  <a16:creationId xmlns:a16="http://schemas.microsoft.com/office/drawing/2014/main" id="{47F1CE11-6985-5A45-D760-60A4FB52BDF7}"/>
                </a:ext>
              </a:extLst>
            </p:cNvPr>
            <p:cNvSpPr txBox="1">
              <a:spLocks/>
            </p:cNvSpPr>
            <p:nvPr/>
          </p:nvSpPr>
          <p:spPr>
            <a:xfrm>
              <a:off x="6209963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Bolsa-formação mensal por categoria do Índice de Vulnerabilidade Social </a:t>
              </a:r>
            </a:p>
            <a:p>
              <a:endParaRPr lang="pt-BR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B874A1-4178-5A29-4EE3-56FC6EDF73FA}"/>
              </a:ext>
            </a:extLst>
          </p:cNvPr>
          <p:cNvGrpSpPr/>
          <p:nvPr/>
        </p:nvGrpSpPr>
        <p:grpSpPr>
          <a:xfrm>
            <a:off x="114804" y="813911"/>
            <a:ext cx="7200000" cy="497566"/>
            <a:chOff x="114804" y="3633311"/>
            <a:chExt cx="7200000" cy="497566"/>
          </a:xfrm>
        </p:grpSpPr>
        <p:sp>
          <p:nvSpPr>
            <p:cNvPr id="55" name="Text Placeholder 7">
              <a:extLst>
                <a:ext uri="{FF2B5EF4-FFF2-40B4-BE49-F238E27FC236}">
                  <a16:creationId xmlns:a16="http://schemas.microsoft.com/office/drawing/2014/main" id="{AAFD5000-0018-8BF7-B9C9-C4278B157A15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633311"/>
              <a:ext cx="7200000" cy="2852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 b="1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>
                  <a:latin typeface="Montserrat"/>
                </a:rPr>
                <a:t>I. O PMM-E leva médicos especialistas a regiões prioritárias do SUS</a:t>
              </a:r>
            </a:p>
          </p:txBody>
        </p:sp>
        <p:sp>
          <p:nvSpPr>
            <p:cNvPr id="57" name="Text Placeholder 8">
              <a:extLst>
                <a:ext uri="{FF2B5EF4-FFF2-40B4-BE49-F238E27FC236}">
                  <a16:creationId xmlns:a16="http://schemas.microsoft.com/office/drawing/2014/main" id="{B57DEC62-DA07-B47E-5EFF-B0F91B0596F6}"/>
                </a:ext>
              </a:extLst>
            </p:cNvPr>
            <p:cNvSpPr txBox="1">
              <a:spLocks/>
            </p:cNvSpPr>
            <p:nvPr/>
          </p:nvSpPr>
          <p:spPr>
            <a:xfrm>
              <a:off x="114804" y="3918605"/>
              <a:ext cx="6305382" cy="212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Montserrat" panose="00000500000000000000" pitchFamily="2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/>
                <a:t>Projeto Mais Médicos Especialistas (PMM-E) – Ministério da Saúde, 2025 </a:t>
              </a:r>
            </a:p>
            <a:p>
              <a:endParaRPr lang="pt-BR"/>
            </a:p>
          </p:txBody>
        </p:sp>
      </p:grpSp>
      <p:sp>
        <p:nvSpPr>
          <p:cNvPr id="61" name="II - Dimensão 1 (Infraestrutura urbana)">
            <a:extLst>
              <a:ext uri="{FF2B5EF4-FFF2-40B4-BE49-F238E27FC236}">
                <a16:creationId xmlns:a16="http://schemas.microsoft.com/office/drawing/2014/main" id="{E84AFA1E-0D22-661C-461A-2131553D23EC}"/>
              </a:ext>
            </a:extLst>
          </p:cNvPr>
          <p:cNvSpPr/>
          <p:nvPr/>
        </p:nvSpPr>
        <p:spPr>
          <a:xfrm>
            <a:off x="203704" y="2992004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Infraestrutura</a:t>
            </a: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urbana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3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Saneamento, coleta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lixo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tempo de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deslocamento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65" name="II - Sinal de mais 1">
            <a:extLst>
              <a:ext uri="{FF2B5EF4-FFF2-40B4-BE49-F238E27FC236}">
                <a16:creationId xmlns:a16="http://schemas.microsoft.com/office/drawing/2014/main" id="{9BDF7909-44A8-1752-0378-D56E5F36F308}"/>
              </a:ext>
            </a:extLst>
          </p:cNvPr>
          <p:cNvSpPr txBox="1"/>
          <p:nvPr/>
        </p:nvSpPr>
        <p:spPr>
          <a:xfrm>
            <a:off x="203704" y="36595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69" name="II - Dimensão 2 (Capital humano)">
            <a:extLst>
              <a:ext uri="{FF2B5EF4-FFF2-40B4-BE49-F238E27FC236}">
                <a16:creationId xmlns:a16="http://schemas.microsoft.com/office/drawing/2014/main" id="{B1DA7CD0-9715-0903-5155-3AE45BF59F98}"/>
              </a:ext>
            </a:extLst>
          </p:cNvPr>
          <p:cNvSpPr/>
          <p:nvPr/>
        </p:nvSpPr>
        <p:spPr>
          <a:xfrm>
            <a:off x="203704" y="3851540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Capital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humano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 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8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105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Mortalidade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infantil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analfabetismo</a:t>
            </a:r>
            <a:r>
              <a:rPr lang="en-US" sz="950"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mães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adolescents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etc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76" name="II - Sinal de mais 2">
            <a:extLst>
              <a:ext uri="{FF2B5EF4-FFF2-40B4-BE49-F238E27FC236}">
                <a16:creationId xmlns:a16="http://schemas.microsoft.com/office/drawing/2014/main" id="{3EC1A809-3DE5-FD76-BC04-BD1E8EB787B7}"/>
              </a:ext>
            </a:extLst>
          </p:cNvPr>
          <p:cNvSpPr txBox="1"/>
          <p:nvPr/>
        </p:nvSpPr>
        <p:spPr>
          <a:xfrm>
            <a:off x="203704" y="45190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tx2"/>
                </a:solidFill>
                <a:latin typeface="Montserrat" panose="00000500000000000000" pitchFamily="2" charset="0"/>
              </a:rPr>
              <a:t>+</a:t>
            </a:r>
            <a:endParaRPr lang="en-US" sz="1100">
              <a:latin typeface="Montserrat" panose="00000500000000000000" pitchFamily="2" charset="0"/>
            </a:endParaRPr>
          </a:p>
        </p:txBody>
      </p:sp>
      <p:sp>
        <p:nvSpPr>
          <p:cNvPr id="80" name="II - Dimensão 3 (Renda e trabalho)">
            <a:extLst>
              <a:ext uri="{FF2B5EF4-FFF2-40B4-BE49-F238E27FC236}">
                <a16:creationId xmlns:a16="http://schemas.microsoft.com/office/drawing/2014/main" id="{5F0EDE8B-1C1C-32FF-858C-7EFDBF96DDD3}"/>
              </a:ext>
            </a:extLst>
          </p:cNvPr>
          <p:cNvSpPr/>
          <p:nvPr/>
        </p:nvSpPr>
        <p:spPr>
          <a:xfrm>
            <a:off x="203704" y="4711076"/>
            <a:ext cx="2788920" cy="694944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88900" tIns="88900" rIns="88900" bIns="8890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  <a:latin typeface="Montserrat" panose="00000500000000000000" pitchFamily="2" charset="0"/>
              </a:rPr>
              <a:t>Renda e </a:t>
            </a:r>
            <a:r>
              <a:rPr lang="en-US" sz="1100" b="1" err="1">
                <a:solidFill>
                  <a:schemeClr val="tx1"/>
                </a:solidFill>
                <a:latin typeface="Montserrat" panose="00000500000000000000" pitchFamily="2" charset="0"/>
              </a:rPr>
              <a:t>trabalho</a:t>
            </a:r>
            <a:r>
              <a:rPr lang="en-US" sz="11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800" b="1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900" b="1">
                <a:solidFill>
                  <a:schemeClr val="accent2"/>
                </a:solidFill>
                <a:latin typeface="Montserrat" panose="00000500000000000000" pitchFamily="2" charset="0"/>
              </a:rPr>
              <a:t> </a:t>
            </a:r>
            <a:r>
              <a:rPr lang="en-US" sz="900" b="1">
                <a:solidFill>
                  <a:srgbClr val="396444"/>
                </a:solidFill>
                <a:latin typeface="Montserrat" panose="00000500000000000000" pitchFamily="2" charset="0"/>
              </a:rPr>
              <a:t>5 </a:t>
            </a:r>
            <a:r>
              <a:rPr lang="en-US" sz="900" b="1" err="1">
                <a:solidFill>
                  <a:srgbClr val="396444"/>
                </a:solidFill>
                <a:latin typeface="Montserrat" panose="00000500000000000000" pitchFamily="2" charset="0"/>
              </a:rPr>
              <a:t>indicadores</a:t>
            </a:r>
            <a:endParaRPr lang="en-US" sz="900">
              <a:solidFill>
                <a:srgbClr val="396444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Pobreza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desocupação</a:t>
            </a:r>
            <a:r>
              <a:rPr lang="en-US" sz="950">
                <a:solidFill>
                  <a:schemeClr val="tx1"/>
                </a:solidFill>
                <a:latin typeface="Montserrat" panose="00000500000000000000" pitchFamily="2" charset="0"/>
              </a:rPr>
              <a:t> e </a:t>
            </a:r>
            <a:r>
              <a:rPr lang="en-US" sz="950" err="1">
                <a:solidFill>
                  <a:schemeClr val="tx1"/>
                </a:solidFill>
                <a:latin typeface="Montserrat" panose="00000500000000000000" pitchFamily="2" charset="0"/>
              </a:rPr>
              <a:t>informalidade</a:t>
            </a:r>
            <a:endParaRPr lang="en-US" sz="1050">
              <a:latin typeface="Montserrat" panose="00000500000000000000" pitchFamily="2" charset="0"/>
            </a:endParaRPr>
          </a:p>
        </p:txBody>
      </p:sp>
      <p:sp>
        <p:nvSpPr>
          <p:cNvPr id="84" name="II - Fórmula do IVS">
            <a:extLst>
              <a:ext uri="{FF2B5EF4-FFF2-40B4-BE49-F238E27FC236}">
                <a16:creationId xmlns:a16="http://schemas.microsoft.com/office/drawing/2014/main" id="{A501CE63-12AC-7143-DF22-6E7CF2EAB88A}"/>
              </a:ext>
            </a:extLst>
          </p:cNvPr>
          <p:cNvSpPr/>
          <p:nvPr/>
        </p:nvSpPr>
        <p:spPr>
          <a:xfrm>
            <a:off x="203704" y="5497460"/>
            <a:ext cx="2788920" cy="420624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88900" tIns="88900" rIns="88900" bIns="88900" rtlCol="0" anchor="ctr"/>
          <a:lstStyle/>
          <a:p>
            <a:r>
              <a:rPr lang="en-US" sz="1100" b="1">
                <a:solidFill>
                  <a:schemeClr val="bg1"/>
                </a:solidFill>
                <a:latin typeface="Montserrat"/>
              </a:rPr>
              <a:t>IVS</a:t>
            </a:r>
            <a:r>
              <a:rPr lang="en-US" sz="95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=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média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simples das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três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dimensões, com o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mesmo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 peso (1/3 </a:t>
            </a:r>
            <a:r>
              <a:rPr lang="en-US" sz="1000" err="1">
                <a:solidFill>
                  <a:schemeClr val="bg1"/>
                </a:solidFill>
                <a:latin typeface="Montserrat"/>
              </a:rPr>
              <a:t>cada</a:t>
            </a:r>
            <a:r>
              <a:rPr lang="en-US" sz="1000">
                <a:solidFill>
                  <a:schemeClr val="bg1"/>
                </a:solidFill>
                <a:latin typeface="Montserrat"/>
              </a:rPr>
              <a:t>)</a:t>
            </a:r>
            <a:endParaRPr lang="en-US" sz="95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2" name="II - Escala cor 1">
            <a:extLst>
              <a:ext uri="{FF2B5EF4-FFF2-40B4-BE49-F238E27FC236}">
                <a16:creationId xmlns:a16="http://schemas.microsoft.com/office/drawing/2014/main" id="{79EE7FA9-0E37-766E-D57A-C3C45CC36E1E}"/>
              </a:ext>
            </a:extLst>
          </p:cNvPr>
          <p:cNvSpPr/>
          <p:nvPr/>
        </p:nvSpPr>
        <p:spPr>
          <a:xfrm>
            <a:off x="203704" y="6009524"/>
            <a:ext cx="1179576" cy="118872"/>
          </a:xfrm>
          <a:prstGeom prst="rect">
            <a:avLst/>
          </a:prstGeom>
          <a:solidFill>
            <a:srgbClr val="D6E1D3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96" name="II - Escala Muito baixa">
            <a:extLst>
              <a:ext uri="{FF2B5EF4-FFF2-40B4-BE49-F238E27FC236}">
                <a16:creationId xmlns:a16="http://schemas.microsoft.com/office/drawing/2014/main" id="{F93625BB-A98A-D3E5-5FD1-A65C574C464A}"/>
              </a:ext>
            </a:extLst>
          </p:cNvPr>
          <p:cNvSpPr txBox="1"/>
          <p:nvPr/>
        </p:nvSpPr>
        <p:spPr>
          <a:xfrm>
            <a:off x="203704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até 0,200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1" name="II - Escala cor 2">
            <a:extLst>
              <a:ext uri="{FF2B5EF4-FFF2-40B4-BE49-F238E27FC236}">
                <a16:creationId xmlns:a16="http://schemas.microsoft.com/office/drawing/2014/main" id="{A43328BF-E75C-0408-6EBF-4EFB92C48C56}"/>
              </a:ext>
            </a:extLst>
          </p:cNvPr>
          <p:cNvSpPr/>
          <p:nvPr/>
        </p:nvSpPr>
        <p:spPr>
          <a:xfrm>
            <a:off x="1383280" y="6009524"/>
            <a:ext cx="1179576" cy="118872"/>
          </a:xfrm>
          <a:prstGeom prst="rect">
            <a:avLst/>
          </a:prstGeom>
          <a:solidFill>
            <a:srgbClr val="A9C0A7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05" name="II - Escala Baixa">
            <a:extLst>
              <a:ext uri="{FF2B5EF4-FFF2-40B4-BE49-F238E27FC236}">
                <a16:creationId xmlns:a16="http://schemas.microsoft.com/office/drawing/2014/main" id="{8B61684E-BD6D-5733-A7EB-7A5882A28302}"/>
              </a:ext>
            </a:extLst>
          </p:cNvPr>
          <p:cNvSpPr txBox="1"/>
          <p:nvPr/>
        </p:nvSpPr>
        <p:spPr>
          <a:xfrm>
            <a:off x="1383280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Baixa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0,201 a 0,300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07" name="II - Escala cor 3">
            <a:extLst>
              <a:ext uri="{FF2B5EF4-FFF2-40B4-BE49-F238E27FC236}">
                <a16:creationId xmlns:a16="http://schemas.microsoft.com/office/drawing/2014/main" id="{4B3BD69E-D57D-3011-D90C-E84DEB290AE2}"/>
              </a:ext>
            </a:extLst>
          </p:cNvPr>
          <p:cNvSpPr/>
          <p:nvPr/>
        </p:nvSpPr>
        <p:spPr>
          <a:xfrm>
            <a:off x="2562856" y="6009524"/>
            <a:ext cx="1179576" cy="118872"/>
          </a:xfrm>
          <a:prstGeom prst="rect">
            <a:avLst/>
          </a:prstGeom>
          <a:solidFill>
            <a:srgbClr val="698F6E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39" name="II - Escala Média">
            <a:extLst>
              <a:ext uri="{FF2B5EF4-FFF2-40B4-BE49-F238E27FC236}">
                <a16:creationId xmlns:a16="http://schemas.microsoft.com/office/drawing/2014/main" id="{458D9F23-E08F-C4A9-01E7-200FB69F6763}"/>
              </a:ext>
            </a:extLst>
          </p:cNvPr>
          <p:cNvSpPr txBox="1"/>
          <p:nvPr/>
        </p:nvSpPr>
        <p:spPr>
          <a:xfrm>
            <a:off x="2562856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Média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0,301 a 0,400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1" name="II - Escala cor 4">
            <a:extLst>
              <a:ext uri="{FF2B5EF4-FFF2-40B4-BE49-F238E27FC236}">
                <a16:creationId xmlns:a16="http://schemas.microsoft.com/office/drawing/2014/main" id="{4491207D-8CA6-F20B-52D6-36E742040CD8}"/>
              </a:ext>
            </a:extLst>
          </p:cNvPr>
          <p:cNvSpPr/>
          <p:nvPr/>
        </p:nvSpPr>
        <p:spPr>
          <a:xfrm>
            <a:off x="3742432" y="6009524"/>
            <a:ext cx="1179576" cy="118872"/>
          </a:xfrm>
          <a:prstGeom prst="rect">
            <a:avLst/>
          </a:prstGeom>
          <a:solidFill>
            <a:srgbClr val="396444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3" name="II - Escala Alta">
            <a:extLst>
              <a:ext uri="{FF2B5EF4-FFF2-40B4-BE49-F238E27FC236}">
                <a16:creationId xmlns:a16="http://schemas.microsoft.com/office/drawing/2014/main" id="{BF3E5D2B-4301-990D-C30F-199DB56F738F}"/>
              </a:ext>
            </a:extLst>
          </p:cNvPr>
          <p:cNvSpPr txBox="1"/>
          <p:nvPr/>
        </p:nvSpPr>
        <p:spPr>
          <a:xfrm>
            <a:off x="3742432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0,401 a 0,500</a:t>
            </a:r>
            <a:endParaRPr lang="en-US" sz="800">
              <a:latin typeface="Montserrat" panose="00000500000000000000" pitchFamily="2" charset="0"/>
            </a:endParaRPr>
          </a:p>
        </p:txBody>
      </p:sp>
      <p:sp>
        <p:nvSpPr>
          <p:cNvPr id="145" name="II - Escala cor 5">
            <a:extLst>
              <a:ext uri="{FF2B5EF4-FFF2-40B4-BE49-F238E27FC236}">
                <a16:creationId xmlns:a16="http://schemas.microsoft.com/office/drawing/2014/main" id="{20A8A4AB-61B6-875C-1E56-BE353589E618}"/>
              </a:ext>
            </a:extLst>
          </p:cNvPr>
          <p:cNvSpPr/>
          <p:nvPr/>
        </p:nvSpPr>
        <p:spPr>
          <a:xfrm>
            <a:off x="4922008" y="6009524"/>
            <a:ext cx="1179576" cy="118872"/>
          </a:xfrm>
          <a:prstGeom prst="rect">
            <a:avLst/>
          </a:prstGeom>
          <a:solidFill>
            <a:srgbClr val="1B3A20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endParaRPr lang="pt-BR">
              <a:latin typeface="Montserrat" panose="00000500000000000000" pitchFamily="2" charset="0"/>
            </a:endParaRPr>
          </a:p>
        </p:txBody>
      </p:sp>
      <p:sp>
        <p:nvSpPr>
          <p:cNvPr id="147" name="II - Escala Muito alta">
            <a:extLst>
              <a:ext uri="{FF2B5EF4-FFF2-40B4-BE49-F238E27FC236}">
                <a16:creationId xmlns:a16="http://schemas.microsoft.com/office/drawing/2014/main" id="{657E12B6-0912-3FF9-0164-AAE424E51350}"/>
              </a:ext>
            </a:extLst>
          </p:cNvPr>
          <p:cNvSpPr txBox="1"/>
          <p:nvPr/>
        </p:nvSpPr>
        <p:spPr>
          <a:xfrm>
            <a:off x="4922008" y="6146684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>
                <a:solidFill>
                  <a:schemeClr val="tx1"/>
                </a:solidFill>
                <a:latin typeface="Montserrat" panose="00000500000000000000" pitchFamily="2" charset="0"/>
              </a:rPr>
              <a:t>Muito alta</a:t>
            </a:r>
            <a:endParaRPr lang="en-US" sz="800">
              <a:latin typeface="Montserrat" panose="00000500000000000000" pitchFamily="2" charset="0"/>
            </a:endParaRPr>
          </a:p>
          <a:p>
            <a:pPr marL="0" indent="0" algn="ctr">
              <a:buNone/>
            </a:pPr>
            <a:r>
              <a:rPr lang="en-US" sz="750">
                <a:solidFill>
                  <a:schemeClr val="tx1"/>
                </a:solidFill>
                <a:latin typeface="Montserrat" panose="00000500000000000000" pitchFamily="2" charset="0"/>
              </a:rPr>
              <a:t>acima de 0,500</a:t>
            </a:r>
            <a:endParaRPr lang="en-US" sz="800">
              <a:latin typeface="Montserrat" panose="00000500000000000000" pitchFamily="2" charset="0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7BE0052-7C7D-1C1A-A220-6D902DBD519C}"/>
              </a:ext>
            </a:extLst>
          </p:cNvPr>
          <p:cNvGrpSpPr/>
          <p:nvPr/>
        </p:nvGrpSpPr>
        <p:grpSpPr>
          <a:xfrm>
            <a:off x="192024" y="1399897"/>
            <a:ext cx="11807952" cy="963010"/>
            <a:chOff x="192024" y="1391444"/>
            <a:chExt cx="11807952" cy="963010"/>
          </a:xfrm>
        </p:grpSpPr>
        <p:sp>
          <p:nvSpPr>
            <p:cNvPr id="158" name="II - Dimensão 1 (Infraestrutura urbana)">
              <a:extLst>
                <a:ext uri="{FF2B5EF4-FFF2-40B4-BE49-F238E27FC236}">
                  <a16:creationId xmlns:a16="http://schemas.microsoft.com/office/drawing/2014/main" id="{090042AF-34CB-11DD-FA38-7672EC82C168}"/>
                </a:ext>
              </a:extLst>
            </p:cNvPr>
            <p:cNvSpPr/>
            <p:nvPr/>
          </p:nvSpPr>
          <p:spPr>
            <a:xfrm>
              <a:off x="192024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O </a:t>
              </a:r>
              <a:r>
                <a:rPr lang="en-US" sz="1200" b="1" err="1">
                  <a:latin typeface="Montserrat" panose="00000500000000000000" pitchFamily="2" charset="0"/>
                </a:rPr>
                <a:t>que</a:t>
              </a:r>
              <a:r>
                <a:rPr lang="en-US" sz="1200" b="1">
                  <a:latin typeface="Montserrat" panose="00000500000000000000" pitchFamily="2" charset="0"/>
                </a:rPr>
                <a:t> é: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Componente</a:t>
              </a:r>
              <a:r>
                <a:rPr lang="en-US" sz="1200">
                  <a:latin typeface="Montserrat" panose="00000500000000000000" pitchFamily="2" charset="0"/>
                </a:rPr>
                <a:t> do Mais </a:t>
              </a: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, no </a:t>
              </a:r>
              <a:r>
                <a:rPr lang="en-US" sz="1200" err="1">
                  <a:latin typeface="Montserrat" panose="00000500000000000000" pitchFamily="2" charset="0"/>
                </a:rPr>
                <a:t>eixo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formativo</a:t>
              </a:r>
              <a:r>
                <a:rPr lang="en-US" sz="1200">
                  <a:latin typeface="Montserrat" panose="00000500000000000000" pitchFamily="2" charset="0"/>
                </a:rPr>
                <a:t> do Agora Tem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endParaRPr lang="en-US" sz="1200">
                <a:latin typeface="Montserrat" panose="00000500000000000000" pitchFamily="2" charset="0"/>
              </a:endParaRPr>
            </a:p>
          </p:txBody>
        </p:sp>
        <p:sp>
          <p:nvSpPr>
            <p:cNvPr id="160" name="II - Dimensão 1 (Infraestrutura urbana)">
              <a:extLst>
                <a:ext uri="{FF2B5EF4-FFF2-40B4-BE49-F238E27FC236}">
                  <a16:creationId xmlns:a16="http://schemas.microsoft.com/office/drawing/2014/main" id="{F9545BE1-1BFC-E44F-73C9-3120C7650649}"/>
                </a:ext>
              </a:extLst>
            </p:cNvPr>
            <p:cNvSpPr/>
            <p:nvPr/>
          </p:nvSpPr>
          <p:spPr>
            <a:xfrm>
              <a:off x="919937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 err="1">
                  <a:latin typeface="Montserrat" panose="00000500000000000000" pitchFamily="2" charset="0"/>
                </a:rPr>
                <a:t>Incentivo</a:t>
              </a:r>
              <a:r>
                <a:rPr lang="en-US" sz="1200" b="1">
                  <a:latin typeface="Montserrat" panose="00000500000000000000" pitchFamily="2" charset="0"/>
                </a:rPr>
                <a:t> </a:t>
              </a:r>
              <a:r>
                <a:rPr lang="en-US" sz="1200" b="1" err="1">
                  <a:latin typeface="Montserrat" panose="00000500000000000000" pitchFamily="2" charset="0"/>
                </a:rPr>
                <a:t>Financeiro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>
                  <a:latin typeface="Montserrat" panose="00000500000000000000" pitchFamily="2" charset="0"/>
                </a:rPr>
                <a:t>Bolsa-</a:t>
              </a:r>
              <a:r>
                <a:rPr lang="en-US" sz="1200" err="1">
                  <a:latin typeface="Montserrat" panose="00000500000000000000" pitchFamily="2" charset="0"/>
                </a:rPr>
                <a:t>formação</a:t>
              </a:r>
              <a:r>
                <a:rPr lang="en-US" sz="1200">
                  <a:latin typeface="Montserrat" panose="00000500000000000000" pitchFamily="2" charset="0"/>
                </a:rPr>
                <a:t> mensal, </a:t>
              </a:r>
              <a:r>
                <a:rPr lang="en-US" sz="1200" err="1">
                  <a:latin typeface="Montserrat" panose="00000500000000000000" pitchFamily="2" charset="0"/>
                </a:rPr>
                <a:t>paga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diretamente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pelo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Ministério</a:t>
              </a:r>
              <a:r>
                <a:rPr lang="en-US" sz="1200">
                  <a:latin typeface="Montserrat" panose="00000500000000000000" pitchFamily="2" charset="0"/>
                </a:rPr>
                <a:t> da Saúde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2" name="II - Dimensão 1 (Infraestrutura urbana)">
              <a:extLst>
                <a:ext uri="{FF2B5EF4-FFF2-40B4-BE49-F238E27FC236}">
                  <a16:creationId xmlns:a16="http://schemas.microsoft.com/office/drawing/2014/main" id="{373B3A66-B82F-C1B6-AC01-8EE478F0AF6D}"/>
                </a:ext>
              </a:extLst>
            </p:cNvPr>
            <p:cNvSpPr/>
            <p:nvPr/>
          </p:nvSpPr>
          <p:spPr>
            <a:xfrm>
              <a:off x="3194475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Quem </a:t>
              </a:r>
              <a:r>
                <a:rPr lang="en-US" sz="1200" b="1" err="1">
                  <a:latin typeface="Montserrat" panose="00000500000000000000" pitchFamily="2" charset="0"/>
                </a:rPr>
                <a:t>participa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  <a:br>
                <a:rPr lang="en-US" sz="1200" b="1">
                  <a:latin typeface="Montserrat" panose="00000500000000000000" pitchFamily="2" charset="0"/>
                </a:rPr>
              </a:br>
              <a:r>
                <a:rPr lang="en-US" sz="1200" err="1">
                  <a:latin typeface="Montserrat" panose="00000500000000000000" pitchFamily="2" charset="0"/>
                </a:rPr>
                <a:t>Médicos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especialistas</a:t>
              </a:r>
              <a:r>
                <a:rPr lang="en-US" sz="1200">
                  <a:latin typeface="Montserrat" panose="00000500000000000000" pitchFamily="2" charset="0"/>
                </a:rPr>
                <a:t> com RQE, </a:t>
              </a:r>
              <a:r>
                <a:rPr lang="en-US" sz="1200" err="1">
                  <a:latin typeface="Montserrat" panose="00000500000000000000" pitchFamily="2" charset="0"/>
                </a:rPr>
                <a:t>selecionados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chamamento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público</a:t>
              </a:r>
              <a:endParaRPr lang="en-US" sz="1200" b="1">
                <a:latin typeface="Montserrat" panose="00000500000000000000" pitchFamily="2" charset="0"/>
              </a:endParaRPr>
            </a:p>
          </p:txBody>
        </p:sp>
        <p:sp>
          <p:nvSpPr>
            <p:cNvPr id="164" name="II - Dimensão 1 (Infraestrutura urbana)">
              <a:extLst>
                <a:ext uri="{FF2B5EF4-FFF2-40B4-BE49-F238E27FC236}">
                  <a16:creationId xmlns:a16="http://schemas.microsoft.com/office/drawing/2014/main" id="{1B933D1B-DE51-EEFA-B9B9-4AB877748672}"/>
                </a:ext>
              </a:extLst>
            </p:cNvPr>
            <p:cNvSpPr/>
            <p:nvPr/>
          </p:nvSpPr>
          <p:spPr>
            <a:xfrm>
              <a:off x="6196926" y="1391444"/>
              <a:ext cx="2800600" cy="96301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 wrap="square" lIns="88900" tIns="88900" rIns="88900" bIns="88900" rtlCol="0" anchor="ctr"/>
            <a:lstStyle/>
            <a:p>
              <a:pPr marL="0" indent="0">
                <a:buNone/>
              </a:pPr>
              <a:r>
                <a:rPr lang="en-US" sz="1200" b="1">
                  <a:latin typeface="Montserrat" panose="00000500000000000000" pitchFamily="2" charset="0"/>
                </a:rPr>
                <a:t>Como </a:t>
              </a:r>
              <a:r>
                <a:rPr lang="en-US" sz="1200" b="1" err="1">
                  <a:latin typeface="Montserrat" panose="00000500000000000000" pitchFamily="2" charset="0"/>
                </a:rPr>
                <a:t>funciona</a:t>
              </a:r>
              <a:r>
                <a:rPr lang="en-US" sz="1200" b="1">
                  <a:latin typeface="Montserrat" panose="00000500000000000000" pitchFamily="2" charset="0"/>
                </a:rPr>
                <a:t>:</a:t>
              </a:r>
            </a:p>
            <a:p>
              <a:pPr marL="0" indent="0">
                <a:buNone/>
              </a:pPr>
              <a:r>
                <a:rPr lang="en-US" sz="1200" err="1">
                  <a:latin typeface="Montserrat" panose="00000500000000000000" pitchFamily="2" charset="0"/>
                </a:rPr>
                <a:t>Aprimoramento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em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serviço</a:t>
              </a:r>
              <a:r>
                <a:rPr lang="en-US" sz="1200">
                  <a:latin typeface="Montserrat" panose="00000500000000000000" pitchFamily="2" charset="0"/>
                </a:rPr>
                <a:t> no SUS: 20h </a:t>
              </a:r>
              <a:r>
                <a:rPr lang="en-US" sz="1200" err="1">
                  <a:latin typeface="Montserrat" panose="00000500000000000000" pitchFamily="2" charset="0"/>
                </a:rPr>
                <a:t>semanais</a:t>
              </a:r>
              <a:r>
                <a:rPr lang="en-US" sz="1200">
                  <a:latin typeface="Montserrat" panose="00000500000000000000" pitchFamily="2" charset="0"/>
                </a:rPr>
                <a:t>, </a:t>
              </a:r>
              <a:r>
                <a:rPr lang="en-US" sz="1200" err="1">
                  <a:latin typeface="Montserrat" panose="00000500000000000000" pitchFamily="2" charset="0"/>
                </a:rPr>
                <a:t>por</a:t>
              </a:r>
              <a:r>
                <a:rPr lang="en-US" sz="1200">
                  <a:latin typeface="Montserrat" panose="00000500000000000000" pitchFamily="2" charset="0"/>
                </a:rPr>
                <a:t> </a:t>
              </a:r>
              <a:r>
                <a:rPr lang="en-US" sz="1200" err="1">
                  <a:latin typeface="Montserrat" panose="00000500000000000000" pitchFamily="2" charset="0"/>
                </a:rPr>
                <a:t>até</a:t>
              </a:r>
              <a:r>
                <a:rPr lang="en-US" sz="1200">
                  <a:latin typeface="Montserrat" panose="00000500000000000000" pitchFamily="2" charset="0"/>
                </a:rPr>
                <a:t> 12 meses</a:t>
              </a:r>
            </a:p>
          </p:txBody>
        </p:sp>
      </p:grpSp>
      <p:sp>
        <p:nvSpPr>
          <p:cNvPr id="167" name="III - Valor R$ 20 mil">
            <a:extLst>
              <a:ext uri="{FF2B5EF4-FFF2-40B4-BE49-F238E27FC236}">
                <a16:creationId xmlns:a16="http://schemas.microsoft.com/office/drawing/2014/main" id="{AE574631-7F71-BB79-6645-4C6EB0F4BEB8}"/>
              </a:ext>
            </a:extLst>
          </p:cNvPr>
          <p:cNvSpPr/>
          <p:nvPr/>
        </p:nvSpPr>
        <p:spPr>
          <a:xfrm>
            <a:off x="6295644" y="2992004"/>
            <a:ext cx="1325880" cy="694800"/>
          </a:xfrm>
          <a:prstGeom prst="rect">
            <a:avLst/>
          </a:prstGeom>
          <a:solidFill>
            <a:srgbClr val="1B3A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R$ 20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8" name="III - Valor R$ 20 mil">
            <a:extLst>
              <a:ext uri="{FF2B5EF4-FFF2-40B4-BE49-F238E27FC236}">
                <a16:creationId xmlns:a16="http://schemas.microsoft.com/office/drawing/2014/main" id="{7A444C75-3CA7-3172-CB9B-6A76408ACEB5}"/>
              </a:ext>
            </a:extLst>
          </p:cNvPr>
          <p:cNvSpPr/>
          <p:nvPr/>
        </p:nvSpPr>
        <p:spPr>
          <a:xfrm>
            <a:off x="10674096" y="2992004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1</a:t>
            </a:r>
          </a:p>
        </p:txBody>
      </p:sp>
      <p:sp>
        <p:nvSpPr>
          <p:cNvPr id="184" name="III - Valor R$ 20 mil">
            <a:extLst>
              <a:ext uri="{FF2B5EF4-FFF2-40B4-BE49-F238E27FC236}">
                <a16:creationId xmlns:a16="http://schemas.microsoft.com/office/drawing/2014/main" id="{DB24316A-DC21-EB98-7865-D90AC185DB45}"/>
              </a:ext>
            </a:extLst>
          </p:cNvPr>
          <p:cNvSpPr/>
          <p:nvPr/>
        </p:nvSpPr>
        <p:spPr>
          <a:xfrm>
            <a:off x="7753350" y="2992004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</a:t>
            </a:r>
            <a:r>
              <a:rPr lang="en-US" sz="1400" b="1" err="1">
                <a:latin typeface="Montserrat" panose="00000500000000000000" pitchFamily="2" charset="0"/>
              </a:rPr>
              <a:t>Muito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r>
              <a:rPr lang="en-US" sz="1400" b="1" err="1">
                <a:latin typeface="Montserrat" panose="00000500000000000000" pitchFamily="2" charset="0"/>
              </a:rPr>
              <a:t>alta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171" name="III - Valor R$ 10 mil">
            <a:extLst>
              <a:ext uri="{FF2B5EF4-FFF2-40B4-BE49-F238E27FC236}">
                <a16:creationId xmlns:a16="http://schemas.microsoft.com/office/drawing/2014/main" id="{09382580-8835-CF76-43BD-4370D2939D9A}"/>
              </a:ext>
            </a:extLst>
          </p:cNvPr>
          <p:cNvSpPr/>
          <p:nvPr/>
        </p:nvSpPr>
        <p:spPr>
          <a:xfrm>
            <a:off x="6295644" y="4711220"/>
            <a:ext cx="1325880" cy="694800"/>
          </a:xfrm>
          <a:prstGeom prst="rect">
            <a:avLst/>
          </a:prstGeom>
          <a:solidFill>
            <a:srgbClr val="A9C0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R$ 10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0" name="III - Valor R$ 10 mil">
            <a:extLst>
              <a:ext uri="{FF2B5EF4-FFF2-40B4-BE49-F238E27FC236}">
                <a16:creationId xmlns:a16="http://schemas.microsoft.com/office/drawing/2014/main" id="{71E9F75A-AB41-1688-31E7-EE8D7F3E56A8}"/>
              </a:ext>
            </a:extLst>
          </p:cNvPr>
          <p:cNvSpPr/>
          <p:nvPr/>
        </p:nvSpPr>
        <p:spPr>
          <a:xfrm>
            <a:off x="10674096" y="4711220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3</a:t>
            </a:r>
          </a:p>
        </p:txBody>
      </p:sp>
      <p:sp>
        <p:nvSpPr>
          <p:cNvPr id="186" name="III - Valor R$ 20 mil">
            <a:extLst>
              <a:ext uri="{FF2B5EF4-FFF2-40B4-BE49-F238E27FC236}">
                <a16:creationId xmlns:a16="http://schemas.microsoft.com/office/drawing/2014/main" id="{08913574-1643-FA70-125F-4DE85B612F60}"/>
              </a:ext>
            </a:extLst>
          </p:cNvPr>
          <p:cNvSpPr/>
          <p:nvPr/>
        </p:nvSpPr>
        <p:spPr>
          <a:xfrm>
            <a:off x="7753351" y="4711220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</a:t>
            </a:r>
            <a:r>
              <a:rPr lang="en-US" sz="1400" b="1" err="1">
                <a:latin typeface="Montserrat" panose="00000500000000000000" pitchFamily="2" charset="0"/>
              </a:rPr>
              <a:t>Média</a:t>
            </a:r>
            <a:r>
              <a:rPr lang="en-US" sz="1400" b="1">
                <a:latin typeface="Montserrat" panose="00000500000000000000" pitchFamily="2" charset="0"/>
              </a:rPr>
              <a:t>, </a:t>
            </a:r>
          </a:p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baixa</a:t>
            </a:r>
            <a:r>
              <a:rPr lang="en-US" sz="1400" b="1">
                <a:latin typeface="Montserrat" panose="00000500000000000000" pitchFamily="2" charset="0"/>
              </a:rPr>
              <a:t> e </a:t>
            </a:r>
            <a:r>
              <a:rPr lang="en-US" sz="1400" b="1" err="1">
                <a:latin typeface="Montserrat" panose="00000500000000000000" pitchFamily="2" charset="0"/>
              </a:rPr>
              <a:t>buito</a:t>
            </a:r>
            <a:r>
              <a:rPr lang="en-US" sz="1400" b="1">
                <a:latin typeface="Montserrat" panose="00000500000000000000" pitchFamily="2" charset="0"/>
              </a:rPr>
              <a:t> </a:t>
            </a:r>
            <a:r>
              <a:rPr lang="en-US" sz="1400" b="1" err="1">
                <a:latin typeface="Montserrat" panose="00000500000000000000" pitchFamily="2" charset="0"/>
              </a:rPr>
              <a:t>baixa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169" name="III - Valor R$ 15 mil">
            <a:extLst>
              <a:ext uri="{FF2B5EF4-FFF2-40B4-BE49-F238E27FC236}">
                <a16:creationId xmlns:a16="http://schemas.microsoft.com/office/drawing/2014/main" id="{B5D9A0E0-7B1F-AC8E-CF79-38697503A349}"/>
              </a:ext>
            </a:extLst>
          </p:cNvPr>
          <p:cNvSpPr/>
          <p:nvPr/>
        </p:nvSpPr>
        <p:spPr>
          <a:xfrm>
            <a:off x="6295644" y="3851612"/>
            <a:ext cx="1325880" cy="694800"/>
          </a:xfrm>
          <a:prstGeom prst="rect">
            <a:avLst/>
          </a:prstGeom>
          <a:solidFill>
            <a:srgbClr val="396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bg1"/>
                </a:solidFill>
                <a:latin typeface="Montserrat" panose="00000500000000000000" pitchFamily="2" charset="0"/>
              </a:rPr>
              <a:t>R$ 15 mil</a:t>
            </a:r>
            <a:endParaRPr lang="en-US" sz="14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9" name="III - Valor R$ 15 mil">
            <a:extLst>
              <a:ext uri="{FF2B5EF4-FFF2-40B4-BE49-F238E27FC236}">
                <a16:creationId xmlns:a16="http://schemas.microsoft.com/office/drawing/2014/main" id="{9F53BFC6-8ADE-73B1-86B2-0B178A6834B5}"/>
              </a:ext>
            </a:extLst>
          </p:cNvPr>
          <p:cNvSpPr/>
          <p:nvPr/>
        </p:nvSpPr>
        <p:spPr>
          <a:xfrm>
            <a:off x="10674096" y="3851612"/>
            <a:ext cx="1325880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Faixa</a:t>
            </a:r>
            <a:r>
              <a:rPr lang="en-US" sz="1400" b="1">
                <a:latin typeface="Montserrat" panose="00000500000000000000" pitchFamily="2" charset="0"/>
              </a:rPr>
              <a:t> 2</a:t>
            </a:r>
          </a:p>
        </p:txBody>
      </p:sp>
      <p:sp>
        <p:nvSpPr>
          <p:cNvPr id="188" name="III - Valor R$ 20 mil">
            <a:extLst>
              <a:ext uri="{FF2B5EF4-FFF2-40B4-BE49-F238E27FC236}">
                <a16:creationId xmlns:a16="http://schemas.microsoft.com/office/drawing/2014/main" id="{87A9797D-A36C-4FCF-2532-241A007822E9}"/>
              </a:ext>
            </a:extLst>
          </p:cNvPr>
          <p:cNvSpPr/>
          <p:nvPr/>
        </p:nvSpPr>
        <p:spPr>
          <a:xfrm>
            <a:off x="7753350" y="3851612"/>
            <a:ext cx="2788919" cy="6948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latin typeface="Montserrat" panose="00000500000000000000" pitchFamily="2" charset="0"/>
              </a:rPr>
              <a:t>Vulnerabilidade</a:t>
            </a:r>
            <a:r>
              <a:rPr lang="en-US" sz="1400" b="1">
                <a:latin typeface="Montserrat" panose="00000500000000000000" pitchFamily="2" charset="0"/>
              </a:rPr>
              <a:t>: Alta</a:t>
            </a:r>
            <a:endParaRPr lang="en-US" sz="1400"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724198-AB4E-3C47-5449-9FBF8AA1EAC2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  <p:sp>
        <p:nvSpPr>
          <p:cNvPr id="8" name="III - Nota 1 (instrumento da política)">
            <a:extLst>
              <a:ext uri="{FF2B5EF4-FFF2-40B4-BE49-F238E27FC236}">
                <a16:creationId xmlns:a16="http://schemas.microsoft.com/office/drawing/2014/main" id="{7C9FF692-E62D-0573-53F7-3435556E347B}"/>
              </a:ext>
            </a:extLst>
          </p:cNvPr>
          <p:cNvSpPr/>
          <p:nvPr/>
        </p:nvSpPr>
        <p:spPr>
          <a:xfrm>
            <a:off x="6295643" y="5497460"/>
            <a:ext cx="5704333" cy="900000"/>
          </a:xfrm>
          <a:prstGeom prst="rect">
            <a:avLst/>
          </a:prstGeom>
          <a:solidFill>
            <a:srgbClr val="EEF3ED"/>
          </a:solidFill>
          <a:ln/>
        </p:spPr>
        <p:txBody>
          <a:bodyPr wrap="square" lIns="114300" tIns="114300" rIns="114300" bIns="114300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tx1"/>
                </a:solidFill>
                <a:latin typeface="Montserrat" panose="00000500000000000000" pitchFamily="2" charset="0"/>
              </a:rPr>
              <a:t>Instrumento da política. 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A bolsa de R$ 10.000,00, R$ 15.000,00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ou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 R$ 20</a:t>
            </a:r>
            <a:r>
              <a:rPr lang="en-US" sz="1050">
                <a:latin typeface="Montserrat" panose="00000500000000000000" pitchFamily="2" charset="0"/>
              </a:rPr>
              <a:t>.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000,00 é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fixada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por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US" sz="1050" err="1">
                <a:solidFill>
                  <a:schemeClr val="tx1"/>
                </a:solidFill>
                <a:latin typeface="Montserrat" panose="00000500000000000000" pitchFamily="2" charset="0"/>
              </a:rPr>
              <a:t>regra</a:t>
            </a:r>
            <a:r>
              <a:rPr lang="en-US" sz="1050">
                <a:solidFill>
                  <a:schemeClr val="tx1"/>
                </a:solidFill>
                <a:latin typeface="Montserrat" panose="00000500000000000000" pitchFamily="2" charset="0"/>
              </a:rPr>
              <a:t>, sobre a categoria de IVS do município.</a:t>
            </a:r>
            <a:endParaRPr lang="en-US" sz="105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1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6E08ED-45E8-EF91-DC8A-D664E405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91A83713-1435-73DA-C348-FC280E7BB767}"/>
              </a:ext>
            </a:extLst>
          </p:cNvPr>
          <p:cNvGrpSpPr>
            <a:grpSpLocks/>
          </p:cNvGrpSpPr>
          <p:nvPr/>
        </p:nvGrpSpPr>
        <p:grpSpPr bwMode="auto">
          <a:xfrm>
            <a:off x="7265837" y="1679748"/>
            <a:ext cx="5508000" cy="4896000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87E9A766-1BFB-2667-ADD1-7687B83C1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49685E4E-31C3-B095-33A5-C9F848080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BCF4F08F-B8A1-0811-4338-AA86D4927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6F1073F7-CE91-6D56-4599-17ADE2C8F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F4BA627C-5BD7-E62C-69FB-5561D66BD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094F33D6-D8B3-D207-8D47-D87E7A8AC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5148F2BA-2D1F-E005-0521-BFA1AA75D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24E8DCCF-D750-E9D1-C531-DFBDB9C34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49CD96F0-B399-4B38-C535-2513EB103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E5F200DF-5604-C5DB-9E96-4B0B99EA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70EFEAFC-70DB-8779-E0BB-5F89384C6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6B9C3165-4F98-E9DA-E244-A14A8C5A4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FCA6142C-1410-692B-74FF-226BC7C69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AD36048C-FF2B-8CB8-2A48-1DE36A54E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83A727C8-C5CA-10A9-86A8-2B23745A0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902FA39C-154A-1DB3-4802-F7B188203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C1D8960E-BB9B-4983-5F32-7278F941A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373CCC58-B31A-36AA-E217-C69AE5699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76127AEC-31E0-C178-5C59-C15FFF8F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DE3B72C-9B9A-6F40-A50C-08F8316E6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D5BAD5F6-0FDE-23CC-1A33-0BED14A52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5170B677-EEE6-C625-F079-3C8B3CE91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ADB5E2D6-8A39-08F0-EB2A-87F3E5C1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F0548D33-228F-BA98-ECDA-881557880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73886DFD-66E3-423F-CD69-321CC5D75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A44E7CA4-C3EF-D5E7-C70F-A4ACEEE4C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7F195660-5752-EFAC-34CB-3F8B1A750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4BC10C0-21C7-B658-533E-4FDBAE4D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0F6FC"/>
                </a:solidFill>
              </a:rPr>
              <a:t>A vulnerabilidade social define o piso da bolsa do PMM-E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722D01-29BE-24D6-D246-D4FE690A551E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O IVS resume a vulnerabilidade social em três dimensões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CC7D2E-031B-599B-BA8C-90017474CBE0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Índice de Vulnerabilidade Social (0 a 1), Por UF – Ipea, 2010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C69101-08D8-EB8C-3A56-E12E4CFC6D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4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AB2EB80F-9425-BDB6-3F8F-EE3E137F5CA7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16EEEC-9B73-02B0-68D8-D5A585E025F4}"/>
              </a:ext>
            </a:extLst>
          </p:cNvPr>
          <p:cNvGrpSpPr/>
          <p:nvPr/>
        </p:nvGrpSpPr>
        <p:grpSpPr>
          <a:xfrm>
            <a:off x="8114607" y="1298448"/>
            <a:ext cx="3291840" cy="384048"/>
            <a:chOff x="8099298" y="1298448"/>
            <a:chExt cx="3291840" cy="384048"/>
          </a:xfrm>
        </p:grpSpPr>
        <p:sp>
          <p:nvSpPr>
            <p:cNvPr id="7" name="Shape 40">
              <a:extLst>
                <a:ext uri="{FF2B5EF4-FFF2-40B4-BE49-F238E27FC236}">
                  <a16:creationId xmlns:a16="http://schemas.microsoft.com/office/drawing/2014/main" id="{53CE68C9-428E-A08D-2708-883B94962341}"/>
                </a:ext>
              </a:extLst>
            </p:cNvPr>
            <p:cNvSpPr/>
            <p:nvPr/>
          </p:nvSpPr>
          <p:spPr>
            <a:xfrm>
              <a:off x="8099298" y="1298448"/>
              <a:ext cx="658368" cy="155448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41">
              <a:extLst>
                <a:ext uri="{FF2B5EF4-FFF2-40B4-BE49-F238E27FC236}">
                  <a16:creationId xmlns:a16="http://schemas.microsoft.com/office/drawing/2014/main" id="{A334188C-8577-DAC5-E014-8A4B73E29D60}"/>
                </a:ext>
              </a:extLst>
            </p:cNvPr>
            <p:cNvSpPr/>
            <p:nvPr/>
          </p:nvSpPr>
          <p:spPr>
            <a:xfrm>
              <a:off x="8757666" y="1298448"/>
              <a:ext cx="658368" cy="155448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42">
              <a:extLst>
                <a:ext uri="{FF2B5EF4-FFF2-40B4-BE49-F238E27FC236}">
                  <a16:creationId xmlns:a16="http://schemas.microsoft.com/office/drawing/2014/main" id="{FC9FBC31-80F3-48BE-0C5E-1771E421CC03}"/>
                </a:ext>
              </a:extLst>
            </p:cNvPr>
            <p:cNvSpPr/>
            <p:nvPr/>
          </p:nvSpPr>
          <p:spPr>
            <a:xfrm>
              <a:off x="9416034" y="1298448"/>
              <a:ext cx="658368" cy="155448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43">
              <a:extLst>
                <a:ext uri="{FF2B5EF4-FFF2-40B4-BE49-F238E27FC236}">
                  <a16:creationId xmlns:a16="http://schemas.microsoft.com/office/drawing/2014/main" id="{FD961047-20F7-6893-0DB8-4E46016259B8}"/>
                </a:ext>
              </a:extLst>
            </p:cNvPr>
            <p:cNvSpPr/>
            <p:nvPr/>
          </p:nvSpPr>
          <p:spPr>
            <a:xfrm>
              <a:off x="10074402" y="1298448"/>
              <a:ext cx="658368" cy="155448"/>
            </a:xfrm>
            <a:prstGeom prst="rect">
              <a:avLst/>
            </a:prstGeom>
            <a:solidFill>
              <a:srgbClr val="396445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44">
              <a:extLst>
                <a:ext uri="{FF2B5EF4-FFF2-40B4-BE49-F238E27FC236}">
                  <a16:creationId xmlns:a16="http://schemas.microsoft.com/office/drawing/2014/main" id="{09473091-F407-6B6E-6C39-2FD58DA6E570}"/>
                </a:ext>
              </a:extLst>
            </p:cNvPr>
            <p:cNvSpPr/>
            <p:nvPr/>
          </p:nvSpPr>
          <p:spPr>
            <a:xfrm>
              <a:off x="10732770" y="1298448"/>
              <a:ext cx="658368" cy="1554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45">
              <a:extLst>
                <a:ext uri="{FF2B5EF4-FFF2-40B4-BE49-F238E27FC236}">
                  <a16:creationId xmlns:a16="http://schemas.microsoft.com/office/drawing/2014/main" id="{270E6B8F-21F4-C342-5720-5BB16C756EB7}"/>
                </a:ext>
              </a:extLst>
            </p:cNvPr>
            <p:cNvSpPr txBox="1"/>
            <p:nvPr/>
          </p:nvSpPr>
          <p:spPr>
            <a:xfrm>
              <a:off x="809929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Menor vulnerabilidade</a:t>
              </a:r>
              <a:endParaRPr lang="en-US" sz="900"/>
            </a:p>
          </p:txBody>
        </p:sp>
        <p:sp>
          <p:nvSpPr>
            <p:cNvPr id="21" name="Text 46">
              <a:extLst>
                <a:ext uri="{FF2B5EF4-FFF2-40B4-BE49-F238E27FC236}">
                  <a16:creationId xmlns:a16="http://schemas.microsoft.com/office/drawing/2014/main" id="{F3A01C30-AD15-3388-B545-F0979CD0BF5A}"/>
                </a:ext>
              </a:extLst>
            </p:cNvPr>
            <p:cNvSpPr txBox="1"/>
            <p:nvPr/>
          </p:nvSpPr>
          <p:spPr>
            <a:xfrm>
              <a:off x="974521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Maior vulnerabilidade</a:t>
              </a:r>
              <a:endParaRPr lang="en-US" sz="9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FF05F86-0419-9605-4413-25493CB4A025}"/>
              </a:ext>
            </a:extLst>
          </p:cNvPr>
          <p:cNvGrpSpPr/>
          <p:nvPr/>
        </p:nvGrpSpPr>
        <p:grpSpPr>
          <a:xfrm>
            <a:off x="192024" y="1216152"/>
            <a:ext cx="6711696" cy="1051560"/>
            <a:chOff x="192024" y="1234440"/>
            <a:chExt cx="6711696" cy="1051560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B084DE32-CC87-AE5F-5E95-FE4EA05415CF}"/>
                </a:ext>
              </a:extLst>
            </p:cNvPr>
            <p:cNvSpPr/>
            <p:nvPr/>
          </p:nvSpPr>
          <p:spPr>
            <a:xfrm>
              <a:off x="192024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6974CDD4-4221-0EB6-2307-C6D34C9A886B}"/>
                </a:ext>
              </a:extLst>
            </p:cNvPr>
            <p:cNvSpPr txBox="1"/>
            <p:nvPr/>
          </p:nvSpPr>
          <p:spPr>
            <a:xfrm>
              <a:off x="192024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Infraestrutura urbana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3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Saneamento, coleta de lixo e tempo de deslocamento ao trabalho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3C95404F-4A85-ABF4-466A-42860FF0E908}"/>
                </a:ext>
              </a:extLst>
            </p:cNvPr>
            <p:cNvSpPr txBox="1"/>
            <p:nvPr/>
          </p:nvSpPr>
          <p:spPr>
            <a:xfrm>
              <a:off x="2246376" y="1234440"/>
              <a:ext cx="2743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1600"/>
            </a:p>
          </p:txBody>
        </p:sp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69A267AC-377A-CE4D-490F-6F62E3A6F24B}"/>
                </a:ext>
              </a:extLst>
            </p:cNvPr>
            <p:cNvSpPr/>
            <p:nvPr/>
          </p:nvSpPr>
          <p:spPr>
            <a:xfrm>
              <a:off x="2520696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00AB9EFB-E309-BDA2-2DEE-BEB0C3CC1914}"/>
                </a:ext>
              </a:extLst>
            </p:cNvPr>
            <p:cNvSpPr txBox="1"/>
            <p:nvPr/>
          </p:nvSpPr>
          <p:spPr>
            <a:xfrm>
              <a:off x="2520696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Capital humano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8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Mortalidade infantil, analfabetismo e mães adolescentes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969CC158-00CC-9B33-8FC8-D2708D43377F}"/>
                </a:ext>
              </a:extLst>
            </p:cNvPr>
            <p:cNvSpPr txBox="1"/>
            <p:nvPr/>
          </p:nvSpPr>
          <p:spPr>
            <a:xfrm>
              <a:off x="4575048" y="1234440"/>
              <a:ext cx="27432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1600"/>
            </a:p>
          </p:txBody>
        </p:sp>
        <p:sp>
          <p:nvSpPr>
            <p:cNvPr id="40" name="Shape 9">
              <a:extLst>
                <a:ext uri="{FF2B5EF4-FFF2-40B4-BE49-F238E27FC236}">
                  <a16:creationId xmlns:a16="http://schemas.microsoft.com/office/drawing/2014/main" id="{B5132298-27FE-773C-3EDF-F7E406A254FB}"/>
                </a:ext>
              </a:extLst>
            </p:cNvPr>
            <p:cNvSpPr/>
            <p:nvPr/>
          </p:nvSpPr>
          <p:spPr>
            <a:xfrm>
              <a:off x="4849368" y="1234440"/>
              <a:ext cx="2054352" cy="10515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2E006F63-C7D6-3769-CDE0-9E4C25B4BF4A}"/>
                </a:ext>
              </a:extLst>
            </p:cNvPr>
            <p:cNvSpPr txBox="1"/>
            <p:nvPr/>
          </p:nvSpPr>
          <p:spPr>
            <a:xfrm>
              <a:off x="4849368" y="1234440"/>
              <a:ext cx="2054352" cy="1051560"/>
            </a:xfrm>
            <a:prstGeom prst="rect">
              <a:avLst/>
            </a:prstGeom>
            <a:noFill/>
            <a:ln/>
          </p:spPr>
          <p:txBody>
            <a:bodyPr wrap="square" lIns="101600" tIns="114300" rIns="1143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B3A20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Renda e trabalho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900" b="1">
                  <a:solidFill>
                    <a:srgbClr val="396444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5 indicadores</a:t>
              </a:r>
              <a:endParaRPr lang="en-US" sz="1100"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950">
                  <a:solidFill>
                    <a:srgbClr val="1F1F1F"/>
                  </a:solidFill>
                  <a:latin typeface="Montserrat" panose="00000500000000000000" pitchFamily="2" charset="0"/>
                  <a:ea typeface="Montserrat" pitchFamily="34" charset="-122"/>
                  <a:cs typeface="Montserrat" pitchFamily="34" charset="-120"/>
                </a:rPr>
                <a:t>Pobreza, desocupação e informalidade</a:t>
              </a:r>
              <a:endParaRPr lang="en-US" sz="1100">
                <a:latin typeface="Montserrat" panose="00000500000000000000" pitchFamily="2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ABC25E7-539C-2D82-0550-28386C72E658}"/>
              </a:ext>
            </a:extLst>
          </p:cNvPr>
          <p:cNvGrpSpPr/>
          <p:nvPr/>
        </p:nvGrpSpPr>
        <p:grpSpPr>
          <a:xfrm>
            <a:off x="192024" y="2406541"/>
            <a:ext cx="6711696" cy="384048"/>
            <a:chOff x="192024" y="2441448"/>
            <a:chExt cx="6711696" cy="384048"/>
          </a:xfrm>
        </p:grpSpPr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BD9FF05D-A2E4-EBC6-3C2F-5B289232BE51}"/>
                </a:ext>
              </a:extLst>
            </p:cNvPr>
            <p:cNvSpPr/>
            <p:nvPr/>
          </p:nvSpPr>
          <p:spPr>
            <a:xfrm>
              <a:off x="192024" y="2441448"/>
              <a:ext cx="6711696" cy="3840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Text 12">
              <a:extLst>
                <a:ext uri="{FF2B5EF4-FFF2-40B4-BE49-F238E27FC236}">
                  <a16:creationId xmlns:a16="http://schemas.microsoft.com/office/drawing/2014/main" id="{36BD3126-672B-84B5-68FA-9908F3E2E43C}"/>
                </a:ext>
              </a:extLst>
            </p:cNvPr>
            <p:cNvSpPr txBox="1"/>
            <p:nvPr/>
          </p:nvSpPr>
          <p:spPr>
            <a:xfrm>
              <a:off x="192024" y="2441448"/>
              <a:ext cx="6711696" cy="384048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IVS</a:t>
              </a:r>
              <a:r>
                <a:rPr lang="en-US" sz="110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= média simples das três dimensões, com o mesmo peso (1/3 cada)</a:t>
              </a:r>
              <a:endParaRPr lang="en-US" sz="110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D9535B-A431-642E-C93C-72B94A3EF49C}"/>
              </a:ext>
            </a:extLst>
          </p:cNvPr>
          <p:cNvGrpSpPr/>
          <p:nvPr/>
        </p:nvGrpSpPr>
        <p:grpSpPr>
          <a:xfrm>
            <a:off x="192024" y="2929418"/>
            <a:ext cx="6711696" cy="585216"/>
            <a:chOff x="192024" y="3191256"/>
            <a:chExt cx="6711696" cy="585216"/>
          </a:xfrm>
        </p:grpSpPr>
        <p:sp>
          <p:nvSpPr>
            <p:cNvPr id="54" name="Shape 14">
              <a:extLst>
                <a:ext uri="{FF2B5EF4-FFF2-40B4-BE49-F238E27FC236}">
                  <a16:creationId xmlns:a16="http://schemas.microsoft.com/office/drawing/2014/main" id="{70CE62AE-F2EF-0D90-19F4-F13329335C06}"/>
                </a:ext>
              </a:extLst>
            </p:cNvPr>
            <p:cNvSpPr/>
            <p:nvPr/>
          </p:nvSpPr>
          <p:spPr>
            <a:xfrm>
              <a:off x="192024" y="3191256"/>
              <a:ext cx="1313078" cy="182880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Text 15">
              <a:extLst>
                <a:ext uri="{FF2B5EF4-FFF2-40B4-BE49-F238E27FC236}">
                  <a16:creationId xmlns:a16="http://schemas.microsoft.com/office/drawing/2014/main" id="{91D82D5B-E1BB-BCBE-6656-15529760AA00}"/>
                </a:ext>
              </a:extLst>
            </p:cNvPr>
            <p:cNvSpPr txBox="1"/>
            <p:nvPr/>
          </p:nvSpPr>
          <p:spPr>
            <a:xfrm>
              <a:off x="192024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baixa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até 0,200</a:t>
              </a:r>
              <a:endParaRPr lang="en-US" sz="900"/>
            </a:p>
          </p:txBody>
        </p:sp>
        <p:sp>
          <p:nvSpPr>
            <p:cNvPr id="58" name="Shape 16">
              <a:extLst>
                <a:ext uri="{FF2B5EF4-FFF2-40B4-BE49-F238E27FC236}">
                  <a16:creationId xmlns:a16="http://schemas.microsoft.com/office/drawing/2014/main" id="{799D8B85-5BC5-0716-FEDF-4961514362F5}"/>
                </a:ext>
              </a:extLst>
            </p:cNvPr>
            <p:cNvSpPr/>
            <p:nvPr/>
          </p:nvSpPr>
          <p:spPr>
            <a:xfrm>
              <a:off x="1541678" y="3191256"/>
              <a:ext cx="1313078" cy="182880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Text 17">
              <a:extLst>
                <a:ext uri="{FF2B5EF4-FFF2-40B4-BE49-F238E27FC236}">
                  <a16:creationId xmlns:a16="http://schemas.microsoft.com/office/drawing/2014/main" id="{41E9D5BB-3D04-28E5-5676-9CFBFD9CE783}"/>
                </a:ext>
              </a:extLst>
            </p:cNvPr>
            <p:cNvSpPr txBox="1"/>
            <p:nvPr/>
          </p:nvSpPr>
          <p:spPr>
            <a:xfrm>
              <a:off x="1541678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Baixa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0,201 a 0,300</a:t>
              </a:r>
              <a:endParaRPr lang="en-US" sz="900"/>
            </a:p>
          </p:txBody>
        </p:sp>
        <p:sp>
          <p:nvSpPr>
            <p:cNvPr id="62" name="Shape 18">
              <a:extLst>
                <a:ext uri="{FF2B5EF4-FFF2-40B4-BE49-F238E27FC236}">
                  <a16:creationId xmlns:a16="http://schemas.microsoft.com/office/drawing/2014/main" id="{D26CCBDE-5F2B-EC4B-8D4F-4D8AF1A48335}"/>
                </a:ext>
              </a:extLst>
            </p:cNvPr>
            <p:cNvSpPr/>
            <p:nvPr/>
          </p:nvSpPr>
          <p:spPr>
            <a:xfrm>
              <a:off x="2891333" y="3191256"/>
              <a:ext cx="1313078" cy="182880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 19">
              <a:extLst>
                <a:ext uri="{FF2B5EF4-FFF2-40B4-BE49-F238E27FC236}">
                  <a16:creationId xmlns:a16="http://schemas.microsoft.com/office/drawing/2014/main" id="{CE67C7BF-2FE3-5BD7-A116-719648C578D6}"/>
                </a:ext>
              </a:extLst>
            </p:cNvPr>
            <p:cNvSpPr txBox="1"/>
            <p:nvPr/>
          </p:nvSpPr>
          <p:spPr>
            <a:xfrm>
              <a:off x="2891333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Média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0,301 a 0,400</a:t>
              </a:r>
              <a:endParaRPr lang="en-US" sz="900"/>
            </a:p>
          </p:txBody>
        </p:sp>
        <p:sp>
          <p:nvSpPr>
            <p:cNvPr id="66" name="Shape 20">
              <a:extLst>
                <a:ext uri="{FF2B5EF4-FFF2-40B4-BE49-F238E27FC236}">
                  <a16:creationId xmlns:a16="http://schemas.microsoft.com/office/drawing/2014/main" id="{F4050FD5-0825-6D53-6757-EC88B82615B1}"/>
                </a:ext>
              </a:extLst>
            </p:cNvPr>
            <p:cNvSpPr/>
            <p:nvPr/>
          </p:nvSpPr>
          <p:spPr>
            <a:xfrm>
              <a:off x="4240987" y="3191256"/>
              <a:ext cx="1313078" cy="182880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 21">
              <a:extLst>
                <a:ext uri="{FF2B5EF4-FFF2-40B4-BE49-F238E27FC236}">
                  <a16:creationId xmlns:a16="http://schemas.microsoft.com/office/drawing/2014/main" id="{405E3A64-DFB5-C9C2-CDBC-276FAD8E53F7}"/>
                </a:ext>
              </a:extLst>
            </p:cNvPr>
            <p:cNvSpPr txBox="1"/>
            <p:nvPr/>
          </p:nvSpPr>
          <p:spPr>
            <a:xfrm>
              <a:off x="4240987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Alta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0,401 a 0,500</a:t>
              </a:r>
              <a:endParaRPr lang="en-US" sz="900"/>
            </a:p>
          </p:txBody>
        </p:sp>
        <p:sp>
          <p:nvSpPr>
            <p:cNvPr id="70" name="Shape 22">
              <a:extLst>
                <a:ext uri="{FF2B5EF4-FFF2-40B4-BE49-F238E27FC236}">
                  <a16:creationId xmlns:a16="http://schemas.microsoft.com/office/drawing/2014/main" id="{E0727719-828F-7F65-9AD0-23483FBB3D84}"/>
                </a:ext>
              </a:extLst>
            </p:cNvPr>
            <p:cNvSpPr/>
            <p:nvPr/>
          </p:nvSpPr>
          <p:spPr>
            <a:xfrm>
              <a:off x="5590642" y="3191256"/>
              <a:ext cx="1313078" cy="182880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Text 23">
              <a:extLst>
                <a:ext uri="{FF2B5EF4-FFF2-40B4-BE49-F238E27FC236}">
                  <a16:creationId xmlns:a16="http://schemas.microsoft.com/office/drawing/2014/main" id="{49917BAE-049D-D5D7-6AF3-768C8B4858CF}"/>
                </a:ext>
              </a:extLst>
            </p:cNvPr>
            <p:cNvSpPr txBox="1"/>
            <p:nvPr/>
          </p:nvSpPr>
          <p:spPr>
            <a:xfrm>
              <a:off x="5590642" y="3410712"/>
              <a:ext cx="13130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alta</a:t>
              </a:r>
              <a:endParaRPr lang="en-US" sz="900"/>
            </a:p>
            <a:p>
              <a:pPr marL="0" indent="0" algn="ctr">
                <a:buNone/>
              </a:pPr>
              <a:r>
                <a:rPr lang="en-US" sz="85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acima de 0,500</a:t>
              </a:r>
              <a:endParaRPr lang="en-US" sz="900"/>
            </a:p>
          </p:txBody>
        </p:sp>
      </p:grp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610CB241-C8C2-DC08-E29C-C362BAC89FED}"/>
              </a:ext>
            </a:extLst>
          </p:cNvPr>
          <p:cNvSpPr txBox="1">
            <a:spLocks/>
          </p:cNvSpPr>
          <p:nvPr/>
        </p:nvSpPr>
        <p:spPr>
          <a:xfrm>
            <a:off x="96400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O IVS define o piso da bolsa e organiza o custo do lugar</a:t>
            </a:r>
          </a:p>
          <a:p>
            <a:endParaRPr lang="pt-BR"/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BA2A81D5-E316-3677-A656-C53A167759BF}"/>
              </a:ext>
            </a:extLst>
          </p:cNvPr>
          <p:cNvSpPr txBox="1">
            <a:spLocks/>
          </p:cNvSpPr>
          <p:nvPr/>
        </p:nvSpPr>
        <p:spPr>
          <a:xfrm>
            <a:off x="96401" y="3918605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Bolsa-formação mensal por categoria de IVS 2010 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FCFAFBE-5EE3-F46D-498A-8CFA7C125DE6}"/>
              </a:ext>
            </a:extLst>
          </p:cNvPr>
          <p:cNvGrpSpPr/>
          <p:nvPr/>
        </p:nvGrpSpPr>
        <p:grpSpPr>
          <a:xfrm>
            <a:off x="192024" y="4143097"/>
            <a:ext cx="3063240" cy="2216048"/>
            <a:chOff x="192024" y="4681728"/>
            <a:chExt cx="3063240" cy="1188720"/>
          </a:xfrm>
        </p:grpSpPr>
        <p:sp>
          <p:nvSpPr>
            <p:cNvPr id="81" name="Shape 26">
              <a:extLst>
                <a:ext uri="{FF2B5EF4-FFF2-40B4-BE49-F238E27FC236}">
                  <a16:creationId xmlns:a16="http://schemas.microsoft.com/office/drawing/2014/main" id="{052C4491-95B5-1AAC-B409-376FF554470D}"/>
                </a:ext>
              </a:extLst>
            </p:cNvPr>
            <p:cNvSpPr/>
            <p:nvPr/>
          </p:nvSpPr>
          <p:spPr>
            <a:xfrm>
              <a:off x="192024" y="4681728"/>
              <a:ext cx="1234440" cy="347472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3" name="Text 27">
              <a:extLst>
                <a:ext uri="{FF2B5EF4-FFF2-40B4-BE49-F238E27FC236}">
                  <a16:creationId xmlns:a16="http://schemas.microsoft.com/office/drawing/2014/main" id="{DD335D2B-3EA1-359F-11AD-EE128C7D96CF}"/>
                </a:ext>
              </a:extLst>
            </p:cNvPr>
            <p:cNvSpPr txBox="1"/>
            <p:nvPr/>
          </p:nvSpPr>
          <p:spPr>
            <a:xfrm>
              <a:off x="192024" y="4681728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R$ 20 mil</a:t>
              </a:r>
              <a:endParaRPr lang="en-US" sz="1300"/>
            </a:p>
          </p:txBody>
        </p:sp>
        <p:sp>
          <p:nvSpPr>
            <p:cNvPr id="85" name="Shape 28">
              <a:extLst>
                <a:ext uri="{FF2B5EF4-FFF2-40B4-BE49-F238E27FC236}">
                  <a16:creationId xmlns:a16="http://schemas.microsoft.com/office/drawing/2014/main" id="{0766FA89-5E0D-575C-69E1-373178222740}"/>
                </a:ext>
              </a:extLst>
            </p:cNvPr>
            <p:cNvSpPr/>
            <p:nvPr/>
          </p:nvSpPr>
          <p:spPr>
            <a:xfrm>
              <a:off x="1426464" y="4681728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7" name="Text 29">
              <a:extLst>
                <a:ext uri="{FF2B5EF4-FFF2-40B4-BE49-F238E27FC236}">
                  <a16:creationId xmlns:a16="http://schemas.microsoft.com/office/drawing/2014/main" id="{550CCDC8-4BC0-48C8-AC06-6EC29D54C08E}"/>
                </a:ext>
              </a:extLst>
            </p:cNvPr>
            <p:cNvSpPr txBox="1"/>
            <p:nvPr/>
          </p:nvSpPr>
          <p:spPr>
            <a:xfrm>
              <a:off x="1426464" y="4681728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pPr marL="0" indent="0">
                <a:buNone/>
              </a:pPr>
              <a:r>
                <a:rPr lang="en-US" sz="1100" err="1">
                  <a:solidFill>
                    <a:srgbClr val="1F1F1F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Muito</a:t>
              </a:r>
              <a:r>
                <a:rPr lang="en-US" sz="1100">
                  <a:solidFill>
                    <a:srgbClr val="1F1F1F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1100" err="1">
                  <a:solidFill>
                    <a:srgbClr val="1F1F1F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alta</a:t>
              </a:r>
              <a:endParaRPr lang="en-US" sz="1100" err="1">
                <a:latin typeface="Montserrat"/>
              </a:endParaRPr>
            </a:p>
          </p:txBody>
        </p:sp>
        <p:sp>
          <p:nvSpPr>
            <p:cNvPr id="89" name="Shape 30">
              <a:extLst>
                <a:ext uri="{FF2B5EF4-FFF2-40B4-BE49-F238E27FC236}">
                  <a16:creationId xmlns:a16="http://schemas.microsoft.com/office/drawing/2014/main" id="{004150E3-586F-A68B-AFFD-341D8E819555}"/>
                </a:ext>
              </a:extLst>
            </p:cNvPr>
            <p:cNvSpPr/>
            <p:nvPr/>
          </p:nvSpPr>
          <p:spPr>
            <a:xfrm>
              <a:off x="192024" y="5102352"/>
              <a:ext cx="1234440" cy="347472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1" name="Text 31">
              <a:extLst>
                <a:ext uri="{FF2B5EF4-FFF2-40B4-BE49-F238E27FC236}">
                  <a16:creationId xmlns:a16="http://schemas.microsoft.com/office/drawing/2014/main" id="{28C29738-ECDF-24AC-2247-6C9D9375EBCC}"/>
                </a:ext>
              </a:extLst>
            </p:cNvPr>
            <p:cNvSpPr txBox="1"/>
            <p:nvPr/>
          </p:nvSpPr>
          <p:spPr>
            <a:xfrm>
              <a:off x="192024" y="5102352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R$ 15 mil</a:t>
              </a:r>
              <a:endParaRPr lang="en-US" sz="1300"/>
            </a:p>
          </p:txBody>
        </p:sp>
        <p:sp>
          <p:nvSpPr>
            <p:cNvPr id="93" name="Shape 32">
              <a:extLst>
                <a:ext uri="{FF2B5EF4-FFF2-40B4-BE49-F238E27FC236}">
                  <a16:creationId xmlns:a16="http://schemas.microsoft.com/office/drawing/2014/main" id="{18BBA831-553F-12DB-7A9A-2C7F40E58489}"/>
                </a:ext>
              </a:extLst>
            </p:cNvPr>
            <p:cNvSpPr/>
            <p:nvPr/>
          </p:nvSpPr>
          <p:spPr>
            <a:xfrm>
              <a:off x="1426464" y="5102352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5" name="Text 33">
              <a:extLst>
                <a:ext uri="{FF2B5EF4-FFF2-40B4-BE49-F238E27FC236}">
                  <a16:creationId xmlns:a16="http://schemas.microsoft.com/office/drawing/2014/main" id="{246B9A82-E3B2-C2C4-02E1-5E4EF5F93875}"/>
                </a:ext>
              </a:extLst>
            </p:cNvPr>
            <p:cNvSpPr txBox="1"/>
            <p:nvPr/>
          </p:nvSpPr>
          <p:spPr>
            <a:xfrm>
              <a:off x="1426464" y="5102352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F1F1F"/>
                  </a:solidFill>
                  <a:latin typeface="Montserrat"/>
                </a:rPr>
                <a:t>Alta</a:t>
              </a:r>
              <a:endParaRPr lang="en-US" sz="1100">
                <a:latin typeface="Montserrat"/>
              </a:endParaRPr>
            </a:p>
          </p:txBody>
        </p:sp>
        <p:sp>
          <p:nvSpPr>
            <p:cNvPr id="98" name="Shape 34">
              <a:extLst>
                <a:ext uri="{FF2B5EF4-FFF2-40B4-BE49-F238E27FC236}">
                  <a16:creationId xmlns:a16="http://schemas.microsoft.com/office/drawing/2014/main" id="{4828B658-71BB-143F-A924-3CA3E11675FE}"/>
                </a:ext>
              </a:extLst>
            </p:cNvPr>
            <p:cNvSpPr/>
            <p:nvPr/>
          </p:nvSpPr>
          <p:spPr>
            <a:xfrm>
              <a:off x="192024" y="5522976"/>
              <a:ext cx="1234440" cy="347472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0" name="Text 35">
              <a:extLst>
                <a:ext uri="{FF2B5EF4-FFF2-40B4-BE49-F238E27FC236}">
                  <a16:creationId xmlns:a16="http://schemas.microsoft.com/office/drawing/2014/main" id="{FC246144-2137-0640-F510-CC17F7C911BF}"/>
                </a:ext>
              </a:extLst>
            </p:cNvPr>
            <p:cNvSpPr txBox="1"/>
            <p:nvPr/>
          </p:nvSpPr>
          <p:spPr>
            <a:xfrm>
              <a:off x="192024" y="5522976"/>
              <a:ext cx="1234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R$ 10 mil</a:t>
              </a:r>
              <a:endParaRPr lang="en-US" sz="1300"/>
            </a:p>
          </p:txBody>
        </p:sp>
        <p:sp>
          <p:nvSpPr>
            <p:cNvPr id="102" name="Shape 36">
              <a:extLst>
                <a:ext uri="{FF2B5EF4-FFF2-40B4-BE49-F238E27FC236}">
                  <a16:creationId xmlns:a16="http://schemas.microsoft.com/office/drawing/2014/main" id="{76AF643F-5D58-0951-CEA3-C7C8E2ED288E}"/>
                </a:ext>
              </a:extLst>
            </p:cNvPr>
            <p:cNvSpPr/>
            <p:nvPr/>
          </p:nvSpPr>
          <p:spPr>
            <a:xfrm>
              <a:off x="1426464" y="5522976"/>
              <a:ext cx="1828800" cy="347472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" name="Text 37">
              <a:extLst>
                <a:ext uri="{FF2B5EF4-FFF2-40B4-BE49-F238E27FC236}">
                  <a16:creationId xmlns:a16="http://schemas.microsoft.com/office/drawing/2014/main" id="{35D66D9B-6034-ED41-3F77-E2071B2233AB}"/>
                </a:ext>
              </a:extLst>
            </p:cNvPr>
            <p:cNvSpPr txBox="1"/>
            <p:nvPr/>
          </p:nvSpPr>
          <p:spPr>
            <a:xfrm>
              <a:off x="1426464" y="5522976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127000" tIns="0" rIns="0" bIns="0" rtlCol="0" anchor="ctr"/>
            <a:lstStyle/>
            <a:p>
              <a:r>
                <a:rPr lang="en-US" sz="1100" err="1">
                  <a:solidFill>
                    <a:srgbClr val="1F1F1F"/>
                  </a:solidFill>
                  <a:latin typeface="Montserrat"/>
                </a:rPr>
                <a:t>Até</a:t>
              </a:r>
              <a:r>
                <a:rPr lang="en-US" sz="1100">
                  <a:solidFill>
                    <a:srgbClr val="1F1F1F"/>
                  </a:solidFill>
                  <a:latin typeface="Montserrat"/>
                </a:rPr>
                <a:t> </a:t>
              </a:r>
              <a:r>
                <a:rPr lang="en-US" sz="1100" err="1">
                  <a:solidFill>
                    <a:srgbClr val="1F1F1F"/>
                  </a:solidFill>
                  <a:latin typeface="Montserrat"/>
                </a:rPr>
                <a:t>média</a:t>
              </a:r>
              <a:endParaRPr lang="en-US" sz="2800" err="1"/>
            </a:p>
          </p:txBody>
        </p:sp>
      </p:grpSp>
      <p:sp>
        <p:nvSpPr>
          <p:cNvPr id="2002" name="Card BG 1"/>
          <p:cNvSpPr/>
          <p:nvPr/>
        </p:nvSpPr>
        <p:spPr>
          <a:xfrm>
            <a:off x="3479800" y="4140200"/>
            <a:ext cx="3632200" cy="1028700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4" name="Card BG 2"/>
          <p:cNvSpPr/>
          <p:nvPr/>
        </p:nvSpPr>
        <p:spPr>
          <a:xfrm>
            <a:off x="3479800" y="5321300"/>
            <a:ext cx="3632200" cy="1028700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CCB2AE-2ECC-4F30-AEDE-AA738D73A694}"/>
              </a:ext>
            </a:extLst>
          </p:cNvPr>
          <p:cNvGrpSpPr/>
          <p:nvPr/>
        </p:nvGrpSpPr>
        <p:grpSpPr>
          <a:xfrm>
            <a:off x="3429000" y="4146220"/>
            <a:ext cx="3683000" cy="2209800"/>
            <a:chOff x="3429000" y="4140200"/>
            <a:chExt cx="3683000" cy="22098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0B9960-49DB-722B-27EB-90124AAD7B26}"/>
                </a:ext>
              </a:extLst>
            </p:cNvPr>
            <p:cNvGrpSpPr/>
            <p:nvPr/>
          </p:nvGrpSpPr>
          <p:grpSpPr>
            <a:xfrm>
              <a:off x="3429000" y="4140200"/>
              <a:ext cx="3683000" cy="1028700"/>
              <a:chOff x="3429000" y="4140200"/>
              <a:chExt cx="3683000" cy="1028700"/>
            </a:xfrm>
          </p:grpSpPr>
          <p:sp>
            <p:nvSpPr>
              <p:cNvPr id="2001" name="Accent Card 1"/>
              <p:cNvSpPr/>
              <p:nvPr/>
            </p:nvSpPr>
            <p:spPr>
              <a:xfrm>
                <a:off x="3429000" y="4140200"/>
                <a:ext cx="50800" cy="1028700"/>
              </a:xfrm>
              <a:prstGeom prst="rect">
                <a:avLst/>
              </a:prstGeom>
              <a:solidFill>
                <a:srgbClr val="1B3A20"/>
              </a:solidFill>
              <a:ln>
                <a:noFill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Text 39">
                <a:extLst>
                  <a:ext uri="{FF2B5EF4-FFF2-40B4-BE49-F238E27FC236}">
                    <a16:creationId xmlns:a16="http://schemas.microsoft.com/office/drawing/2014/main" id="{4D864113-EC30-7360-4FB0-2B483495B833}"/>
                  </a:ext>
                </a:extLst>
              </p:cNvPr>
              <p:cNvSpPr txBox="1"/>
              <p:nvPr/>
            </p:nvSpPr>
            <p:spPr>
              <a:xfrm>
                <a:off x="3479800" y="4140200"/>
                <a:ext cx="3632200" cy="1028700"/>
              </a:xfrm>
              <a:prstGeom prst="rect">
                <a:avLst/>
              </a:prstGeom>
              <a:noFill/>
              <a:ln/>
            </p:spPr>
            <p:txBody>
              <a:bodyPr wrap="square" lIns="152400" tIns="101600" rIns="152400" bIns="101600" anchor="ctr"/>
              <a:lstStyle/>
              <a:p>
                <a:pPr marL="0" indent="0" algn="just">
                  <a:buNone/>
                </a:pPr>
                <a:r>
                  <a:rPr lang="en-US" sz="950" b="1" err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Instrumento</a:t>
                </a:r>
                <a:r>
                  <a:rPr lang="en-US" sz="950" b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da </a:t>
                </a:r>
                <a:r>
                  <a:rPr lang="en-US" sz="950" b="1" err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política</a:t>
                </a:r>
                <a:r>
                  <a:rPr lang="en-US" sz="950" b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. 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A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bolsa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de R$ 10, 15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ou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20 mil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é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fixada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por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regra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sobre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a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categoria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de IVS do </a:t>
                </a:r>
                <a:r>
                  <a:rPr lang="en-US" sz="95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município</a:t>
                </a:r>
                <a:r>
                  <a:rPr lang="en-US" sz="95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.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323385A-CCE3-2E85-00C6-B2ED40ED0AEB}"/>
                </a:ext>
              </a:extLst>
            </p:cNvPr>
            <p:cNvGrpSpPr/>
            <p:nvPr/>
          </p:nvGrpSpPr>
          <p:grpSpPr>
            <a:xfrm>
              <a:off x="3429000" y="5321300"/>
              <a:ext cx="3683000" cy="1028700"/>
              <a:chOff x="3429000" y="5321300"/>
              <a:chExt cx="3683000" cy="1028700"/>
            </a:xfrm>
          </p:grpSpPr>
          <p:sp>
            <p:nvSpPr>
              <p:cNvPr id="2003" name="Accent Card 2"/>
              <p:cNvSpPr/>
              <p:nvPr/>
            </p:nvSpPr>
            <p:spPr>
              <a:xfrm>
                <a:off x="3429000" y="5321300"/>
                <a:ext cx="50800" cy="1028700"/>
              </a:xfrm>
              <a:prstGeom prst="rect">
                <a:avLst/>
              </a:prstGeom>
              <a:solidFill>
                <a:srgbClr val="1B3A20"/>
              </a:solidFill>
              <a:ln>
                <a:noFill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0" name="Text Card 2">
                <a:extLst>
                  <a:ext uri="{FF2B5EF4-FFF2-40B4-BE49-F238E27FC236}">
                    <a16:creationId xmlns:a16="http://schemas.microsoft.com/office/drawing/2014/main" id="{4D864113-EC30-7360-4FB0-2B483495B833}"/>
                  </a:ext>
                </a:extLst>
              </p:cNvPr>
              <p:cNvSpPr txBox="1"/>
              <p:nvPr/>
            </p:nvSpPr>
            <p:spPr>
              <a:xfrm>
                <a:off x="3479800" y="5321300"/>
                <a:ext cx="3632200" cy="1028700"/>
              </a:xfrm>
              <a:prstGeom prst="rect">
                <a:avLst/>
              </a:prstGeom>
              <a:noFill/>
              <a:ln/>
            </p:spPr>
            <p:txBody>
              <a:bodyPr wrap="square" lIns="152400" tIns="101600" rIns="152400" bIns="101600" anchor="ctr"/>
              <a:lstStyle/>
              <a:p>
                <a:pPr algn="just">
                  <a:buNone/>
                </a:pPr>
                <a:r>
                  <a:rPr lang="en-US" sz="1000" b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O IVS é o </a:t>
                </a:r>
                <a:r>
                  <a:rPr lang="en-US" sz="1000" b="1" err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piso</a:t>
                </a:r>
                <a:r>
                  <a:rPr lang="en-US" sz="1000" b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, </a:t>
                </a:r>
                <a:r>
                  <a:rPr lang="en-US" sz="1000" b="1" err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não</a:t>
                </a:r>
                <a:r>
                  <a:rPr lang="en-US" sz="1000" b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o </a:t>
                </a:r>
                <a:r>
                  <a:rPr lang="en-US" sz="1000" b="1" err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critério</a:t>
                </a:r>
                <a:r>
                  <a:rPr lang="en-US" sz="1000" b="1">
                    <a:solidFill>
                      <a:srgbClr val="1B3A20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: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em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177 dos 368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municípios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do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ciclo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1, a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faixa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publicada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está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acima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da 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categoria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de IVS;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em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nenhum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, </a:t>
                </a:r>
                <a:r>
                  <a:rPr lang="en-US" sz="1000" err="1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abaixo</a:t>
                </a:r>
                <a:r>
                  <a:rPr lang="en-US" sz="1000">
                    <a:solidFill>
                      <a:srgbClr val="1F1F1F"/>
                    </a:solidFill>
                    <a:latin typeface="Montserrat"/>
                    <a:ea typeface="Montserrat" pitchFamily="34" charset="-122"/>
                    <a:cs typeface="Montserrat" pitchFamily="34" charset="-120"/>
                  </a:rPr>
                  <a:t>.</a:t>
                </a:r>
              </a:p>
            </p:txBody>
          </p:sp>
        </p:grpSp>
      </p:grpSp>
      <p:sp>
        <p:nvSpPr>
          <p:cNvPr id="110" name="Text 47">
            <a:extLst>
              <a:ext uri="{FF2B5EF4-FFF2-40B4-BE49-F238E27FC236}">
                <a16:creationId xmlns:a16="http://schemas.microsoft.com/office/drawing/2014/main" id="{89C5137A-70D5-499E-E0A0-6E37BDF244DE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Ipea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Atlas da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Vulnerabilidade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Social;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Edital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SGTES/MS nº 3/2025 (item 11.1.4); </a:t>
            </a:r>
            <a:r>
              <a:rPr lang="en-US" sz="800" err="1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ciclo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 do PMM-E.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20778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7EF3-549D-2722-040F-87A5C048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5C1E1D76-FA27-063B-2CB9-A5616C6B656D}"/>
              </a:ext>
            </a:extLst>
          </p:cNvPr>
          <p:cNvGrpSpPr/>
          <p:nvPr/>
        </p:nvGrpSpPr>
        <p:grpSpPr>
          <a:xfrm>
            <a:off x="9155887" y="914400"/>
            <a:ext cx="2715768" cy="2377440"/>
            <a:chOff x="9155887" y="914400"/>
            <a:chExt cx="2715768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ED020EEF-219F-38FF-8942-EAB77F723231}"/>
                </a:ext>
              </a:extLst>
            </p:cNvPr>
            <p:cNvSpPr/>
            <p:nvPr/>
          </p:nvSpPr>
          <p:spPr>
            <a:xfrm>
              <a:off x="9155887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41778"/>
                  </a:lnTo>
                  <a:lnTo>
                    <a:pt x="2697480" y="2354489"/>
                  </a:lnTo>
                  <a:lnTo>
                    <a:pt x="2633015" y="2355129"/>
                  </a:lnTo>
                  <a:lnTo>
                    <a:pt x="2602657" y="2361621"/>
                  </a:lnTo>
                  <a:lnTo>
                    <a:pt x="2562057" y="2350191"/>
                  </a:lnTo>
                  <a:lnTo>
                    <a:pt x="2500244" y="2358695"/>
                  </a:lnTo>
                  <a:lnTo>
                    <a:pt x="2435779" y="2374697"/>
                  </a:lnTo>
                  <a:lnTo>
                    <a:pt x="2377074" y="2361529"/>
                  </a:lnTo>
                  <a:lnTo>
                    <a:pt x="2309500" y="2363267"/>
                  </a:lnTo>
                  <a:lnTo>
                    <a:pt x="2265700" y="2361347"/>
                  </a:lnTo>
                  <a:lnTo>
                    <a:pt x="2201875" y="2348911"/>
                  </a:lnTo>
                  <a:lnTo>
                    <a:pt x="2144817" y="2351288"/>
                  </a:lnTo>
                  <a:lnTo>
                    <a:pt x="2090958" y="2345985"/>
                  </a:lnTo>
                  <a:lnTo>
                    <a:pt x="2063709" y="2344339"/>
                  </a:lnTo>
                  <a:lnTo>
                    <a:pt x="2028139" y="2369850"/>
                  </a:lnTo>
                  <a:lnTo>
                    <a:pt x="1965777" y="2352111"/>
                  </a:lnTo>
                  <a:lnTo>
                    <a:pt x="1940174" y="2371222"/>
                  </a:lnTo>
                  <a:lnTo>
                    <a:pt x="1877263" y="2369119"/>
                  </a:lnTo>
                  <a:lnTo>
                    <a:pt x="1827246" y="2367930"/>
                  </a:lnTo>
                  <a:lnTo>
                    <a:pt x="1765066" y="2367473"/>
                  </a:lnTo>
                  <a:lnTo>
                    <a:pt x="1716237" y="2351928"/>
                  </a:lnTo>
                  <a:lnTo>
                    <a:pt x="1679936" y="2363907"/>
                  </a:lnTo>
                  <a:lnTo>
                    <a:pt x="1631015" y="2362627"/>
                  </a:lnTo>
                  <a:lnTo>
                    <a:pt x="1567739" y="2367107"/>
                  </a:lnTo>
                  <a:lnTo>
                    <a:pt x="1524579" y="2368296"/>
                  </a:lnTo>
                  <a:lnTo>
                    <a:pt x="1468526" y="2353483"/>
                  </a:lnTo>
                  <a:lnTo>
                    <a:pt x="1432956" y="2346625"/>
                  </a:lnTo>
                  <a:lnTo>
                    <a:pt x="1376081" y="2354214"/>
                  </a:lnTo>
                  <a:lnTo>
                    <a:pt x="1341973" y="2361347"/>
                  </a:lnTo>
                  <a:lnTo>
                    <a:pt x="1298905" y="2375154"/>
                  </a:lnTo>
                  <a:lnTo>
                    <a:pt x="1270559" y="2365187"/>
                  </a:lnTo>
                  <a:lnTo>
                    <a:pt x="1222004" y="2353208"/>
                  </a:lnTo>
                  <a:lnTo>
                    <a:pt x="1182136" y="2352568"/>
                  </a:lnTo>
                  <a:lnTo>
                    <a:pt x="1135502" y="2357415"/>
                  </a:lnTo>
                  <a:lnTo>
                    <a:pt x="1084936" y="2361529"/>
                  </a:lnTo>
                  <a:lnTo>
                    <a:pt x="1049091" y="2369759"/>
                  </a:lnTo>
                  <a:lnTo>
                    <a:pt x="1025500" y="2377440"/>
                  </a:lnTo>
                  <a:lnTo>
                    <a:pt x="991118" y="2371131"/>
                  </a:lnTo>
                  <a:lnTo>
                    <a:pt x="956828" y="2374148"/>
                  </a:lnTo>
                  <a:lnTo>
                    <a:pt x="920069" y="2360981"/>
                  </a:lnTo>
                  <a:lnTo>
                    <a:pt x="872795" y="2353666"/>
                  </a:lnTo>
                  <a:lnTo>
                    <a:pt x="846277" y="2359518"/>
                  </a:lnTo>
                  <a:lnTo>
                    <a:pt x="817016" y="2346808"/>
                  </a:lnTo>
                  <a:lnTo>
                    <a:pt x="751728" y="2336475"/>
                  </a:lnTo>
                  <a:lnTo>
                    <a:pt x="691012" y="2330440"/>
                  </a:lnTo>
                  <a:lnTo>
                    <a:pt x="660654" y="2351471"/>
                  </a:lnTo>
                  <a:lnTo>
                    <a:pt x="628650" y="2336841"/>
                  </a:lnTo>
                  <a:lnTo>
                    <a:pt x="576529" y="2348362"/>
                  </a:lnTo>
                  <a:lnTo>
                    <a:pt x="547543" y="2345345"/>
                  </a:lnTo>
                  <a:lnTo>
                    <a:pt x="488107" y="2375977"/>
                  </a:lnTo>
                  <a:lnTo>
                    <a:pt x="435072" y="2364638"/>
                  </a:lnTo>
                  <a:lnTo>
                    <a:pt x="385602" y="2356775"/>
                  </a:lnTo>
                  <a:lnTo>
                    <a:pt x="344272" y="2363450"/>
                  </a:lnTo>
                  <a:lnTo>
                    <a:pt x="301386" y="2357140"/>
                  </a:lnTo>
                  <a:lnTo>
                    <a:pt x="241127" y="2367930"/>
                  </a:lnTo>
                  <a:lnTo>
                    <a:pt x="201991" y="2352843"/>
                  </a:lnTo>
                  <a:lnTo>
                    <a:pt x="169530" y="2352660"/>
                  </a:lnTo>
                  <a:lnTo>
                    <a:pt x="137709" y="2351837"/>
                  </a:lnTo>
                  <a:lnTo>
                    <a:pt x="73884" y="2339950"/>
                  </a:lnTo>
                  <a:lnTo>
                    <a:pt x="47457" y="2335103"/>
                  </a:lnTo>
                  <a:lnTo>
                    <a:pt x="0" y="2340041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1C000DFB-2924-9C28-105B-B40D9F9113A2}"/>
                </a:ext>
              </a:extLst>
            </p:cNvPr>
            <p:cNvSpPr txBox="1"/>
            <p:nvPr/>
          </p:nvSpPr>
          <p:spPr>
            <a:xfrm>
              <a:off x="9357055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58539B82-C3E2-7EA8-B9DE-139417DD9A06}"/>
                </a:ext>
              </a:extLst>
            </p:cNvPr>
            <p:cNvSpPr/>
            <p:nvPr/>
          </p:nvSpPr>
          <p:spPr>
            <a:xfrm>
              <a:off x="9357055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0F541EC9-F957-5ADA-0949-914C6AC78F08}"/>
                </a:ext>
              </a:extLst>
            </p:cNvPr>
            <p:cNvSpPr txBox="1"/>
            <p:nvPr/>
          </p:nvSpPr>
          <p:spPr>
            <a:xfrm>
              <a:off x="9357055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Ministério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Saúde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prorroga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permanência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medicos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até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fevereiro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2027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país</a:t>
              </a: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r>
                <a:rPr lang="en-US" sz="1000" b="1">
                  <a:solidFill>
                    <a:srgbClr val="1A1A1A"/>
                  </a:solidFill>
                  <a:latin typeface="Montserrat" panose="00000500000000000000" pitchFamily="2" charset="0"/>
                </a:rPr>
                <a:t>1.480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especialistas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do PMM-E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em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atividade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hoje</a:t>
              </a:r>
              <a:endParaRPr lang="en-US" sz="1000">
                <a:latin typeface="Montserrat" panose="00000500000000000000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D82E7446-9BE1-4F2C-266E-1566EA60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4A8B5A7-FA62-E2B7-E019-ECF3C30DB17B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5AF0E8B-2C35-A310-48D4-8ED5207C111F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9025ACB8-234B-4A3C-375A-CB2C2C29CEFF}"/>
              </a:ext>
            </a:extLst>
          </p:cNvPr>
          <p:cNvGraphicFramePr>
            <a:graphicFrameLocks/>
          </p:cNvGraphicFramePr>
          <p:nvPr/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B5F4279C-7334-6009-05C9-F5DDA2821D8F}"/>
              </a:ext>
            </a:extLst>
          </p:cNvPr>
          <p:cNvSpPr txBox="1">
            <a:spLocks/>
          </p:cNvSpPr>
          <p:nvPr/>
        </p:nvSpPr>
        <p:spPr>
          <a:xfrm>
            <a:off x="11747384" y="647736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5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D46847C4-4EBA-B9D1-035F-E401E49C07C3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</a:t>
            </a:r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CNES/DATASUS, Censo 2022 (IBGE/SIDRA 4709) e IVS 2010/IPEA. </a:t>
            </a:r>
            <a:endParaRPr lang="en-US" sz="800">
              <a:latin typeface="Montserrat"/>
            </a:endParaRPr>
          </a:p>
          <a:p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14B05259-F1E7-FF16-B298-1DE322AE82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3390153"/>
              </p:ext>
            </p:extLst>
          </p:nvPr>
        </p:nvGraphicFramePr>
        <p:xfrm>
          <a:off x="6222631" y="4245813"/>
          <a:ext cx="55944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F81DA9D9-188E-A380-52BC-0D3672A63AB4}"/>
              </a:ext>
            </a:extLst>
          </p:cNvPr>
          <p:cNvSpPr txBox="1">
            <a:spLocks/>
          </p:cNvSpPr>
          <p:nvPr/>
        </p:nvSpPr>
        <p:spPr>
          <a:xfrm>
            <a:off x="6209958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Comparação entre os 9 meses antecessores ao PMM-E e 9 meses posteriores </a:t>
            </a:r>
          </a:p>
          <a:p>
            <a:endParaRPr lang="pt-BR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380DF1F-AC52-4553-00D0-B6032111D406}"/>
              </a:ext>
            </a:extLst>
          </p:cNvPr>
          <p:cNvSpPr txBox="1">
            <a:spLocks/>
          </p:cNvSpPr>
          <p:nvPr/>
        </p:nvSpPr>
        <p:spPr>
          <a:xfrm>
            <a:off x="6209958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II.  Maior presença nas regiões com maiores bolsas  </a:t>
            </a:r>
            <a:endParaRPr lang="pt-BR"/>
          </a:p>
        </p:txBody>
      </p:sp>
      <p:grpSp>
        <p:nvGrpSpPr>
          <p:cNvPr id="36" name="Cartão: Nome da fonte">
            <a:extLst>
              <a:ext uri="{FF2B5EF4-FFF2-40B4-BE49-F238E27FC236}">
                <a16:creationId xmlns:a16="http://schemas.microsoft.com/office/drawing/2014/main" id="{1E42B31A-1CB2-8104-E619-F733C3814546}"/>
              </a:ext>
            </a:extLst>
          </p:cNvPr>
          <p:cNvGrpSpPr/>
          <p:nvPr/>
        </p:nvGrpSpPr>
        <p:grpSpPr>
          <a:xfrm>
            <a:off x="3265322" y="914400"/>
            <a:ext cx="2715768" cy="2377440"/>
            <a:chOff x="3265322" y="914400"/>
            <a:chExt cx="2715768" cy="2377440"/>
          </a:xfrm>
        </p:grpSpPr>
        <p:sp>
          <p:nvSpPr>
            <p:cNvPr id="37" name="Papel">
              <a:extLst>
                <a:ext uri="{FF2B5EF4-FFF2-40B4-BE49-F238E27FC236}">
                  <a16:creationId xmlns:a16="http://schemas.microsoft.com/office/drawing/2014/main" id="{1A861AC1-0372-3FFC-0016-5E6E99CCAF89}"/>
                </a:ext>
              </a:extLst>
            </p:cNvPr>
            <p:cNvSpPr/>
            <p:nvPr/>
          </p:nvSpPr>
          <p:spPr>
            <a:xfrm>
              <a:off x="3265322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57232"/>
                  </a:lnTo>
                  <a:lnTo>
                    <a:pt x="2701595" y="2352568"/>
                  </a:lnTo>
                  <a:lnTo>
                    <a:pt x="2671420" y="2352568"/>
                  </a:lnTo>
                  <a:lnTo>
                    <a:pt x="2640147" y="2375703"/>
                  </a:lnTo>
                  <a:lnTo>
                    <a:pt x="2580528" y="2358695"/>
                  </a:lnTo>
                  <a:lnTo>
                    <a:pt x="2551267" y="2360249"/>
                  </a:lnTo>
                  <a:lnTo>
                    <a:pt x="2497775" y="2363907"/>
                  </a:lnTo>
                  <a:lnTo>
                    <a:pt x="2440899" y="2362627"/>
                  </a:lnTo>
                  <a:lnTo>
                    <a:pt x="2405329" y="2377440"/>
                  </a:lnTo>
                  <a:lnTo>
                    <a:pt x="2346350" y="2348636"/>
                  </a:lnTo>
                  <a:lnTo>
                    <a:pt x="2281337" y="2348362"/>
                  </a:lnTo>
                  <a:lnTo>
                    <a:pt x="2254819" y="2348088"/>
                  </a:lnTo>
                  <a:lnTo>
                    <a:pt x="2218060" y="2342418"/>
                  </a:lnTo>
                  <a:lnTo>
                    <a:pt x="2159538" y="2357140"/>
                  </a:lnTo>
                  <a:lnTo>
                    <a:pt x="2101657" y="2350191"/>
                  </a:lnTo>
                  <a:lnTo>
                    <a:pt x="2068739" y="2341413"/>
                  </a:lnTo>
                  <a:lnTo>
                    <a:pt x="2022196" y="2352843"/>
                  </a:lnTo>
                  <a:lnTo>
                    <a:pt x="1983516" y="2358055"/>
                  </a:lnTo>
                  <a:lnTo>
                    <a:pt x="1931030" y="2343882"/>
                  </a:lnTo>
                  <a:lnTo>
                    <a:pt x="1894820" y="2346899"/>
                  </a:lnTo>
                  <a:lnTo>
                    <a:pt x="1841784" y="2367839"/>
                  </a:lnTo>
                  <a:lnTo>
                    <a:pt x="1777319" y="2344247"/>
                  </a:lnTo>
                  <a:lnTo>
                    <a:pt x="1749339" y="2355769"/>
                  </a:lnTo>
                  <a:lnTo>
                    <a:pt x="1711574" y="2335469"/>
                  </a:lnTo>
                  <a:lnTo>
                    <a:pt x="1661465" y="2337938"/>
                  </a:lnTo>
                  <a:lnTo>
                    <a:pt x="1593525" y="2347082"/>
                  </a:lnTo>
                  <a:lnTo>
                    <a:pt x="1535095" y="2329708"/>
                  </a:lnTo>
                  <a:lnTo>
                    <a:pt x="1506291" y="2332817"/>
                  </a:lnTo>
                  <a:lnTo>
                    <a:pt x="1448318" y="2335835"/>
                  </a:lnTo>
                  <a:lnTo>
                    <a:pt x="1409639" y="2345710"/>
                  </a:lnTo>
                  <a:lnTo>
                    <a:pt x="1346911" y="2328885"/>
                  </a:lnTo>
                  <a:lnTo>
                    <a:pt x="1308598" y="2335652"/>
                  </a:lnTo>
                  <a:lnTo>
                    <a:pt x="1269553" y="2335103"/>
                  </a:lnTo>
                  <a:lnTo>
                    <a:pt x="1203442" y="2346808"/>
                  </a:lnTo>
                  <a:lnTo>
                    <a:pt x="1164763" y="2348362"/>
                  </a:lnTo>
                  <a:lnTo>
                    <a:pt x="1102309" y="2342236"/>
                  </a:lnTo>
                  <a:lnTo>
                    <a:pt x="1055858" y="2334738"/>
                  </a:lnTo>
                  <a:lnTo>
                    <a:pt x="988466" y="2323856"/>
                  </a:lnTo>
                  <a:lnTo>
                    <a:pt x="930402" y="2335926"/>
                  </a:lnTo>
                  <a:lnTo>
                    <a:pt x="891631" y="2338944"/>
                  </a:lnTo>
                  <a:lnTo>
                    <a:pt x="823509" y="2333366"/>
                  </a:lnTo>
                  <a:lnTo>
                    <a:pt x="790042" y="2326325"/>
                  </a:lnTo>
                  <a:lnTo>
                    <a:pt x="750997" y="2328245"/>
                  </a:lnTo>
                  <a:lnTo>
                    <a:pt x="707106" y="2327514"/>
                  </a:lnTo>
                  <a:lnTo>
                    <a:pt x="646115" y="2328794"/>
                  </a:lnTo>
                  <a:lnTo>
                    <a:pt x="579272" y="2323856"/>
                  </a:lnTo>
                  <a:lnTo>
                    <a:pt x="538764" y="2328428"/>
                  </a:lnTo>
                  <a:lnTo>
                    <a:pt x="488381" y="2355677"/>
                  </a:lnTo>
                  <a:lnTo>
                    <a:pt x="419984" y="2339218"/>
                  </a:lnTo>
                  <a:lnTo>
                    <a:pt x="390906" y="2329251"/>
                  </a:lnTo>
                  <a:lnTo>
                    <a:pt x="359908" y="2334189"/>
                  </a:lnTo>
                  <a:lnTo>
                    <a:pt x="331379" y="2332634"/>
                  </a:lnTo>
                  <a:lnTo>
                    <a:pt x="297454" y="2345893"/>
                  </a:lnTo>
                  <a:lnTo>
                    <a:pt x="237378" y="2355860"/>
                  </a:lnTo>
                  <a:lnTo>
                    <a:pt x="176662" y="2343333"/>
                  </a:lnTo>
                  <a:lnTo>
                    <a:pt x="108905" y="2350008"/>
                  </a:lnTo>
                  <a:lnTo>
                    <a:pt x="65654" y="2345985"/>
                  </a:lnTo>
                  <a:lnTo>
                    <a:pt x="41971" y="2341321"/>
                  </a:lnTo>
                  <a:lnTo>
                    <a:pt x="0" y="2357506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120D053F-C9F2-A7F0-39BD-A71839651A75}"/>
                </a:ext>
              </a:extLst>
            </p:cNvPr>
            <p:cNvSpPr txBox="1"/>
            <p:nvPr/>
          </p:nvSpPr>
          <p:spPr>
            <a:xfrm>
              <a:off x="3466490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40" name="Fio">
              <a:extLst>
                <a:ext uri="{FF2B5EF4-FFF2-40B4-BE49-F238E27FC236}">
                  <a16:creationId xmlns:a16="http://schemas.microsoft.com/office/drawing/2014/main" id="{3B308198-98F5-F360-1EC5-01593B130850}"/>
                </a:ext>
              </a:extLst>
            </p:cNvPr>
            <p:cNvSpPr/>
            <p:nvPr/>
          </p:nvSpPr>
          <p:spPr>
            <a:xfrm>
              <a:off x="3466490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Manchete">
              <a:extLst>
                <a:ext uri="{FF2B5EF4-FFF2-40B4-BE49-F238E27FC236}">
                  <a16:creationId xmlns:a16="http://schemas.microsoft.com/office/drawing/2014/main" id="{E02B77DF-E205-0D9C-9B31-C92BC05A63AC}"/>
                </a:ext>
              </a:extLst>
            </p:cNvPr>
            <p:cNvSpPr txBox="1"/>
            <p:nvPr/>
          </p:nvSpPr>
          <p:spPr>
            <a:xfrm>
              <a:off x="3466490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Paraíba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70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28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42" name="Cartão: Nome da fonte">
            <a:extLst>
              <a:ext uri="{FF2B5EF4-FFF2-40B4-BE49-F238E27FC236}">
                <a16:creationId xmlns:a16="http://schemas.microsoft.com/office/drawing/2014/main" id="{6530104B-91B2-AC23-6FBF-0A5E01DED837}"/>
              </a:ext>
            </a:extLst>
          </p:cNvPr>
          <p:cNvGrpSpPr/>
          <p:nvPr/>
        </p:nvGrpSpPr>
        <p:grpSpPr>
          <a:xfrm>
            <a:off x="6210605" y="914400"/>
            <a:ext cx="2715768" cy="2377440"/>
            <a:chOff x="6210605" y="914400"/>
            <a:chExt cx="2715768" cy="2377440"/>
          </a:xfrm>
        </p:grpSpPr>
        <p:sp>
          <p:nvSpPr>
            <p:cNvPr id="43" name="Papel">
              <a:extLst>
                <a:ext uri="{FF2B5EF4-FFF2-40B4-BE49-F238E27FC236}">
                  <a16:creationId xmlns:a16="http://schemas.microsoft.com/office/drawing/2014/main" id="{72EF90A0-DB26-3C8F-FC54-F93044004EC5}"/>
                </a:ext>
              </a:extLst>
            </p:cNvPr>
            <p:cNvSpPr/>
            <p:nvPr/>
          </p:nvSpPr>
          <p:spPr>
            <a:xfrm>
              <a:off x="6210605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77440"/>
                  </a:lnTo>
                  <a:lnTo>
                    <a:pt x="2700680" y="2376434"/>
                  </a:lnTo>
                  <a:lnTo>
                    <a:pt x="2640604" y="2373600"/>
                  </a:lnTo>
                  <a:lnTo>
                    <a:pt x="2611984" y="2366559"/>
                  </a:lnTo>
                  <a:lnTo>
                    <a:pt x="2565989" y="2360615"/>
                  </a:lnTo>
                  <a:lnTo>
                    <a:pt x="2535174" y="2353483"/>
                  </a:lnTo>
                  <a:lnTo>
                    <a:pt x="2478573" y="2367564"/>
                  </a:lnTo>
                  <a:lnTo>
                    <a:pt x="2419411" y="2367199"/>
                  </a:lnTo>
                  <a:lnTo>
                    <a:pt x="2392893" y="2361895"/>
                  </a:lnTo>
                  <a:lnTo>
                    <a:pt x="2360249" y="2367016"/>
                  </a:lnTo>
                  <a:lnTo>
                    <a:pt x="2335286" y="2367016"/>
                  </a:lnTo>
                  <a:lnTo>
                    <a:pt x="2304928" y="2367107"/>
                  </a:lnTo>
                  <a:lnTo>
                    <a:pt x="2251161" y="2359884"/>
                  </a:lnTo>
                  <a:lnTo>
                    <a:pt x="2208550" y="2360249"/>
                  </a:lnTo>
                  <a:lnTo>
                    <a:pt x="2163745" y="2359335"/>
                  </a:lnTo>
                  <a:lnTo>
                    <a:pt x="2102754" y="2368662"/>
                  </a:lnTo>
                  <a:lnTo>
                    <a:pt x="2065904" y="2349917"/>
                  </a:lnTo>
                  <a:lnTo>
                    <a:pt x="2000159" y="2353391"/>
                  </a:lnTo>
                  <a:lnTo>
                    <a:pt x="1957090" y="2354397"/>
                  </a:lnTo>
                  <a:lnTo>
                    <a:pt x="1895003" y="2362992"/>
                  </a:lnTo>
                  <a:lnTo>
                    <a:pt x="1865376" y="2344522"/>
                  </a:lnTo>
                  <a:lnTo>
                    <a:pt x="1807769" y="2334372"/>
                  </a:lnTo>
                  <a:lnTo>
                    <a:pt x="1769730" y="2334920"/>
                  </a:lnTo>
                  <a:lnTo>
                    <a:pt x="1702247" y="2342418"/>
                  </a:lnTo>
                  <a:lnTo>
                    <a:pt x="1672255" y="2347631"/>
                  </a:lnTo>
                  <a:lnTo>
                    <a:pt x="1613550" y="2340773"/>
                  </a:lnTo>
                  <a:lnTo>
                    <a:pt x="1554571" y="2337664"/>
                  </a:lnTo>
                  <a:lnTo>
                    <a:pt x="1508394" y="2339310"/>
                  </a:lnTo>
                  <a:lnTo>
                    <a:pt x="1482608" y="2343516"/>
                  </a:lnTo>
                  <a:lnTo>
                    <a:pt x="1436888" y="2340864"/>
                  </a:lnTo>
                  <a:lnTo>
                    <a:pt x="1391717" y="2335103"/>
                  </a:lnTo>
                  <a:lnTo>
                    <a:pt x="1359164" y="2341230"/>
                  </a:lnTo>
                  <a:lnTo>
                    <a:pt x="1306495" y="2348362"/>
                  </a:lnTo>
                  <a:lnTo>
                    <a:pt x="1262604" y="2333457"/>
                  </a:lnTo>
                  <a:lnTo>
                    <a:pt x="1231331" y="2350191"/>
                  </a:lnTo>
                  <a:lnTo>
                    <a:pt x="1187074" y="2353940"/>
                  </a:lnTo>
                  <a:lnTo>
                    <a:pt x="1119043" y="2354489"/>
                  </a:lnTo>
                  <a:lnTo>
                    <a:pt x="1066190" y="2371405"/>
                  </a:lnTo>
                  <a:lnTo>
                    <a:pt x="1028151" y="2371862"/>
                  </a:lnTo>
                  <a:lnTo>
                    <a:pt x="993496" y="2359609"/>
                  </a:lnTo>
                  <a:lnTo>
                    <a:pt x="940643" y="2367016"/>
                  </a:lnTo>
                  <a:lnTo>
                    <a:pt x="909371" y="2349368"/>
                  </a:lnTo>
                  <a:lnTo>
                    <a:pt x="880567" y="2354489"/>
                  </a:lnTo>
                  <a:lnTo>
                    <a:pt x="819760" y="2364547"/>
                  </a:lnTo>
                  <a:lnTo>
                    <a:pt x="755752" y="2342693"/>
                  </a:lnTo>
                  <a:lnTo>
                    <a:pt x="725211" y="2353391"/>
                  </a:lnTo>
                  <a:lnTo>
                    <a:pt x="664952" y="2347265"/>
                  </a:lnTo>
                  <a:lnTo>
                    <a:pt x="618592" y="2344887"/>
                  </a:lnTo>
                  <a:lnTo>
                    <a:pt x="593628" y="2346259"/>
                  </a:lnTo>
                  <a:lnTo>
                    <a:pt x="559887" y="2341961"/>
                  </a:lnTo>
                  <a:lnTo>
                    <a:pt x="499902" y="2342510"/>
                  </a:lnTo>
                  <a:lnTo>
                    <a:pt x="472745" y="2323033"/>
                  </a:lnTo>
                  <a:lnTo>
                    <a:pt x="437083" y="2322942"/>
                  </a:lnTo>
                  <a:lnTo>
                    <a:pt x="405079" y="2317913"/>
                  </a:lnTo>
                  <a:lnTo>
                    <a:pt x="350947" y="2320290"/>
                  </a:lnTo>
                  <a:lnTo>
                    <a:pt x="290413" y="2313706"/>
                  </a:lnTo>
                  <a:lnTo>
                    <a:pt x="250180" y="2315444"/>
                  </a:lnTo>
                  <a:lnTo>
                    <a:pt x="190378" y="2322942"/>
                  </a:lnTo>
                  <a:lnTo>
                    <a:pt x="147676" y="2331263"/>
                  </a:lnTo>
                  <a:lnTo>
                    <a:pt x="85405" y="2331171"/>
                  </a:lnTo>
                  <a:lnTo>
                    <a:pt x="61813" y="2339492"/>
                  </a:lnTo>
                  <a:lnTo>
                    <a:pt x="0" y="233290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Data">
              <a:extLst>
                <a:ext uri="{FF2B5EF4-FFF2-40B4-BE49-F238E27FC236}">
                  <a16:creationId xmlns:a16="http://schemas.microsoft.com/office/drawing/2014/main" id="{02E7AA20-76EA-CC81-07C7-E99A2944511A}"/>
                </a:ext>
              </a:extLst>
            </p:cNvPr>
            <p:cNvSpPr txBox="1"/>
            <p:nvPr/>
          </p:nvSpPr>
          <p:spPr>
            <a:xfrm>
              <a:off x="6411773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10/09/2025</a:t>
              </a:r>
              <a:endParaRPr lang="en-US" sz="1000"/>
            </a:p>
          </p:txBody>
        </p:sp>
        <p:sp>
          <p:nvSpPr>
            <p:cNvPr id="46" name="Fio">
              <a:extLst>
                <a:ext uri="{FF2B5EF4-FFF2-40B4-BE49-F238E27FC236}">
                  <a16:creationId xmlns:a16="http://schemas.microsoft.com/office/drawing/2014/main" id="{9C8077D1-DC4D-1B02-5751-ED96DAB73534}"/>
                </a:ext>
              </a:extLst>
            </p:cNvPr>
            <p:cNvSpPr/>
            <p:nvPr/>
          </p:nvSpPr>
          <p:spPr>
            <a:xfrm>
              <a:off x="6411773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Manchete">
              <a:extLst>
                <a:ext uri="{FF2B5EF4-FFF2-40B4-BE49-F238E27FC236}">
                  <a16:creationId xmlns:a16="http://schemas.microsoft.com/office/drawing/2014/main" id="{2468BC41-578E-C058-7725-01EACCC8FCD0}"/>
                </a:ext>
              </a:extLst>
            </p:cNvPr>
            <p:cNvSpPr txBox="1"/>
            <p:nvPr/>
          </p:nvSpPr>
          <p:spPr>
            <a:xfrm>
              <a:off x="6411773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Mais de 320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R$ 2,5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bilhões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vão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fortalecer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SUS</a:t>
              </a:r>
            </a:p>
            <a:p>
              <a:pPr marL="0" indent="0">
                <a:buNone/>
              </a:pPr>
              <a:endParaRPr lang="en-US" sz="1000">
                <a:solidFill>
                  <a:srgbClr val="1A1A1A"/>
                </a:solidFill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Do total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profissionais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, 72%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serão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destinados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a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áreas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ou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muito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vulnerabilidade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0" indent="0">
                <a:buNone/>
              </a:pPr>
              <a:endParaRPr lang="en-US" sz="1400"/>
            </a:p>
          </p:txBody>
        </p:sp>
      </p:grpSp>
      <p:grpSp>
        <p:nvGrpSpPr>
          <p:cNvPr id="30" name="Cartão: Nome da fonte">
            <a:extLst>
              <a:ext uri="{FF2B5EF4-FFF2-40B4-BE49-F238E27FC236}">
                <a16:creationId xmlns:a16="http://schemas.microsoft.com/office/drawing/2014/main" id="{6D200474-0667-12C3-8B57-7645580AE3A9}"/>
              </a:ext>
            </a:extLst>
          </p:cNvPr>
          <p:cNvGrpSpPr/>
          <p:nvPr/>
        </p:nvGrpSpPr>
        <p:grpSpPr>
          <a:xfrm>
            <a:off x="320040" y="914400"/>
            <a:ext cx="2715768" cy="2377440"/>
            <a:chOff x="320040" y="914400"/>
            <a:chExt cx="2715768" cy="2377440"/>
          </a:xfrm>
        </p:grpSpPr>
        <p:sp>
          <p:nvSpPr>
            <p:cNvPr id="31" name="Papel">
              <a:extLst>
                <a:ext uri="{FF2B5EF4-FFF2-40B4-BE49-F238E27FC236}">
                  <a16:creationId xmlns:a16="http://schemas.microsoft.com/office/drawing/2014/main" id="{985CF943-DFC0-7BAB-8954-CC9CCC2BD32E}"/>
                </a:ext>
              </a:extLst>
            </p:cNvPr>
            <p:cNvSpPr/>
            <p:nvPr/>
          </p:nvSpPr>
          <p:spPr>
            <a:xfrm>
              <a:off x="320040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28611"/>
                  </a:lnTo>
                  <a:lnTo>
                    <a:pt x="2684861" y="2331903"/>
                  </a:lnTo>
                  <a:lnTo>
                    <a:pt x="2649657" y="2331629"/>
                  </a:lnTo>
                  <a:lnTo>
                    <a:pt x="2615916" y="2339950"/>
                  </a:lnTo>
                  <a:lnTo>
                    <a:pt x="2556754" y="2326874"/>
                  </a:lnTo>
                  <a:lnTo>
                    <a:pt x="2494392" y="2330348"/>
                  </a:lnTo>
                  <a:lnTo>
                    <a:pt x="2448397" y="2330166"/>
                  </a:lnTo>
                  <a:lnTo>
                    <a:pt x="2411913" y="2324496"/>
                  </a:lnTo>
                  <a:lnTo>
                    <a:pt x="2350282" y="2324862"/>
                  </a:lnTo>
                  <a:lnTo>
                    <a:pt x="2306940" y="2328245"/>
                  </a:lnTo>
                  <a:lnTo>
                    <a:pt x="2242932" y="2313341"/>
                  </a:lnTo>
                  <a:lnTo>
                    <a:pt x="2218060" y="2315352"/>
                  </a:lnTo>
                  <a:lnTo>
                    <a:pt x="2178924" y="2317730"/>
                  </a:lnTo>
                  <a:lnTo>
                    <a:pt x="2130735" y="2326874"/>
                  </a:lnTo>
                  <a:lnTo>
                    <a:pt x="2078980" y="2324862"/>
                  </a:lnTo>
                  <a:lnTo>
                    <a:pt x="2012320" y="2341504"/>
                  </a:lnTo>
                  <a:lnTo>
                    <a:pt x="1956907" y="2343607"/>
                  </a:lnTo>
                  <a:lnTo>
                    <a:pt x="1891985" y="2338944"/>
                  </a:lnTo>
                  <a:lnTo>
                    <a:pt x="1829074" y="2318187"/>
                  </a:lnTo>
                  <a:lnTo>
                    <a:pt x="1803745" y="2336292"/>
                  </a:lnTo>
                  <a:lnTo>
                    <a:pt x="1739463" y="2313889"/>
                  </a:lnTo>
                  <a:lnTo>
                    <a:pt x="1704990" y="2311146"/>
                  </a:lnTo>
                  <a:lnTo>
                    <a:pt x="1677741" y="2324313"/>
                  </a:lnTo>
                  <a:lnTo>
                    <a:pt x="1635679" y="2314438"/>
                  </a:lnTo>
                  <a:lnTo>
                    <a:pt x="1601023" y="2326234"/>
                  </a:lnTo>
                  <a:lnTo>
                    <a:pt x="1541038" y="2320199"/>
                  </a:lnTo>
                  <a:lnTo>
                    <a:pt x="1473647" y="2314072"/>
                  </a:lnTo>
                  <a:lnTo>
                    <a:pt x="1417046" y="2293772"/>
                  </a:lnTo>
                  <a:lnTo>
                    <a:pt x="1352946" y="2307580"/>
                  </a:lnTo>
                  <a:lnTo>
                    <a:pt x="1320576" y="2318644"/>
                  </a:lnTo>
                  <a:lnTo>
                    <a:pt x="1295065" y="2319467"/>
                  </a:lnTo>
                  <a:lnTo>
                    <a:pt x="1258214" y="2302642"/>
                  </a:lnTo>
                  <a:lnTo>
                    <a:pt x="1189726" y="2309043"/>
                  </a:lnTo>
                  <a:lnTo>
                    <a:pt x="1134405" y="2310049"/>
                  </a:lnTo>
                  <a:lnTo>
                    <a:pt x="1067379" y="2307123"/>
                  </a:lnTo>
                  <a:lnTo>
                    <a:pt x="1028243" y="2305660"/>
                  </a:lnTo>
                  <a:lnTo>
                    <a:pt x="970636" y="2294595"/>
                  </a:lnTo>
                  <a:lnTo>
                    <a:pt x="947410" y="2307580"/>
                  </a:lnTo>
                  <a:lnTo>
                    <a:pt x="888888" y="2310232"/>
                  </a:lnTo>
                  <a:lnTo>
                    <a:pt x="840425" y="2335195"/>
                  </a:lnTo>
                  <a:lnTo>
                    <a:pt x="803666" y="2341870"/>
                  </a:lnTo>
                  <a:lnTo>
                    <a:pt x="749076" y="2334738"/>
                  </a:lnTo>
                  <a:lnTo>
                    <a:pt x="714878" y="2345436"/>
                  </a:lnTo>
                  <a:lnTo>
                    <a:pt x="652607" y="2354763"/>
                  </a:lnTo>
                  <a:lnTo>
                    <a:pt x="599846" y="2343150"/>
                  </a:lnTo>
                  <a:lnTo>
                    <a:pt x="542331" y="2332909"/>
                  </a:lnTo>
                  <a:lnTo>
                    <a:pt x="504474" y="2327331"/>
                  </a:lnTo>
                  <a:lnTo>
                    <a:pt x="439369" y="2341870"/>
                  </a:lnTo>
                  <a:lnTo>
                    <a:pt x="405902" y="2331629"/>
                  </a:lnTo>
                  <a:lnTo>
                    <a:pt x="374355" y="2333092"/>
                  </a:lnTo>
                  <a:lnTo>
                    <a:pt x="315834" y="2324130"/>
                  </a:lnTo>
                  <a:lnTo>
                    <a:pt x="259690" y="2335743"/>
                  </a:lnTo>
                  <a:lnTo>
                    <a:pt x="214518" y="2349276"/>
                  </a:lnTo>
                  <a:lnTo>
                    <a:pt x="165049" y="2354489"/>
                  </a:lnTo>
                  <a:lnTo>
                    <a:pt x="99212" y="2369028"/>
                  </a:lnTo>
                  <a:lnTo>
                    <a:pt x="74249" y="2356226"/>
                  </a:lnTo>
                  <a:lnTo>
                    <a:pt x="31547" y="2377440"/>
                  </a:lnTo>
                  <a:lnTo>
                    <a:pt x="0" y="236911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Data">
              <a:extLst>
                <a:ext uri="{FF2B5EF4-FFF2-40B4-BE49-F238E27FC236}">
                  <a16:creationId xmlns:a16="http://schemas.microsoft.com/office/drawing/2014/main" id="{31547EE4-F9D8-1677-8BE1-FC9FDADDE688}"/>
                </a:ext>
              </a:extLst>
            </p:cNvPr>
            <p:cNvSpPr txBox="1"/>
            <p:nvPr/>
          </p:nvSpPr>
          <p:spPr>
            <a:xfrm>
              <a:off x="521208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34" name="Fio">
              <a:extLst>
                <a:ext uri="{FF2B5EF4-FFF2-40B4-BE49-F238E27FC236}">
                  <a16:creationId xmlns:a16="http://schemas.microsoft.com/office/drawing/2014/main" id="{28AE31BF-BBEE-06D3-1F12-971564BADC6B}"/>
                </a:ext>
              </a:extLst>
            </p:cNvPr>
            <p:cNvSpPr/>
            <p:nvPr/>
          </p:nvSpPr>
          <p:spPr>
            <a:xfrm>
              <a:off x="521208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Manchete">
              <a:extLst>
                <a:ext uri="{FF2B5EF4-FFF2-40B4-BE49-F238E27FC236}">
                  <a16:creationId xmlns:a16="http://schemas.microsoft.com/office/drawing/2014/main" id="{988A1C0C-12E9-96DE-E922-2E5CAE0BE8F6}"/>
                </a:ext>
              </a:extLst>
            </p:cNvPr>
            <p:cNvSpPr txBox="1"/>
            <p:nvPr/>
          </p:nvSpPr>
          <p:spPr>
            <a:xfrm>
              <a:off x="521208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Pernambuco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40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86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E14D00-8ED0-D172-3B92-78CAA061A3C8}"/>
              </a:ext>
            </a:extLst>
          </p:cNvPr>
          <p:cNvGrpSpPr/>
          <p:nvPr/>
        </p:nvGrpSpPr>
        <p:grpSpPr>
          <a:xfrm>
            <a:off x="521208" y="2645693"/>
            <a:ext cx="2324583" cy="457200"/>
            <a:chOff x="4468216" y="2542032"/>
            <a:chExt cx="2324583" cy="457200"/>
          </a:xfrm>
        </p:grpSpPr>
        <p:sp>
          <p:nvSpPr>
            <p:cNvPr id="55" name="Caixa do destaque">
              <a:extLst>
                <a:ext uri="{FF2B5EF4-FFF2-40B4-BE49-F238E27FC236}">
                  <a16:creationId xmlns:a16="http://schemas.microsoft.com/office/drawing/2014/main" id="{04008C4B-587C-788F-1A36-C3CD3B1425E2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Número">
              <a:extLst>
                <a:ext uri="{FF2B5EF4-FFF2-40B4-BE49-F238E27FC236}">
                  <a16:creationId xmlns:a16="http://schemas.microsoft.com/office/drawing/2014/main" id="{0E215C58-77FC-3417-E8AC-82563D5281AA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+86</a:t>
              </a:r>
              <a:endParaRPr lang="en-US" sz="2000"/>
            </a:p>
          </p:txBody>
        </p:sp>
        <p:sp>
          <p:nvSpPr>
            <p:cNvPr id="57" name="Legenda">
              <a:extLst>
                <a:ext uri="{FF2B5EF4-FFF2-40B4-BE49-F238E27FC236}">
                  <a16:creationId xmlns:a16="http://schemas.microsoft.com/office/drawing/2014/main" id="{7BDB467E-0B8A-DDDB-64A9-7767E0B921DD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novos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especialistas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do PMM-E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chegando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a Pernambuco</a:t>
              </a:r>
              <a:endParaRPr lang="en-US" sz="10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47FC88E-EE3A-C38A-B641-DE1DC5AEC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99" y="1058697"/>
            <a:ext cx="1728000" cy="2102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122722E-8251-84B3-4C56-5DFE6B832A81}"/>
              </a:ext>
            </a:extLst>
          </p:cNvPr>
          <p:cNvGrpSpPr/>
          <p:nvPr/>
        </p:nvGrpSpPr>
        <p:grpSpPr>
          <a:xfrm>
            <a:off x="3460915" y="2645693"/>
            <a:ext cx="2324583" cy="457200"/>
            <a:chOff x="4468216" y="2542032"/>
            <a:chExt cx="2324583" cy="457200"/>
          </a:xfrm>
        </p:grpSpPr>
        <p:sp>
          <p:nvSpPr>
            <p:cNvPr id="18" name="Caixa do destaque">
              <a:extLst>
                <a:ext uri="{FF2B5EF4-FFF2-40B4-BE49-F238E27FC236}">
                  <a16:creationId xmlns:a16="http://schemas.microsoft.com/office/drawing/2014/main" id="{DB06A845-9420-CA66-2C02-95E37D18CB50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Número">
              <a:extLst>
                <a:ext uri="{FF2B5EF4-FFF2-40B4-BE49-F238E27FC236}">
                  <a16:creationId xmlns:a16="http://schemas.microsoft.com/office/drawing/2014/main" id="{7A6F10EF-777F-7CC1-1B3D-E10988795506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endParaRPr lang="en-US" sz="2000"/>
            </a:p>
          </p:txBody>
        </p:sp>
        <p:sp>
          <p:nvSpPr>
            <p:cNvPr id="20" name="Legenda">
              <a:extLst>
                <a:ext uri="{FF2B5EF4-FFF2-40B4-BE49-F238E27FC236}">
                  <a16:creationId xmlns:a16="http://schemas.microsoft.com/office/drawing/2014/main" id="{CE7A6EBF-3213-F893-E5E0-90FB9099C0CD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Municípios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paraibanos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reforçados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pelo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PMM-E</a:t>
              </a:r>
              <a:endParaRPr lang="en-US" sz="10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8A3F9C9-F4CF-B9A4-47A6-17155851D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5089" y="1027348"/>
            <a:ext cx="963692" cy="28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4EDDD35-4446-ADD7-134F-36A8A55DE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249" y="1022120"/>
            <a:ext cx="1646630" cy="288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4167E72-05CA-E765-2E27-36BCF6C023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635" y="979301"/>
            <a:ext cx="701524" cy="324000"/>
          </a:xfrm>
          <a:prstGeom prst="rect">
            <a:avLst/>
          </a:prstGeom>
        </p:spPr>
      </p:pic>
      <p:sp>
        <p:nvSpPr>
          <p:cNvPr id="7" name="CaixaDeTexto 4">
            <a:extLst>
              <a:ext uri="{FF2B5EF4-FFF2-40B4-BE49-F238E27FC236}">
                <a16:creationId xmlns:a16="http://schemas.microsoft.com/office/drawing/2014/main" id="{B764BE39-0A5F-859D-5625-3B8D56E3A58F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000">
                <a:latin typeface="Montserrat" panose="00000500000000000000" pitchFamily="2" charset="0"/>
              </a:rPr>
              <a:t>  |  Pergunta  |  Literatura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407488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6D55F-4FEC-FF81-6278-6A72EC2A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0858FDC-1996-FAB9-71DD-3E2D9B4818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062635"/>
              </p:ext>
            </p:extLst>
          </p:nvPr>
        </p:nvGraphicFramePr>
        <p:xfrm>
          <a:off x="6566213" y="4151995"/>
          <a:ext cx="5476588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CaixaDeTexto 4">
            <a:extLst>
              <a:ext uri="{FF2B5EF4-FFF2-40B4-BE49-F238E27FC236}">
                <a16:creationId xmlns:a16="http://schemas.microsoft.com/office/drawing/2014/main" id="{7F7E5E38-489A-3C3F-19E4-F30775E077E0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FB15EE-A3C3-C7F5-678C-F87839B9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6829F3D-BB77-6410-A97B-86766EB9AD43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E8F9CB5-1F1D-8B17-21BB-CD3E679F020B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C7374A64-1024-2AB1-887E-61A9A7A660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4022831"/>
              </p:ext>
            </p:extLst>
          </p:nvPr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FD084145-B155-5489-A4DF-AB7B03F21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0" y="1032918"/>
            <a:ext cx="5864541" cy="22497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5341127-E4C4-42FC-2A9B-BE2373E14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956" y="960790"/>
            <a:ext cx="5616154" cy="2406923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94DEB549-9409-52FA-7D37-FC6267DDFDE1}"/>
              </a:ext>
            </a:extLst>
          </p:cNvPr>
          <p:cNvSpPr txBox="1">
            <a:spLocks/>
          </p:cNvSpPr>
          <p:nvPr/>
        </p:nvSpPr>
        <p:spPr>
          <a:xfrm>
            <a:off x="11747384" y="647736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5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EE425FF-7D03-0326-8480-EECD72F3C583}"/>
              </a:ext>
            </a:extLst>
          </p:cNvPr>
          <p:cNvSpPr txBox="1">
            <a:spLocks/>
          </p:cNvSpPr>
          <p:nvPr/>
        </p:nvSpPr>
        <p:spPr>
          <a:xfrm>
            <a:off x="6566213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II. Mecanismo de atração: incentivos baseado no IVS</a:t>
            </a:r>
            <a:endParaRPr lang="pt-BR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A84177C-F6D5-5A32-1872-F4096FA10CFF}"/>
              </a:ext>
            </a:extLst>
          </p:cNvPr>
          <p:cNvSpPr txBox="1">
            <a:spLocks/>
          </p:cNvSpPr>
          <p:nvPr/>
        </p:nvSpPr>
        <p:spPr>
          <a:xfrm>
            <a:off x="6566213" y="3918604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Valor mensal da bolsa-formação por faixa de atração/vulnerabilidade</a:t>
            </a: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731D98BD-375F-A40E-CCC8-BFD0A8B29398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Edital SGTES/MS nº 3/2025, itens 11.1.3 e 11.1.4;.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248886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3F0DF1-831B-C8EE-9529-7A1584C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  <a:latin typeface="Montserrat"/>
              </a:rPr>
              <a:t>O programa é importante, e há indícios de efetividade</a:t>
            </a:r>
            <a:endParaRPr lang="pt-BR" b="1" i="0">
              <a:solidFill>
                <a:srgbClr val="FFFFFF"/>
              </a:solidFill>
              <a:effectLst/>
              <a:latin typeface="Montserrat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CA30358-BB27-4E8D-0F68-70016BFA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3" b="48196"/>
          <a:stretch/>
        </p:blipFill>
        <p:spPr>
          <a:xfrm>
            <a:off x="7564713" y="4447408"/>
            <a:ext cx="4454503" cy="192491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DAF4802-C5E5-54A9-BE62-F9F025B707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468"/>
          <a:stretch/>
        </p:blipFill>
        <p:spPr>
          <a:xfrm>
            <a:off x="7787562" y="1344528"/>
            <a:ext cx="4008803" cy="3166281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32AE37C-2EEA-B1C7-D0D5-8524C136F308}"/>
              </a:ext>
            </a:extLst>
          </p:cNvPr>
          <p:cNvSpPr txBox="1">
            <a:spLocks/>
          </p:cNvSpPr>
          <p:nvPr/>
        </p:nvSpPr>
        <p:spPr>
          <a:xfrm>
            <a:off x="157360" y="749288"/>
            <a:ext cx="9088240" cy="2608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Após o PMEE, o crescimento de especialistas aumentou mais onde o piso da bolsa era maior</a:t>
            </a:r>
            <a:endParaRPr lang="pt-BR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6F88A37-4E8E-7151-BF2C-4146665C6757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>
                <a:latin typeface="Montserrat"/>
              </a:rPr>
              <a:t>Comparação entre período 9 meses antes 9 meses após</a:t>
            </a:r>
            <a:endParaRPr lang="pt-BR" sz="10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E77606-26DA-0203-CF64-39E63932F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6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04741E8A-407A-1CBD-17DF-4C49C0C46DFC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244A5EA-3344-9CBD-1007-8198A0191E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6253722"/>
              </p:ext>
            </p:extLst>
          </p:nvPr>
        </p:nvGraphicFramePr>
        <p:xfrm>
          <a:off x="197042" y="1344528"/>
          <a:ext cx="7117200" cy="5027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47">
            <a:extLst>
              <a:ext uri="{FF2B5EF4-FFF2-40B4-BE49-F238E27FC236}">
                <a16:creationId xmlns:a16="http://schemas.microsoft.com/office/drawing/2014/main" id="{6DC6E710-8D0C-AF3E-B8D1-1B55D5636C6C}"/>
              </a:ext>
            </a:extLst>
          </p:cNvPr>
          <p:cNvSpPr txBox="1"/>
          <p:nvPr/>
        </p:nvSpPr>
        <p:spPr>
          <a:xfrm>
            <a:off x="192024" y="64911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Fontes:  CNES/DATASUS, Censo 2022 (IBGE/SIDRA 4709) e IVS 2010/IPEA. </a:t>
            </a:r>
            <a:endParaRPr lang="en-US" sz="80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0114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D012-7659-7489-DA9F-110DCE27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EFCB6-3BDB-3F3A-52F6-E0BE862DA2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5832B-0B98-376F-92C6-911D1B1FC7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EC8E5-698A-D29E-5B5E-DCB48F64125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972B72-FAEA-EC83-278E-B521D1D93BE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4D109-C341-8D84-1052-34636E890D0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012AA0F-CDBE-05B5-D27E-86EA62F1577E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B1BDE-128E-E7A6-7A2F-E9C426F2BEB4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28A477-810A-6E19-A78E-7FCE24CFCD73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0B9C2E-BCC4-C53F-64AC-BFB8299BF8D9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34CC1E3-7213-3CAF-725E-F67493D47A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3259AC9-DF63-F9CE-833D-C67998CCB9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6AE3F1DC-162A-948B-A11C-B57494E060A3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25A36EC0-7B60-F0D3-F2A5-DCD419C6139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D77BF4-3D41-FF76-7772-68D4B9E73726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63B55D-601E-0AAB-2B9C-D0D638E3B559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D64143-6721-F86C-8367-8CD7F6F5F792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0F3AAC-A866-E009-577C-C6D6B645E055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2DD48424-FD93-0C35-3B11-B40188C21E2B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3AD498-A5C4-0B39-B77A-61201091D7A0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0AFA9A5F-ECD7-4382-EE14-BE7D44199CEE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81481193-925B-3C0D-5DC0-D9B0085D54EF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8C1FF3D2-42EE-DF21-134B-4E298B3F91BC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07B615D8-9E01-B849-1A77-F31525F5FC6A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2A155470-B86E-F79D-ACA2-F876BBDC99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E4159FB-F468-72BE-53DF-6C9F15E1825F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01974F6E-1127-5D6F-25E0-39FF0EDED227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DC9D9E49-6145-A679-23BA-89026397284B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07045515-6DDA-6D95-C05D-E9CED9A96118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437B365A-9846-D811-4ABE-C2A90E777D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FEEF3A02-DEB6-F67B-480B-1D9B849DD9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2AB4EA-B3A6-011E-F415-E20E943C356C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1894F860-BB03-5EF1-41BF-825DC712D955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2ADA838-91B0-DC76-8FD4-72DB99C8AD78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045C443F-5D4A-9337-6DB3-6BE1EEDC282E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EB840ED2-D5CD-381A-7CA9-88EABECD721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E3912378-413D-036C-4158-023681AB22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AEFC624-EEA7-1F9A-4453-17E446F7A3B0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63C955EF-0B10-3974-CEB6-D73B6551266C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E9C4F819-9213-E27E-CF9A-68CC2AB07F0B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BACEF252-8203-3E44-874D-F0C81D325393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833446F6-24F2-23C0-ED94-AC57940F0EE7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8C3E7394-2AC2-B1AD-4E26-E74283A5E7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386FA0A-2109-18DF-4447-919924510D1C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C62BDFCF-1DDB-88BA-C67F-A2CFFD71DA1B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8746E9FA-1098-56CE-EA60-EF4F97815E77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50EB4880-439C-E8D3-50FD-6D62E32D46F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6362B5E2-E7E2-8E44-D1D5-505CB0D63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4D204551-4652-F673-5D64-ABCB2F3D76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0375C55-2323-269B-20D8-1569A779AD97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E58979B0-FD5D-7BF5-78E5-D298982763A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5E05B450-85D4-D01B-7FEB-FAA934F42F2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D4A67EFD-F511-577D-89B3-88D897375C5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8074DD82-E32F-659E-58F2-F396DF2E8A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E4444255-FC8B-3FD5-033D-7A60AF60D1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0C0CD87-9BFF-E37A-6A48-CB0D8BC0EECF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43415081-C5D6-573F-29D6-F2637F531D5B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53DE992B-F85E-9D34-80E1-E4B6127D537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FC67404B-8B5E-BB27-C4B1-B57E0601F33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DE144670-B458-F0DB-355D-58CB2473AA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EA270494-5E89-115A-A3D1-8CD7F41C59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891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CDDC-A69C-6B70-4573-BB42415D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4">
            <a:extLst>
              <a:ext uri="{FF2B5EF4-FFF2-40B4-BE49-F238E27FC236}">
                <a16:creationId xmlns:a16="http://schemas.microsoft.com/office/drawing/2014/main" id="{5E459B01-149D-D571-304F-7CDC7FAA0BD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Pergunta</a:t>
            </a:r>
            <a:r>
              <a:rPr lang="pt-BR" sz="1000">
                <a:latin typeface="Montserrat" panose="00000500000000000000" pitchFamily="2" charset="0"/>
              </a:rPr>
              <a:t>  |  Literatura  |  Hipótese  |  Base de Dados  |  Metodologia  |  Resultados</a:t>
            </a:r>
          </a:p>
        </p:txBody>
      </p:sp>
      <p:grpSp>
        <p:nvGrpSpPr>
          <p:cNvPr id="48" name="Cartão: Nome da fonte">
            <a:extLst>
              <a:ext uri="{FF2B5EF4-FFF2-40B4-BE49-F238E27FC236}">
                <a16:creationId xmlns:a16="http://schemas.microsoft.com/office/drawing/2014/main" id="{9E57620A-7C6C-44A4-218C-E4999A027A98}"/>
              </a:ext>
            </a:extLst>
          </p:cNvPr>
          <p:cNvGrpSpPr/>
          <p:nvPr/>
        </p:nvGrpSpPr>
        <p:grpSpPr>
          <a:xfrm>
            <a:off x="9155887" y="914400"/>
            <a:ext cx="2715768" cy="2377440"/>
            <a:chOff x="9155887" y="914400"/>
            <a:chExt cx="2715768" cy="2377440"/>
          </a:xfrm>
        </p:grpSpPr>
        <p:sp>
          <p:nvSpPr>
            <p:cNvPr id="49" name="Papel">
              <a:extLst>
                <a:ext uri="{FF2B5EF4-FFF2-40B4-BE49-F238E27FC236}">
                  <a16:creationId xmlns:a16="http://schemas.microsoft.com/office/drawing/2014/main" id="{7D5C4137-2CB6-FE22-0383-59D39A9871A9}"/>
                </a:ext>
              </a:extLst>
            </p:cNvPr>
            <p:cNvSpPr/>
            <p:nvPr/>
          </p:nvSpPr>
          <p:spPr>
            <a:xfrm>
              <a:off x="9155887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41778"/>
                  </a:lnTo>
                  <a:lnTo>
                    <a:pt x="2697480" y="2354489"/>
                  </a:lnTo>
                  <a:lnTo>
                    <a:pt x="2633015" y="2355129"/>
                  </a:lnTo>
                  <a:lnTo>
                    <a:pt x="2602657" y="2361621"/>
                  </a:lnTo>
                  <a:lnTo>
                    <a:pt x="2562057" y="2350191"/>
                  </a:lnTo>
                  <a:lnTo>
                    <a:pt x="2500244" y="2358695"/>
                  </a:lnTo>
                  <a:lnTo>
                    <a:pt x="2435779" y="2374697"/>
                  </a:lnTo>
                  <a:lnTo>
                    <a:pt x="2377074" y="2361529"/>
                  </a:lnTo>
                  <a:lnTo>
                    <a:pt x="2309500" y="2363267"/>
                  </a:lnTo>
                  <a:lnTo>
                    <a:pt x="2265700" y="2361347"/>
                  </a:lnTo>
                  <a:lnTo>
                    <a:pt x="2201875" y="2348911"/>
                  </a:lnTo>
                  <a:lnTo>
                    <a:pt x="2144817" y="2351288"/>
                  </a:lnTo>
                  <a:lnTo>
                    <a:pt x="2090958" y="2345985"/>
                  </a:lnTo>
                  <a:lnTo>
                    <a:pt x="2063709" y="2344339"/>
                  </a:lnTo>
                  <a:lnTo>
                    <a:pt x="2028139" y="2369850"/>
                  </a:lnTo>
                  <a:lnTo>
                    <a:pt x="1965777" y="2352111"/>
                  </a:lnTo>
                  <a:lnTo>
                    <a:pt x="1940174" y="2371222"/>
                  </a:lnTo>
                  <a:lnTo>
                    <a:pt x="1877263" y="2369119"/>
                  </a:lnTo>
                  <a:lnTo>
                    <a:pt x="1827246" y="2367930"/>
                  </a:lnTo>
                  <a:lnTo>
                    <a:pt x="1765066" y="2367473"/>
                  </a:lnTo>
                  <a:lnTo>
                    <a:pt x="1716237" y="2351928"/>
                  </a:lnTo>
                  <a:lnTo>
                    <a:pt x="1679936" y="2363907"/>
                  </a:lnTo>
                  <a:lnTo>
                    <a:pt x="1631015" y="2362627"/>
                  </a:lnTo>
                  <a:lnTo>
                    <a:pt x="1567739" y="2367107"/>
                  </a:lnTo>
                  <a:lnTo>
                    <a:pt x="1524579" y="2368296"/>
                  </a:lnTo>
                  <a:lnTo>
                    <a:pt x="1468526" y="2353483"/>
                  </a:lnTo>
                  <a:lnTo>
                    <a:pt x="1432956" y="2346625"/>
                  </a:lnTo>
                  <a:lnTo>
                    <a:pt x="1376081" y="2354214"/>
                  </a:lnTo>
                  <a:lnTo>
                    <a:pt x="1341973" y="2361347"/>
                  </a:lnTo>
                  <a:lnTo>
                    <a:pt x="1298905" y="2375154"/>
                  </a:lnTo>
                  <a:lnTo>
                    <a:pt x="1270559" y="2365187"/>
                  </a:lnTo>
                  <a:lnTo>
                    <a:pt x="1222004" y="2353208"/>
                  </a:lnTo>
                  <a:lnTo>
                    <a:pt x="1182136" y="2352568"/>
                  </a:lnTo>
                  <a:lnTo>
                    <a:pt x="1135502" y="2357415"/>
                  </a:lnTo>
                  <a:lnTo>
                    <a:pt x="1084936" y="2361529"/>
                  </a:lnTo>
                  <a:lnTo>
                    <a:pt x="1049091" y="2369759"/>
                  </a:lnTo>
                  <a:lnTo>
                    <a:pt x="1025500" y="2377440"/>
                  </a:lnTo>
                  <a:lnTo>
                    <a:pt x="991118" y="2371131"/>
                  </a:lnTo>
                  <a:lnTo>
                    <a:pt x="956828" y="2374148"/>
                  </a:lnTo>
                  <a:lnTo>
                    <a:pt x="920069" y="2360981"/>
                  </a:lnTo>
                  <a:lnTo>
                    <a:pt x="872795" y="2353666"/>
                  </a:lnTo>
                  <a:lnTo>
                    <a:pt x="846277" y="2359518"/>
                  </a:lnTo>
                  <a:lnTo>
                    <a:pt x="817016" y="2346808"/>
                  </a:lnTo>
                  <a:lnTo>
                    <a:pt x="751728" y="2336475"/>
                  </a:lnTo>
                  <a:lnTo>
                    <a:pt x="691012" y="2330440"/>
                  </a:lnTo>
                  <a:lnTo>
                    <a:pt x="660654" y="2351471"/>
                  </a:lnTo>
                  <a:lnTo>
                    <a:pt x="628650" y="2336841"/>
                  </a:lnTo>
                  <a:lnTo>
                    <a:pt x="576529" y="2348362"/>
                  </a:lnTo>
                  <a:lnTo>
                    <a:pt x="547543" y="2345345"/>
                  </a:lnTo>
                  <a:lnTo>
                    <a:pt x="488107" y="2375977"/>
                  </a:lnTo>
                  <a:lnTo>
                    <a:pt x="435072" y="2364638"/>
                  </a:lnTo>
                  <a:lnTo>
                    <a:pt x="385602" y="2356775"/>
                  </a:lnTo>
                  <a:lnTo>
                    <a:pt x="344272" y="2363450"/>
                  </a:lnTo>
                  <a:lnTo>
                    <a:pt x="301386" y="2357140"/>
                  </a:lnTo>
                  <a:lnTo>
                    <a:pt x="241127" y="2367930"/>
                  </a:lnTo>
                  <a:lnTo>
                    <a:pt x="201991" y="2352843"/>
                  </a:lnTo>
                  <a:lnTo>
                    <a:pt x="169530" y="2352660"/>
                  </a:lnTo>
                  <a:lnTo>
                    <a:pt x="137709" y="2351837"/>
                  </a:lnTo>
                  <a:lnTo>
                    <a:pt x="73884" y="2339950"/>
                  </a:lnTo>
                  <a:lnTo>
                    <a:pt x="47457" y="2335103"/>
                  </a:lnTo>
                  <a:lnTo>
                    <a:pt x="0" y="2340041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Data">
              <a:extLst>
                <a:ext uri="{FF2B5EF4-FFF2-40B4-BE49-F238E27FC236}">
                  <a16:creationId xmlns:a16="http://schemas.microsoft.com/office/drawing/2014/main" id="{EBDCD75F-7D90-FF38-657D-51C7C473F08E}"/>
                </a:ext>
              </a:extLst>
            </p:cNvPr>
            <p:cNvSpPr txBox="1"/>
            <p:nvPr/>
          </p:nvSpPr>
          <p:spPr>
            <a:xfrm>
              <a:off x="9357055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52" name="Fio">
              <a:extLst>
                <a:ext uri="{FF2B5EF4-FFF2-40B4-BE49-F238E27FC236}">
                  <a16:creationId xmlns:a16="http://schemas.microsoft.com/office/drawing/2014/main" id="{7871C6F5-D299-933D-4775-F2D676A3304C}"/>
                </a:ext>
              </a:extLst>
            </p:cNvPr>
            <p:cNvSpPr/>
            <p:nvPr/>
          </p:nvSpPr>
          <p:spPr>
            <a:xfrm>
              <a:off x="9357055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Manchete">
              <a:extLst>
                <a:ext uri="{FF2B5EF4-FFF2-40B4-BE49-F238E27FC236}">
                  <a16:creationId xmlns:a16="http://schemas.microsoft.com/office/drawing/2014/main" id="{68D9B2C5-1B65-C31B-6AAC-9C5088C40A49}"/>
                </a:ext>
              </a:extLst>
            </p:cNvPr>
            <p:cNvSpPr txBox="1"/>
            <p:nvPr/>
          </p:nvSpPr>
          <p:spPr>
            <a:xfrm>
              <a:off x="9357055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Ministério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Saúde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prorroga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permanência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medicos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até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fevereiro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de 2027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todo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país</a:t>
              </a: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endParaRPr lang="en-US" sz="1400" b="1">
                <a:solidFill>
                  <a:srgbClr val="1A1A1A"/>
                </a:solidFill>
                <a:latin typeface="Georgia" pitchFamily="34" charset="0"/>
              </a:endParaRPr>
            </a:p>
            <a:p>
              <a:pPr marL="0" indent="0">
                <a:buNone/>
              </a:pPr>
              <a:r>
                <a:rPr lang="en-US" sz="1000" b="1">
                  <a:solidFill>
                    <a:srgbClr val="1A1A1A"/>
                  </a:solidFill>
                  <a:latin typeface="Montserrat" panose="00000500000000000000" pitchFamily="2" charset="0"/>
                </a:rPr>
                <a:t>1.480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especialistas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do PMM-E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em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atividade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hoje</a:t>
              </a:r>
              <a:endParaRPr lang="en-US" sz="1000">
                <a:latin typeface="Montserrat" panose="00000500000000000000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8E6FDD3-2334-484C-F613-8A87DD31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Política direciona incentivos aos territórios mais vulneráveis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8A6940-7BD6-0378-5B68-477B2F4BA0D0}"/>
              </a:ext>
            </a:extLst>
          </p:cNvPr>
          <p:cNvSpPr txBox="1">
            <a:spLocks/>
          </p:cNvSpPr>
          <p:nvPr/>
        </p:nvSpPr>
        <p:spPr>
          <a:xfrm>
            <a:off x="114804" y="3633311"/>
            <a:ext cx="5848182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I. O PMM-E oferta especialistas onde há demanda suprimida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8B59D32-96A4-3629-7224-E05723B3E792}"/>
              </a:ext>
            </a:extLst>
          </p:cNvPr>
          <p:cNvSpPr txBox="1">
            <a:spLocks/>
          </p:cNvSpPr>
          <p:nvPr/>
        </p:nvSpPr>
        <p:spPr>
          <a:xfrm>
            <a:off x="114804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Distribuição dos especialistas existentes (2024) ativos no PMM-E (2025)</a:t>
            </a:r>
          </a:p>
          <a:p>
            <a:endParaRPr lang="pt-BR"/>
          </a:p>
        </p:txBody>
      </p:sp>
      <p:graphicFrame>
        <p:nvGraphicFramePr>
          <p:cNvPr id="6" name="Chart 12">
            <a:extLst>
              <a:ext uri="{FF2B5EF4-FFF2-40B4-BE49-F238E27FC236}">
                <a16:creationId xmlns:a16="http://schemas.microsoft.com/office/drawing/2014/main" id="{4AC7658E-CAA9-67FD-38A4-489D0B3EB8ED}"/>
              </a:ext>
            </a:extLst>
          </p:cNvPr>
          <p:cNvGraphicFramePr>
            <a:graphicFrameLocks/>
          </p:cNvGraphicFramePr>
          <p:nvPr/>
        </p:nvGraphicFramePr>
        <p:xfrm>
          <a:off x="196860" y="4190253"/>
          <a:ext cx="5594533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B798B2E-50F2-9608-01C4-8E0F89749738}"/>
              </a:ext>
            </a:extLst>
          </p:cNvPr>
          <p:cNvSpPr txBox="1">
            <a:spLocks/>
          </p:cNvSpPr>
          <p:nvPr/>
        </p:nvSpPr>
        <p:spPr>
          <a:xfrm>
            <a:off x="11747384" y="647736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7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Text 47">
            <a:extLst>
              <a:ext uri="{FF2B5EF4-FFF2-40B4-BE49-F238E27FC236}">
                <a16:creationId xmlns:a16="http://schemas.microsoft.com/office/drawing/2014/main" id="{FE164FBB-95B1-C368-6A21-C335A5E5A7C2}"/>
              </a:ext>
            </a:extLst>
          </p:cNvPr>
          <p:cNvSpPr txBox="1"/>
          <p:nvPr/>
        </p:nvSpPr>
        <p:spPr>
          <a:xfrm>
            <a:off x="192024" y="6491124"/>
            <a:ext cx="1141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</a:t>
            </a:r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Ministério da Saúde, notas de 27/08/2026 (PE e PB); Scheffer et al., Demografia Médica no Brasil 2025 (FMUSP/AMB); </a:t>
            </a:r>
            <a:r>
              <a:rPr lang="en-US" sz="800">
                <a:solidFill>
                  <a:srgbClr val="7A7A7A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CNES/DATASUS, Censo 2022 (IBGE/SIDRA 4709) e IVS 2010/IPEA. </a:t>
            </a:r>
            <a:endParaRPr lang="en-US" sz="800">
              <a:latin typeface="Montserrat"/>
            </a:endParaRPr>
          </a:p>
          <a:p>
            <a:r>
              <a:rPr lang="pt-BR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00"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63EFFF21-65E7-5C9A-533A-50D78BAB1D59}"/>
              </a:ext>
            </a:extLst>
          </p:cNvPr>
          <p:cNvGraphicFramePr>
            <a:graphicFrameLocks/>
          </p:cNvGraphicFramePr>
          <p:nvPr/>
        </p:nvGraphicFramePr>
        <p:xfrm>
          <a:off x="6222631" y="4245813"/>
          <a:ext cx="5594400" cy="22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21A07C65-CEA2-8764-FE7B-B1F926652457}"/>
              </a:ext>
            </a:extLst>
          </p:cNvPr>
          <p:cNvSpPr txBox="1">
            <a:spLocks/>
          </p:cNvSpPr>
          <p:nvPr/>
        </p:nvSpPr>
        <p:spPr>
          <a:xfrm>
            <a:off x="6209958" y="3918605"/>
            <a:ext cx="6305382" cy="212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Comparação entre os 9 meses antecessores ao PMM-E e 9 meses posteriores </a:t>
            </a:r>
          </a:p>
          <a:p>
            <a:endParaRPr lang="pt-BR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2982665-3F62-D8F1-38C0-15DB78648B5F}"/>
              </a:ext>
            </a:extLst>
          </p:cNvPr>
          <p:cNvSpPr txBox="1">
            <a:spLocks/>
          </p:cNvSpPr>
          <p:nvPr/>
        </p:nvSpPr>
        <p:spPr>
          <a:xfrm>
            <a:off x="6209958" y="3633311"/>
            <a:ext cx="6405635" cy="2852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Montserrat"/>
              </a:rPr>
              <a:t>II.  Maior presença nas regiões com maiores bolsas  </a:t>
            </a:r>
            <a:endParaRPr lang="pt-BR"/>
          </a:p>
        </p:txBody>
      </p:sp>
      <p:grpSp>
        <p:nvGrpSpPr>
          <p:cNvPr id="36" name="Cartão: Nome da fonte">
            <a:extLst>
              <a:ext uri="{FF2B5EF4-FFF2-40B4-BE49-F238E27FC236}">
                <a16:creationId xmlns:a16="http://schemas.microsoft.com/office/drawing/2014/main" id="{842686E5-29EC-D349-FA84-AED73E27154E}"/>
              </a:ext>
            </a:extLst>
          </p:cNvPr>
          <p:cNvGrpSpPr/>
          <p:nvPr/>
        </p:nvGrpSpPr>
        <p:grpSpPr>
          <a:xfrm>
            <a:off x="3265322" y="914400"/>
            <a:ext cx="2715768" cy="2377440"/>
            <a:chOff x="3265322" y="914400"/>
            <a:chExt cx="2715768" cy="2377440"/>
          </a:xfrm>
        </p:grpSpPr>
        <p:sp>
          <p:nvSpPr>
            <p:cNvPr id="37" name="Papel">
              <a:extLst>
                <a:ext uri="{FF2B5EF4-FFF2-40B4-BE49-F238E27FC236}">
                  <a16:creationId xmlns:a16="http://schemas.microsoft.com/office/drawing/2014/main" id="{D39465C0-E39A-AC7D-8B07-9589446400F7}"/>
                </a:ext>
              </a:extLst>
            </p:cNvPr>
            <p:cNvSpPr/>
            <p:nvPr/>
          </p:nvSpPr>
          <p:spPr>
            <a:xfrm>
              <a:off x="3265322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57232"/>
                  </a:lnTo>
                  <a:lnTo>
                    <a:pt x="2701595" y="2352568"/>
                  </a:lnTo>
                  <a:lnTo>
                    <a:pt x="2671420" y="2352568"/>
                  </a:lnTo>
                  <a:lnTo>
                    <a:pt x="2640147" y="2375703"/>
                  </a:lnTo>
                  <a:lnTo>
                    <a:pt x="2580528" y="2358695"/>
                  </a:lnTo>
                  <a:lnTo>
                    <a:pt x="2551267" y="2360249"/>
                  </a:lnTo>
                  <a:lnTo>
                    <a:pt x="2497775" y="2363907"/>
                  </a:lnTo>
                  <a:lnTo>
                    <a:pt x="2440899" y="2362627"/>
                  </a:lnTo>
                  <a:lnTo>
                    <a:pt x="2405329" y="2377440"/>
                  </a:lnTo>
                  <a:lnTo>
                    <a:pt x="2346350" y="2348636"/>
                  </a:lnTo>
                  <a:lnTo>
                    <a:pt x="2281337" y="2348362"/>
                  </a:lnTo>
                  <a:lnTo>
                    <a:pt x="2254819" y="2348088"/>
                  </a:lnTo>
                  <a:lnTo>
                    <a:pt x="2218060" y="2342418"/>
                  </a:lnTo>
                  <a:lnTo>
                    <a:pt x="2159538" y="2357140"/>
                  </a:lnTo>
                  <a:lnTo>
                    <a:pt x="2101657" y="2350191"/>
                  </a:lnTo>
                  <a:lnTo>
                    <a:pt x="2068739" y="2341413"/>
                  </a:lnTo>
                  <a:lnTo>
                    <a:pt x="2022196" y="2352843"/>
                  </a:lnTo>
                  <a:lnTo>
                    <a:pt x="1983516" y="2358055"/>
                  </a:lnTo>
                  <a:lnTo>
                    <a:pt x="1931030" y="2343882"/>
                  </a:lnTo>
                  <a:lnTo>
                    <a:pt x="1894820" y="2346899"/>
                  </a:lnTo>
                  <a:lnTo>
                    <a:pt x="1841784" y="2367839"/>
                  </a:lnTo>
                  <a:lnTo>
                    <a:pt x="1777319" y="2344247"/>
                  </a:lnTo>
                  <a:lnTo>
                    <a:pt x="1749339" y="2355769"/>
                  </a:lnTo>
                  <a:lnTo>
                    <a:pt x="1711574" y="2335469"/>
                  </a:lnTo>
                  <a:lnTo>
                    <a:pt x="1661465" y="2337938"/>
                  </a:lnTo>
                  <a:lnTo>
                    <a:pt x="1593525" y="2347082"/>
                  </a:lnTo>
                  <a:lnTo>
                    <a:pt x="1535095" y="2329708"/>
                  </a:lnTo>
                  <a:lnTo>
                    <a:pt x="1506291" y="2332817"/>
                  </a:lnTo>
                  <a:lnTo>
                    <a:pt x="1448318" y="2335835"/>
                  </a:lnTo>
                  <a:lnTo>
                    <a:pt x="1409639" y="2345710"/>
                  </a:lnTo>
                  <a:lnTo>
                    <a:pt x="1346911" y="2328885"/>
                  </a:lnTo>
                  <a:lnTo>
                    <a:pt x="1308598" y="2335652"/>
                  </a:lnTo>
                  <a:lnTo>
                    <a:pt x="1269553" y="2335103"/>
                  </a:lnTo>
                  <a:lnTo>
                    <a:pt x="1203442" y="2346808"/>
                  </a:lnTo>
                  <a:lnTo>
                    <a:pt x="1164763" y="2348362"/>
                  </a:lnTo>
                  <a:lnTo>
                    <a:pt x="1102309" y="2342236"/>
                  </a:lnTo>
                  <a:lnTo>
                    <a:pt x="1055858" y="2334738"/>
                  </a:lnTo>
                  <a:lnTo>
                    <a:pt x="988466" y="2323856"/>
                  </a:lnTo>
                  <a:lnTo>
                    <a:pt x="930402" y="2335926"/>
                  </a:lnTo>
                  <a:lnTo>
                    <a:pt x="891631" y="2338944"/>
                  </a:lnTo>
                  <a:lnTo>
                    <a:pt x="823509" y="2333366"/>
                  </a:lnTo>
                  <a:lnTo>
                    <a:pt x="790042" y="2326325"/>
                  </a:lnTo>
                  <a:lnTo>
                    <a:pt x="750997" y="2328245"/>
                  </a:lnTo>
                  <a:lnTo>
                    <a:pt x="707106" y="2327514"/>
                  </a:lnTo>
                  <a:lnTo>
                    <a:pt x="646115" y="2328794"/>
                  </a:lnTo>
                  <a:lnTo>
                    <a:pt x="579272" y="2323856"/>
                  </a:lnTo>
                  <a:lnTo>
                    <a:pt x="538764" y="2328428"/>
                  </a:lnTo>
                  <a:lnTo>
                    <a:pt x="488381" y="2355677"/>
                  </a:lnTo>
                  <a:lnTo>
                    <a:pt x="419984" y="2339218"/>
                  </a:lnTo>
                  <a:lnTo>
                    <a:pt x="390906" y="2329251"/>
                  </a:lnTo>
                  <a:lnTo>
                    <a:pt x="359908" y="2334189"/>
                  </a:lnTo>
                  <a:lnTo>
                    <a:pt x="331379" y="2332634"/>
                  </a:lnTo>
                  <a:lnTo>
                    <a:pt x="297454" y="2345893"/>
                  </a:lnTo>
                  <a:lnTo>
                    <a:pt x="237378" y="2355860"/>
                  </a:lnTo>
                  <a:lnTo>
                    <a:pt x="176662" y="2343333"/>
                  </a:lnTo>
                  <a:lnTo>
                    <a:pt x="108905" y="2350008"/>
                  </a:lnTo>
                  <a:lnTo>
                    <a:pt x="65654" y="2345985"/>
                  </a:lnTo>
                  <a:lnTo>
                    <a:pt x="41971" y="2341321"/>
                  </a:lnTo>
                  <a:lnTo>
                    <a:pt x="0" y="2357506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Data">
              <a:extLst>
                <a:ext uri="{FF2B5EF4-FFF2-40B4-BE49-F238E27FC236}">
                  <a16:creationId xmlns:a16="http://schemas.microsoft.com/office/drawing/2014/main" id="{9C9E79A5-1135-CFA2-9071-54A128104EC8}"/>
                </a:ext>
              </a:extLst>
            </p:cNvPr>
            <p:cNvSpPr txBox="1"/>
            <p:nvPr/>
          </p:nvSpPr>
          <p:spPr>
            <a:xfrm>
              <a:off x="3466490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40" name="Fio">
              <a:extLst>
                <a:ext uri="{FF2B5EF4-FFF2-40B4-BE49-F238E27FC236}">
                  <a16:creationId xmlns:a16="http://schemas.microsoft.com/office/drawing/2014/main" id="{48E47E6C-B958-2162-FF9C-EF03FAE616BA}"/>
                </a:ext>
              </a:extLst>
            </p:cNvPr>
            <p:cNvSpPr/>
            <p:nvPr/>
          </p:nvSpPr>
          <p:spPr>
            <a:xfrm>
              <a:off x="3466490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Manchete">
              <a:extLst>
                <a:ext uri="{FF2B5EF4-FFF2-40B4-BE49-F238E27FC236}">
                  <a16:creationId xmlns:a16="http://schemas.microsoft.com/office/drawing/2014/main" id="{E92FE66C-1B9C-89C2-25A6-BB9BFB126350}"/>
                </a:ext>
              </a:extLst>
            </p:cNvPr>
            <p:cNvSpPr txBox="1"/>
            <p:nvPr/>
          </p:nvSpPr>
          <p:spPr>
            <a:xfrm>
              <a:off x="3466490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Paraíba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70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28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42" name="Cartão: Nome da fonte">
            <a:extLst>
              <a:ext uri="{FF2B5EF4-FFF2-40B4-BE49-F238E27FC236}">
                <a16:creationId xmlns:a16="http://schemas.microsoft.com/office/drawing/2014/main" id="{FF51D5C3-0FB6-3D2D-40E0-09658E456126}"/>
              </a:ext>
            </a:extLst>
          </p:cNvPr>
          <p:cNvGrpSpPr/>
          <p:nvPr/>
        </p:nvGrpSpPr>
        <p:grpSpPr>
          <a:xfrm>
            <a:off x="6210605" y="914400"/>
            <a:ext cx="2715768" cy="2377440"/>
            <a:chOff x="6210605" y="914400"/>
            <a:chExt cx="2715768" cy="2377440"/>
          </a:xfrm>
        </p:grpSpPr>
        <p:sp>
          <p:nvSpPr>
            <p:cNvPr id="43" name="Papel">
              <a:extLst>
                <a:ext uri="{FF2B5EF4-FFF2-40B4-BE49-F238E27FC236}">
                  <a16:creationId xmlns:a16="http://schemas.microsoft.com/office/drawing/2014/main" id="{54100B1C-C75D-9480-569B-FF4F20AF6645}"/>
                </a:ext>
              </a:extLst>
            </p:cNvPr>
            <p:cNvSpPr/>
            <p:nvPr/>
          </p:nvSpPr>
          <p:spPr>
            <a:xfrm>
              <a:off x="6210605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77440"/>
                  </a:lnTo>
                  <a:lnTo>
                    <a:pt x="2700680" y="2376434"/>
                  </a:lnTo>
                  <a:lnTo>
                    <a:pt x="2640604" y="2373600"/>
                  </a:lnTo>
                  <a:lnTo>
                    <a:pt x="2611984" y="2366559"/>
                  </a:lnTo>
                  <a:lnTo>
                    <a:pt x="2565989" y="2360615"/>
                  </a:lnTo>
                  <a:lnTo>
                    <a:pt x="2535174" y="2353483"/>
                  </a:lnTo>
                  <a:lnTo>
                    <a:pt x="2478573" y="2367564"/>
                  </a:lnTo>
                  <a:lnTo>
                    <a:pt x="2419411" y="2367199"/>
                  </a:lnTo>
                  <a:lnTo>
                    <a:pt x="2392893" y="2361895"/>
                  </a:lnTo>
                  <a:lnTo>
                    <a:pt x="2360249" y="2367016"/>
                  </a:lnTo>
                  <a:lnTo>
                    <a:pt x="2335286" y="2367016"/>
                  </a:lnTo>
                  <a:lnTo>
                    <a:pt x="2304928" y="2367107"/>
                  </a:lnTo>
                  <a:lnTo>
                    <a:pt x="2251161" y="2359884"/>
                  </a:lnTo>
                  <a:lnTo>
                    <a:pt x="2208550" y="2360249"/>
                  </a:lnTo>
                  <a:lnTo>
                    <a:pt x="2163745" y="2359335"/>
                  </a:lnTo>
                  <a:lnTo>
                    <a:pt x="2102754" y="2368662"/>
                  </a:lnTo>
                  <a:lnTo>
                    <a:pt x="2065904" y="2349917"/>
                  </a:lnTo>
                  <a:lnTo>
                    <a:pt x="2000159" y="2353391"/>
                  </a:lnTo>
                  <a:lnTo>
                    <a:pt x="1957090" y="2354397"/>
                  </a:lnTo>
                  <a:lnTo>
                    <a:pt x="1895003" y="2362992"/>
                  </a:lnTo>
                  <a:lnTo>
                    <a:pt x="1865376" y="2344522"/>
                  </a:lnTo>
                  <a:lnTo>
                    <a:pt x="1807769" y="2334372"/>
                  </a:lnTo>
                  <a:lnTo>
                    <a:pt x="1769730" y="2334920"/>
                  </a:lnTo>
                  <a:lnTo>
                    <a:pt x="1702247" y="2342418"/>
                  </a:lnTo>
                  <a:lnTo>
                    <a:pt x="1672255" y="2347631"/>
                  </a:lnTo>
                  <a:lnTo>
                    <a:pt x="1613550" y="2340773"/>
                  </a:lnTo>
                  <a:lnTo>
                    <a:pt x="1554571" y="2337664"/>
                  </a:lnTo>
                  <a:lnTo>
                    <a:pt x="1508394" y="2339310"/>
                  </a:lnTo>
                  <a:lnTo>
                    <a:pt x="1482608" y="2343516"/>
                  </a:lnTo>
                  <a:lnTo>
                    <a:pt x="1436888" y="2340864"/>
                  </a:lnTo>
                  <a:lnTo>
                    <a:pt x="1391717" y="2335103"/>
                  </a:lnTo>
                  <a:lnTo>
                    <a:pt x="1359164" y="2341230"/>
                  </a:lnTo>
                  <a:lnTo>
                    <a:pt x="1306495" y="2348362"/>
                  </a:lnTo>
                  <a:lnTo>
                    <a:pt x="1262604" y="2333457"/>
                  </a:lnTo>
                  <a:lnTo>
                    <a:pt x="1231331" y="2350191"/>
                  </a:lnTo>
                  <a:lnTo>
                    <a:pt x="1187074" y="2353940"/>
                  </a:lnTo>
                  <a:lnTo>
                    <a:pt x="1119043" y="2354489"/>
                  </a:lnTo>
                  <a:lnTo>
                    <a:pt x="1066190" y="2371405"/>
                  </a:lnTo>
                  <a:lnTo>
                    <a:pt x="1028151" y="2371862"/>
                  </a:lnTo>
                  <a:lnTo>
                    <a:pt x="993496" y="2359609"/>
                  </a:lnTo>
                  <a:lnTo>
                    <a:pt x="940643" y="2367016"/>
                  </a:lnTo>
                  <a:lnTo>
                    <a:pt x="909371" y="2349368"/>
                  </a:lnTo>
                  <a:lnTo>
                    <a:pt x="880567" y="2354489"/>
                  </a:lnTo>
                  <a:lnTo>
                    <a:pt x="819760" y="2364547"/>
                  </a:lnTo>
                  <a:lnTo>
                    <a:pt x="755752" y="2342693"/>
                  </a:lnTo>
                  <a:lnTo>
                    <a:pt x="725211" y="2353391"/>
                  </a:lnTo>
                  <a:lnTo>
                    <a:pt x="664952" y="2347265"/>
                  </a:lnTo>
                  <a:lnTo>
                    <a:pt x="618592" y="2344887"/>
                  </a:lnTo>
                  <a:lnTo>
                    <a:pt x="593628" y="2346259"/>
                  </a:lnTo>
                  <a:lnTo>
                    <a:pt x="559887" y="2341961"/>
                  </a:lnTo>
                  <a:lnTo>
                    <a:pt x="499902" y="2342510"/>
                  </a:lnTo>
                  <a:lnTo>
                    <a:pt x="472745" y="2323033"/>
                  </a:lnTo>
                  <a:lnTo>
                    <a:pt x="437083" y="2322942"/>
                  </a:lnTo>
                  <a:lnTo>
                    <a:pt x="405079" y="2317913"/>
                  </a:lnTo>
                  <a:lnTo>
                    <a:pt x="350947" y="2320290"/>
                  </a:lnTo>
                  <a:lnTo>
                    <a:pt x="290413" y="2313706"/>
                  </a:lnTo>
                  <a:lnTo>
                    <a:pt x="250180" y="2315444"/>
                  </a:lnTo>
                  <a:lnTo>
                    <a:pt x="190378" y="2322942"/>
                  </a:lnTo>
                  <a:lnTo>
                    <a:pt x="147676" y="2331263"/>
                  </a:lnTo>
                  <a:lnTo>
                    <a:pt x="85405" y="2331171"/>
                  </a:lnTo>
                  <a:lnTo>
                    <a:pt x="61813" y="2339492"/>
                  </a:lnTo>
                  <a:lnTo>
                    <a:pt x="0" y="233290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Data">
              <a:extLst>
                <a:ext uri="{FF2B5EF4-FFF2-40B4-BE49-F238E27FC236}">
                  <a16:creationId xmlns:a16="http://schemas.microsoft.com/office/drawing/2014/main" id="{28A35123-FD2E-7B38-3540-86720DB52AE0}"/>
                </a:ext>
              </a:extLst>
            </p:cNvPr>
            <p:cNvSpPr txBox="1"/>
            <p:nvPr/>
          </p:nvSpPr>
          <p:spPr>
            <a:xfrm>
              <a:off x="6411773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10/09/2025</a:t>
              </a:r>
              <a:endParaRPr lang="en-US" sz="1000"/>
            </a:p>
          </p:txBody>
        </p:sp>
        <p:sp>
          <p:nvSpPr>
            <p:cNvPr id="46" name="Fio">
              <a:extLst>
                <a:ext uri="{FF2B5EF4-FFF2-40B4-BE49-F238E27FC236}">
                  <a16:creationId xmlns:a16="http://schemas.microsoft.com/office/drawing/2014/main" id="{C430977A-3897-697E-C3C6-F822539F23AE}"/>
                </a:ext>
              </a:extLst>
            </p:cNvPr>
            <p:cNvSpPr/>
            <p:nvPr/>
          </p:nvSpPr>
          <p:spPr>
            <a:xfrm>
              <a:off x="6411773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Manchete">
              <a:extLst>
                <a:ext uri="{FF2B5EF4-FFF2-40B4-BE49-F238E27FC236}">
                  <a16:creationId xmlns:a16="http://schemas.microsoft.com/office/drawing/2014/main" id="{A00060B0-AD6E-3D49-6F43-607FB6339106}"/>
                </a:ext>
              </a:extLst>
            </p:cNvPr>
            <p:cNvSpPr txBox="1"/>
            <p:nvPr/>
          </p:nvSpPr>
          <p:spPr>
            <a:xfrm>
              <a:off x="6411773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Mais de 320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R$ 2,5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bilhões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vão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fortalecer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o SUS</a:t>
              </a:r>
            </a:p>
            <a:p>
              <a:pPr marL="0" indent="0">
                <a:buNone/>
              </a:pPr>
              <a:endParaRPr lang="en-US" sz="1000">
                <a:solidFill>
                  <a:srgbClr val="1A1A1A"/>
                </a:solidFill>
                <a:latin typeface="Montserrat" panose="00000500000000000000" pitchFamily="2" charset="0"/>
              </a:endParaRPr>
            </a:p>
            <a:p>
              <a:pPr marL="0" indent="0">
                <a:buNone/>
              </a:pP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Do total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profissionais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, 72%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serão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destinados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a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áreas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de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ou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muito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alta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1000" err="1">
                  <a:solidFill>
                    <a:srgbClr val="1A1A1A"/>
                  </a:solidFill>
                  <a:latin typeface="Montserrat" panose="00000500000000000000" pitchFamily="2" charset="0"/>
                </a:rPr>
                <a:t>vulnerabilidade</a:t>
              </a:r>
              <a:r>
                <a:rPr lang="en-US" sz="1000">
                  <a:solidFill>
                    <a:srgbClr val="1A1A1A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0" indent="0">
                <a:buNone/>
              </a:pPr>
              <a:endParaRPr lang="en-US" sz="1400"/>
            </a:p>
          </p:txBody>
        </p:sp>
      </p:grpSp>
      <p:grpSp>
        <p:nvGrpSpPr>
          <p:cNvPr id="30" name="Cartão: Nome da fonte">
            <a:extLst>
              <a:ext uri="{FF2B5EF4-FFF2-40B4-BE49-F238E27FC236}">
                <a16:creationId xmlns:a16="http://schemas.microsoft.com/office/drawing/2014/main" id="{7055B3E4-3B12-638C-1699-99AE19B397CC}"/>
              </a:ext>
            </a:extLst>
          </p:cNvPr>
          <p:cNvGrpSpPr/>
          <p:nvPr/>
        </p:nvGrpSpPr>
        <p:grpSpPr>
          <a:xfrm>
            <a:off x="320040" y="914400"/>
            <a:ext cx="2715768" cy="2377440"/>
            <a:chOff x="320040" y="914400"/>
            <a:chExt cx="2715768" cy="2377440"/>
          </a:xfrm>
        </p:grpSpPr>
        <p:sp>
          <p:nvSpPr>
            <p:cNvPr id="31" name="Papel">
              <a:extLst>
                <a:ext uri="{FF2B5EF4-FFF2-40B4-BE49-F238E27FC236}">
                  <a16:creationId xmlns:a16="http://schemas.microsoft.com/office/drawing/2014/main" id="{F5700FAE-6BC4-5831-4847-8ECBEDE9D1FE}"/>
                </a:ext>
              </a:extLst>
            </p:cNvPr>
            <p:cNvSpPr/>
            <p:nvPr/>
          </p:nvSpPr>
          <p:spPr>
            <a:xfrm>
              <a:off x="320040" y="914400"/>
              <a:ext cx="2715768" cy="2377440"/>
            </a:xfrm>
            <a:custGeom>
              <a:avLst/>
              <a:gdLst/>
              <a:ahLst/>
              <a:cxnLst/>
              <a:rect l="l" t="t" r="r" b="b"/>
              <a:pathLst>
                <a:path w="2715768" h="2377440">
                  <a:moveTo>
                    <a:pt x="0" y="0"/>
                  </a:moveTo>
                  <a:lnTo>
                    <a:pt x="2715768" y="0"/>
                  </a:lnTo>
                  <a:lnTo>
                    <a:pt x="2715768" y="2328611"/>
                  </a:lnTo>
                  <a:lnTo>
                    <a:pt x="2684861" y="2331903"/>
                  </a:lnTo>
                  <a:lnTo>
                    <a:pt x="2649657" y="2331629"/>
                  </a:lnTo>
                  <a:lnTo>
                    <a:pt x="2615916" y="2339950"/>
                  </a:lnTo>
                  <a:lnTo>
                    <a:pt x="2556754" y="2326874"/>
                  </a:lnTo>
                  <a:lnTo>
                    <a:pt x="2494392" y="2330348"/>
                  </a:lnTo>
                  <a:lnTo>
                    <a:pt x="2448397" y="2330166"/>
                  </a:lnTo>
                  <a:lnTo>
                    <a:pt x="2411913" y="2324496"/>
                  </a:lnTo>
                  <a:lnTo>
                    <a:pt x="2350282" y="2324862"/>
                  </a:lnTo>
                  <a:lnTo>
                    <a:pt x="2306940" y="2328245"/>
                  </a:lnTo>
                  <a:lnTo>
                    <a:pt x="2242932" y="2313341"/>
                  </a:lnTo>
                  <a:lnTo>
                    <a:pt x="2218060" y="2315352"/>
                  </a:lnTo>
                  <a:lnTo>
                    <a:pt x="2178924" y="2317730"/>
                  </a:lnTo>
                  <a:lnTo>
                    <a:pt x="2130735" y="2326874"/>
                  </a:lnTo>
                  <a:lnTo>
                    <a:pt x="2078980" y="2324862"/>
                  </a:lnTo>
                  <a:lnTo>
                    <a:pt x="2012320" y="2341504"/>
                  </a:lnTo>
                  <a:lnTo>
                    <a:pt x="1956907" y="2343607"/>
                  </a:lnTo>
                  <a:lnTo>
                    <a:pt x="1891985" y="2338944"/>
                  </a:lnTo>
                  <a:lnTo>
                    <a:pt x="1829074" y="2318187"/>
                  </a:lnTo>
                  <a:lnTo>
                    <a:pt x="1803745" y="2336292"/>
                  </a:lnTo>
                  <a:lnTo>
                    <a:pt x="1739463" y="2313889"/>
                  </a:lnTo>
                  <a:lnTo>
                    <a:pt x="1704990" y="2311146"/>
                  </a:lnTo>
                  <a:lnTo>
                    <a:pt x="1677741" y="2324313"/>
                  </a:lnTo>
                  <a:lnTo>
                    <a:pt x="1635679" y="2314438"/>
                  </a:lnTo>
                  <a:lnTo>
                    <a:pt x="1601023" y="2326234"/>
                  </a:lnTo>
                  <a:lnTo>
                    <a:pt x="1541038" y="2320199"/>
                  </a:lnTo>
                  <a:lnTo>
                    <a:pt x="1473647" y="2314072"/>
                  </a:lnTo>
                  <a:lnTo>
                    <a:pt x="1417046" y="2293772"/>
                  </a:lnTo>
                  <a:lnTo>
                    <a:pt x="1352946" y="2307580"/>
                  </a:lnTo>
                  <a:lnTo>
                    <a:pt x="1320576" y="2318644"/>
                  </a:lnTo>
                  <a:lnTo>
                    <a:pt x="1295065" y="2319467"/>
                  </a:lnTo>
                  <a:lnTo>
                    <a:pt x="1258214" y="2302642"/>
                  </a:lnTo>
                  <a:lnTo>
                    <a:pt x="1189726" y="2309043"/>
                  </a:lnTo>
                  <a:lnTo>
                    <a:pt x="1134405" y="2310049"/>
                  </a:lnTo>
                  <a:lnTo>
                    <a:pt x="1067379" y="2307123"/>
                  </a:lnTo>
                  <a:lnTo>
                    <a:pt x="1028243" y="2305660"/>
                  </a:lnTo>
                  <a:lnTo>
                    <a:pt x="970636" y="2294595"/>
                  </a:lnTo>
                  <a:lnTo>
                    <a:pt x="947410" y="2307580"/>
                  </a:lnTo>
                  <a:lnTo>
                    <a:pt x="888888" y="2310232"/>
                  </a:lnTo>
                  <a:lnTo>
                    <a:pt x="840425" y="2335195"/>
                  </a:lnTo>
                  <a:lnTo>
                    <a:pt x="803666" y="2341870"/>
                  </a:lnTo>
                  <a:lnTo>
                    <a:pt x="749076" y="2334738"/>
                  </a:lnTo>
                  <a:lnTo>
                    <a:pt x="714878" y="2345436"/>
                  </a:lnTo>
                  <a:lnTo>
                    <a:pt x="652607" y="2354763"/>
                  </a:lnTo>
                  <a:lnTo>
                    <a:pt x="599846" y="2343150"/>
                  </a:lnTo>
                  <a:lnTo>
                    <a:pt x="542331" y="2332909"/>
                  </a:lnTo>
                  <a:lnTo>
                    <a:pt x="504474" y="2327331"/>
                  </a:lnTo>
                  <a:lnTo>
                    <a:pt x="439369" y="2341870"/>
                  </a:lnTo>
                  <a:lnTo>
                    <a:pt x="405902" y="2331629"/>
                  </a:lnTo>
                  <a:lnTo>
                    <a:pt x="374355" y="2333092"/>
                  </a:lnTo>
                  <a:lnTo>
                    <a:pt x="315834" y="2324130"/>
                  </a:lnTo>
                  <a:lnTo>
                    <a:pt x="259690" y="2335743"/>
                  </a:lnTo>
                  <a:lnTo>
                    <a:pt x="214518" y="2349276"/>
                  </a:lnTo>
                  <a:lnTo>
                    <a:pt x="165049" y="2354489"/>
                  </a:lnTo>
                  <a:lnTo>
                    <a:pt x="99212" y="2369028"/>
                  </a:lnTo>
                  <a:lnTo>
                    <a:pt x="74249" y="2356226"/>
                  </a:lnTo>
                  <a:lnTo>
                    <a:pt x="31547" y="2377440"/>
                  </a:lnTo>
                  <a:lnTo>
                    <a:pt x="0" y="2369119"/>
                  </a:lnTo>
                  <a:close/>
                </a:path>
              </a:pathLst>
            </a:custGeom>
            <a:solidFill>
              <a:srgbClr val="F8F8F5"/>
            </a:solidFill>
            <a:ln w="6350">
              <a:solidFill>
                <a:srgbClr val="DADBD6"/>
              </a:solidFill>
              <a:prstDash val="solid"/>
            </a:ln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Data">
              <a:extLst>
                <a:ext uri="{FF2B5EF4-FFF2-40B4-BE49-F238E27FC236}">
                  <a16:creationId xmlns:a16="http://schemas.microsoft.com/office/drawing/2014/main" id="{5A291331-95D0-E459-7EBF-76191FEFDA8C}"/>
                </a:ext>
              </a:extLst>
            </p:cNvPr>
            <p:cNvSpPr txBox="1"/>
            <p:nvPr/>
          </p:nvSpPr>
          <p:spPr>
            <a:xfrm>
              <a:off x="521208" y="1307592"/>
              <a:ext cx="23134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646A6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27/08/2026</a:t>
              </a:r>
              <a:endParaRPr lang="en-US" sz="1000"/>
            </a:p>
          </p:txBody>
        </p:sp>
        <p:sp>
          <p:nvSpPr>
            <p:cNvPr id="34" name="Fio">
              <a:extLst>
                <a:ext uri="{FF2B5EF4-FFF2-40B4-BE49-F238E27FC236}">
                  <a16:creationId xmlns:a16="http://schemas.microsoft.com/office/drawing/2014/main" id="{2CB16284-25FA-7A6B-7C28-108489526226}"/>
                </a:ext>
              </a:extLst>
            </p:cNvPr>
            <p:cNvSpPr/>
            <p:nvPr/>
          </p:nvSpPr>
          <p:spPr>
            <a:xfrm>
              <a:off x="521208" y="1572768"/>
              <a:ext cx="2313432" cy="0"/>
            </a:xfrm>
            <a:prstGeom prst="line">
              <a:avLst/>
            </a:prstGeom>
            <a:noFill/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Manchete">
              <a:extLst>
                <a:ext uri="{FF2B5EF4-FFF2-40B4-BE49-F238E27FC236}">
                  <a16:creationId xmlns:a16="http://schemas.microsoft.com/office/drawing/2014/main" id="{4004A65F-6362-8B01-9E6F-0ACFBDF4B16C}"/>
                </a:ext>
              </a:extLst>
            </p:cNvPr>
            <p:cNvSpPr txBox="1"/>
            <p:nvPr/>
          </p:nvSpPr>
          <p:spPr>
            <a:xfrm>
              <a:off x="521208" y="1682496"/>
              <a:ext cx="2313432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Pernambuco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tem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40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médicos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especialistas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em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atividade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e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recebe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mais</a:t>
              </a:r>
              <a:r>
                <a:rPr lang="en-US" sz="1400" b="1">
                  <a:solidFill>
                    <a:srgbClr val="1A1A1A"/>
                  </a:solidFill>
                  <a:latin typeface="Georgia" pitchFamily="34" charset="0"/>
                </a:rPr>
                <a:t> 86 </a:t>
              </a:r>
              <a:r>
                <a:rPr lang="en-US" sz="1400" b="1" err="1">
                  <a:solidFill>
                    <a:srgbClr val="1A1A1A"/>
                  </a:solidFill>
                  <a:latin typeface="Georgia" pitchFamily="34" charset="0"/>
                </a:rPr>
                <a:t>profissionais</a:t>
              </a:r>
              <a:endParaRPr lang="en-US" sz="14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1161746-3E8C-EA73-25A8-B42F30B5D6CA}"/>
              </a:ext>
            </a:extLst>
          </p:cNvPr>
          <p:cNvGrpSpPr/>
          <p:nvPr/>
        </p:nvGrpSpPr>
        <p:grpSpPr>
          <a:xfrm>
            <a:off x="521208" y="2645693"/>
            <a:ext cx="2324583" cy="457200"/>
            <a:chOff x="4468216" y="2542032"/>
            <a:chExt cx="2324583" cy="457200"/>
          </a:xfrm>
        </p:grpSpPr>
        <p:sp>
          <p:nvSpPr>
            <p:cNvPr id="55" name="Caixa do destaque">
              <a:extLst>
                <a:ext uri="{FF2B5EF4-FFF2-40B4-BE49-F238E27FC236}">
                  <a16:creationId xmlns:a16="http://schemas.microsoft.com/office/drawing/2014/main" id="{79BF29DD-4FDC-CFAC-482A-2AF3CCCF2A25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Número">
              <a:extLst>
                <a:ext uri="{FF2B5EF4-FFF2-40B4-BE49-F238E27FC236}">
                  <a16:creationId xmlns:a16="http://schemas.microsoft.com/office/drawing/2014/main" id="{F3CC516B-8C4E-0B28-BCE8-3BCEAAD5CF5D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+86</a:t>
              </a:r>
              <a:endParaRPr lang="en-US" sz="2000"/>
            </a:p>
          </p:txBody>
        </p:sp>
        <p:sp>
          <p:nvSpPr>
            <p:cNvPr id="57" name="Legenda">
              <a:extLst>
                <a:ext uri="{FF2B5EF4-FFF2-40B4-BE49-F238E27FC236}">
                  <a16:creationId xmlns:a16="http://schemas.microsoft.com/office/drawing/2014/main" id="{340BC08B-C9BF-4709-79B4-E0317F4A36CE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novos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especialistas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do PMM-E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chegando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a Pernambuco</a:t>
              </a:r>
              <a:endParaRPr lang="en-US" sz="100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090550B-19E4-05C6-E35E-F52C141D2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99" y="1058697"/>
            <a:ext cx="1728000" cy="2102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9D73F13-7997-A5C0-DC3A-0DD95DAF67D6}"/>
              </a:ext>
            </a:extLst>
          </p:cNvPr>
          <p:cNvGrpSpPr/>
          <p:nvPr/>
        </p:nvGrpSpPr>
        <p:grpSpPr>
          <a:xfrm>
            <a:off x="3460915" y="2645693"/>
            <a:ext cx="2324583" cy="457200"/>
            <a:chOff x="4468216" y="2542032"/>
            <a:chExt cx="2324583" cy="457200"/>
          </a:xfrm>
        </p:grpSpPr>
        <p:sp>
          <p:nvSpPr>
            <p:cNvPr id="18" name="Caixa do destaque">
              <a:extLst>
                <a:ext uri="{FF2B5EF4-FFF2-40B4-BE49-F238E27FC236}">
                  <a16:creationId xmlns:a16="http://schemas.microsoft.com/office/drawing/2014/main" id="{0B281694-A3EB-58BB-662E-81BA7132EDF1}"/>
                </a:ext>
              </a:extLst>
            </p:cNvPr>
            <p:cNvSpPr/>
            <p:nvPr/>
          </p:nvSpPr>
          <p:spPr>
            <a:xfrm>
              <a:off x="4468216" y="2542032"/>
              <a:ext cx="2313432" cy="457200"/>
            </a:xfrm>
            <a:prstGeom prst="rect">
              <a:avLst/>
            </a:prstGeom>
            <a:solidFill>
              <a:srgbClr val="EEF3ED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Número">
              <a:extLst>
                <a:ext uri="{FF2B5EF4-FFF2-40B4-BE49-F238E27FC236}">
                  <a16:creationId xmlns:a16="http://schemas.microsoft.com/office/drawing/2014/main" id="{130CE180-4897-EF97-CF05-7BAC78152EB1}"/>
                </a:ext>
              </a:extLst>
            </p:cNvPr>
            <p:cNvSpPr txBox="1"/>
            <p:nvPr/>
          </p:nvSpPr>
          <p:spPr>
            <a:xfrm>
              <a:off x="4511038" y="2542032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6</a:t>
              </a:r>
              <a:endParaRPr lang="en-US" sz="2000"/>
            </a:p>
          </p:txBody>
        </p:sp>
        <p:sp>
          <p:nvSpPr>
            <p:cNvPr id="20" name="Legenda">
              <a:extLst>
                <a:ext uri="{FF2B5EF4-FFF2-40B4-BE49-F238E27FC236}">
                  <a16:creationId xmlns:a16="http://schemas.microsoft.com/office/drawing/2014/main" id="{5DEB83A9-C357-9D30-1701-1689297BEC70}"/>
                </a:ext>
              </a:extLst>
            </p:cNvPr>
            <p:cNvSpPr txBox="1"/>
            <p:nvPr/>
          </p:nvSpPr>
          <p:spPr>
            <a:xfrm>
              <a:off x="5190817" y="2542032"/>
              <a:ext cx="16019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Municípios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paraibanos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reforçados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</a:t>
              </a:r>
              <a:r>
                <a:rPr lang="en-US" sz="1000" err="1">
                  <a:solidFill>
                    <a:srgbClr val="646A64"/>
                  </a:solidFill>
                  <a:latin typeface="Montserrat" pitchFamily="34" charset="0"/>
                </a:rPr>
                <a:t>pelo</a:t>
              </a:r>
              <a:r>
                <a:rPr lang="en-US" sz="1000">
                  <a:solidFill>
                    <a:srgbClr val="646A64"/>
                  </a:solidFill>
                  <a:latin typeface="Montserrat" pitchFamily="34" charset="0"/>
                </a:rPr>
                <a:t> PMM-E</a:t>
              </a:r>
              <a:endParaRPr lang="en-US" sz="10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7B67B9D9-6E69-9A74-B201-8C47FC028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5089" y="1027348"/>
            <a:ext cx="963692" cy="28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0F8639E-7E0D-A415-198A-5E87A704E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0249" y="1022120"/>
            <a:ext cx="1646630" cy="288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A522B0D-B371-B664-7415-03571307A1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635" y="979301"/>
            <a:ext cx="701524" cy="324000"/>
          </a:xfrm>
          <a:prstGeom prst="rect">
            <a:avLst/>
          </a:prstGeom>
        </p:spPr>
      </p:pic>
      <p:sp>
        <p:nvSpPr>
          <p:cNvPr id="11" name="Retângulo 4">
            <a:extLst>
              <a:ext uri="{FF2B5EF4-FFF2-40B4-BE49-F238E27FC236}">
                <a16:creationId xmlns:a16="http://schemas.microsoft.com/office/drawing/2014/main" id="{E546553C-22E6-F98D-0723-2AB1C6B95F42}"/>
              </a:ext>
            </a:extLst>
          </p:cNvPr>
          <p:cNvSpPr/>
          <p:nvPr/>
        </p:nvSpPr>
        <p:spPr>
          <a:xfrm>
            <a:off x="-868503" y="-614780"/>
            <a:ext cx="15621000" cy="807720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solidFill>
              <a:srgbClr val="8E91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8D30E0-B356-1B9A-1E66-BBC3A583529B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20FBB79-E161-99B4-EFB1-AD6642D9BBF0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CaixaDeTexto 3">
              <a:extLst>
                <a:ext uri="{FF2B5EF4-FFF2-40B4-BE49-F238E27FC236}">
                  <a16:creationId xmlns:a16="http://schemas.microsoft.com/office/drawing/2014/main" id="{7FDD9FD3-835E-0F45-D14A-CBF76BB9DB59}"/>
                </a:ext>
              </a:extLst>
            </p:cNvPr>
            <p:cNvSpPr txBox="1"/>
            <p:nvPr/>
          </p:nvSpPr>
          <p:spPr>
            <a:xfrm>
              <a:off x="180517" y="2785947"/>
              <a:ext cx="11830965" cy="156966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200" b="1">
                  <a:solidFill>
                    <a:schemeClr val="bg1"/>
                  </a:solidFill>
                  <a:latin typeface="Montserrat"/>
                  <a:ea typeface="+mn-lt"/>
                  <a:cs typeface="+mn-lt"/>
                </a:rPr>
                <a:t>Um aumento na remuneração do PMM-E eleva a probabilidade de preenchimento das vagas em municípios mais vulneráveis?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61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E5572F-22D6-EB26-66FC-FBFC4A57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4">
            <a:extLst>
              <a:ext uri="{FF2B5EF4-FFF2-40B4-BE49-F238E27FC236}">
                <a16:creationId xmlns:a16="http://schemas.microsoft.com/office/drawing/2014/main" id="{AF645E05-D65E-B634-936D-F75D572B2D2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Pergunta</a:t>
            </a:r>
            <a:r>
              <a:rPr lang="pt-BR" sz="1100">
                <a:latin typeface="Montserrat" panose="00000500000000000000" pitchFamily="2" charset="0"/>
              </a:rPr>
              <a:t>  I  Literatura  I  Hipótese  I  Viabilidade Empírica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CB6BD-75A6-FD30-07E1-5B7D0A54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/>
              <a:t>Presença de especialistas cresceu em todos os níveis sociais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4C3E9D8-1A5D-6BBD-E0CE-87E7843A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3" b="48196"/>
          <a:stretch/>
        </p:blipFill>
        <p:spPr>
          <a:xfrm>
            <a:off x="7610497" y="4177984"/>
            <a:ext cx="4454503" cy="192491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1CC2B73-F223-26E3-85F8-315056C8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468"/>
          <a:stretch/>
        </p:blipFill>
        <p:spPr>
          <a:xfrm>
            <a:off x="7787564" y="1011703"/>
            <a:ext cx="4008803" cy="31662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69E460E-264C-12AB-EAB5-285518D47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71" y="1359737"/>
            <a:ext cx="6483994" cy="350917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60F5D9C-E159-3B00-C342-7900676EDB8B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Após o PMEE, o estoque de especialistas cresce mais nas três faixas</a:t>
            </a:r>
          </a:p>
          <a:p>
            <a:endParaRPr lang="pt-BR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1566020-1372-2363-D3C6-7D1B5EF309F3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Médicos especialistas por 100 mil habitantes</a:t>
            </a:r>
          </a:p>
        </p:txBody>
      </p:sp>
      <p:graphicFrame>
        <p:nvGraphicFramePr>
          <p:cNvPr id="17" name="tblPrePos">
            <a:extLst>
              <a:ext uri="{FF2B5EF4-FFF2-40B4-BE49-F238E27FC236}">
                <a16:creationId xmlns:a16="http://schemas.microsoft.com/office/drawing/2014/main" id="{99335DCE-0FC8-F1FA-8451-95D6256A3911}"/>
              </a:ext>
            </a:extLst>
          </p:cNvPr>
          <p:cNvGraphicFramePr>
            <a:graphicFrameLocks noGrp="1"/>
          </p:cNvGraphicFramePr>
          <p:nvPr/>
        </p:nvGraphicFramePr>
        <p:xfrm>
          <a:off x="492121" y="5208372"/>
          <a:ext cx="6489700" cy="1219200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949472043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726250523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577395649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3902700199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14719"/>
                          </a:solidFill>
                          <a:latin typeface="Montserrat"/>
                        </a:rPr>
                        <a:t>Curva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564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>
                          <a:solidFill>
                            <a:srgbClr val="114719"/>
                          </a:solidFill>
                          <a:latin typeface="Montserrat"/>
                        </a:rPr>
                        <a:t>Pré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564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>
                          <a:solidFill>
                            <a:srgbClr val="114719"/>
                          </a:solidFill>
                          <a:latin typeface="Montserrat"/>
                        </a:rPr>
                        <a:t>Pós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564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>
                          <a:solidFill>
                            <a:srgbClr val="114719"/>
                          </a:solidFill>
                          <a:latin typeface="Montserrat"/>
                        </a:rPr>
                        <a:t>Diferença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5642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8742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3A3A3A"/>
                          </a:solidFill>
                          <a:latin typeface="Montserrat"/>
                        </a:rPr>
                        <a:t>Faixa 1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56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>
                          <a:solidFill>
                            <a:srgbClr val="3A3A3A"/>
                          </a:solidFill>
                          <a:latin typeface="Montserrat"/>
                        </a:rPr>
                        <a:t>0,012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56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>
                          <a:solidFill>
                            <a:srgbClr val="3A3A3A"/>
                          </a:solidFill>
                          <a:latin typeface="Montserrat"/>
                        </a:rPr>
                        <a:t>0,271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56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>
                          <a:solidFill>
                            <a:srgbClr val="3A3A3A"/>
                          </a:solidFill>
                          <a:latin typeface="Montserrat"/>
                        </a:rPr>
                        <a:t>0,258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56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07451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3A3A3A"/>
                          </a:solidFill>
                          <a:latin typeface="Montserrat"/>
                        </a:rPr>
                        <a:t>Faixa 2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>
                          <a:solidFill>
                            <a:srgbClr val="3A3A3A"/>
                          </a:solidFill>
                          <a:latin typeface="Montserrat"/>
                        </a:rPr>
                        <a:t>0,033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>
                          <a:solidFill>
                            <a:srgbClr val="3A3A3A"/>
                          </a:solidFill>
                          <a:latin typeface="Montserrat"/>
                        </a:rPr>
                        <a:t>0,136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>
                          <a:solidFill>
                            <a:srgbClr val="3A3A3A"/>
                          </a:solidFill>
                          <a:latin typeface="Montserrat"/>
                        </a:rPr>
                        <a:t>0,104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88377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3A3A3A"/>
                          </a:solidFill>
                          <a:latin typeface="Montserrat"/>
                        </a:rPr>
                        <a:t>Faixa 3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>
                          <a:solidFill>
                            <a:srgbClr val="3A3A3A"/>
                          </a:solidFill>
                          <a:latin typeface="Montserrat"/>
                        </a:rPr>
                        <a:t>0,024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>
                          <a:solidFill>
                            <a:srgbClr val="3A3A3A"/>
                          </a:solidFill>
                          <a:latin typeface="Montserrat"/>
                        </a:rPr>
                        <a:t>0,269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>
                          <a:solidFill>
                            <a:srgbClr val="3A3A3A"/>
                          </a:solidFill>
                          <a:latin typeface="Montserrat"/>
                        </a:rPr>
                        <a:t>0,245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196143"/>
                  </a:ext>
                </a:extLst>
              </a:tr>
            </a:tbl>
          </a:graphicData>
        </a:graphic>
      </p:graphicFrame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EBFC3A54-1B27-3877-1563-920803B00F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8</a:t>
            </a:r>
          </a:p>
        </p:txBody>
      </p:sp>
      <p:sp>
        <p:nvSpPr>
          <p:cNvPr id="2" name="Retângulo 4">
            <a:extLst>
              <a:ext uri="{FF2B5EF4-FFF2-40B4-BE49-F238E27FC236}">
                <a16:creationId xmlns:a16="http://schemas.microsoft.com/office/drawing/2014/main" id="{E5BC7041-CE8D-FBE5-1ED1-CE11E4A9002A}"/>
              </a:ext>
            </a:extLst>
          </p:cNvPr>
          <p:cNvSpPr/>
          <p:nvPr/>
        </p:nvSpPr>
        <p:spPr>
          <a:xfrm>
            <a:off x="-1389203" y="-830680"/>
            <a:ext cx="15621000" cy="807720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solidFill>
              <a:srgbClr val="8E91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F8D85C-4ABF-07A0-CC40-4C86EE90412C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B0C8EE-DCD3-2AC5-172B-7615E0E701B6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" name="CaixaDeTexto 3">
              <a:extLst>
                <a:ext uri="{FF2B5EF4-FFF2-40B4-BE49-F238E27FC236}">
                  <a16:creationId xmlns:a16="http://schemas.microsoft.com/office/drawing/2014/main" id="{908210CC-0924-5683-044C-54B2CD7F9A12}"/>
                </a:ext>
              </a:extLst>
            </p:cNvPr>
            <p:cNvSpPr txBox="1"/>
            <p:nvPr/>
          </p:nvSpPr>
          <p:spPr>
            <a:xfrm>
              <a:off x="180517" y="3032168"/>
              <a:ext cx="11830965" cy="10772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200" b="1">
                  <a:solidFill>
                    <a:schemeClr val="bg1"/>
                  </a:solidFill>
                  <a:latin typeface="Montserrat"/>
                  <a:ea typeface="+mn-lt"/>
                  <a:cs typeface="+mn-lt"/>
                </a:rPr>
                <a:t>Um aumento na remuneração do PMM-E consegue atrair especialistas para municípios mais vulneráveis?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729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B936-AF16-EAC1-51D0-1C8E6D73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8F58F-DF85-08D8-49EA-7C32160F382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1789D-04F4-6F42-C48F-FA8F43E2C58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54A7D-70C6-7011-2AEB-F3E5A876E95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3D9056-93A9-D7BA-AEBF-35072C6FD72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33F75-AF61-4B02-5F43-F817EA2FA086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DCD72D9-DF90-EBFB-9670-0139DB7EE046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DCF89-137A-FD2F-17D0-994FF21272EC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958F2B-247C-D850-4346-4C39619E2B9A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A987E2-1D47-BFB7-D2A1-06FFC42F778E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646F341-CF80-E4B7-A56F-F6DF35AC38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511765-B309-28D2-DE49-E412BFB2AF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0EF8B385-9BB9-CC46-3844-123D6646F34C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AA16FDDA-0EF7-AB07-6F7C-2219FEA4C8E2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3DE6A8-4D7F-C5B9-ADDC-47A4C9769E90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96893F-4D02-28A2-74CF-00B7E0EC0069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A13197-3DEB-45BB-2F34-F5AE05D80F7D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855F78-F169-B29E-A77D-BD9E1F1917C3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51CC1CC-1488-07E9-1948-794921929848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C5EF71-683A-724B-E6CA-AE7EB020DD09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14176C5D-35A8-77F6-2819-82EB1739D89E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90EBF11D-4C46-A5CF-1AE3-A5561127D9E4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5F236D6C-1A78-3B7B-D702-0164B5572956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06B1C7F2-02F8-3461-115F-32874CEDFDC2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72CE66B5-8294-DC96-EF9A-F13B64F58C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D65F3A-71DF-5DE6-702A-A359997EB6DE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E6A064C1-B952-84B6-B06D-4F29FCDA654F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F046C6B8-0B95-67AA-6F37-982F0B36BE2F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313C65CA-B6CE-6BF3-ED01-68B104A24AED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B75671B4-5E84-3E94-688D-E3DBCE051F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2EA9AF87-9C69-BB0C-F642-8BF5C97E61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D626EC-59D7-A2D4-D4EA-BC97E247F1F9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C4A858C-97B1-BCDC-387F-E8E576D6ED20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8B4B986-BF1A-65F0-F416-D3C3565988C9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CAEF94EF-1844-AC1F-C8CD-E6C92684A9D7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B336B59E-8FE3-3F58-D498-165655D3B72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B3BCA9B2-2F07-9838-4DF2-5CD0A622ED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B6C859-B674-79AE-78AE-26F4AE7AFB58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9764CBE0-FAD0-D823-140E-D87E4F051C68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9E3FBC4D-458D-C735-40D8-F2C5F09084AC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EEF3ED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1386DFB2-403B-C13E-EA5F-E49CAA5747DB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D0359B70-E154-3270-3FC6-632674B84528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79F0F218-A3F9-5C37-647A-F7D603C1A3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734BE0-3C9B-01C2-6698-848877F7AAB3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C1F9FBFF-D3E4-5D5D-FE5E-22DA6A30949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AC5E9704-EA04-CF52-C3FA-D6A54F6C1DD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A372BE38-CEDC-28C6-A20F-5200766F24D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689AABA0-117F-618A-2578-4E35C25447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3C230997-127E-C03C-9E36-CA17D35E60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9CFBE9-200B-60AB-20E5-52B73783B822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9BC08A2D-91A8-CC4D-858E-554E90851A18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A61EFDEC-ECD4-D719-99DB-1D5F4474A9D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F298281A-00BB-67E3-35D2-8A02B43F973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A4912696-5A27-E753-E5F1-2C8E35309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7822B869-2B25-A22A-468E-FA1E93EFE6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047F5D3-688F-461F-421F-02384D411ED6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39F8E5D2-6557-F46A-C730-4F0462D3E7A2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73E81514-65B7-C86C-CF3E-8E2B1971158A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1A94E99A-9F0E-A2B0-BB3D-AFC7E5E98774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92678D13-3DD2-1C10-34FE-022BD7D790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870951D3-2A84-1200-8306-7F5D06A700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3459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3488-3F78-B6AC-AEA4-1B4C1663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xt202">
            <a:extLst>
              <a:ext uri="{FF2B5EF4-FFF2-40B4-BE49-F238E27FC236}">
                <a16:creationId xmlns:a16="http://schemas.microsoft.com/office/drawing/2014/main" id="{1F49769F-0CAA-EDF0-F6B0-D2E574D7340F}"/>
              </a:ext>
            </a:extLst>
          </p:cNvPr>
          <p:cNvSpPr txBox="1"/>
          <p:nvPr/>
        </p:nvSpPr>
        <p:spPr>
          <a:xfrm>
            <a:off x="1202064" y="956022"/>
            <a:ext cx="2921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TRABALHO</a:t>
            </a:r>
          </a:p>
        </p:txBody>
      </p:sp>
      <p:sp>
        <p:nvSpPr>
          <p:cNvPr id="203" name="txt203">
            <a:extLst>
              <a:ext uri="{FF2B5EF4-FFF2-40B4-BE49-F238E27FC236}">
                <a16:creationId xmlns:a16="http://schemas.microsoft.com/office/drawing/2014/main" id="{98486FDE-B2DC-E786-85CA-360D8BC9A86E}"/>
              </a:ext>
            </a:extLst>
          </p:cNvPr>
          <p:cNvSpPr txBox="1"/>
          <p:nvPr/>
        </p:nvSpPr>
        <p:spPr>
          <a:xfrm>
            <a:off x="4808373" y="976665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ENTRA NO MODELO COMO </a:t>
            </a:r>
          </a:p>
        </p:txBody>
      </p:sp>
      <p:sp>
        <p:nvSpPr>
          <p:cNvPr id="204" name="txt204">
            <a:extLst>
              <a:ext uri="{FF2B5EF4-FFF2-40B4-BE49-F238E27FC236}">
                <a16:creationId xmlns:a16="http://schemas.microsoft.com/office/drawing/2014/main" id="{9DA9C8DC-B4D9-7D00-C1CD-1794968EFD08}"/>
              </a:ext>
            </a:extLst>
          </p:cNvPr>
          <p:cNvSpPr txBox="1"/>
          <p:nvPr/>
        </p:nvSpPr>
        <p:spPr>
          <a:xfrm>
            <a:off x="9067800" y="945876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6000"/>
              </a:lnSpc>
            </a:pPr>
            <a:r>
              <a:rPr lang="pt-BR" sz="1200" b="1" spc="100">
                <a:solidFill>
                  <a:srgbClr val="056429"/>
                </a:solidFill>
                <a:latin typeface="Montserrat" pitchFamily="2" charset="77"/>
              </a:rPr>
              <a:t>PRIMITIVA QUE FORNECE</a:t>
            </a:r>
          </a:p>
        </p:txBody>
      </p:sp>
      <p:sp>
        <p:nvSpPr>
          <p:cNvPr id="205" name="lit205">
            <a:extLst>
              <a:ext uri="{FF2B5EF4-FFF2-40B4-BE49-F238E27FC236}">
                <a16:creationId xmlns:a16="http://schemas.microsoft.com/office/drawing/2014/main" id="{4895A0D4-DBC9-0A18-2A90-DFB5AA2E4915}"/>
              </a:ext>
            </a:extLst>
          </p:cNvPr>
          <p:cNvSpPr/>
          <p:nvPr/>
        </p:nvSpPr>
        <p:spPr>
          <a:xfrm>
            <a:off x="508000" y="1237976"/>
            <a:ext cx="11176000" cy="2032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 lang="en-US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BCE6C0E-0C9E-339B-49D9-AD9539C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latin typeface="Montserrat" pitchFamily="2" charset="77"/>
              </a:rPr>
              <a:t>O modelo combina três elementos da teoria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C2C1C03-E5EE-EE82-9C76-2E762DF3BFB8}"/>
              </a:ext>
            </a:extLst>
          </p:cNvPr>
          <p:cNvGrpSpPr/>
          <p:nvPr/>
        </p:nvGrpSpPr>
        <p:grpSpPr>
          <a:xfrm>
            <a:off x="159530" y="3156694"/>
            <a:ext cx="11847151" cy="1622398"/>
            <a:chOff x="159530" y="3059832"/>
            <a:chExt cx="11847151" cy="1622398"/>
          </a:xfrm>
        </p:grpSpPr>
        <p:sp>
          <p:nvSpPr>
            <p:cNvPr id="4" name="lit206">
              <a:extLst>
                <a:ext uri="{FF2B5EF4-FFF2-40B4-BE49-F238E27FC236}">
                  <a16:creationId xmlns:a16="http://schemas.microsoft.com/office/drawing/2014/main" id="{2FC193A2-259B-EBC2-8D9B-B7DAC46E467D}"/>
                </a:ext>
              </a:extLst>
            </p:cNvPr>
            <p:cNvSpPr/>
            <p:nvPr/>
          </p:nvSpPr>
          <p:spPr>
            <a:xfrm>
              <a:off x="159530" y="3059832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5" name="lit207">
              <a:extLst>
                <a:ext uri="{FF2B5EF4-FFF2-40B4-BE49-F238E27FC236}">
                  <a16:creationId xmlns:a16="http://schemas.microsoft.com/office/drawing/2014/main" id="{4AD03C44-1E36-FC3E-DACD-56D3F1BABA3F}"/>
                </a:ext>
              </a:extLst>
            </p:cNvPr>
            <p:cNvSpPr/>
            <p:nvPr/>
          </p:nvSpPr>
          <p:spPr>
            <a:xfrm>
              <a:off x="191667" y="3161432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6" name="lit210">
              <a:extLst>
                <a:ext uri="{FF2B5EF4-FFF2-40B4-BE49-F238E27FC236}">
                  <a16:creationId xmlns:a16="http://schemas.microsoft.com/office/drawing/2014/main" id="{86C78AB3-8CA5-4AD0-615F-2DED2C9C07AF}"/>
                </a:ext>
              </a:extLst>
            </p:cNvPr>
            <p:cNvSpPr/>
            <p:nvPr/>
          </p:nvSpPr>
          <p:spPr>
            <a:xfrm>
              <a:off x="3894158" y="3371037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7" name="lit212">
              <a:extLst>
                <a:ext uri="{FF2B5EF4-FFF2-40B4-BE49-F238E27FC236}">
                  <a16:creationId xmlns:a16="http://schemas.microsoft.com/office/drawing/2014/main" id="{EE8A050D-D8C0-ACB4-FBE0-DE2AD5B981D0}"/>
                </a:ext>
              </a:extLst>
            </p:cNvPr>
            <p:cNvSpPr/>
            <p:nvPr/>
          </p:nvSpPr>
          <p:spPr>
            <a:xfrm>
              <a:off x="8373401" y="3713937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8" name="foto401">
              <a:extLst>
                <a:ext uri="{FF2B5EF4-FFF2-40B4-BE49-F238E27FC236}">
                  <a16:creationId xmlns:a16="http://schemas.microsoft.com/office/drawing/2014/main" id="{3457BE71-BFC5-920F-064D-1E33BCA25DA0}"/>
                </a:ext>
              </a:extLst>
            </p:cNvPr>
            <p:cNvSpPr/>
            <p:nvPr/>
          </p:nvSpPr>
          <p:spPr>
            <a:xfrm>
              <a:off x="403295" y="3103369"/>
              <a:ext cx="684000" cy="684000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9" name="foto402">
              <a:extLst>
                <a:ext uri="{FF2B5EF4-FFF2-40B4-BE49-F238E27FC236}">
                  <a16:creationId xmlns:a16="http://schemas.microsoft.com/office/drawing/2014/main" id="{57EFEC3A-A6A0-3E4B-C2EA-0B79CC7E6F66}"/>
                </a:ext>
              </a:extLst>
            </p:cNvPr>
            <p:cNvSpPr/>
            <p:nvPr/>
          </p:nvSpPr>
          <p:spPr>
            <a:xfrm>
              <a:off x="1134684" y="3103369"/>
              <a:ext cx="684000" cy="684000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0" name="txt217">
              <a:extLst>
                <a:ext uri="{FF2B5EF4-FFF2-40B4-BE49-F238E27FC236}">
                  <a16:creationId xmlns:a16="http://schemas.microsoft.com/office/drawing/2014/main" id="{A36FEEF8-9FBC-1A65-A14B-698DF8CD4BDC}"/>
                </a:ext>
              </a:extLst>
            </p:cNvPr>
            <p:cNvSpPr txBox="1"/>
            <p:nvPr/>
          </p:nvSpPr>
          <p:spPr>
            <a:xfrm>
              <a:off x="2093604" y="3209030"/>
              <a:ext cx="1800554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Choné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Ma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(2011);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Reinhardt (1975);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Redding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Rossi-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Hansberg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(2017)</a:t>
              </a:r>
            </a:p>
            <a:p>
              <a:pPr algn="l">
                <a:lnSpc>
                  <a:spcPct val="112000"/>
                </a:lnSpc>
              </a:pPr>
              <a:endParaRPr lang="pt-BR" sz="1400" b="1">
                <a:solidFill>
                  <a:srgbClr val="114719"/>
                </a:solidFill>
                <a:latin typeface="Montserrat" pitchFamily="2" charset="77"/>
              </a:endParaRPr>
            </a:p>
          </p:txBody>
        </p:sp>
        <p:sp>
          <p:nvSpPr>
            <p:cNvPr id="31" name="txt219">
              <a:extLst>
                <a:ext uri="{FF2B5EF4-FFF2-40B4-BE49-F238E27FC236}">
                  <a16:creationId xmlns:a16="http://schemas.microsoft.com/office/drawing/2014/main" id="{9A3C1FB9-EF03-8156-3CA8-3AD211DC54DF}"/>
                </a:ext>
              </a:extLst>
            </p:cNvPr>
            <p:cNvSpPr txBox="1"/>
            <p:nvPr/>
          </p:nvSpPr>
          <p:spPr>
            <a:xfrm>
              <a:off x="4087568" y="3119782"/>
              <a:ext cx="4064000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just"/>
              <a:r>
                <a:rPr lang="pt-BR" sz="1400" b="1">
                  <a:solidFill>
                    <a:srgbClr val="1B3A20"/>
                  </a:solidFill>
                  <a:latin typeface="Montserrat" panose="00000500000000000000" pitchFamily="2" charset="0"/>
                </a:rPr>
                <a:t>Custo não pecuniário:</a:t>
              </a:r>
              <a:r>
                <a:rPr lang="pt-BR" sz="1400">
                  <a:solidFill>
                    <a:srgbClr val="1B3A20"/>
                  </a:solidFill>
                  <a:latin typeface="Montserrat" panose="00000500000000000000" pitchFamily="2" charset="0"/>
                </a:rPr>
                <a:t> </a:t>
              </a:r>
              <a:r>
                <a:rPr lang="pt-BR" sz="1300">
                  <a:latin typeface="Montserrat" panose="00000500000000000000" pitchFamily="2" charset="0"/>
                </a:rPr>
                <a:t>composto pela desutilidade do atendimento (equipe e do capital instalado) e pela desutilidade da vida no local (amenidades, segurança e distância da família)</a:t>
              </a:r>
            </a:p>
          </p:txBody>
        </p:sp>
        <p:sp>
          <p:nvSpPr>
            <p:cNvPr id="37" name="lit221">
              <a:extLst>
                <a:ext uri="{FF2B5EF4-FFF2-40B4-BE49-F238E27FC236}">
                  <a16:creationId xmlns:a16="http://schemas.microsoft.com/office/drawing/2014/main" id="{A624A51B-1F6F-9EA0-D1CD-DC9A17C5D3F4}"/>
                </a:ext>
              </a:extLst>
            </p:cNvPr>
            <p:cNvSpPr/>
            <p:nvPr/>
          </p:nvSpPr>
          <p:spPr>
            <a:xfrm>
              <a:off x="8739576" y="3186832"/>
              <a:ext cx="3153981" cy="1219200"/>
            </a:xfrm>
            <a:prstGeom prst="roundRect">
              <a:avLst/>
            </a:prstGeom>
            <a:solidFill>
              <a:srgbClr val="E7F1EA"/>
            </a:solidFill>
            <a:ln>
              <a:noFill/>
            </a:ln>
          </p:spPr>
          <p:txBody>
            <a:bodyPr wrap="square" lIns="177800" tIns="0" rIns="177800" bIns="0" anchor="ctr"/>
            <a:lstStyle/>
            <a:p>
              <a:pPr algn="ctr">
                <a:lnSpc>
                  <a:spcPct val="112000"/>
                </a:lnSpc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Custo laboral líquido</a:t>
              </a:r>
              <a:b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(de trabalhar ali) </a:t>
              </a:r>
              <a:b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e </a:t>
              </a: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Custo geográfico</a:t>
              </a:r>
              <a:b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</a:b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 </a:t>
              </a: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(de viver ali)</a:t>
              </a:r>
              <a:endParaRPr lang="pt-BR" sz="1300" i="1">
                <a:solidFill>
                  <a:srgbClr val="114719"/>
                </a:solidFill>
                <a:latin typeface="Montserrat" pitchFamily="2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3B5C50A-EE00-5FDC-19D4-CF4B77CE8B2A}"/>
              </a:ext>
            </a:extLst>
          </p:cNvPr>
          <p:cNvGrpSpPr/>
          <p:nvPr/>
        </p:nvGrpSpPr>
        <p:grpSpPr>
          <a:xfrm>
            <a:off x="159530" y="1418978"/>
            <a:ext cx="11847151" cy="1476403"/>
            <a:chOff x="159530" y="1418978"/>
            <a:chExt cx="11847151" cy="1476403"/>
          </a:xfrm>
        </p:grpSpPr>
        <p:sp>
          <p:nvSpPr>
            <p:cNvPr id="206" name="lit206">
              <a:extLst>
                <a:ext uri="{FF2B5EF4-FFF2-40B4-BE49-F238E27FC236}">
                  <a16:creationId xmlns:a16="http://schemas.microsoft.com/office/drawing/2014/main" id="{F517E0CB-9C9C-6825-8A04-8525281840B2}"/>
                </a:ext>
              </a:extLst>
            </p:cNvPr>
            <p:cNvSpPr/>
            <p:nvPr/>
          </p:nvSpPr>
          <p:spPr>
            <a:xfrm>
              <a:off x="159530" y="1418978"/>
              <a:ext cx="11847151" cy="1473200"/>
            </a:xfrm>
            <a:prstGeom prst="roundRect">
              <a:avLst/>
            </a:prstGeom>
            <a:solidFill>
              <a:srgbClr val="F7FAF8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07" name="lit207">
              <a:extLst>
                <a:ext uri="{FF2B5EF4-FFF2-40B4-BE49-F238E27FC236}">
                  <a16:creationId xmlns:a16="http://schemas.microsoft.com/office/drawing/2014/main" id="{ECA58BA9-8DFF-2C5A-6290-5528E86AC9D3}"/>
                </a:ext>
              </a:extLst>
            </p:cNvPr>
            <p:cNvSpPr/>
            <p:nvPr/>
          </p:nvSpPr>
          <p:spPr>
            <a:xfrm>
              <a:off x="191667" y="1520578"/>
              <a:ext cx="63500" cy="12700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0" name="lit210">
              <a:extLst>
                <a:ext uri="{FF2B5EF4-FFF2-40B4-BE49-F238E27FC236}">
                  <a16:creationId xmlns:a16="http://schemas.microsoft.com/office/drawing/2014/main" id="{AEB89FC8-1381-F391-0B24-9EF86C8E4942}"/>
                </a:ext>
              </a:extLst>
            </p:cNvPr>
            <p:cNvSpPr/>
            <p:nvPr/>
          </p:nvSpPr>
          <p:spPr>
            <a:xfrm>
              <a:off x="3894158" y="1730183"/>
              <a:ext cx="9525" cy="863600"/>
            </a:xfrm>
            <a:prstGeom prst="rect">
              <a:avLst/>
            </a:prstGeom>
            <a:solidFill>
              <a:srgbClr val="BFD5C6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12" name="lit212">
              <a:extLst>
                <a:ext uri="{FF2B5EF4-FFF2-40B4-BE49-F238E27FC236}">
                  <a16:creationId xmlns:a16="http://schemas.microsoft.com/office/drawing/2014/main" id="{1E4449C2-0CCB-24F3-815F-7B8DE36C3987}"/>
                </a:ext>
              </a:extLst>
            </p:cNvPr>
            <p:cNvSpPr/>
            <p:nvPr/>
          </p:nvSpPr>
          <p:spPr>
            <a:xfrm>
              <a:off x="8373401" y="2073083"/>
              <a:ext cx="157927" cy="177800"/>
            </a:xfrm>
            <a:prstGeom prst="rightArrow">
              <a:avLst/>
            </a:prstGeom>
            <a:solidFill>
              <a:srgbClr val="056429"/>
            </a:solidFill>
            <a:ln>
              <a:noFill/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1" name="foto401">
              <a:extLst>
                <a:ext uri="{FF2B5EF4-FFF2-40B4-BE49-F238E27FC236}">
                  <a16:creationId xmlns:a16="http://schemas.microsoft.com/office/drawing/2014/main" id="{EE48E669-7994-D0B3-6C53-37E67031FF27}"/>
                </a:ext>
              </a:extLst>
            </p:cNvPr>
            <p:cNvSpPr/>
            <p:nvPr/>
          </p:nvSpPr>
          <p:spPr>
            <a:xfrm>
              <a:off x="403295" y="1462515"/>
              <a:ext cx="684000" cy="684000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2" name="foto402">
              <a:extLst>
                <a:ext uri="{FF2B5EF4-FFF2-40B4-BE49-F238E27FC236}">
                  <a16:creationId xmlns:a16="http://schemas.microsoft.com/office/drawing/2014/main" id="{E6498997-698E-0FD6-B2F7-6B991C7DE473}"/>
                </a:ext>
              </a:extLst>
            </p:cNvPr>
            <p:cNvSpPr/>
            <p:nvPr/>
          </p:nvSpPr>
          <p:spPr>
            <a:xfrm>
              <a:off x="1134684" y="1462515"/>
              <a:ext cx="684000" cy="684000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3" name="foto403">
              <a:extLst>
                <a:ext uri="{FF2B5EF4-FFF2-40B4-BE49-F238E27FC236}">
                  <a16:creationId xmlns:a16="http://schemas.microsoft.com/office/drawing/2014/main" id="{96A8ED97-9A58-9413-DDDC-95AC4831A06D}"/>
                </a:ext>
              </a:extLst>
            </p:cNvPr>
            <p:cNvSpPr/>
            <p:nvPr/>
          </p:nvSpPr>
          <p:spPr>
            <a:xfrm>
              <a:off x="403295" y="2167008"/>
              <a:ext cx="684000" cy="684000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404" name="foto404">
              <a:extLst>
                <a:ext uri="{FF2B5EF4-FFF2-40B4-BE49-F238E27FC236}">
                  <a16:creationId xmlns:a16="http://schemas.microsoft.com/office/drawing/2014/main" id="{4AE88EFE-B484-70DF-C55D-7CC5736C574C}"/>
                </a:ext>
              </a:extLst>
            </p:cNvPr>
            <p:cNvSpPr/>
            <p:nvPr/>
          </p:nvSpPr>
          <p:spPr>
            <a:xfrm>
              <a:off x="1134684" y="2167008"/>
              <a:ext cx="684000" cy="684000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23" name="txt209">
              <a:extLst>
                <a:ext uri="{FF2B5EF4-FFF2-40B4-BE49-F238E27FC236}">
                  <a16:creationId xmlns:a16="http://schemas.microsoft.com/office/drawing/2014/main" id="{6082F17A-5AD1-3FD3-DA0A-419F8FF9FB79}"/>
                </a:ext>
              </a:extLst>
            </p:cNvPr>
            <p:cNvSpPr txBox="1"/>
            <p:nvPr/>
          </p:nvSpPr>
          <p:spPr>
            <a:xfrm>
              <a:off x="2093605" y="1418978"/>
              <a:ext cx="1533652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Moehling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,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Niemesh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,</a:t>
              </a:r>
            </a:p>
            <a:p>
              <a:pPr algn="l">
                <a:lnSpc>
                  <a:spcPct val="112000"/>
                </a:lnSpc>
              </a:pP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Thomasson</a:t>
              </a: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 &amp; </a:t>
              </a:r>
              <a:r>
                <a:rPr lang="pt-BR" sz="1400" b="1" err="1">
                  <a:solidFill>
                    <a:srgbClr val="114719"/>
                  </a:solidFill>
                  <a:latin typeface="Montserrat" pitchFamily="2" charset="77"/>
                </a:rPr>
                <a:t>Treber</a:t>
              </a:r>
              <a:endParaRPr lang="pt-BR" sz="1400" b="1">
                <a:solidFill>
                  <a:srgbClr val="114719"/>
                </a:solidFill>
                <a:latin typeface="Montserrat" pitchFamily="2" charset="77"/>
              </a:endParaRPr>
            </a:p>
            <a:p>
              <a:pPr algn="l">
                <a:lnSpc>
                  <a:spcPct val="112000"/>
                </a:lnSpc>
              </a:pPr>
              <a:r>
                <a:rPr lang="pt-BR" sz="1400" b="1">
                  <a:solidFill>
                    <a:srgbClr val="114719"/>
                  </a:solidFill>
                  <a:latin typeface="Montserrat" pitchFamily="2" charset="77"/>
                </a:rPr>
                <a:t>(2020)</a:t>
              </a:r>
            </a:p>
          </p:txBody>
        </p:sp>
        <p:sp>
          <p:nvSpPr>
            <p:cNvPr id="29" name="txt211">
              <a:extLst>
                <a:ext uri="{FF2B5EF4-FFF2-40B4-BE49-F238E27FC236}">
                  <a16:creationId xmlns:a16="http://schemas.microsoft.com/office/drawing/2014/main" id="{83C33592-ACE8-F0DA-616D-FA66348FEDAC}"/>
                </a:ext>
              </a:extLst>
            </p:cNvPr>
            <p:cNvSpPr txBox="1"/>
            <p:nvPr/>
          </p:nvSpPr>
          <p:spPr>
            <a:xfrm>
              <a:off x="4088799" y="1422181"/>
              <a:ext cx="4064000" cy="14732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just">
                <a:lnSpc>
                  <a:spcPct val="112000"/>
                </a:lnSpc>
              </a:pPr>
              <a:r>
                <a:rPr lang="pt-BR" sz="1400" b="1">
                  <a:solidFill>
                    <a:srgbClr val="1B3A20"/>
                  </a:solidFill>
                  <a:latin typeface="Montserrat" pitchFamily="2" charset="77"/>
                </a:rPr>
                <a:t>Escolha locacional intertemporal: </a:t>
              </a:r>
              <a:r>
                <a:rPr lang="pt-BR" sz="1400">
                  <a:solidFill>
                    <a:srgbClr val="3A3A3A"/>
                  </a:solidFill>
                  <a:latin typeface="Montserrat" pitchFamily="2" charset="77"/>
                </a:rPr>
                <a:t>o médico maximiza o valor presente do rendimento real menos um custo locacional não pecuniário</a:t>
              </a:r>
            </a:p>
          </p:txBody>
        </p:sp>
        <p:sp>
          <p:nvSpPr>
            <p:cNvPr id="35" name="lit213">
              <a:extLst>
                <a:ext uri="{FF2B5EF4-FFF2-40B4-BE49-F238E27FC236}">
                  <a16:creationId xmlns:a16="http://schemas.microsoft.com/office/drawing/2014/main" id="{7B731846-CEF9-5650-39A6-B2C0A98D9FDD}"/>
                </a:ext>
              </a:extLst>
            </p:cNvPr>
            <p:cNvSpPr/>
            <p:nvPr/>
          </p:nvSpPr>
          <p:spPr>
            <a:xfrm>
              <a:off x="8739576" y="1545978"/>
              <a:ext cx="3153981" cy="1219200"/>
            </a:xfrm>
            <a:prstGeom prst="roundRect">
              <a:avLst/>
            </a:prstGeom>
            <a:solidFill>
              <a:srgbClr val="E7F1EA"/>
            </a:solidFill>
            <a:ln>
              <a:noFill/>
            </a:ln>
          </p:spPr>
          <p:txBody>
            <a:bodyPr wrap="square" lIns="177800" tIns="0" rIns="177800" bIns="0" anchor="ctr"/>
            <a:lstStyle/>
            <a:p>
              <a:pPr algn="ctr">
                <a:lnSpc>
                  <a:spcPct val="112000"/>
                </a:lnSpc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Equação de escolha</a:t>
              </a:r>
              <a:r>
                <a:rPr lang="pt-BR" sz="1300">
                  <a:solidFill>
                    <a:srgbClr val="114719"/>
                  </a:solidFill>
                  <a:latin typeface="Montserrat" pitchFamily="2" charset="77"/>
                </a:rPr>
                <a:t> e o horizonte </a:t>
              </a:r>
              <a:r>
                <a:rPr lang="pt-BR" sz="1300" i="1" err="1">
                  <a:solidFill>
                    <a:srgbClr val="114719"/>
                  </a:solidFill>
                  <a:latin typeface="Montserrat" pitchFamily="2" charset="77"/>
                </a:rPr>
                <a:t>Σ</a:t>
              </a:r>
              <a:r>
                <a:rPr lang="pt-BR" sz="1300" i="1" baseline="-25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300" i="1">
                  <a:solidFill>
                    <a:srgbClr val="114719"/>
                  </a:solidFill>
                  <a:latin typeface="Montserrat" pitchFamily="2" charset="77"/>
                </a:rPr>
                <a:t> </a:t>
              </a:r>
              <a:r>
                <a:rPr lang="pt-BR" sz="1300" i="1" err="1">
                  <a:solidFill>
                    <a:srgbClr val="114719"/>
                  </a:solidFill>
                  <a:latin typeface="Montserrat" pitchFamily="2" charset="77"/>
                </a:rPr>
                <a:t>δ</a:t>
              </a:r>
              <a:r>
                <a:rPr lang="pt-BR" sz="1300" i="1" baseline="30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endParaRPr lang="pt-BR" sz="1300" i="1" baseline="30000">
                <a:solidFill>
                  <a:srgbClr val="114719"/>
                </a:solidFill>
                <a:latin typeface="Montserrat" pitchFamily="2" charset="77"/>
              </a:endParaRPr>
            </a:p>
          </p:txBody>
        </p:sp>
      </p:grpSp>
      <p:sp>
        <p:nvSpPr>
          <p:cNvPr id="13" name="lit206">
            <a:extLst>
              <a:ext uri="{FF2B5EF4-FFF2-40B4-BE49-F238E27FC236}">
                <a16:creationId xmlns:a16="http://schemas.microsoft.com/office/drawing/2014/main" id="{7C825678-67A3-A9A0-33DA-B2ADE645F599}"/>
              </a:ext>
            </a:extLst>
          </p:cNvPr>
          <p:cNvSpPr/>
          <p:nvPr/>
        </p:nvSpPr>
        <p:spPr>
          <a:xfrm>
            <a:off x="159530" y="4884263"/>
            <a:ext cx="11847151" cy="1473200"/>
          </a:xfrm>
          <a:prstGeom prst="roundRect">
            <a:avLst/>
          </a:prstGeom>
          <a:solidFill>
            <a:srgbClr val="F7FAF8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4" name="lit207">
            <a:extLst>
              <a:ext uri="{FF2B5EF4-FFF2-40B4-BE49-F238E27FC236}">
                <a16:creationId xmlns:a16="http://schemas.microsoft.com/office/drawing/2014/main" id="{9BF0AB2A-E89D-9B79-6400-8494EA21916F}"/>
              </a:ext>
            </a:extLst>
          </p:cNvPr>
          <p:cNvSpPr/>
          <p:nvPr/>
        </p:nvSpPr>
        <p:spPr>
          <a:xfrm>
            <a:off x="191667" y="4985863"/>
            <a:ext cx="63500" cy="1270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6" name="lit210">
            <a:extLst>
              <a:ext uri="{FF2B5EF4-FFF2-40B4-BE49-F238E27FC236}">
                <a16:creationId xmlns:a16="http://schemas.microsoft.com/office/drawing/2014/main" id="{FFE47A81-988D-4579-349C-AE3ECDA85037}"/>
              </a:ext>
            </a:extLst>
          </p:cNvPr>
          <p:cNvSpPr/>
          <p:nvPr/>
        </p:nvSpPr>
        <p:spPr>
          <a:xfrm>
            <a:off x="3894158" y="5195468"/>
            <a:ext cx="9525" cy="863600"/>
          </a:xfrm>
          <a:prstGeom prst="rect">
            <a:avLst/>
          </a:prstGeom>
          <a:solidFill>
            <a:srgbClr val="BFD5C6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17" name="lit212">
            <a:extLst>
              <a:ext uri="{FF2B5EF4-FFF2-40B4-BE49-F238E27FC236}">
                <a16:creationId xmlns:a16="http://schemas.microsoft.com/office/drawing/2014/main" id="{2B2D5480-16CF-B1E8-62B9-359A9609B689}"/>
              </a:ext>
            </a:extLst>
          </p:cNvPr>
          <p:cNvSpPr/>
          <p:nvPr/>
        </p:nvSpPr>
        <p:spPr>
          <a:xfrm>
            <a:off x="8373401" y="5538368"/>
            <a:ext cx="157927" cy="177800"/>
          </a:xfrm>
          <a:prstGeom prst="rightArrow">
            <a:avLst/>
          </a:prstGeom>
          <a:solidFill>
            <a:srgbClr val="056429"/>
          </a:solidFill>
          <a:ln>
            <a:noFill/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15500-A377-0E38-415F-0001B63F76C5}"/>
              </a:ext>
            </a:extLst>
          </p:cNvPr>
          <p:cNvGrpSpPr/>
          <p:nvPr/>
        </p:nvGrpSpPr>
        <p:grpSpPr>
          <a:xfrm>
            <a:off x="403295" y="4914143"/>
            <a:ext cx="1415389" cy="684000"/>
            <a:chOff x="403295" y="4914143"/>
            <a:chExt cx="1415389" cy="684000"/>
          </a:xfrm>
        </p:grpSpPr>
        <p:sp>
          <p:nvSpPr>
            <p:cNvPr id="18" name="foto401">
              <a:extLst>
                <a:ext uri="{FF2B5EF4-FFF2-40B4-BE49-F238E27FC236}">
                  <a16:creationId xmlns:a16="http://schemas.microsoft.com/office/drawing/2014/main" id="{32B4C71B-800A-2A13-15EE-42EB0354CFB2}"/>
                </a:ext>
              </a:extLst>
            </p:cNvPr>
            <p:cNvSpPr/>
            <p:nvPr/>
          </p:nvSpPr>
          <p:spPr>
            <a:xfrm>
              <a:off x="403295" y="4914143"/>
              <a:ext cx="684000" cy="684000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  <p:sp>
          <p:nvSpPr>
            <p:cNvPr id="19" name="foto402">
              <a:extLst>
                <a:ext uri="{FF2B5EF4-FFF2-40B4-BE49-F238E27FC236}">
                  <a16:creationId xmlns:a16="http://schemas.microsoft.com/office/drawing/2014/main" id="{B40038E8-D01C-DABB-3A71-28A05FD66C56}"/>
                </a:ext>
              </a:extLst>
            </p:cNvPr>
            <p:cNvSpPr/>
            <p:nvPr/>
          </p:nvSpPr>
          <p:spPr>
            <a:xfrm>
              <a:off x="1134684" y="4914143"/>
              <a:ext cx="684000" cy="684000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>
              <a:solidFill>
                <a:srgbClr val="BFD5C6"/>
              </a:solidFill>
            </a:ln>
          </p:spPr>
          <p:txBody>
            <a:bodyPr/>
            <a:lstStyle/>
            <a:p>
              <a:endParaRPr>
                <a:latin typeface="Montserrat" pitchFamily="2" charset="77"/>
              </a:endParaRPr>
            </a:p>
          </p:txBody>
        </p:sp>
      </p:grpSp>
      <p:sp>
        <p:nvSpPr>
          <p:cNvPr id="27" name="txt225">
            <a:extLst>
              <a:ext uri="{FF2B5EF4-FFF2-40B4-BE49-F238E27FC236}">
                <a16:creationId xmlns:a16="http://schemas.microsoft.com/office/drawing/2014/main" id="{218C7C74-E83A-F4E0-4177-356EC2DF102D}"/>
              </a:ext>
            </a:extLst>
          </p:cNvPr>
          <p:cNvSpPr txBox="1"/>
          <p:nvPr/>
        </p:nvSpPr>
        <p:spPr>
          <a:xfrm>
            <a:off x="2093604" y="4898345"/>
            <a:ext cx="1765068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</a:pPr>
            <a:r>
              <a:rPr lang="en-GB" sz="1400" b="1">
                <a:solidFill>
                  <a:srgbClr val="1B3A20"/>
                </a:solidFill>
                <a:latin typeface="Montserrat" panose="00000500000000000000" pitchFamily="2" charset="0"/>
              </a:rPr>
              <a:t>Burdett, Shi e Wright (2001)</a:t>
            </a:r>
            <a:endParaRPr lang="pt-BR" sz="1400" b="1">
              <a:solidFill>
                <a:srgbClr val="1B3A20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xt227">
            <a:extLst>
              <a:ext uri="{FF2B5EF4-FFF2-40B4-BE49-F238E27FC236}">
                <a16:creationId xmlns:a16="http://schemas.microsoft.com/office/drawing/2014/main" id="{69298370-0554-BCED-4107-E00D640B8A3D}"/>
              </a:ext>
            </a:extLst>
          </p:cNvPr>
          <p:cNvSpPr txBox="1"/>
          <p:nvPr/>
        </p:nvSpPr>
        <p:spPr>
          <a:xfrm>
            <a:off x="4088799" y="4884263"/>
            <a:ext cx="40640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12000"/>
              </a:lnSpc>
            </a:pPr>
            <a:r>
              <a:rPr lang="pt-BR" sz="1400" b="1">
                <a:solidFill>
                  <a:srgbClr val="1B3A20"/>
                </a:solidFill>
                <a:latin typeface="Montserrat" panose="00000500000000000000" pitchFamily="2" charset="0"/>
              </a:rPr>
              <a:t>Resolve o problema de agregação: </a:t>
            </a:r>
            <a:r>
              <a:rPr lang="pt-BR" sz="1400">
                <a:latin typeface="Montserrat" panose="00000500000000000000" pitchFamily="2" charset="0"/>
              </a:rPr>
              <a:t>conecta a escolha individual do médico, definida por </a:t>
            </a:r>
            <a:r>
              <a:rPr lang="pt-BR" sz="1400" err="1">
                <a:latin typeface="Montserrat" panose="00000500000000000000" pitchFamily="2" charset="0"/>
              </a:rPr>
              <a:t>Moehling</a:t>
            </a:r>
            <a:r>
              <a:rPr lang="pt-BR" sz="1400">
                <a:latin typeface="Montserrat" panose="00000500000000000000" pitchFamily="2" charset="0"/>
              </a:rPr>
              <a:t>, ao preenchimento observado</a:t>
            </a:r>
            <a:endParaRPr lang="pt-BR" sz="1400">
              <a:solidFill>
                <a:srgbClr val="3A3A3A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lit229">
            <a:extLst>
              <a:ext uri="{FF2B5EF4-FFF2-40B4-BE49-F238E27FC236}">
                <a16:creationId xmlns:a16="http://schemas.microsoft.com/office/drawing/2014/main" id="{AE9B93B8-0E29-8838-E977-6FD99BAD27E0}"/>
              </a:ext>
            </a:extLst>
          </p:cNvPr>
          <p:cNvSpPr/>
          <p:nvPr/>
        </p:nvSpPr>
        <p:spPr>
          <a:xfrm>
            <a:off x="8739576" y="5011263"/>
            <a:ext cx="3153981" cy="1219200"/>
          </a:xfrm>
          <a:prstGeom prst="roundRect">
            <a:avLst/>
          </a:prstGeom>
          <a:solidFill>
            <a:srgbClr val="E7F1EA"/>
          </a:solidFill>
          <a:ln>
            <a:noFill/>
          </a:ln>
        </p:spPr>
        <p:txBody>
          <a:bodyPr wrap="square" lIns="177800" tIns="0" rIns="177800" bIns="0" anchor="ctr"/>
          <a:lstStyle/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Probabilidade do preenchimento:</a:t>
            </a:r>
          </a:p>
          <a:p>
            <a:pPr algn="ctr">
              <a:lnSpc>
                <a:spcPct val="112000"/>
              </a:lnSpc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 </a:t>
            </a:r>
            <a:endParaRPr lang="pt-BR" sz="1300" i="1" baseline="-25000">
              <a:solidFill>
                <a:srgbClr val="114719"/>
              </a:solidFill>
              <a:latin typeface="Montserrat" pitchFamily="2" charset="77"/>
            </a:endParaRP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03DAEF48-553D-8ADE-F5B7-3A469646B4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 fontScale="85000" lnSpcReduction="10000"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901EA-882B-3D2D-09C3-FA69B71CFE96}"/>
                  </a:ext>
                </a:extLst>
              </p:cNvPr>
              <p:cNvSpPr txBox="1"/>
              <p:nvPr/>
            </p:nvSpPr>
            <p:spPr>
              <a:xfrm>
                <a:off x="9290759" y="5766075"/>
                <a:ext cx="211089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300" i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pt-BR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pt-BR" sz="1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pt-BR" sz="13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3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3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3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3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901EA-882B-3D2D-09C3-FA69B71CF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759" y="5766075"/>
                <a:ext cx="2110899" cy="200055"/>
              </a:xfrm>
              <a:prstGeom prst="rect">
                <a:avLst/>
              </a:prstGeom>
              <a:blipFill>
                <a:blip r:embed="rId11"/>
                <a:stretch>
                  <a:fillRect l="-1156" t="-3030" r="-289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to401">
            <a:extLst>
              <a:ext uri="{FF2B5EF4-FFF2-40B4-BE49-F238E27FC236}">
                <a16:creationId xmlns:a16="http://schemas.microsoft.com/office/drawing/2014/main" id="{B290C74C-7BF3-D6E0-CF8D-F896C008BB0F}"/>
              </a:ext>
            </a:extLst>
          </p:cNvPr>
          <p:cNvSpPr/>
          <p:nvPr/>
        </p:nvSpPr>
        <p:spPr>
          <a:xfrm>
            <a:off x="399579" y="3906813"/>
            <a:ext cx="684000" cy="684000"/>
          </a:xfrm>
          <a:prstGeom prst="ellipse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21" name="foto402">
            <a:extLst>
              <a:ext uri="{FF2B5EF4-FFF2-40B4-BE49-F238E27FC236}">
                <a16:creationId xmlns:a16="http://schemas.microsoft.com/office/drawing/2014/main" id="{C7D5890E-C958-FDE3-A43E-3971AF6AFA01}"/>
              </a:ext>
            </a:extLst>
          </p:cNvPr>
          <p:cNvSpPr/>
          <p:nvPr/>
        </p:nvSpPr>
        <p:spPr>
          <a:xfrm>
            <a:off x="1130968" y="3906813"/>
            <a:ext cx="684000" cy="684000"/>
          </a:xfrm>
          <a:prstGeom prst="ellipse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24" name="foto402">
            <a:extLst>
              <a:ext uri="{FF2B5EF4-FFF2-40B4-BE49-F238E27FC236}">
                <a16:creationId xmlns:a16="http://schemas.microsoft.com/office/drawing/2014/main" id="{DE41B9E2-414D-A7D1-7BCF-7F24B0B6C855}"/>
              </a:ext>
            </a:extLst>
          </p:cNvPr>
          <p:cNvSpPr/>
          <p:nvPr/>
        </p:nvSpPr>
        <p:spPr>
          <a:xfrm>
            <a:off x="768989" y="5631596"/>
            <a:ext cx="684000" cy="684000"/>
          </a:xfrm>
          <a:prstGeom prst="ellipse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FD5C6"/>
            </a:solidFill>
          </a:ln>
        </p:spPr>
        <p:txBody>
          <a:bodyPr/>
          <a:lstStyle/>
          <a:p>
            <a:endParaRPr>
              <a:latin typeface="Montserrat" pitchFamily="2" charset="77"/>
            </a:endParaRPr>
          </a:p>
        </p:txBody>
      </p:sp>
      <p:sp>
        <p:nvSpPr>
          <p:cNvPr id="38" name="CaixaDeTexto 4">
            <a:extLst>
              <a:ext uri="{FF2B5EF4-FFF2-40B4-BE49-F238E27FC236}">
                <a16:creationId xmlns:a16="http://schemas.microsoft.com/office/drawing/2014/main" id="{61D52229-697D-22DD-04DE-8FF4BBA6D6C0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1653737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B219-2251-BA55-0D45-A7E3B926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094E1B5B-F37A-10AA-A2EB-06EDE9D7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 escolha locacional maximiza a utilidade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CA186D-EC52-86D3-BA6A-7BD5A19621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13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5022" name="hB"/>
          <p:cNvSpPr/>
          <p:nvPr/>
        </p:nvSpPr>
        <p:spPr>
          <a:xfrm>
            <a:off x="159530" y="2730202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400" b="1" spc="80">
                <a:solidFill>
                  <a:srgbClr val="056429"/>
                </a:solidFill>
                <a:latin typeface="Montserrat" pitchFamily="2" charset="77"/>
              </a:rPr>
              <a:t>DE ONDE VEM CADA TERMO:</a:t>
            </a:r>
          </a:p>
        </p:txBody>
      </p:sp>
      <p:sp>
        <p:nvSpPr>
          <p:cNvPr id="5023" name="ruleB"/>
          <p:cNvSpPr/>
          <p:nvPr/>
        </p:nvSpPr>
        <p:spPr>
          <a:xfrm>
            <a:off x="159530" y="3009602"/>
            <a:ext cx="11844000" cy="254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F487CFD-7778-037B-0187-FDF49CBF16AE}"/>
              </a:ext>
            </a:extLst>
          </p:cNvPr>
          <p:cNvGrpSpPr/>
          <p:nvPr/>
        </p:nvGrpSpPr>
        <p:grpSpPr>
          <a:xfrm>
            <a:off x="159530" y="883097"/>
            <a:ext cx="11847150" cy="1600200"/>
            <a:chOff x="159530" y="787400"/>
            <a:chExt cx="11847150" cy="1600200"/>
          </a:xfrm>
        </p:grpSpPr>
        <p:sp>
          <p:nvSpPr>
            <p:cNvPr id="5015" name="eqcard"/>
            <p:cNvSpPr/>
            <p:nvPr/>
          </p:nvSpPr>
          <p:spPr>
            <a:xfrm>
              <a:off x="159530" y="787400"/>
              <a:ext cx="7460470" cy="16002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C9DED1"/>
              </a:solidFill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7" name="arrow2"/>
            <p:cNvSpPr/>
            <p:nvPr/>
          </p:nvSpPr>
          <p:spPr>
            <a:xfrm>
              <a:off x="7747000" y="1485900"/>
              <a:ext cx="381000" cy="304800"/>
            </a:xfrm>
            <a:prstGeom prst="rightArrow">
              <a:avLst/>
            </a:prstGeom>
            <a:solidFill>
              <a:srgbClr val="C9DED1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8" name="outcard"/>
            <p:cNvSpPr/>
            <p:nvPr/>
          </p:nvSpPr>
          <p:spPr>
            <a:xfrm>
              <a:off x="8255000" y="787400"/>
              <a:ext cx="3751680" cy="1600200"/>
            </a:xfrm>
            <a:prstGeom prst="roundRect">
              <a:avLst>
                <a:gd name="adj" fmla="val 5000"/>
              </a:avLst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19" name="outlab"/>
            <p:cNvSpPr/>
            <p:nvPr/>
          </p:nvSpPr>
          <p:spPr>
            <a:xfrm>
              <a:off x="8483600" y="990600"/>
              <a:ext cx="297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950" b="1" spc="80">
                  <a:solidFill>
                    <a:srgbClr val="FFFFFF"/>
                  </a:solidFill>
                  <a:latin typeface="Montserrat" pitchFamily="2" charset="77"/>
                </a:rPr>
                <a:t>OUTPUT DO MODELO</a:t>
              </a:r>
            </a:p>
          </p:txBody>
        </p:sp>
        <p:sp>
          <p:nvSpPr>
            <p:cNvPr id="5020" name="outbig"/>
            <p:cNvSpPr/>
            <p:nvPr/>
          </p:nvSpPr>
          <p:spPr>
            <a:xfrm>
              <a:off x="8483600" y="1270000"/>
              <a:ext cx="29718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400" b="1">
                  <a:solidFill>
                    <a:srgbClr val="FFFFFF"/>
                  </a:solidFill>
                  <a:latin typeface="Montserrat" pitchFamily="2" charset="77"/>
                </a:rPr>
                <a:t>A localidade de maior valor é a escolhida</a:t>
              </a:r>
            </a:p>
          </p:txBody>
        </p:sp>
        <p:sp>
          <p:nvSpPr>
            <p:cNvPr id="5021" name="outsub"/>
            <p:cNvSpPr/>
            <p:nvPr/>
          </p:nvSpPr>
          <p:spPr>
            <a:xfrm>
              <a:off x="8483600" y="2032000"/>
              <a:ext cx="29718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E7F1EA"/>
                  </a:solidFill>
                  <a:latin typeface="Montserrat" pitchFamily="2" charset="77"/>
                </a:rPr>
                <a:t>*Modelo individual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F2CE470-BA60-F6F9-CCF3-3C0AA9FAE566}"/>
                    </a:ext>
                  </a:extLst>
                </p:cNvPr>
                <p:cNvSpPr txBox="1"/>
                <p:nvPr/>
              </p:nvSpPr>
              <p:spPr>
                <a:xfrm>
                  <a:off x="1051315" y="1151467"/>
                  <a:ext cx="5676900" cy="8657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200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pt-BR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0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pt-BR" sz="20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p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𝑚𝑡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pt-BR" sz="20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𝑠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pt-BR" sz="20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𝑟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d>
                                                  </m:sub>
                                                </m:sSub>
                                              </m:e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𝐵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𝑚𝑡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  <m:r>
                                          <a:rPr lang="pt-BR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2000" i="1">
                                                <a:latin typeface="Cambria Math" panose="02040503050406030204" pitchFamily="18" charset="0"/>
                                              </a:rPr>
                                              <m:t>𝑟𝑚𝑡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func>
                          </m:e>
                        </m:func>
                      </m:oMath>
                    </m:oMathPara>
                  </a14:m>
                  <a:endParaRPr lang="pt-BR" sz="2000" b="1" i="1">
                    <a:latin typeface="Montserrat" pitchFamily="2" charset="77"/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F2CE470-BA60-F6F9-CCF3-3C0AA9FAE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315" y="1151467"/>
                  <a:ext cx="5676900" cy="8657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01" name="eqlab"/>
            <p:cNvSpPr/>
            <p:nvPr/>
          </p:nvSpPr>
          <p:spPr>
            <a:xfrm>
              <a:off x="254000" y="863600"/>
              <a:ext cx="6705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 b="1" spc="80">
                  <a:solidFill>
                    <a:srgbClr val="056429"/>
                  </a:solidFill>
                  <a:latin typeface="Montserrat" pitchFamily="2" charset="77"/>
                </a:rPr>
                <a:t>MOEHLING et al. (2020), EQ. 1, P. 184</a:t>
              </a:r>
            </a:p>
          </p:txBody>
        </p:sp>
        <p:sp>
          <p:nvSpPr>
            <p:cNvPr id="7002" name="eqleg"/>
            <p:cNvSpPr/>
            <p:nvPr/>
          </p:nvSpPr>
          <p:spPr>
            <a:xfrm>
              <a:off x="409965" y="2146300"/>
              <a:ext cx="69596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ctr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m</a:t>
              </a:r>
              <a:r>
                <a:rPr lang="pt-BR" sz="1000" b="1" i="1" baseline="30000">
                  <a:solidFill>
                    <a:srgbClr val="114719"/>
                  </a:solidFill>
                  <a:latin typeface="Montserrat" pitchFamily="2" charset="77"/>
                </a:rPr>
                <a:t>*</a:t>
              </a:r>
              <a:r>
                <a:rPr lang="pt-BR" sz="1000" b="1" i="1" baseline="-25000">
                  <a:solidFill>
                    <a:srgbClr val="114719"/>
                  </a:solidFill>
                  <a:latin typeface="Montserrat" pitchFamily="2" charset="77"/>
                </a:rPr>
                <a:t>r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Local escolhido por r  ·  </a:t>
              </a: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I</a:t>
              </a:r>
              <a:r>
                <a:rPr lang="pt-BR" sz="1000" b="1" i="1" baseline="-25000">
                  <a:solidFill>
                    <a:srgbClr val="114719"/>
                  </a:solidFill>
                  <a:latin typeface="Montserrat" pitchFamily="2" charset="77"/>
                </a:rPr>
                <a:t>r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ofertas disponíveis a r  ·  </a:t>
              </a:r>
              <a:r>
                <a:rPr lang="pt-BR" sz="1000" b="1" i="1" err="1">
                  <a:solidFill>
                    <a:srgbClr val="114719"/>
                  </a:solidFill>
                  <a:latin typeface="Montserrat" pitchFamily="2" charset="77"/>
                </a:rPr>
                <a:t>δ</a:t>
              </a:r>
              <a:r>
                <a:rPr lang="pt-BR" sz="1000" b="1" i="1" baseline="30000" err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desconto do ano t  ·  </a:t>
              </a:r>
              <a:r>
                <a:rPr lang="pt-BR" sz="1000" b="1" i="1">
                  <a:solidFill>
                    <a:srgbClr val="114719"/>
                  </a:solidFill>
                  <a:latin typeface="Montserrat" pitchFamily="2" charset="77"/>
                </a:rPr>
                <a:t>T</a:t>
              </a:r>
              <a:r>
                <a:rPr lang="pt-BR" sz="1000">
                  <a:solidFill>
                    <a:srgbClr val="6B6B6B"/>
                  </a:solidFill>
                  <a:latin typeface="Montserrat" pitchFamily="2" charset="77"/>
                </a:rPr>
                <a:t>: fim da carreira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386C36-6728-C9F2-EDD9-E644D6AB1972}"/>
              </a:ext>
            </a:extLst>
          </p:cNvPr>
          <p:cNvGrpSpPr/>
          <p:nvPr/>
        </p:nvGrpSpPr>
        <p:grpSpPr>
          <a:xfrm>
            <a:off x="159530" y="3220536"/>
            <a:ext cx="3780000" cy="2022814"/>
            <a:chOff x="426230" y="3200400"/>
            <a:chExt cx="3780000" cy="2022814"/>
          </a:xfrm>
        </p:grpSpPr>
        <p:sp>
          <p:nvSpPr>
            <p:cNvPr id="5024" name="dc0"/>
            <p:cNvSpPr/>
            <p:nvPr/>
          </p:nvSpPr>
          <p:spPr>
            <a:xfrm>
              <a:off x="426230" y="3200400"/>
              <a:ext cx="3780000" cy="2022814"/>
            </a:xfrm>
            <a:prstGeom prst="roundRect">
              <a:avLst>
                <a:gd name="adj" fmla="val 8000"/>
              </a:avLst>
            </a:prstGeom>
            <a:solidFill>
              <a:srgbClr val="F3F7F3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5025" name="dtag0"/>
            <p:cNvSpPr/>
            <p:nvPr/>
          </p:nvSpPr>
          <p:spPr>
            <a:xfrm>
              <a:off x="3289300" y="3327400"/>
              <a:ext cx="787400" cy="228600"/>
            </a:xfrm>
            <a:prstGeom prst="roundRect">
              <a:avLst>
                <a:gd name="adj" fmla="val 26000"/>
              </a:avLst>
            </a:prstGeom>
            <a:solidFill>
              <a:srgbClr val="A4F09A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056429"/>
                  </a:solidFill>
                  <a:latin typeface="Montserrat" pitchFamily="2" charset="77"/>
                </a:rPr>
                <a:t>ELEVA</a:t>
              </a:r>
            </a:p>
          </p:txBody>
        </p:sp>
        <p:sp>
          <p:nvSpPr>
            <p:cNvPr id="5027" name="dtxt0"/>
            <p:cNvSpPr/>
            <p:nvPr/>
          </p:nvSpPr>
          <p:spPr>
            <a:xfrm>
              <a:off x="703330" y="4737100"/>
              <a:ext cx="32258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A3A3A"/>
                  </a:solidFill>
                  <a:latin typeface="Montserrat" pitchFamily="2" charset="77"/>
                </a:rPr>
                <a:t>Bolsa maior aumenta o valor da vaga, e rende mais onde os preços são baixos.</a:t>
              </a:r>
            </a:p>
          </p:txBody>
        </p:sp>
        <p:sp>
          <p:nvSpPr>
            <p:cNvPr id="6001" name="dvar0"/>
            <p:cNvSpPr/>
            <p:nvPr/>
          </p:nvSpPr>
          <p:spPr>
            <a:xfrm>
              <a:off x="596900" y="3327400"/>
              <a:ext cx="1152000" cy="22860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50" b="1" i="1">
                  <a:solidFill>
                    <a:srgbClr val="114719"/>
                  </a:solidFill>
                  <a:latin typeface="Montserrat" pitchFamily="2" charset="77"/>
                </a:rPr>
                <a:t>Salário : E(</a:t>
              </a:r>
              <a:r>
                <a:rPr lang="pt-BR" sz="1050" b="1" i="1" err="1">
                  <a:solidFill>
                    <a:srgbClr val="114719"/>
                  </a:solidFill>
                  <a:latin typeface="Montserrat" pitchFamily="2" charset="77"/>
                </a:rPr>
                <a:t>w</a:t>
              </a:r>
              <a:r>
                <a:rPr lang="pt-BR" sz="1050" b="1" i="1" baseline="-25000" err="1">
                  <a:solidFill>
                    <a:srgbClr val="114719"/>
                  </a:solidFill>
                  <a:latin typeface="Montserrat" pitchFamily="2" charset="77"/>
                </a:rPr>
                <a:t>mt</a:t>
              </a:r>
              <a:r>
                <a:rPr lang="pt-BR" sz="1050" b="1" i="1">
                  <a:solidFill>
                    <a:srgbClr val="114719"/>
                  </a:solidFill>
                  <a:latin typeface="Montserrat" pitchFamily="2" charset="77"/>
                </a:rPr>
                <a:t>)</a:t>
              </a:r>
            </a:p>
          </p:txBody>
        </p:sp>
        <p:sp>
          <p:nvSpPr>
            <p:cNvPr id="7010" name="dsrc0"/>
            <p:cNvSpPr/>
            <p:nvPr/>
          </p:nvSpPr>
          <p:spPr>
            <a:xfrm>
              <a:off x="609600" y="3657600"/>
              <a:ext cx="3225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spcAft>
                  <a:spcPts val="0"/>
                </a:spcAft>
                <a:buNone/>
              </a:pPr>
              <a:r>
                <a:rPr lang="pt-BR" sz="900" b="1" spc="60">
                  <a:solidFill>
                    <a:srgbClr val="056429"/>
                  </a:solidFill>
                  <a:latin typeface="Montserrat" pitchFamily="2" charset="77"/>
                </a:rPr>
                <a:t>MOEHLING et al. (2020)</a:t>
              </a:r>
            </a:p>
          </p:txBody>
        </p:sp>
        <p:sp>
          <p:nvSpPr>
            <p:cNvPr id="7020" name="deqbox0"/>
            <p:cNvSpPr/>
            <p:nvPr/>
          </p:nvSpPr>
          <p:spPr>
            <a:xfrm>
              <a:off x="703330" y="3898900"/>
              <a:ext cx="3225800" cy="711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wrap="square" lIns="127000" tIns="0" rIns="127000" bIns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114719"/>
                  </a:solidFill>
                  <a:latin typeface="Montserrat" pitchFamily="2" charset="77"/>
                </a:rPr>
                <a:t>Bolsa do programa (B)</a:t>
              </a:r>
            </a:p>
            <a:p>
              <a:pPr marL="0" indent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pt-BR" sz="1050">
                  <a:solidFill>
                    <a:srgbClr val="6B6B6B"/>
                  </a:solidFill>
                  <a:latin typeface="Montserrat" pitchFamily="2" charset="77"/>
                </a:rPr>
                <a:t>+ remuneração esperada na especialidade</a:t>
              </a:r>
            </a:p>
          </p:txBody>
        </p:sp>
      </p:grpSp>
      <p:sp>
        <p:nvSpPr>
          <p:cNvPr id="8" name="CaixaDeTexto 4">
            <a:extLst>
              <a:ext uri="{FF2B5EF4-FFF2-40B4-BE49-F238E27FC236}">
                <a16:creationId xmlns:a16="http://schemas.microsoft.com/office/drawing/2014/main" id="{4ED7D5E3-3F74-3D24-DA4B-105C05C4254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  <p:sp>
        <p:nvSpPr>
          <p:cNvPr id="12" name="cBox">
            <a:extLst>
              <a:ext uri="{FF2B5EF4-FFF2-40B4-BE49-F238E27FC236}">
                <a16:creationId xmlns:a16="http://schemas.microsoft.com/office/drawing/2014/main" id="{77C4FC2B-B569-D04E-0597-318B6125D96E}"/>
              </a:ext>
            </a:extLst>
          </p:cNvPr>
          <p:cNvSpPr/>
          <p:nvPr/>
        </p:nvSpPr>
        <p:spPr>
          <a:xfrm>
            <a:off x="159531" y="5473700"/>
            <a:ext cx="1184715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4" name="cText">
            <a:extLst>
              <a:ext uri="{FF2B5EF4-FFF2-40B4-BE49-F238E27FC236}">
                <a16:creationId xmlns:a16="http://schemas.microsoft.com/office/drawing/2014/main" id="{A2857889-E60E-682B-C005-EB6698412C4A}"/>
              </a:ext>
            </a:extLst>
          </p:cNvPr>
          <p:cNvSpPr txBox="1"/>
          <p:nvPr/>
        </p:nvSpPr>
        <p:spPr>
          <a:xfrm>
            <a:off x="457200" y="5613400"/>
            <a:ext cx="112776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A política mexe em apenas uma variável:  </a:t>
            </a:r>
            <a:r>
              <a:rPr lang="pt-BR" sz="1500" b="1">
                <a:latin typeface="Montserrat" pitchFamily="2" charset="77"/>
              </a:rPr>
              <a:t>eleva E(</a:t>
            </a:r>
            <a:r>
              <a:rPr lang="pt-BR" sz="1500" b="1" err="1">
                <a:latin typeface="Montserrat" pitchFamily="2" charset="77"/>
              </a:rPr>
              <a:t>w|B</a:t>
            </a:r>
            <a:r>
              <a:rPr lang="pt-BR" sz="1500" b="1">
                <a:latin typeface="Montserrat" pitchFamily="2" charset="77"/>
              </a:rPr>
              <a:t>) por (B)</a:t>
            </a:r>
            <a:r>
              <a:rPr lang="pt-BR" sz="1500">
                <a:latin typeface="Montserrat" pitchFamily="2" charset="77"/>
              </a:rPr>
              <a:t>. Preços e custo do local continuam contra e é a soma das três variáveis que determina se a vaga é preenchida.</a:t>
            </a:r>
            <a:endParaRPr lang="pt-BR" sz="1500">
              <a:solidFill>
                <a:srgbClr val="3A3A3A"/>
              </a:solidFill>
              <a:latin typeface="Montserrat" pitchFamily="2" charset="77"/>
            </a:endParaRPr>
          </a:p>
        </p:txBody>
      </p:sp>
      <p:sp>
        <p:nvSpPr>
          <p:cNvPr id="17" name="cBar">
            <a:extLst>
              <a:ext uri="{FF2B5EF4-FFF2-40B4-BE49-F238E27FC236}">
                <a16:creationId xmlns:a16="http://schemas.microsoft.com/office/drawing/2014/main" id="{CCA83683-5054-1963-ED4D-F30F2D83ABF4}"/>
              </a:ext>
            </a:extLst>
          </p:cNvPr>
          <p:cNvSpPr/>
          <p:nvPr/>
        </p:nvSpPr>
        <p:spPr>
          <a:xfrm>
            <a:off x="1778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7F5604-F7BA-871E-238E-4A2850FBE5A4}"/>
              </a:ext>
            </a:extLst>
          </p:cNvPr>
          <p:cNvGrpSpPr/>
          <p:nvPr/>
        </p:nvGrpSpPr>
        <p:grpSpPr>
          <a:xfrm>
            <a:off x="8226680" y="3220536"/>
            <a:ext cx="3780000" cy="2022814"/>
            <a:chOff x="8226680" y="3220536"/>
            <a:chExt cx="3780000" cy="202281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C0B1137-60C1-AF85-7A67-EC8E72FDD3A6}"/>
                </a:ext>
              </a:extLst>
            </p:cNvPr>
            <p:cNvGrpSpPr/>
            <p:nvPr/>
          </p:nvGrpSpPr>
          <p:grpSpPr>
            <a:xfrm>
              <a:off x="8226680" y="3220536"/>
              <a:ext cx="3780000" cy="2022814"/>
              <a:chOff x="426230" y="3200400"/>
              <a:chExt cx="3780000" cy="2022814"/>
            </a:xfrm>
          </p:grpSpPr>
          <p:sp>
            <p:nvSpPr>
              <p:cNvPr id="28" name="dc0">
                <a:extLst>
                  <a:ext uri="{FF2B5EF4-FFF2-40B4-BE49-F238E27FC236}">
                    <a16:creationId xmlns:a16="http://schemas.microsoft.com/office/drawing/2014/main" id="{9EAB2D78-14F6-8CD0-EC43-03F431E97CE7}"/>
                  </a:ext>
                </a:extLst>
              </p:cNvPr>
              <p:cNvSpPr/>
              <p:nvPr/>
            </p:nvSpPr>
            <p:spPr>
              <a:xfrm>
                <a:off x="426230" y="3200400"/>
                <a:ext cx="3780000" cy="2022814"/>
              </a:xfrm>
              <a:prstGeom prst="roundRect">
                <a:avLst>
                  <a:gd name="adj" fmla="val 8000"/>
                </a:avLst>
              </a:prstGeom>
              <a:solidFill>
                <a:srgbClr val="F3F7F3"/>
              </a:solidFill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buNone/>
                </a:pPr>
                <a:endParaRPr/>
              </a:p>
            </p:txBody>
          </p:sp>
          <p:sp>
            <p:nvSpPr>
              <p:cNvPr id="29" name="dtag0">
                <a:extLst>
                  <a:ext uri="{FF2B5EF4-FFF2-40B4-BE49-F238E27FC236}">
                    <a16:creationId xmlns:a16="http://schemas.microsoft.com/office/drawing/2014/main" id="{A15F6ADD-AB16-119F-534B-A19AFB6E5D33}"/>
                  </a:ext>
                </a:extLst>
              </p:cNvPr>
              <p:cNvSpPr/>
              <p:nvPr/>
            </p:nvSpPr>
            <p:spPr>
              <a:xfrm>
                <a:off x="3289300" y="3327400"/>
                <a:ext cx="787400" cy="228600"/>
              </a:xfrm>
              <a:prstGeom prst="roundRect">
                <a:avLst>
                  <a:gd name="adj" fmla="val 26000"/>
                </a:avLst>
              </a:prstGeom>
              <a:solidFill>
                <a:srgbClr val="A4F09A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endParaRPr lang="pt-BR" sz="1000" b="1" spc="60">
                  <a:solidFill>
                    <a:srgbClr val="05642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0" name="dtxt0">
                <a:extLst>
                  <a:ext uri="{FF2B5EF4-FFF2-40B4-BE49-F238E27FC236}">
                    <a16:creationId xmlns:a16="http://schemas.microsoft.com/office/drawing/2014/main" id="{DDC9C0FD-6435-DAA1-EF56-065F442D40B5}"/>
                  </a:ext>
                </a:extLst>
              </p:cNvPr>
              <p:cNvSpPr/>
              <p:nvPr/>
            </p:nvSpPr>
            <p:spPr>
              <a:xfrm>
                <a:off x="703330" y="4737100"/>
                <a:ext cx="32258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r>
                  <a:rPr lang="pt-BR" sz="1100">
                    <a:solidFill>
                      <a:srgbClr val="3A3A3A"/>
                    </a:solidFill>
                    <a:latin typeface="Montserrat" pitchFamily="2" charset="77"/>
                  </a:rPr>
                  <a:t>Custo não monetário de exercer ali; o altruísmo do médico (α) compensa em parte.</a:t>
                </a:r>
              </a:p>
            </p:txBody>
          </p:sp>
          <p:sp>
            <p:nvSpPr>
              <p:cNvPr id="31" name="dvar0">
                <a:extLst>
                  <a:ext uri="{FF2B5EF4-FFF2-40B4-BE49-F238E27FC236}">
                    <a16:creationId xmlns:a16="http://schemas.microsoft.com/office/drawing/2014/main" id="{34186870-6228-808B-03D0-88668B8D42D0}"/>
                  </a:ext>
                </a:extLst>
              </p:cNvPr>
              <p:cNvSpPr/>
              <p:nvPr/>
            </p:nvSpPr>
            <p:spPr>
              <a:xfrm>
                <a:off x="596900" y="3358348"/>
                <a:ext cx="1571430" cy="230400"/>
              </a:xfrm>
              <a:prstGeom prst="roundRect">
                <a:avLst>
                  <a:gd name="adj" fmla="val 26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>
                  <a:lnSpc>
                    <a:spcPct val="104000"/>
                  </a:lnSpc>
                </a:pPr>
                <a:r>
                  <a:rPr lang="pt-BR" sz="1050" b="1" i="1">
                    <a:solidFill>
                      <a:srgbClr val="114719"/>
                    </a:solidFill>
                    <a:latin typeface="Montserrat" pitchFamily="2" charset="77"/>
                  </a:rPr>
                  <a:t>Custo laboral : </a:t>
                </a:r>
                <a:r>
                  <a:rPr lang="pt-BR" sz="1050" b="1" i="1" err="1">
                    <a:solidFill>
                      <a:srgbClr val="114719"/>
                    </a:solidFill>
                    <a:latin typeface="Montserrat" pitchFamily="2" charset="77"/>
                  </a:rPr>
                  <a:t>c</a:t>
                </a:r>
                <a:r>
                  <a:rPr lang="pt-BR" sz="1050" b="1" i="1" baseline="-25000" err="1">
                    <a:solidFill>
                      <a:srgbClr val="114719"/>
                    </a:solidFill>
                    <a:latin typeface="Montserrat" pitchFamily="2" charset="77"/>
                  </a:rPr>
                  <a:t>rmt</a:t>
                </a:r>
                <a:r>
                  <a:rPr lang="pt-BR" sz="1050" b="1" i="1" baseline="-25000">
                    <a:solidFill>
                      <a:srgbClr val="114719"/>
                    </a:solidFill>
                    <a:latin typeface="Montserrat" pitchFamily="2" charset="77"/>
                  </a:rPr>
                  <a:t>(s)</a:t>
                </a:r>
                <a:endParaRPr lang="pt-BR" sz="1050" b="1" i="1">
                  <a:solidFill>
                    <a:srgbClr val="11471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2" name="dsrc0">
                <a:extLst>
                  <a:ext uri="{FF2B5EF4-FFF2-40B4-BE49-F238E27FC236}">
                    <a16:creationId xmlns:a16="http://schemas.microsoft.com/office/drawing/2014/main" id="{ED44702B-9863-81AB-93C2-FAF24B217CC1}"/>
                  </a:ext>
                </a:extLst>
              </p:cNvPr>
              <p:cNvSpPr/>
              <p:nvPr/>
            </p:nvSpPr>
            <p:spPr>
              <a:xfrm>
                <a:off x="609600" y="3657600"/>
                <a:ext cx="32258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lnSpc>
                    <a:spcPct val="104000"/>
                  </a:lnSpc>
                  <a:spcAft>
                    <a:spcPts val="0"/>
                  </a:spcAft>
                  <a:buNone/>
                </a:pPr>
                <a:r>
                  <a:rPr lang="pt-BR" sz="900" b="1" spc="60">
                    <a:solidFill>
                      <a:srgbClr val="056429"/>
                    </a:solidFill>
                    <a:latin typeface="Montserrat" pitchFamily="2" charset="77"/>
                  </a:rPr>
                  <a:t>CHONÉ &amp; MA (2011)</a:t>
                </a:r>
              </a:p>
            </p:txBody>
          </p:sp>
          <p:sp>
            <p:nvSpPr>
              <p:cNvPr id="33" name="deqbox0">
                <a:extLst>
                  <a:ext uri="{FF2B5EF4-FFF2-40B4-BE49-F238E27FC236}">
                    <a16:creationId xmlns:a16="http://schemas.microsoft.com/office/drawing/2014/main" id="{A30A6E9C-34B8-86F0-153F-D5DDC40B9248}"/>
                  </a:ext>
                </a:extLst>
              </p:cNvPr>
              <p:cNvSpPr/>
              <p:nvPr/>
            </p:nvSpPr>
            <p:spPr>
              <a:xfrm>
                <a:off x="703330" y="3898900"/>
                <a:ext cx="3225800" cy="7112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 lIns="127000" tIns="0" rIns="12700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300" b="1">
                    <a:solidFill>
                      <a:srgbClr val="114719"/>
                    </a:solidFill>
                    <a:latin typeface="Montserrat" pitchFamily="2" charset="77"/>
                  </a:rPr>
                  <a:t>Esforço para atender</a:t>
                </a:r>
              </a:p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050">
                    <a:solidFill>
                      <a:srgbClr val="6B6B6B"/>
                    </a:solidFill>
                    <a:latin typeface="Montserrat" pitchFamily="2" charset="77"/>
                  </a:rPr>
                  <a:t>Aumenta com equipe e equipamentos ruins</a:t>
                </a:r>
              </a:p>
            </p:txBody>
          </p:sp>
        </p:grpSp>
        <p:sp>
          <p:nvSpPr>
            <p:cNvPr id="35" name="dtag1">
              <a:extLst>
                <a:ext uri="{FF2B5EF4-FFF2-40B4-BE49-F238E27FC236}">
                  <a16:creationId xmlns:a16="http://schemas.microsoft.com/office/drawing/2014/main" id="{F93A6B1A-AF39-F751-A85B-E35D0BCE739F}"/>
                </a:ext>
              </a:extLst>
            </p:cNvPr>
            <p:cNvSpPr/>
            <p:nvPr/>
          </p:nvSpPr>
          <p:spPr>
            <a:xfrm>
              <a:off x="11080563" y="3346315"/>
              <a:ext cx="792000" cy="228600"/>
            </a:xfrm>
            <a:prstGeom prst="roundRect">
              <a:avLst>
                <a:gd name="adj" fmla="val 26000"/>
              </a:avLst>
            </a:prstGeom>
            <a:solidFill>
              <a:srgbClr val="FE8884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3A3A3A"/>
                  </a:solidFill>
                  <a:latin typeface="Montserrat" pitchFamily="2" charset="77"/>
                </a:rPr>
                <a:t>REDUZ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6F0CDB1-E695-AA5B-A9B2-A7EC6FF1D8ED}"/>
              </a:ext>
            </a:extLst>
          </p:cNvPr>
          <p:cNvGrpSpPr/>
          <p:nvPr/>
        </p:nvGrpSpPr>
        <p:grpSpPr>
          <a:xfrm>
            <a:off x="4193105" y="3220536"/>
            <a:ext cx="3780000" cy="2022814"/>
            <a:chOff x="4193105" y="3220536"/>
            <a:chExt cx="3780000" cy="202281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BDD04F1-9736-FB3B-9AC3-1AFDD3EB15C6}"/>
                </a:ext>
              </a:extLst>
            </p:cNvPr>
            <p:cNvGrpSpPr/>
            <p:nvPr/>
          </p:nvGrpSpPr>
          <p:grpSpPr>
            <a:xfrm>
              <a:off x="4193105" y="3220536"/>
              <a:ext cx="3780000" cy="2022814"/>
              <a:chOff x="426230" y="3200400"/>
              <a:chExt cx="3780000" cy="2022814"/>
            </a:xfrm>
          </p:grpSpPr>
          <p:sp>
            <p:nvSpPr>
              <p:cNvPr id="37" name="dc0">
                <a:extLst>
                  <a:ext uri="{FF2B5EF4-FFF2-40B4-BE49-F238E27FC236}">
                    <a16:creationId xmlns:a16="http://schemas.microsoft.com/office/drawing/2014/main" id="{E75E5A14-51C9-1E7A-EAC5-C1F0D93CF11E}"/>
                  </a:ext>
                </a:extLst>
              </p:cNvPr>
              <p:cNvSpPr/>
              <p:nvPr/>
            </p:nvSpPr>
            <p:spPr>
              <a:xfrm>
                <a:off x="426230" y="3200400"/>
                <a:ext cx="3780000" cy="2022814"/>
              </a:xfrm>
              <a:prstGeom prst="roundRect">
                <a:avLst>
                  <a:gd name="adj" fmla="val 8000"/>
                </a:avLst>
              </a:prstGeom>
              <a:solidFill>
                <a:srgbClr val="F3F7F3"/>
              </a:solidFill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buNone/>
                </a:pPr>
                <a:endParaRPr/>
              </a:p>
            </p:txBody>
          </p:sp>
          <p:sp>
            <p:nvSpPr>
              <p:cNvPr id="38" name="dtag0">
                <a:extLst>
                  <a:ext uri="{FF2B5EF4-FFF2-40B4-BE49-F238E27FC236}">
                    <a16:creationId xmlns:a16="http://schemas.microsoft.com/office/drawing/2014/main" id="{416C9A75-1B52-51C6-EEEB-AEC371D1DD0B}"/>
                  </a:ext>
                </a:extLst>
              </p:cNvPr>
              <p:cNvSpPr/>
              <p:nvPr/>
            </p:nvSpPr>
            <p:spPr>
              <a:xfrm>
                <a:off x="3289300" y="3327400"/>
                <a:ext cx="787400" cy="228600"/>
              </a:xfrm>
              <a:prstGeom prst="roundRect">
                <a:avLst>
                  <a:gd name="adj" fmla="val 26000"/>
                </a:avLst>
              </a:prstGeom>
              <a:solidFill>
                <a:srgbClr val="A4F09A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endParaRPr lang="pt-BR" sz="1000" b="1" spc="60">
                  <a:solidFill>
                    <a:srgbClr val="05642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39" name="dtxt0">
                <a:extLst>
                  <a:ext uri="{FF2B5EF4-FFF2-40B4-BE49-F238E27FC236}">
                    <a16:creationId xmlns:a16="http://schemas.microsoft.com/office/drawing/2014/main" id="{E826853A-DFB7-6285-C527-6938364948AC}"/>
                  </a:ext>
                </a:extLst>
              </p:cNvPr>
              <p:cNvSpPr/>
              <p:nvPr/>
            </p:nvSpPr>
            <p:spPr>
              <a:xfrm>
                <a:off x="703330" y="4737100"/>
                <a:ext cx="32258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r>
                  <a:rPr lang="pt-BR" sz="1100">
                    <a:solidFill>
                      <a:srgbClr val="3A3A3A"/>
                    </a:solidFill>
                    <a:latin typeface="Montserrat" pitchFamily="2" charset="77"/>
                  </a:rPr>
                  <a:t>Entram como deflator: o mesmo salário vale menos onde morar é mais caro.</a:t>
                </a:r>
              </a:p>
            </p:txBody>
          </p:sp>
          <p:sp>
            <p:nvSpPr>
              <p:cNvPr id="40" name="dvar0">
                <a:extLst>
                  <a:ext uri="{FF2B5EF4-FFF2-40B4-BE49-F238E27FC236}">
                    <a16:creationId xmlns:a16="http://schemas.microsoft.com/office/drawing/2014/main" id="{E6AA1FB3-98A7-DCD6-5ED5-E497F43F3649}"/>
                  </a:ext>
                </a:extLst>
              </p:cNvPr>
              <p:cNvSpPr/>
              <p:nvPr/>
            </p:nvSpPr>
            <p:spPr>
              <a:xfrm>
                <a:off x="596900" y="3358348"/>
                <a:ext cx="1332000" cy="230400"/>
              </a:xfrm>
              <a:prstGeom prst="roundRect">
                <a:avLst>
                  <a:gd name="adj" fmla="val 26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 lIns="101600" tIns="0" rIns="101600" bIns="0" anchor="ctr">
                <a:noAutofit/>
              </a:bodyPr>
              <a:lstStyle/>
              <a:p>
                <a:pPr>
                  <a:lnSpc>
                    <a:spcPct val="104000"/>
                  </a:lnSpc>
                </a:pPr>
                <a:r>
                  <a:rPr lang="pt-BR" sz="1050" b="1" i="1">
                    <a:solidFill>
                      <a:srgbClr val="114719"/>
                    </a:solidFill>
                    <a:latin typeface="Montserrat" pitchFamily="2" charset="77"/>
                  </a:rPr>
                  <a:t>Custo local : </a:t>
                </a:r>
                <a:r>
                  <a:rPr lang="pt-BR" sz="1050" b="1" i="1" err="1">
                    <a:solidFill>
                      <a:srgbClr val="114719"/>
                    </a:solidFill>
                    <a:latin typeface="Montserrat" pitchFamily="2" charset="77"/>
                  </a:rPr>
                  <a:t>p</a:t>
                </a:r>
                <a:r>
                  <a:rPr lang="pt-BR" sz="1050" b="1" i="1" baseline="-25000" err="1">
                    <a:solidFill>
                      <a:srgbClr val="114719"/>
                    </a:solidFill>
                    <a:latin typeface="Montserrat" pitchFamily="2" charset="77"/>
                  </a:rPr>
                  <a:t>mt</a:t>
                </a:r>
                <a:endParaRPr lang="pt-BR" sz="1050" b="1" i="1">
                  <a:solidFill>
                    <a:srgbClr val="114719"/>
                  </a:solidFill>
                  <a:latin typeface="Montserrat" pitchFamily="2" charset="77"/>
                </a:endParaRPr>
              </a:p>
            </p:txBody>
          </p:sp>
          <p:sp>
            <p:nvSpPr>
              <p:cNvPr id="41" name="dsrc0">
                <a:extLst>
                  <a:ext uri="{FF2B5EF4-FFF2-40B4-BE49-F238E27FC236}">
                    <a16:creationId xmlns:a16="http://schemas.microsoft.com/office/drawing/2014/main" id="{7A4D2D0B-7148-87E4-9650-84932D2F315A}"/>
                  </a:ext>
                </a:extLst>
              </p:cNvPr>
              <p:cNvSpPr/>
              <p:nvPr/>
            </p:nvSpPr>
            <p:spPr>
              <a:xfrm>
                <a:off x="609600" y="3657600"/>
                <a:ext cx="32258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lnSpc>
                    <a:spcPct val="104000"/>
                  </a:lnSpc>
                  <a:spcAft>
                    <a:spcPts val="0"/>
                  </a:spcAft>
                  <a:buNone/>
                </a:pPr>
                <a:r>
                  <a:rPr lang="pt-BR" sz="900" b="1" spc="60">
                    <a:solidFill>
                      <a:srgbClr val="056429"/>
                    </a:solidFill>
                    <a:latin typeface="Montserrat" pitchFamily="2" charset="77"/>
                  </a:rPr>
                  <a:t>REDDING &amp; ROSSI-HANSBERG (2017)</a:t>
                </a:r>
              </a:p>
            </p:txBody>
          </p:sp>
          <p:sp>
            <p:nvSpPr>
              <p:cNvPr id="42" name="deqbox0">
                <a:extLst>
                  <a:ext uri="{FF2B5EF4-FFF2-40B4-BE49-F238E27FC236}">
                    <a16:creationId xmlns:a16="http://schemas.microsoft.com/office/drawing/2014/main" id="{AC7E6CDA-5CC9-D108-4390-98EDAC5831C1}"/>
                  </a:ext>
                </a:extLst>
              </p:cNvPr>
              <p:cNvSpPr/>
              <p:nvPr/>
            </p:nvSpPr>
            <p:spPr>
              <a:xfrm>
                <a:off x="703330" y="3898900"/>
                <a:ext cx="3225800" cy="7112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 lIns="127000" tIns="0" rIns="127000" bIns="0" anchor="ctr">
                <a:noAutofit/>
              </a:bodyPr>
              <a:lstStyle/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300" b="1">
                    <a:solidFill>
                      <a:srgbClr val="114719"/>
                    </a:solidFill>
                    <a:latin typeface="Montserrat" pitchFamily="2" charset="77"/>
                  </a:rPr>
                  <a:t>Segurança, deslocamento </a:t>
                </a:r>
                <a:r>
                  <a:rPr lang="pt-BR" sz="1300" b="1" err="1">
                    <a:solidFill>
                      <a:srgbClr val="114719"/>
                    </a:solidFill>
                    <a:latin typeface="Montserrat" pitchFamily="2" charset="77"/>
                  </a:rPr>
                  <a:t>etc</a:t>
                </a:r>
                <a:endParaRPr lang="pt-BR" sz="1300" b="1">
                  <a:solidFill>
                    <a:srgbClr val="114719"/>
                  </a:solidFill>
                  <a:latin typeface="Montserrat" pitchFamily="2" charset="77"/>
                </a:endParaRPr>
              </a:p>
              <a:p>
                <a:pPr marL="0" indent="0" algn="ctr">
                  <a:lnSpc>
                    <a:spcPct val="100000"/>
                  </a:lnSpc>
                  <a:spcAft>
                    <a:spcPts val="0"/>
                  </a:spcAft>
                  <a:buNone/>
                </a:pPr>
                <a:r>
                  <a:rPr lang="pt-BR" sz="1050">
                    <a:solidFill>
                      <a:srgbClr val="6B6B6B"/>
                    </a:solidFill>
                    <a:latin typeface="Montserrat" pitchFamily="2" charset="77"/>
                  </a:rPr>
                  <a:t>Nível de amenidades da cidade</a:t>
                </a:r>
              </a:p>
            </p:txBody>
          </p:sp>
        </p:grpSp>
        <p:sp>
          <p:nvSpPr>
            <p:cNvPr id="44" name="dtag1">
              <a:extLst>
                <a:ext uri="{FF2B5EF4-FFF2-40B4-BE49-F238E27FC236}">
                  <a16:creationId xmlns:a16="http://schemas.microsoft.com/office/drawing/2014/main" id="{57FB25C5-8DA7-A315-AA4A-070CA5084803}"/>
                </a:ext>
              </a:extLst>
            </p:cNvPr>
            <p:cNvSpPr/>
            <p:nvPr/>
          </p:nvSpPr>
          <p:spPr>
            <a:xfrm>
              <a:off x="7054729" y="3340419"/>
              <a:ext cx="787400" cy="234000"/>
            </a:xfrm>
            <a:prstGeom prst="roundRect">
              <a:avLst>
                <a:gd name="adj" fmla="val 26000"/>
              </a:avLst>
            </a:prstGeom>
            <a:solidFill>
              <a:srgbClr val="FE8884"/>
            </a:solidFill>
            <a:ln>
              <a:noFill/>
            </a:ln>
          </p:spPr>
          <p:txBody>
            <a:bodyPr wrap="none" lIns="101600" tIns="0" rIns="101600" bIns="0" anchor="ctr">
              <a:no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pt-BR" sz="1000" b="1" spc="60">
                  <a:solidFill>
                    <a:srgbClr val="3A3A3A"/>
                  </a:solidFill>
                  <a:latin typeface="Montserrat" pitchFamily="2" charset="77"/>
                </a:rPr>
                <a:t>REDUZ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312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otbox">
            <a:extLst>
              <a:ext uri="{FF2B5EF4-FFF2-40B4-BE49-F238E27FC236}">
                <a16:creationId xmlns:a16="http://schemas.microsoft.com/office/drawing/2014/main" id="{AF8D5A6F-298C-2004-656E-B3B43A86845B}"/>
              </a:ext>
            </a:extLst>
          </p:cNvPr>
          <p:cNvSpPr/>
          <p:nvPr/>
        </p:nvSpPr>
        <p:spPr>
          <a:xfrm>
            <a:off x="386080" y="5062046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botbar">
            <a:extLst>
              <a:ext uri="{FF2B5EF4-FFF2-40B4-BE49-F238E27FC236}">
                <a16:creationId xmlns:a16="http://schemas.microsoft.com/office/drawing/2014/main" id="{67234D4C-720E-66BD-C94F-63FC619BBCAB}"/>
              </a:ext>
            </a:extLst>
          </p:cNvPr>
          <p:cNvSpPr/>
          <p:nvPr/>
        </p:nvSpPr>
        <p:spPr>
          <a:xfrm>
            <a:off x="386080" y="5150199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10025A-02C8-A636-807B-8FEEE254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Da escolha individual ao preenchimento agregado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FF70F-8BE4-5713-ABB4-C799A1D73E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Intuição econômica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219B5-E25A-9B03-3AFF-A115A8A07F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Como escolhas individuais se transformam em preenchimento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9CD4EA-475D-309C-0FC8-E9EFB5BA11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II. Formalização da agregação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B2A119-65A1-1C9A-0672-DBBDF0002A4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Da escolha ótima do médico à probabilidade de preenchimento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B4E9A4-E1C1-67A3-6CDD-E50BC84ED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/>
          </a:p>
        </p:txBody>
      </p:sp>
      <p:sp>
        <p:nvSpPr>
          <p:cNvPr id="15" name="connector">
            <a:extLst>
              <a:ext uri="{FF2B5EF4-FFF2-40B4-BE49-F238E27FC236}">
                <a16:creationId xmlns:a16="http://schemas.microsoft.com/office/drawing/2014/main" id="{6F13FE3F-34E6-E99B-6E4F-C2058D96F243}"/>
              </a:ext>
            </a:extLst>
          </p:cNvPr>
          <p:cNvSpPr/>
          <p:nvPr/>
        </p:nvSpPr>
        <p:spPr>
          <a:xfrm>
            <a:off x="444199" y="1803694"/>
            <a:ext cx="25400" cy="23876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6" name="num0">
            <a:extLst>
              <a:ext uri="{FF2B5EF4-FFF2-40B4-BE49-F238E27FC236}">
                <a16:creationId xmlns:a16="http://schemas.microsoft.com/office/drawing/2014/main" id="{EBA2EBAB-23E0-CE9C-4EBC-4CF32E8933DD}"/>
              </a:ext>
            </a:extLst>
          </p:cNvPr>
          <p:cNvSpPr/>
          <p:nvPr/>
        </p:nvSpPr>
        <p:spPr>
          <a:xfrm>
            <a:off x="228299" y="15750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1</a:t>
            </a:r>
          </a:p>
        </p:txBody>
      </p:sp>
      <p:sp>
        <p:nvSpPr>
          <p:cNvPr id="17" name="rt0">
            <a:extLst>
              <a:ext uri="{FF2B5EF4-FFF2-40B4-BE49-F238E27FC236}">
                <a16:creationId xmlns:a16="http://schemas.microsoft.com/office/drawing/2014/main" id="{D9DD11E8-3A69-89FC-87DA-BBC6693D7C3D}"/>
              </a:ext>
            </a:extLst>
          </p:cNvPr>
          <p:cNvSpPr/>
          <p:nvPr/>
        </p:nvSpPr>
        <p:spPr>
          <a:xfrm>
            <a:off x="888699" y="16042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Cada médico prefere uma oferta</a:t>
            </a:r>
          </a:p>
        </p:txBody>
      </p:sp>
      <p:sp>
        <p:nvSpPr>
          <p:cNvPr id="18" name="rd0">
            <a:extLst>
              <a:ext uri="{FF2B5EF4-FFF2-40B4-BE49-F238E27FC236}">
                <a16:creationId xmlns:a16="http://schemas.microsoft.com/office/drawing/2014/main" id="{19BCA68D-BE35-DD0B-5D95-58381103E27E}"/>
              </a:ext>
            </a:extLst>
          </p:cNvPr>
          <p:cNvSpPr/>
          <p:nvPr/>
        </p:nvSpPr>
        <p:spPr>
          <a:xfrm>
            <a:off x="888699" y="18174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Entre as ofertas disponíveis para ele (I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), fica com a de maior valor </a:t>
            </a:r>
            <a:r>
              <a:rPr lang="pt-BR" sz="1100" err="1">
                <a:solidFill>
                  <a:srgbClr val="3A3A3A"/>
                </a:solidFill>
                <a:latin typeface="Montserrat" pitchFamily="2" charset="77"/>
              </a:rPr>
              <a:t>V</a:t>
            </a:r>
            <a:r>
              <a:rPr lang="pt-BR" sz="1100" baseline="-25000" err="1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19" name="num1">
            <a:extLst>
              <a:ext uri="{FF2B5EF4-FFF2-40B4-BE49-F238E27FC236}">
                <a16:creationId xmlns:a16="http://schemas.microsoft.com/office/drawing/2014/main" id="{D7785EC7-A021-096B-77CA-F06B0642E0FF}"/>
              </a:ext>
            </a:extLst>
          </p:cNvPr>
          <p:cNvSpPr/>
          <p:nvPr/>
        </p:nvSpPr>
        <p:spPr>
          <a:xfrm>
            <a:off x="228299" y="27688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20" name="rt1">
            <a:extLst>
              <a:ext uri="{FF2B5EF4-FFF2-40B4-BE49-F238E27FC236}">
                <a16:creationId xmlns:a16="http://schemas.microsoft.com/office/drawing/2014/main" id="{B5BF498B-2250-935F-760C-91C26ECA3B89}"/>
              </a:ext>
            </a:extLst>
          </p:cNvPr>
          <p:cNvSpPr/>
          <p:nvPr/>
        </p:nvSpPr>
        <p:spPr>
          <a:xfrm>
            <a:off x="888699" y="27980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Médicos diferem entre si</a:t>
            </a:r>
          </a:p>
        </p:txBody>
      </p:sp>
      <p:sp>
        <p:nvSpPr>
          <p:cNvPr id="21" name="rd1">
            <a:extLst>
              <a:ext uri="{FF2B5EF4-FFF2-40B4-BE49-F238E27FC236}">
                <a16:creationId xmlns:a16="http://schemas.microsoft.com/office/drawing/2014/main" id="{C8000939-E5FC-1776-E966-2CFE42669B3A}"/>
              </a:ext>
            </a:extLst>
          </p:cNvPr>
          <p:cNvSpPr/>
          <p:nvPr/>
        </p:nvSpPr>
        <p:spPr>
          <a:xfrm>
            <a:off x="888699" y="30112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Especialidade, vínculos e preferências variam: 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é a parcela de médicos que prefere m.</a:t>
            </a:r>
          </a:p>
        </p:txBody>
      </p:sp>
      <p:sp>
        <p:nvSpPr>
          <p:cNvPr id="22" name="num2">
            <a:extLst>
              <a:ext uri="{FF2B5EF4-FFF2-40B4-BE49-F238E27FC236}">
                <a16:creationId xmlns:a16="http://schemas.microsoft.com/office/drawing/2014/main" id="{B412C146-BC06-335B-656C-C901EC544905}"/>
              </a:ext>
            </a:extLst>
          </p:cNvPr>
          <p:cNvSpPr/>
          <p:nvPr/>
        </p:nvSpPr>
        <p:spPr>
          <a:xfrm>
            <a:off x="228299" y="39626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3</a:t>
            </a:r>
          </a:p>
        </p:txBody>
      </p:sp>
      <p:sp>
        <p:nvSpPr>
          <p:cNvPr id="23" name="rt2">
            <a:extLst>
              <a:ext uri="{FF2B5EF4-FFF2-40B4-BE49-F238E27FC236}">
                <a16:creationId xmlns:a16="http://schemas.microsoft.com/office/drawing/2014/main" id="{68C48127-3B37-4719-0910-0605E3579C3A}"/>
              </a:ext>
            </a:extLst>
          </p:cNvPr>
          <p:cNvSpPr/>
          <p:nvPr/>
        </p:nvSpPr>
        <p:spPr>
          <a:xfrm>
            <a:off x="888699" y="39918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Basta um médico para preencher</a:t>
            </a:r>
          </a:p>
        </p:txBody>
      </p:sp>
      <p:sp>
        <p:nvSpPr>
          <p:cNvPr id="24" name="rd2">
            <a:extLst>
              <a:ext uri="{FF2B5EF4-FFF2-40B4-BE49-F238E27FC236}">
                <a16:creationId xmlns:a16="http://schemas.microsoft.com/office/drawing/2014/main" id="{99F257EF-B9EC-E22E-EAC3-28350E7F055C}"/>
              </a:ext>
            </a:extLst>
          </p:cNvPr>
          <p:cNvSpPr/>
          <p:nvPr/>
        </p:nvSpPr>
        <p:spPr>
          <a:xfrm>
            <a:off x="888699" y="42050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Com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 N médicos, a chance de nenhum escolher m é (1 − π</a:t>
            </a:r>
            <a:r>
              <a:rPr lang="pt-BR" sz="115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150" baseline="30000">
                <a:solidFill>
                  <a:srgbClr val="3A3A3A"/>
                </a:solidFill>
                <a:latin typeface="Montserrat" pitchFamily="2" charset="77"/>
              </a:rPr>
              <a:t>N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E2195A2-9214-C620-7ECE-59BEE312155A}"/>
              </a:ext>
            </a:extLst>
          </p:cNvPr>
          <p:cNvGrpSpPr/>
          <p:nvPr/>
        </p:nvGrpSpPr>
        <p:grpSpPr>
          <a:xfrm>
            <a:off x="6096000" y="1492277"/>
            <a:ext cx="4455160" cy="3287545"/>
            <a:chOff x="6096000" y="1492277"/>
            <a:chExt cx="4208714" cy="3287545"/>
          </a:xfrm>
        </p:grpSpPr>
        <p:sp>
          <p:nvSpPr>
            <p:cNvPr id="13" name="botbox">
              <a:extLst>
                <a:ext uri="{FF2B5EF4-FFF2-40B4-BE49-F238E27FC236}">
                  <a16:creationId xmlns:a16="http://schemas.microsoft.com/office/drawing/2014/main" id="{053EC8D3-29FB-3FC6-8C2B-AC8420846187}"/>
                </a:ext>
              </a:extLst>
            </p:cNvPr>
            <p:cNvSpPr/>
            <p:nvPr/>
          </p:nvSpPr>
          <p:spPr>
            <a:xfrm>
              <a:off x="6111622" y="1492277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14" name="botbar">
              <a:extLst>
                <a:ext uri="{FF2B5EF4-FFF2-40B4-BE49-F238E27FC236}">
                  <a16:creationId xmlns:a16="http://schemas.microsoft.com/office/drawing/2014/main" id="{FAADA3A9-76A4-F401-BD12-BBAB61653BEE}"/>
                </a:ext>
              </a:extLst>
            </p:cNvPr>
            <p:cNvSpPr/>
            <p:nvPr/>
          </p:nvSpPr>
          <p:spPr>
            <a:xfrm>
              <a:off x="6111622" y="1545265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5" name="botbox">
              <a:extLst>
                <a:ext uri="{FF2B5EF4-FFF2-40B4-BE49-F238E27FC236}">
                  <a16:creationId xmlns:a16="http://schemas.microsoft.com/office/drawing/2014/main" id="{DC2B860C-5A79-1E7B-897D-04961B183508}"/>
                </a:ext>
              </a:extLst>
            </p:cNvPr>
            <p:cNvSpPr/>
            <p:nvPr/>
          </p:nvSpPr>
          <p:spPr>
            <a:xfrm>
              <a:off x="6096000" y="2681042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6" name="botbar">
              <a:extLst>
                <a:ext uri="{FF2B5EF4-FFF2-40B4-BE49-F238E27FC236}">
                  <a16:creationId xmlns:a16="http://schemas.microsoft.com/office/drawing/2014/main" id="{BC22BA68-B9A2-4AB7-5979-BCFA50929489}"/>
                </a:ext>
              </a:extLst>
            </p:cNvPr>
            <p:cNvSpPr/>
            <p:nvPr/>
          </p:nvSpPr>
          <p:spPr>
            <a:xfrm>
              <a:off x="6096000" y="2744788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7" name="botbox">
              <a:extLst>
                <a:ext uri="{FF2B5EF4-FFF2-40B4-BE49-F238E27FC236}">
                  <a16:creationId xmlns:a16="http://schemas.microsoft.com/office/drawing/2014/main" id="{496518F5-5DE3-FB77-6956-26838A027A87}"/>
                </a:ext>
              </a:extLst>
            </p:cNvPr>
            <p:cNvSpPr/>
            <p:nvPr/>
          </p:nvSpPr>
          <p:spPr>
            <a:xfrm>
              <a:off x="6096000" y="3869807"/>
              <a:ext cx="4193092" cy="910015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8" name="botbar">
              <a:extLst>
                <a:ext uri="{FF2B5EF4-FFF2-40B4-BE49-F238E27FC236}">
                  <a16:creationId xmlns:a16="http://schemas.microsoft.com/office/drawing/2014/main" id="{740A2AEE-D50D-2B67-7F65-C002673A2E9C}"/>
                </a:ext>
              </a:extLst>
            </p:cNvPr>
            <p:cNvSpPr/>
            <p:nvPr/>
          </p:nvSpPr>
          <p:spPr>
            <a:xfrm>
              <a:off x="6096000" y="3912037"/>
              <a:ext cx="45719" cy="816003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3B2E965-ABA9-8D3E-8B60-9589B9614E87}"/>
              </a:ext>
            </a:extLst>
          </p:cNvPr>
          <p:cNvSpPr txBox="1">
            <a:spLocks/>
          </p:cNvSpPr>
          <p:nvPr/>
        </p:nvSpPr>
        <p:spPr>
          <a:xfrm>
            <a:off x="6180889" y="1679892"/>
            <a:ext cx="2643076" cy="63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Escolha Individual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MOEHLING et al. (2020)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39277A1-A7D4-97FC-E69D-34AF91FE1B6E}"/>
                  </a:ext>
                </a:extLst>
              </p:cNvPr>
              <p:cNvSpPr txBox="1"/>
              <p:nvPr/>
            </p:nvSpPr>
            <p:spPr>
              <a:xfrm>
                <a:off x="8291558" y="1571656"/>
                <a:ext cx="1717645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pt-BR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lim>
                      </m:limLow>
                      <m:r>
                        <a:rPr lang="pt-BR" sz="1600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𝑟𝑚</m:t>
                          </m:r>
                        </m:sub>
                      </m:sSub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39277A1-A7D4-97FC-E69D-34AF91FE1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558" y="1571656"/>
                <a:ext cx="1717645" cy="76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FA958704-BFB8-B746-B1DF-AA5869F8F08A}"/>
              </a:ext>
            </a:extLst>
          </p:cNvPr>
          <p:cNvSpPr txBox="1">
            <a:spLocks/>
          </p:cNvSpPr>
          <p:nvPr/>
        </p:nvSpPr>
        <p:spPr>
          <a:xfrm>
            <a:off x="6180889" y="2840672"/>
            <a:ext cx="1830272" cy="6377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Agregação 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BURDETT, SHI &amp; WRIGHT (2001)</a:t>
            </a:r>
            <a:endParaRPr lang="pt-BR" sz="90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5F7A3F9-B31A-7BB1-E971-08C7B3C1CB54}"/>
              </a:ext>
            </a:extLst>
          </p:cNvPr>
          <p:cNvSpPr txBox="1">
            <a:spLocks/>
          </p:cNvSpPr>
          <p:nvPr/>
        </p:nvSpPr>
        <p:spPr>
          <a:xfrm>
            <a:off x="6180889" y="4003992"/>
            <a:ext cx="1906471" cy="63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III. Preenchimento</a:t>
            </a:r>
          </a:p>
          <a:p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Simplificação teórica (Binomial)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48F6EBD8-318A-960F-C056-E1E3813BC104}"/>
                  </a:ext>
                </a:extLst>
              </p:cNvPr>
              <p:cNvSpPr txBox="1"/>
              <p:nvPr/>
            </p:nvSpPr>
            <p:spPr>
              <a:xfrm>
                <a:off x="7874000" y="3962694"/>
                <a:ext cx="2555540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48F6EBD8-318A-960F-C056-E1E3813BC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0" y="3962694"/>
                <a:ext cx="2555540" cy="762000"/>
              </a:xfrm>
              <a:prstGeom prst="rect">
                <a:avLst/>
              </a:prstGeom>
              <a:blipFill>
                <a:blip r:embed="rId3"/>
                <a:stretch>
                  <a:fillRect l="-2387" r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C1B0550-DA23-8F28-155B-3CB9A63726B0}"/>
                  </a:ext>
                </a:extLst>
              </p:cNvPr>
              <p:cNvSpPr txBox="1"/>
              <p:nvPr/>
            </p:nvSpPr>
            <p:spPr>
              <a:xfrm>
                <a:off x="8283764" y="2778749"/>
                <a:ext cx="1736012" cy="76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Pr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C1B0550-DA23-8F28-155B-3CB9A6372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764" y="2778749"/>
                <a:ext cx="1736012" cy="762000"/>
              </a:xfrm>
              <a:prstGeom prst="rect">
                <a:avLst/>
              </a:prstGeom>
              <a:blipFill>
                <a:blip r:embed="rId4"/>
                <a:stretch>
                  <a:fillRect l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hyplab">
            <a:extLst>
              <a:ext uri="{FF2B5EF4-FFF2-40B4-BE49-F238E27FC236}">
                <a16:creationId xmlns:a16="http://schemas.microsoft.com/office/drawing/2014/main" id="{62F370E9-D0FE-8861-B757-02BD341178CA}"/>
              </a:ext>
            </a:extLst>
          </p:cNvPr>
          <p:cNvSpPr/>
          <p:nvPr/>
        </p:nvSpPr>
        <p:spPr>
          <a:xfrm>
            <a:off x="584200" y="499872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80">
                <a:latin typeface="Montserrat" pitchFamily="2" charset="77"/>
              </a:rPr>
              <a:t>HIPÓTESE</a:t>
            </a:r>
          </a:p>
        </p:txBody>
      </p:sp>
      <p:sp>
        <p:nvSpPr>
          <p:cNvPr id="50" name="seg0">
            <a:extLst>
              <a:ext uri="{FF2B5EF4-FFF2-40B4-BE49-F238E27FC236}">
                <a16:creationId xmlns:a16="http://schemas.microsoft.com/office/drawing/2014/main" id="{F154111D-C2B6-9B5E-1765-81B61675827B}"/>
              </a:ext>
            </a:extLst>
          </p:cNvPr>
          <p:cNvSpPr/>
          <p:nvPr/>
        </p:nvSpPr>
        <p:spPr>
          <a:xfrm>
            <a:off x="20066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B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bolsa maior</a:t>
            </a:r>
          </a:p>
        </p:txBody>
      </p:sp>
      <p:sp>
        <p:nvSpPr>
          <p:cNvPr id="51" name="segar0">
            <a:extLst>
              <a:ext uri="{FF2B5EF4-FFF2-40B4-BE49-F238E27FC236}">
                <a16:creationId xmlns:a16="http://schemas.microsoft.com/office/drawing/2014/main" id="{D8584BB8-B9D7-900A-5841-BFB9948760B3}"/>
              </a:ext>
            </a:extLst>
          </p:cNvPr>
          <p:cNvSpPr/>
          <p:nvPr/>
        </p:nvSpPr>
        <p:spPr>
          <a:xfrm>
            <a:off x="40386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2" name="seg1">
            <a:extLst>
              <a:ext uri="{FF2B5EF4-FFF2-40B4-BE49-F238E27FC236}">
                <a16:creationId xmlns:a16="http://schemas.microsoft.com/office/drawing/2014/main" id="{1682408D-4142-9320-A6ED-A3C7F8200EFE}"/>
              </a:ext>
            </a:extLst>
          </p:cNvPr>
          <p:cNvSpPr/>
          <p:nvPr/>
        </p:nvSpPr>
        <p:spPr>
          <a:xfrm>
            <a:off x="44323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V</a:t>
            </a:r>
            <a:r>
              <a:rPr lang="pt-BR" sz="1500" b="1" i="1" baseline="-25000">
                <a:latin typeface="Montserrat" pitchFamily="2" charset="77"/>
              </a:rPr>
              <a:t>rm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a oferta vale mais</a:t>
            </a:r>
          </a:p>
        </p:txBody>
      </p:sp>
      <p:sp>
        <p:nvSpPr>
          <p:cNvPr id="53" name="segar1">
            <a:extLst>
              <a:ext uri="{FF2B5EF4-FFF2-40B4-BE49-F238E27FC236}">
                <a16:creationId xmlns:a16="http://schemas.microsoft.com/office/drawing/2014/main" id="{75614522-8D76-7987-87B9-9FDF3FE81DC5}"/>
              </a:ext>
            </a:extLst>
          </p:cNvPr>
          <p:cNvSpPr/>
          <p:nvPr/>
        </p:nvSpPr>
        <p:spPr>
          <a:xfrm>
            <a:off x="64643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4" name="seg2">
            <a:extLst>
              <a:ext uri="{FF2B5EF4-FFF2-40B4-BE49-F238E27FC236}">
                <a16:creationId xmlns:a16="http://schemas.microsoft.com/office/drawing/2014/main" id="{A4BD4C23-801E-51D6-B556-7356710DFA41}"/>
              </a:ext>
            </a:extLst>
          </p:cNvPr>
          <p:cNvSpPr/>
          <p:nvPr/>
        </p:nvSpPr>
        <p:spPr>
          <a:xfrm>
            <a:off x="68580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π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médicos a preferem</a:t>
            </a:r>
          </a:p>
        </p:txBody>
      </p:sp>
      <p:sp>
        <p:nvSpPr>
          <p:cNvPr id="55" name="segar2">
            <a:extLst>
              <a:ext uri="{FF2B5EF4-FFF2-40B4-BE49-F238E27FC236}">
                <a16:creationId xmlns:a16="http://schemas.microsoft.com/office/drawing/2014/main" id="{2AB1CB87-0686-5DB4-DECB-50A9EB0358D5}"/>
              </a:ext>
            </a:extLst>
          </p:cNvPr>
          <p:cNvSpPr/>
          <p:nvPr/>
        </p:nvSpPr>
        <p:spPr>
          <a:xfrm>
            <a:off x="88900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6" name="seg3">
            <a:extLst>
              <a:ext uri="{FF2B5EF4-FFF2-40B4-BE49-F238E27FC236}">
                <a16:creationId xmlns:a16="http://schemas.microsoft.com/office/drawing/2014/main" id="{03A4ED0C-6445-616C-285B-65DFDA270F80}"/>
              </a:ext>
            </a:extLst>
          </p:cNvPr>
          <p:cNvSpPr/>
          <p:nvPr/>
        </p:nvSpPr>
        <p:spPr>
          <a:xfrm>
            <a:off x="92837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latin typeface="Montserrat" pitchFamily="2" charset="77"/>
              </a:rPr>
              <a:t>Pr(Y</a:t>
            </a:r>
            <a:r>
              <a:rPr lang="pt-BR" sz="1500" b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= 1)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chance de preencher</a:t>
            </a:r>
          </a:p>
        </p:txBody>
      </p:sp>
      <p:sp>
        <p:nvSpPr>
          <p:cNvPr id="57" name="note">
            <a:extLst>
              <a:ext uri="{FF2B5EF4-FFF2-40B4-BE49-F238E27FC236}">
                <a16:creationId xmlns:a16="http://schemas.microsoft.com/office/drawing/2014/main" id="{E70E5ABE-46F1-B3CB-53BE-B9A634714D2D}"/>
              </a:ext>
            </a:extLst>
          </p:cNvPr>
          <p:cNvSpPr/>
          <p:nvPr/>
        </p:nvSpPr>
        <p:spPr>
          <a:xfrm>
            <a:off x="355600" y="5948082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err="1">
                <a:solidFill>
                  <a:srgbClr val="114719"/>
                </a:solidFill>
                <a:latin typeface="Montserrat" pitchFamily="2" charset="77"/>
              </a:rPr>
              <a:t>Y</a:t>
            </a:r>
            <a:r>
              <a:rPr lang="pt-BR" sz="1100" b="1" baseline="-25000" err="1">
                <a:solidFill>
                  <a:srgbClr val="114719"/>
                </a:solidFill>
                <a:latin typeface="Montserrat" pitchFamily="2" charset="77"/>
              </a:rPr>
              <a:t>m</a:t>
            </a: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 = 1: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a oferta (estabelecimento × curso) recebe ao menos uma confirmação ou homologação; não é taxa de ocupação de vagas.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Binomial: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supõe escolhas independentes e π</a:t>
            </a:r>
            <a:r>
              <a:rPr lang="pt-BR" sz="1100" baseline="-25000">
                <a:solidFill>
                  <a:srgbClr val="6B6B6B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 comum entre médicos; é simplificação teórica, não equação estimada.</a:t>
            </a:r>
          </a:p>
        </p:txBody>
      </p:sp>
      <p:sp>
        <p:nvSpPr>
          <p:cNvPr id="8" name="CaixaDeTexto 4">
            <a:extLst>
              <a:ext uri="{FF2B5EF4-FFF2-40B4-BE49-F238E27FC236}">
                <a16:creationId xmlns:a16="http://schemas.microsoft.com/office/drawing/2014/main" id="{141F0957-BBE8-6E43-8F34-BF80D9E55FBA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000">
                <a:latin typeface="Montserrat" panose="00000500000000000000" pitchFamily="2" charset="0"/>
              </a:rPr>
              <a:t>  |  Hipótese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386846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4E2B-3EBE-268E-56FF-F6B00CCE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ard0">
            <a:extLst>
              <a:ext uri="{FF2B5EF4-FFF2-40B4-BE49-F238E27FC236}">
                <a16:creationId xmlns:a16="http://schemas.microsoft.com/office/drawing/2014/main" id="{9A22FFB6-E418-9D99-E132-E947623978DA}"/>
              </a:ext>
            </a:extLst>
          </p:cNvPr>
          <p:cNvSpPr/>
          <p:nvPr/>
        </p:nvSpPr>
        <p:spPr>
          <a:xfrm>
            <a:off x="6191738" y="2654320"/>
            <a:ext cx="5729177" cy="2400002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card0">
            <a:extLst>
              <a:ext uri="{FF2B5EF4-FFF2-40B4-BE49-F238E27FC236}">
                <a16:creationId xmlns:a16="http://schemas.microsoft.com/office/drawing/2014/main" id="{87A56089-0B9D-65A7-A3D7-FC2028E5CC07}"/>
              </a:ext>
            </a:extLst>
          </p:cNvPr>
          <p:cNvSpPr/>
          <p:nvPr/>
        </p:nvSpPr>
        <p:spPr>
          <a:xfrm>
            <a:off x="313592" y="2654320"/>
            <a:ext cx="5729177" cy="2400002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" name="eqBox">
            <a:extLst>
              <a:ext uri="{FF2B5EF4-FFF2-40B4-BE49-F238E27FC236}">
                <a16:creationId xmlns:a16="http://schemas.microsoft.com/office/drawing/2014/main" id="{ABB2ECBD-8045-8145-6A9F-036270303CF6}"/>
              </a:ext>
            </a:extLst>
          </p:cNvPr>
          <p:cNvSpPr/>
          <p:nvPr/>
        </p:nvSpPr>
        <p:spPr>
          <a:xfrm>
            <a:off x="444500" y="704967"/>
            <a:ext cx="11176000" cy="1746776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6" name="cBox">
            <a:extLst>
              <a:ext uri="{FF2B5EF4-FFF2-40B4-BE49-F238E27FC236}">
                <a16:creationId xmlns:a16="http://schemas.microsoft.com/office/drawing/2014/main" id="{FE59C988-2EC3-88C3-FB1F-50C7AA57FDE6}"/>
              </a:ext>
            </a:extLst>
          </p:cNvPr>
          <p:cNvSpPr/>
          <p:nvPr/>
        </p:nvSpPr>
        <p:spPr>
          <a:xfrm>
            <a:off x="508000" y="5473700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6AC0ABA-CB79-3303-A457-23709706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A escolha locacional maximiza a renda real líquida</a:t>
            </a:r>
          </a:p>
        </p:txBody>
      </p:sp>
      <p:sp>
        <p:nvSpPr>
          <p:cNvPr id="45" name="col2">
            <a:extLst>
              <a:ext uri="{FF2B5EF4-FFF2-40B4-BE49-F238E27FC236}">
                <a16:creationId xmlns:a16="http://schemas.microsoft.com/office/drawing/2014/main" id="{7F92D6E5-C30E-E9AF-8CAE-AB5AFC65C162}"/>
              </a:ext>
            </a:extLst>
          </p:cNvPr>
          <p:cNvSpPr txBox="1"/>
          <p:nvPr/>
        </p:nvSpPr>
        <p:spPr>
          <a:xfrm>
            <a:off x="6405186" y="2812821"/>
            <a:ext cx="52705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200" b="1">
                <a:solidFill>
                  <a:srgbClr val="114719"/>
                </a:solidFill>
                <a:latin typeface="Montserrat" panose="00000500000000000000" pitchFamily="2" charset="0"/>
              </a:rPr>
              <a:t>O médico ganha com o salário esperado na localidade, ajustado pelo custo de vida. Perde com o custo não pecuniário de exercer a profissão naquele local</a:t>
            </a:r>
            <a:r>
              <a:rPr lang="pt-BR" sz="1200" b="1">
                <a:latin typeface="Montserrat" panose="00000500000000000000" pitchFamily="2" charset="0"/>
              </a:rPr>
              <a:t>.</a:t>
            </a:r>
            <a:r>
              <a:rPr lang="pt-BR" sz="1200">
                <a:latin typeface="Montserrat" panose="00000500000000000000" pitchFamily="2" charset="0"/>
              </a:rPr>
              <a:t> O modelo atribui um peso menor aos anos mais distantes, soma os resultados ao longo da carreira e compara as localidades disponíveis. </a:t>
            </a:r>
            <a:r>
              <a:rPr lang="pt-BR" sz="1200" b="1">
                <a:solidFill>
                  <a:srgbClr val="114719"/>
                </a:solidFill>
                <a:latin typeface="Montserrat" panose="00000500000000000000" pitchFamily="2" charset="0"/>
              </a:rPr>
              <a:t>A escolha recai sobre aquela que oferece o maior valor presente da renda real líquida</a:t>
            </a:r>
            <a:endParaRPr lang="pt-BR" sz="1200">
              <a:solidFill>
                <a:srgbClr val="114719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750FA38B-ADA8-F0E8-4690-1535CA28B2EA}"/>
              </a:ext>
            </a:extLst>
          </p:cNvPr>
          <p:cNvSpPr txBox="1"/>
          <p:nvPr/>
        </p:nvSpPr>
        <p:spPr>
          <a:xfrm>
            <a:off x="787400" y="5613400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Onde chegamos: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a localidade escolhida é a de maior renda real líquida descontada, onde salário nominal alto não compensa preços e custos locais altos.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DBB2CDD-ED78-7E60-297C-92162D2F94DC}"/>
              </a:ext>
            </a:extLst>
          </p:cNvPr>
          <p:cNvSpPr/>
          <p:nvPr/>
        </p:nvSpPr>
        <p:spPr>
          <a:xfrm>
            <a:off x="3657600" y="1246681"/>
            <a:ext cx="5207000" cy="11020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C656F3-474D-0997-B33B-0ED535538484}"/>
                  </a:ext>
                </a:extLst>
              </p:cNvPr>
              <p:cNvSpPr txBox="1"/>
              <p:nvPr/>
            </p:nvSpPr>
            <p:spPr>
              <a:xfrm>
                <a:off x="3556000" y="1387301"/>
                <a:ext cx="5207000" cy="873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200" b="1" i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2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  <m:d>
                                        <m:d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200" b="1" i="1">
                                                  <a:latin typeface="Cambria Math" panose="02040503050406030204" pitchFamily="18" charset="0"/>
                                                </a:rPr>
                                                <m:t>𝒊𝒕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2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2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𝒊𝒕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GB" sz="2200" b="1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GB" sz="2200" b="1" i="1">
                                          <a:latin typeface="Cambria Math" panose="02040503050406030204" pitchFamily="18" charset="0"/>
                                        </a:rPr>
                                        <m:t>𝒊𝒕</m:t>
                                      </m:r>
                                      <m:d>
                                        <m:dPr>
                                          <m:ctrlP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200" b="1" i="1">
                                              <a:latin typeface="Cambria Math" panose="02040503050406030204" pitchFamily="18" charset="0"/>
                                            </a:rPr>
                                            <m:t>𝒔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200" b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C656F3-474D-0997-B33B-0ED535538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1387301"/>
                <a:ext cx="5207000" cy="8732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Bar">
            <a:extLst>
              <a:ext uri="{FF2B5EF4-FFF2-40B4-BE49-F238E27FC236}">
                <a16:creationId xmlns:a16="http://schemas.microsoft.com/office/drawing/2014/main" id="{4F608D45-6542-4D94-F64E-CA90F1733EEC}"/>
              </a:ext>
            </a:extLst>
          </p:cNvPr>
          <p:cNvSpPr/>
          <p:nvPr/>
        </p:nvSpPr>
        <p:spPr>
          <a:xfrm>
            <a:off x="5080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8" name="chip0_0">
            <a:extLst>
              <a:ext uri="{FF2B5EF4-FFF2-40B4-BE49-F238E27FC236}">
                <a16:creationId xmlns:a16="http://schemas.microsoft.com/office/drawing/2014/main" id="{FE2D118D-48D1-D885-691B-05A0BF4976AF}"/>
              </a:ext>
            </a:extLst>
          </p:cNvPr>
          <p:cNvSpPr/>
          <p:nvPr/>
        </p:nvSpPr>
        <p:spPr>
          <a:xfrm>
            <a:off x="444500" y="279120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i</a:t>
            </a:r>
            <a:r>
              <a:rPr lang="pt-BR" sz="1200" b="1" i="1">
                <a:solidFill>
                  <a:srgbClr val="3A3A3A"/>
                </a:solidFill>
                <a:latin typeface="Montserrat" pitchFamily="2" charset="77"/>
              </a:rPr>
              <a:t>: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localidades candidatas</a:t>
            </a:r>
          </a:p>
        </p:txBody>
      </p:sp>
      <p:sp>
        <p:nvSpPr>
          <p:cNvPr id="16" name="CaixaDeTexto 4">
            <a:extLst>
              <a:ext uri="{FF2B5EF4-FFF2-40B4-BE49-F238E27FC236}">
                <a16:creationId xmlns:a16="http://schemas.microsoft.com/office/drawing/2014/main" id="{839B6F86-2A7B-85DC-66E9-3BC82749B43A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100">
                <a:latin typeface="Montserrat" panose="00000500000000000000" pitchFamily="2" charset="0"/>
              </a:rPr>
              <a:t>  I  Hipótese  I  Viabilidade Empírica</a:t>
            </a:r>
          </a:p>
        </p:txBody>
      </p:sp>
      <p:sp>
        <p:nvSpPr>
          <p:cNvPr id="30" name="chip0_0">
            <a:extLst>
              <a:ext uri="{FF2B5EF4-FFF2-40B4-BE49-F238E27FC236}">
                <a16:creationId xmlns:a16="http://schemas.microsoft.com/office/drawing/2014/main" id="{0EBE970E-4FFE-7283-B8F5-D6D9955E2F0D}"/>
              </a:ext>
            </a:extLst>
          </p:cNvPr>
          <p:cNvSpPr/>
          <p:nvPr/>
        </p:nvSpPr>
        <p:spPr>
          <a:xfrm>
            <a:off x="3175000" y="279120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𝔼 (</a:t>
            </a: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):</a:t>
            </a:r>
            <a:r>
              <a:rPr lang="pt-BR" sz="1200" b="1" i="1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salário esperado em i, no ano t, na especialidade s</a:t>
            </a:r>
          </a:p>
        </p:txBody>
      </p:sp>
      <p:sp>
        <p:nvSpPr>
          <p:cNvPr id="32" name="chip0_0">
            <a:extLst>
              <a:ext uri="{FF2B5EF4-FFF2-40B4-BE49-F238E27FC236}">
                <a16:creationId xmlns:a16="http://schemas.microsoft.com/office/drawing/2014/main" id="{07966DEF-921E-0CEC-D1E8-95F1051E359A}"/>
              </a:ext>
            </a:extLst>
          </p:cNvPr>
          <p:cNvSpPr/>
          <p:nvPr/>
        </p:nvSpPr>
        <p:spPr>
          <a:xfrm>
            <a:off x="454768" y="3551273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P</a:t>
            </a:r>
            <a:r>
              <a:rPr lang="pt-BR" sz="1200" b="1" i="1" baseline="-25000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nível de preços da localidade (deflator)</a:t>
            </a:r>
          </a:p>
        </p:txBody>
      </p:sp>
      <p:sp>
        <p:nvSpPr>
          <p:cNvPr id="34" name="chip0_0">
            <a:extLst>
              <a:ext uri="{FF2B5EF4-FFF2-40B4-BE49-F238E27FC236}">
                <a16:creationId xmlns:a16="http://schemas.microsoft.com/office/drawing/2014/main" id="{3BF8369B-B6AA-8F07-570E-5096E6519522}"/>
              </a:ext>
            </a:extLst>
          </p:cNvPr>
          <p:cNvSpPr/>
          <p:nvPr/>
        </p:nvSpPr>
        <p:spPr>
          <a:xfrm>
            <a:off x="3185268" y="3551273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c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(s)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custo não pecuniário de viver ali</a:t>
            </a:r>
          </a:p>
        </p:txBody>
      </p:sp>
      <p:sp>
        <p:nvSpPr>
          <p:cNvPr id="36" name="chip0_0">
            <a:extLst>
              <a:ext uri="{FF2B5EF4-FFF2-40B4-BE49-F238E27FC236}">
                <a16:creationId xmlns:a16="http://schemas.microsoft.com/office/drawing/2014/main" id="{BCA11A5F-37D5-46E7-7FF3-F512655D2DD6}"/>
              </a:ext>
            </a:extLst>
          </p:cNvPr>
          <p:cNvSpPr/>
          <p:nvPr/>
        </p:nvSpPr>
        <p:spPr>
          <a:xfrm>
            <a:off x="444500" y="431133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δ</a:t>
            </a:r>
            <a:r>
              <a:rPr lang="pt-BR" sz="1200" b="1" i="1" baseline="30000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30000">
                <a:solidFill>
                  <a:srgbClr val="3A3A3A"/>
                </a:solidFill>
                <a:latin typeface="Montserrat" pitchFamily="2" charset="77"/>
              </a:rPr>
              <a:t> 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desconto do ano t (0 &lt; δ &lt; 1)</a:t>
            </a:r>
          </a:p>
        </p:txBody>
      </p:sp>
      <p:sp>
        <p:nvSpPr>
          <p:cNvPr id="38" name="chip0_0">
            <a:extLst>
              <a:ext uri="{FF2B5EF4-FFF2-40B4-BE49-F238E27FC236}">
                <a16:creationId xmlns:a16="http://schemas.microsoft.com/office/drawing/2014/main" id="{5BDC9D76-52F9-4542-A070-72E62126F9D9}"/>
              </a:ext>
            </a:extLst>
          </p:cNvPr>
          <p:cNvSpPr/>
          <p:nvPr/>
        </p:nvSpPr>
        <p:spPr>
          <a:xfrm>
            <a:off x="3175000" y="4311338"/>
            <a:ext cx="2640344" cy="445417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algn="just">
              <a:lnSpc>
                <a:spcPct val="108000"/>
              </a:lnSpc>
              <a:spcAft>
                <a:spcPts val="500"/>
              </a:spcAft>
            </a:pPr>
            <a:r>
              <a:rPr lang="pt-BR" sz="1200" b="1" i="1" err="1">
                <a:solidFill>
                  <a:srgbClr val="114719"/>
                </a:solidFill>
                <a:latin typeface="Montserrat" pitchFamily="2" charset="77"/>
              </a:rPr>
              <a:t>Σ</a:t>
            </a:r>
            <a:r>
              <a:rPr lang="pt-BR" sz="1200" b="1" i="1" baseline="-25000" err="1">
                <a:solidFill>
                  <a:srgbClr val="114719"/>
                </a:solidFill>
                <a:latin typeface="Montserrat" pitchFamily="2" charset="77"/>
              </a:rPr>
              <a:t>t</a:t>
            </a:r>
            <a:r>
              <a:rPr lang="pt-BR" sz="1200" b="1" i="1" baseline="-25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3A3A3A"/>
                </a:solidFill>
                <a:latin typeface="Montserrat" pitchFamily="2" charset="77"/>
              </a:rPr>
              <a:t>:</a:t>
            </a:r>
            <a:r>
              <a:rPr lang="pt-BR" sz="1200" b="1" i="1" baseline="-25000">
                <a:solidFill>
                  <a:srgbClr val="3A3A3A"/>
                </a:solidFill>
                <a:latin typeface="Montserrat" pitchFamily="2" charset="77"/>
              </a:rPr>
              <a:t>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soma ao longo do horizonte de carreira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12E6B28E-684A-A5F9-35DC-69E3CE2CABBD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11</a:t>
            </a:r>
            <a:endParaRPr lang="pt-BR" sz="1400" b="1">
              <a:solidFill>
                <a:srgbClr val="BFBFB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tângulo: Cantos Arredondados 38">
                <a:extLst>
                  <a:ext uri="{FF2B5EF4-FFF2-40B4-BE49-F238E27FC236}">
                    <a16:creationId xmlns:a16="http://schemas.microsoft.com/office/drawing/2014/main" id="{B990DFE0-EC3E-0564-65B6-8C3261AED1B7}"/>
                  </a:ext>
                </a:extLst>
              </p:cNvPr>
              <p:cNvSpPr/>
              <p:nvPr/>
            </p:nvSpPr>
            <p:spPr>
              <a:xfrm>
                <a:off x="6405186" y="4336220"/>
                <a:ext cx="5278814" cy="617708"/>
              </a:xfrm>
              <a:prstGeom prst="roundRect">
                <a:avLst/>
              </a:prstGeom>
              <a:solidFill>
                <a:srgbClr val="0564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b="1">
                    <a:latin typeface="Montserrat" panose="00000500000000000000" pitchFamily="2" charset="0"/>
                  </a:rPr>
                  <a:t>Gera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pt-BR" sz="1200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t-BR" sz="1200" b="1">
                    <a:latin typeface="Montserrat" panose="00000500000000000000" pitchFamily="2" charset="0"/>
                  </a:rPr>
                  <a:t>:  </a:t>
                </a:r>
                <a:r>
                  <a:rPr lang="pt-BR" sz="1200">
                    <a:latin typeface="Montserrat" panose="00000500000000000000" pitchFamily="2" charset="0"/>
                  </a:rPr>
                  <a:t>a localidade que maximiza a renda real líquida esperada ao longo da carreira</a:t>
                </a:r>
              </a:p>
            </p:txBody>
          </p:sp>
        </mc:Choice>
        <mc:Fallback>
          <p:sp>
            <p:nvSpPr>
              <p:cNvPr id="39" name="Retângulo: Cantos Arredondados 38">
                <a:extLst>
                  <a:ext uri="{FF2B5EF4-FFF2-40B4-BE49-F238E27FC236}">
                    <a16:creationId xmlns:a16="http://schemas.microsoft.com/office/drawing/2014/main" id="{B990DFE0-EC3E-0564-65B6-8C3261AED1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186" y="4336220"/>
                <a:ext cx="5278814" cy="61770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pill0">
            <a:extLst>
              <a:ext uri="{FF2B5EF4-FFF2-40B4-BE49-F238E27FC236}">
                <a16:creationId xmlns:a16="http://schemas.microsoft.com/office/drawing/2014/main" id="{E382F2B1-F6B2-8CD1-A31B-176AEE85DC81}"/>
              </a:ext>
            </a:extLst>
          </p:cNvPr>
          <p:cNvSpPr/>
          <p:nvPr/>
        </p:nvSpPr>
        <p:spPr>
          <a:xfrm>
            <a:off x="571500" y="790589"/>
            <a:ext cx="6492491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100">
                <a:solidFill>
                  <a:srgbClr val="056429"/>
                </a:solidFill>
                <a:latin typeface="Montserrat"/>
              </a:rPr>
              <a:t>MOEHLING et al. (2020), EQ. 1, P. 184</a:t>
            </a:r>
          </a:p>
        </p:txBody>
      </p:sp>
    </p:spTree>
    <p:extLst>
      <p:ext uri="{BB962C8B-B14F-4D97-AF65-F5344CB8AC3E}">
        <p14:creationId xmlns:p14="http://schemas.microsoft.com/office/powerpoint/2010/main" val="381626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77E13-47EA-8ACF-4B90-5E3CA79E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Box">
            <a:extLst>
              <a:ext uri="{FF2B5EF4-FFF2-40B4-BE49-F238E27FC236}">
                <a16:creationId xmlns:a16="http://schemas.microsoft.com/office/drawing/2014/main" id="{EB87D3B8-A656-6C24-AF80-A29F7778D758}"/>
              </a:ext>
            </a:extLst>
          </p:cNvPr>
          <p:cNvSpPr/>
          <p:nvPr/>
        </p:nvSpPr>
        <p:spPr>
          <a:xfrm>
            <a:off x="508000" y="5482904"/>
            <a:ext cx="11176000" cy="838200"/>
          </a:xfrm>
          <a:prstGeom prst="roundRect">
            <a:avLst/>
          </a:prstGeom>
          <a:solidFill>
            <a:srgbClr val="F3F7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799EF2C-F951-6031-6A7E-04B3984D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pt-BR">
                <a:solidFill>
                  <a:srgbClr val="FFFFFF"/>
                </a:solidFill>
                <a:latin typeface="Montserrat"/>
              </a:rPr>
              <a:t>Literatura divide o custo em dois tipos: geográfico e laboral</a:t>
            </a:r>
            <a:endParaRPr lang="pt-BR" sz="24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7" name="cBar">
            <a:extLst>
              <a:ext uri="{FF2B5EF4-FFF2-40B4-BE49-F238E27FC236}">
                <a16:creationId xmlns:a16="http://schemas.microsoft.com/office/drawing/2014/main" id="{AD2AA97B-7422-0129-A313-0B898FCE4194}"/>
              </a:ext>
            </a:extLst>
          </p:cNvPr>
          <p:cNvSpPr/>
          <p:nvPr/>
        </p:nvSpPr>
        <p:spPr>
          <a:xfrm>
            <a:off x="508000" y="5559104"/>
            <a:ext cx="63500" cy="685800"/>
          </a:xfrm>
          <a:prstGeom prst="rect">
            <a:avLst/>
          </a:prstGeom>
          <a:solidFill>
            <a:srgbClr val="0564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>
              <a:latin typeface="Montserrat" pitchFamily="2" charset="77"/>
            </a:endParaRPr>
          </a:p>
        </p:txBody>
      </p:sp>
      <p:sp>
        <p:nvSpPr>
          <p:cNvPr id="48" name="cText">
            <a:extLst>
              <a:ext uri="{FF2B5EF4-FFF2-40B4-BE49-F238E27FC236}">
                <a16:creationId xmlns:a16="http://schemas.microsoft.com/office/drawing/2014/main" id="{F8C9E032-0506-97A5-C2D8-65AB85133693}"/>
              </a:ext>
            </a:extLst>
          </p:cNvPr>
          <p:cNvSpPr txBox="1"/>
          <p:nvPr/>
        </p:nvSpPr>
        <p:spPr>
          <a:xfrm>
            <a:off x="787400" y="5622604"/>
            <a:ext cx="10668000" cy="584199"/>
          </a:xfrm>
          <a:prstGeom prst="rect">
            <a:avLst/>
          </a:prstGeom>
          <a:noFill/>
        </p:spPr>
        <p:txBody>
          <a:bodyPr vertOverflow="overflow" vert="horz" wrap="square" rtlCol="0" anchor="ctr">
            <a:spAutoFit/>
          </a:bodyPr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pt-BR" sz="1500" b="1">
                <a:solidFill>
                  <a:srgbClr val="056429"/>
                </a:solidFill>
                <a:latin typeface="Montserrat" pitchFamily="2" charset="77"/>
              </a:rPr>
              <a:t>Adições ao modelo do slide 11:  </a:t>
            </a:r>
            <a:r>
              <a:rPr lang="pt-BR" sz="1500">
                <a:solidFill>
                  <a:srgbClr val="3A3A3A"/>
                </a:solidFill>
                <a:latin typeface="Montserrat" pitchFamily="2" charset="77"/>
              </a:rPr>
              <a:t>lá o deflator de preços e o custo não pecuniário entravam como valores externos; estas duas equações passam a calculá-los.</a:t>
            </a:r>
          </a:p>
        </p:txBody>
      </p:sp>
      <p:sp>
        <p:nvSpPr>
          <p:cNvPr id="2001" name="card0"/>
          <p:cNvSpPr/>
          <p:nvPr/>
        </p:nvSpPr>
        <p:spPr>
          <a:xfrm>
            <a:off x="508000" y="734917"/>
            <a:ext cx="5461000" cy="4624613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02" name="pill0"/>
          <p:cNvSpPr/>
          <p:nvPr/>
        </p:nvSpPr>
        <p:spPr>
          <a:xfrm>
            <a:off x="711200" y="887318"/>
            <a:ext cx="5054600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80">
                <a:solidFill>
                  <a:srgbClr val="056429"/>
                </a:solidFill>
                <a:latin typeface="Montserrat"/>
              </a:rPr>
              <a:t>CUSTO GEOGRÁFICO (</a:t>
            </a:r>
            <a:r>
              <a:rPr lang="pt-BR" sz="1200" b="1" spc="80">
                <a:solidFill>
                  <a:srgbClr val="056429"/>
                </a:solidFill>
                <a:latin typeface="Montserrat"/>
              </a:rPr>
              <a:t>REDDING &amp; ROSSI, 2017)</a:t>
            </a:r>
            <a:endParaRPr lang="pt-BR" sz="1150" b="1" spc="80">
              <a:solidFill>
                <a:srgbClr val="056429"/>
              </a:solidFill>
              <a:latin typeface="Montserrat"/>
            </a:endParaRPr>
          </a:p>
        </p:txBody>
      </p:sp>
      <p:sp>
        <p:nvSpPr>
          <p:cNvPr id="2003" name="eqcard0"/>
          <p:cNvSpPr/>
          <p:nvPr/>
        </p:nvSpPr>
        <p:spPr>
          <a:xfrm>
            <a:off x="711200" y="1319118"/>
            <a:ext cx="5054600" cy="111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04" name="frase0"/>
          <p:cNvSpPr/>
          <p:nvPr/>
        </p:nvSpPr>
        <p:spPr>
          <a:xfrm>
            <a:off x="711200" y="2473005"/>
            <a:ext cx="5257800" cy="1117600"/>
          </a:xfrm>
          <a:prstGeom prst="roundRect">
            <a:avLst/>
          </a:prstGeom>
          <a:noFill/>
          <a:ln>
            <a:noFill/>
          </a:ln>
        </p:spPr>
        <p:txBody>
          <a:bodyPr wrap="square" lIns="25400" tIns="38100" rIns="25400" bIns="38100" anchor="t">
            <a:noAutofit/>
          </a:bodyPr>
          <a:lstStyle/>
          <a:p>
            <a:pPr marL="0" indent="0" algn="just">
              <a:lnSpc>
                <a:spcPct val="104000"/>
              </a:lnSpc>
              <a:spcAft>
                <a:spcPts val="300"/>
              </a:spcAft>
              <a:buNone/>
            </a:pP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No numerador, o que atrai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: o salário do local de trabalho vezes as amenidades da cidade.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No denominador, o que repele: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deslocamento e o preço da moradia, elevado à parcela da renda gasta com habitação (1 − β).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O mesmo salário vale menos onde morar é caro ou a viagem é longa</a:t>
            </a: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2005" name="chip0_0"/>
          <p:cNvSpPr/>
          <p:nvPr/>
        </p:nvSpPr>
        <p:spPr>
          <a:xfrm>
            <a:off x="7112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B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</a:t>
            </a:r>
            <a:r>
              <a:rPr lang="pt-BR" sz="1200" b="1" i="1" baseline="-250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>
                <a:solidFill>
                  <a:srgbClr val="3A3A3A"/>
                </a:solidFill>
                <a:latin typeface="Montserrat"/>
              </a:rPr>
              <a:t>amenidades</a:t>
            </a:r>
          </a:p>
        </p:txBody>
      </p:sp>
      <p:sp>
        <p:nvSpPr>
          <p:cNvPr id="2006" name="chip0_1"/>
          <p:cNvSpPr/>
          <p:nvPr/>
        </p:nvSpPr>
        <p:spPr>
          <a:xfrm>
            <a:off x="32893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w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i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salário</a:t>
            </a:r>
          </a:p>
        </p:txBody>
      </p:sp>
      <p:sp>
        <p:nvSpPr>
          <p:cNvPr id="2007" name="chip0_2"/>
          <p:cNvSpPr/>
          <p:nvPr/>
        </p:nvSpPr>
        <p:spPr>
          <a:xfrm>
            <a:off x="7112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κ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ni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>
                <a:solidFill>
                  <a:srgbClr val="3A3A3A"/>
                </a:solidFill>
                <a:latin typeface="Montserrat"/>
              </a:rPr>
              <a:t>deslocamento</a:t>
            </a:r>
          </a:p>
        </p:txBody>
      </p:sp>
      <p:sp>
        <p:nvSpPr>
          <p:cNvPr id="2008" name="chip0_3"/>
          <p:cNvSpPr/>
          <p:nvPr/>
        </p:nvSpPr>
        <p:spPr>
          <a:xfrm>
            <a:off x="32893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 err="1">
                <a:solidFill>
                  <a:srgbClr val="114719"/>
                </a:solidFill>
                <a:latin typeface="Montserrat"/>
              </a:rPr>
              <a:t>Q</a:t>
            </a:r>
            <a:r>
              <a:rPr lang="pt-BR" sz="1200" b="1" i="1" baseline="-25000" err="1">
                <a:solidFill>
                  <a:srgbClr val="114719"/>
                </a:solidFill>
                <a:latin typeface="Montserrat"/>
              </a:rPr>
              <a:t>n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  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preço da moradia</a:t>
            </a:r>
          </a:p>
        </p:txBody>
      </p:sp>
      <p:sp>
        <p:nvSpPr>
          <p:cNvPr id="2009" name="impact0"/>
          <p:cNvSpPr/>
          <p:nvPr/>
        </p:nvSpPr>
        <p:spPr>
          <a:xfrm>
            <a:off x="711200" y="4697316"/>
            <a:ext cx="5054600" cy="558800"/>
          </a:xfrm>
          <a:prstGeom prst="roundRect">
            <a:avLst>
              <a:gd name="adj" fmla="val 14000"/>
            </a:avLst>
          </a:prstGeom>
          <a:solidFill>
            <a:srgbClr val="056429"/>
          </a:solidFill>
          <a:ln>
            <a:noFill/>
          </a:ln>
        </p:spPr>
        <p:txBody>
          <a:bodyPr wrap="square" lIns="177800" tIns="38100" rIns="1778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Gera  </a:t>
            </a:r>
            <a:r>
              <a:rPr lang="pt-BR" sz="1300" b="1" i="1">
                <a:solidFill>
                  <a:srgbClr val="FFFFFF"/>
                </a:solidFill>
                <a:latin typeface="Montserrat" pitchFamily="2" charset="77"/>
              </a:rPr>
              <a:t>p</a:t>
            </a:r>
            <a:r>
              <a:rPr lang="pt-BR" sz="1300" b="1" i="1" baseline="-25000">
                <a:solidFill>
                  <a:srgbClr val="FFFFFF"/>
                </a:solidFill>
                <a:latin typeface="Montserrat" pitchFamily="2" charset="77"/>
              </a:rPr>
              <a:t>it</a:t>
            </a: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:</a:t>
            </a:r>
            <a:r>
              <a:rPr lang="pt-BR" sz="1300">
                <a:solidFill>
                  <a:srgbClr val="FFFFFF"/>
                </a:solidFill>
                <a:latin typeface="Montserrat" pitchFamily="2" charset="77"/>
              </a:rPr>
              <a:t> o deflator da localidade</a:t>
            </a:r>
          </a:p>
        </p:txBody>
      </p:sp>
      <p:sp>
        <p:nvSpPr>
          <p:cNvPr id="2010" name="card1"/>
          <p:cNvSpPr/>
          <p:nvPr/>
        </p:nvSpPr>
        <p:spPr>
          <a:xfrm>
            <a:off x="6223000" y="734917"/>
            <a:ext cx="5461000" cy="4624613"/>
          </a:xfrm>
          <a:prstGeom prst="roundRect">
            <a:avLst>
              <a:gd name="adj" fmla="val 3500"/>
            </a:avLst>
          </a:prstGeom>
          <a:solidFill>
            <a:srgbClr val="F3F7F3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11" name="pill1"/>
          <p:cNvSpPr/>
          <p:nvPr/>
        </p:nvSpPr>
        <p:spPr>
          <a:xfrm>
            <a:off x="6426200" y="887318"/>
            <a:ext cx="5054600" cy="3302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52400" tIns="38100" rIns="1524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150" b="1" spc="80">
                <a:solidFill>
                  <a:srgbClr val="056429"/>
                </a:solidFill>
                <a:latin typeface="Montserrat"/>
              </a:rPr>
              <a:t>CUSTO LABORAL (CHONÉ &amp; MA, 2011)</a:t>
            </a:r>
          </a:p>
        </p:txBody>
      </p:sp>
      <p:sp>
        <p:nvSpPr>
          <p:cNvPr id="2012" name="eqcard1"/>
          <p:cNvSpPr/>
          <p:nvPr/>
        </p:nvSpPr>
        <p:spPr>
          <a:xfrm>
            <a:off x="6426200" y="1319118"/>
            <a:ext cx="5054600" cy="111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wrap="square" lIns="127000" tIns="38100" rIns="127000" bIns="381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13" name="frase1"/>
          <p:cNvSpPr/>
          <p:nvPr/>
        </p:nvSpPr>
        <p:spPr>
          <a:xfrm>
            <a:off x="6426200" y="2487520"/>
            <a:ext cx="5054600" cy="1117600"/>
          </a:xfrm>
          <a:prstGeom prst="roundRect">
            <a:avLst/>
          </a:prstGeom>
          <a:noFill/>
          <a:ln>
            <a:noFill/>
          </a:ln>
        </p:spPr>
        <p:txBody>
          <a:bodyPr wrap="square" lIns="25400" tIns="38100" rIns="25400" bIns="38100" anchor="t">
            <a:noAutofit/>
          </a:bodyPr>
          <a:lstStyle/>
          <a:p>
            <a:pPr marL="0" indent="0" algn="just">
              <a:lnSpc>
                <a:spcPct val="104000"/>
              </a:lnSpc>
              <a:spcAft>
                <a:spcPts val="300"/>
              </a:spcAft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médico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ganha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com a receita do atendimento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,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perde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com o esforço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de produzir o cuidado.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O</a:t>
            </a:r>
            <a:r>
              <a:rPr lang="pt-BR" sz="1200">
                <a:solidFill>
                  <a:srgbClr val="114719"/>
                </a:solidFill>
                <a:latin typeface="Montserrat" pitchFamily="2" charset="77"/>
              </a:rPr>
              <a:t>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esforço cai quando há mais equipe (L) e capital (K), 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e valoriza o benefício ao paciente na medida do seu altruísmo (α). </a:t>
            </a:r>
            <a:r>
              <a:rPr lang="pt-BR" sz="1200" b="1">
                <a:solidFill>
                  <a:srgbClr val="114719"/>
                </a:solidFill>
                <a:latin typeface="Montserrat" pitchFamily="2" charset="77"/>
              </a:rPr>
              <a:t>Salário igual em estruturas diferentes não é oferta igual.</a:t>
            </a:r>
          </a:p>
        </p:txBody>
      </p:sp>
      <p:sp>
        <p:nvSpPr>
          <p:cNvPr id="2014" name="chip1_0"/>
          <p:cNvSpPr/>
          <p:nvPr/>
        </p:nvSpPr>
        <p:spPr>
          <a:xfrm>
            <a:off x="64262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>
                <a:solidFill>
                  <a:srgbClr val="114719"/>
                </a:solidFill>
                <a:latin typeface="Montserrat"/>
              </a:rPr>
              <a:t>R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</a:t>
            </a:r>
            <a:r>
              <a:rPr lang="pt-BR" sz="1200" b="1" i="1">
                <a:solidFill>
                  <a:srgbClr val="3A3A3A"/>
                </a:solidFill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receita</a:t>
            </a:r>
          </a:p>
        </p:txBody>
      </p:sp>
      <p:sp>
        <p:nvSpPr>
          <p:cNvPr id="2015" name="chip1_1"/>
          <p:cNvSpPr/>
          <p:nvPr/>
        </p:nvSpPr>
        <p:spPr>
          <a:xfrm>
            <a:off x="9004300" y="37829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Q </a:t>
            </a:r>
            <a:r>
              <a:rPr lang="pt-BR" sz="1200" b="1" i="1">
                <a:latin typeface="Montserrat" pitchFamily="2" charset="77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 intensidade do cuidado</a:t>
            </a:r>
          </a:p>
        </p:txBody>
      </p:sp>
      <p:sp>
        <p:nvSpPr>
          <p:cNvPr id="2016" name="chip1_2"/>
          <p:cNvSpPr/>
          <p:nvPr/>
        </p:nvSpPr>
        <p:spPr>
          <a:xfrm>
            <a:off x="64262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pt-BR" sz="1200" b="1" i="1">
                <a:solidFill>
                  <a:srgbClr val="114719"/>
                </a:solidFill>
                <a:latin typeface="Montserrat"/>
              </a:rPr>
              <a:t>C(q; L, K) </a:t>
            </a:r>
            <a:r>
              <a:rPr lang="pt-BR" sz="1200" b="1" i="1">
                <a:latin typeface="Montserrat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/>
              </a:rPr>
              <a:t>  custo de esforço</a:t>
            </a:r>
          </a:p>
        </p:txBody>
      </p:sp>
      <p:sp>
        <p:nvSpPr>
          <p:cNvPr id="2017" name="chip1_3"/>
          <p:cNvSpPr/>
          <p:nvPr/>
        </p:nvSpPr>
        <p:spPr>
          <a:xfrm>
            <a:off x="9004300" y="4189316"/>
            <a:ext cx="2476500" cy="355600"/>
          </a:xfrm>
          <a:prstGeom prst="roundRect">
            <a:avLst>
              <a:gd name="adj" fmla="val 26000"/>
            </a:avLst>
          </a:prstGeom>
          <a:solidFill>
            <a:srgbClr val="E7F1EA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200" b="1" i="1">
                <a:solidFill>
                  <a:srgbClr val="114719"/>
                </a:solidFill>
                <a:latin typeface="Montserrat" pitchFamily="2" charset="77"/>
              </a:rPr>
              <a:t>B(q) </a:t>
            </a:r>
            <a:r>
              <a:rPr lang="pt-BR" sz="1200" b="1" i="1">
                <a:latin typeface="Montserrat" pitchFamily="2" charset="77"/>
              </a:rPr>
              <a:t>:</a:t>
            </a: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 benefício ao paciente</a:t>
            </a:r>
          </a:p>
        </p:txBody>
      </p:sp>
      <p:sp>
        <p:nvSpPr>
          <p:cNvPr id="2018" name="impact1"/>
          <p:cNvSpPr/>
          <p:nvPr/>
        </p:nvSpPr>
        <p:spPr>
          <a:xfrm>
            <a:off x="6426200" y="4697316"/>
            <a:ext cx="5054600" cy="558800"/>
          </a:xfrm>
          <a:prstGeom prst="roundRect">
            <a:avLst>
              <a:gd name="adj" fmla="val 14000"/>
            </a:avLst>
          </a:prstGeom>
          <a:solidFill>
            <a:srgbClr val="056429"/>
          </a:solidFill>
          <a:ln>
            <a:noFill/>
          </a:ln>
        </p:spPr>
        <p:txBody>
          <a:bodyPr wrap="square" lIns="177800" tIns="38100" rIns="177800" bIns="38100" anchor="ctr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0"/>
              </a:spcAft>
              <a:buNone/>
            </a:pPr>
            <a:r>
              <a:rPr lang="pt-BR" sz="1300" b="1">
                <a:solidFill>
                  <a:srgbClr val="FFFFFF"/>
                </a:solidFill>
                <a:latin typeface="Montserrat" pitchFamily="2" charset="77"/>
              </a:rPr>
              <a:t>Gera  </a:t>
            </a:r>
            <a:r>
              <a:rPr lang="pt-BR" sz="1300" b="1" i="1" err="1">
                <a:solidFill>
                  <a:srgbClr val="FFFFFF"/>
                </a:solidFill>
                <a:latin typeface="Montserrat" pitchFamily="2" charset="77"/>
              </a:rPr>
              <a:t>c</a:t>
            </a:r>
            <a:r>
              <a:rPr lang="pt-BR" sz="1300" b="1" i="1" baseline="-25000" err="1">
                <a:solidFill>
                  <a:srgbClr val="FFFFFF"/>
                </a:solidFill>
                <a:latin typeface="Montserrat" pitchFamily="2" charset="77"/>
              </a:rPr>
              <a:t>it</a:t>
            </a:r>
            <a:r>
              <a:rPr lang="pt-BR" sz="1300" b="1" i="1">
                <a:solidFill>
                  <a:srgbClr val="FFFFFF"/>
                </a:solidFill>
                <a:latin typeface="Montserrat" pitchFamily="2" charset="77"/>
              </a:rPr>
              <a:t>(s): </a:t>
            </a:r>
            <a:r>
              <a:rPr lang="pt-BR" sz="1300">
                <a:solidFill>
                  <a:srgbClr val="FFFFFF"/>
                </a:solidFill>
                <a:latin typeface="Montserrat" pitchFamily="2" charset="77"/>
              </a:rPr>
              <a:t>o custo não pecuniário de exercer ali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3A5703-850F-21BC-675E-E9F9C056F1B0}"/>
                  </a:ext>
                </a:extLst>
              </p:cNvPr>
              <p:cNvSpPr txBox="1"/>
              <p:nvPr/>
            </p:nvSpPr>
            <p:spPr>
              <a:xfrm>
                <a:off x="1845811" y="1380859"/>
                <a:ext cx="2785378" cy="994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𝒏𝒊𝒐</m:t>
                          </m:r>
                        </m:sub>
                      </m:sSub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𝒏𝒊𝒐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𝒏𝒊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800" b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3A5703-850F-21BC-675E-E9F9C056F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811" y="1380859"/>
                <a:ext cx="2785378" cy="994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AEDC8D-5250-6AED-156D-B9884E7DF0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06744" y="6477362"/>
            <a:ext cx="481920" cy="38032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12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9" name="CaixaDeTexto 4">
            <a:extLst>
              <a:ext uri="{FF2B5EF4-FFF2-40B4-BE49-F238E27FC236}">
                <a16:creationId xmlns:a16="http://schemas.microsoft.com/office/drawing/2014/main" id="{9451A1DF-E6E4-63E6-7722-349E64C118BB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Literatura</a:t>
            </a:r>
            <a:r>
              <a:rPr lang="pt-BR" sz="1100">
                <a:latin typeface="Montserrat" panose="00000500000000000000" pitchFamily="2" charset="0"/>
              </a:rPr>
              <a:t>  I  Hipótese  I  Viabilidade Empírica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5A2CF0-8812-626E-0F76-2F3BDB1B08AA}"/>
                  </a:ext>
                </a:extLst>
              </p:cNvPr>
              <p:cNvSpPr txBox="1"/>
              <p:nvPr/>
            </p:nvSpPr>
            <p:spPr>
              <a:xfrm>
                <a:off x="6734880" y="1662475"/>
                <a:ext cx="44372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pt-B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b="1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5A2CF0-8812-626E-0F76-2F3BDB1B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880" y="1662475"/>
                <a:ext cx="443724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254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88C312-EBA4-4539-D1AC-94E8227D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otbox">
            <a:extLst>
              <a:ext uri="{FF2B5EF4-FFF2-40B4-BE49-F238E27FC236}">
                <a16:creationId xmlns:a16="http://schemas.microsoft.com/office/drawing/2014/main" id="{0AB9D610-0D68-E3FC-3E65-2DAEEEB4BB71}"/>
              </a:ext>
            </a:extLst>
          </p:cNvPr>
          <p:cNvSpPr/>
          <p:nvPr/>
        </p:nvSpPr>
        <p:spPr>
          <a:xfrm>
            <a:off x="386080" y="5062046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9" name="botbar">
            <a:extLst>
              <a:ext uri="{FF2B5EF4-FFF2-40B4-BE49-F238E27FC236}">
                <a16:creationId xmlns:a16="http://schemas.microsoft.com/office/drawing/2014/main" id="{8D845FE5-A180-EF8B-D2D6-2A6644E8887E}"/>
              </a:ext>
            </a:extLst>
          </p:cNvPr>
          <p:cNvSpPr/>
          <p:nvPr/>
        </p:nvSpPr>
        <p:spPr>
          <a:xfrm>
            <a:off x="386080" y="5150199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B7CA4B-6E57-121A-5D0F-74AD60A8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Da escolha individual ao preenchimento agregado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D1FE7-1B60-BD8C-A1FD-804D2B6423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Intuição econômica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87049-E08D-B511-003E-DE818A221D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Como escolhas individuais se transformam em preenchimento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5AA601-FA16-5BB3-E259-E760B3225AF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II. Formalização da agregação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5D5FF7-3E0C-32D8-4A52-8C7B85EC2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/>
              <a:t>Da escolha ótima do médico à probabilidade de preenchimento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1505F2-75A2-26CB-8216-EC26DA3C7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/>
          </a:p>
        </p:txBody>
      </p:sp>
      <p:sp>
        <p:nvSpPr>
          <p:cNvPr id="15" name="connector">
            <a:extLst>
              <a:ext uri="{FF2B5EF4-FFF2-40B4-BE49-F238E27FC236}">
                <a16:creationId xmlns:a16="http://schemas.microsoft.com/office/drawing/2014/main" id="{59DD7743-5628-1A14-62E5-DE0CBFD60777}"/>
              </a:ext>
            </a:extLst>
          </p:cNvPr>
          <p:cNvSpPr/>
          <p:nvPr/>
        </p:nvSpPr>
        <p:spPr>
          <a:xfrm>
            <a:off x="444199" y="1803694"/>
            <a:ext cx="25400" cy="23876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 lang="pt-BR"/>
          </a:p>
        </p:txBody>
      </p:sp>
      <p:sp>
        <p:nvSpPr>
          <p:cNvPr id="16" name="num0">
            <a:extLst>
              <a:ext uri="{FF2B5EF4-FFF2-40B4-BE49-F238E27FC236}">
                <a16:creationId xmlns:a16="http://schemas.microsoft.com/office/drawing/2014/main" id="{F14DAEE8-956E-5C93-01C4-9CE9BB9ED06E}"/>
              </a:ext>
            </a:extLst>
          </p:cNvPr>
          <p:cNvSpPr/>
          <p:nvPr/>
        </p:nvSpPr>
        <p:spPr>
          <a:xfrm>
            <a:off x="228299" y="15750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1</a:t>
            </a:r>
          </a:p>
        </p:txBody>
      </p:sp>
      <p:sp>
        <p:nvSpPr>
          <p:cNvPr id="17" name="rt0">
            <a:extLst>
              <a:ext uri="{FF2B5EF4-FFF2-40B4-BE49-F238E27FC236}">
                <a16:creationId xmlns:a16="http://schemas.microsoft.com/office/drawing/2014/main" id="{FA6DF2D9-A29A-0E26-7A73-3E4EC4589C6E}"/>
              </a:ext>
            </a:extLst>
          </p:cNvPr>
          <p:cNvSpPr/>
          <p:nvPr/>
        </p:nvSpPr>
        <p:spPr>
          <a:xfrm>
            <a:off x="888699" y="16042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Cada médico prefere uma oferta</a:t>
            </a:r>
          </a:p>
        </p:txBody>
      </p:sp>
      <p:sp>
        <p:nvSpPr>
          <p:cNvPr id="18" name="rd0">
            <a:extLst>
              <a:ext uri="{FF2B5EF4-FFF2-40B4-BE49-F238E27FC236}">
                <a16:creationId xmlns:a16="http://schemas.microsoft.com/office/drawing/2014/main" id="{6176E59F-A967-9DB5-5FCD-B971D4EC2D0A}"/>
              </a:ext>
            </a:extLst>
          </p:cNvPr>
          <p:cNvSpPr/>
          <p:nvPr/>
        </p:nvSpPr>
        <p:spPr>
          <a:xfrm>
            <a:off x="888699" y="18174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Entre as ofertas disponíveis para ele (I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), fica com a de maior valor </a:t>
            </a:r>
            <a:r>
              <a:rPr lang="pt-BR" sz="1100" err="1">
                <a:solidFill>
                  <a:srgbClr val="3A3A3A"/>
                </a:solidFill>
                <a:latin typeface="Montserrat" pitchFamily="2" charset="77"/>
              </a:rPr>
              <a:t>V</a:t>
            </a:r>
            <a:r>
              <a:rPr lang="pt-BR" sz="1100" baseline="-25000" err="1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19" name="num1">
            <a:extLst>
              <a:ext uri="{FF2B5EF4-FFF2-40B4-BE49-F238E27FC236}">
                <a16:creationId xmlns:a16="http://schemas.microsoft.com/office/drawing/2014/main" id="{BDC12805-AB59-58F1-E700-725EEF340F1C}"/>
              </a:ext>
            </a:extLst>
          </p:cNvPr>
          <p:cNvSpPr/>
          <p:nvPr/>
        </p:nvSpPr>
        <p:spPr>
          <a:xfrm>
            <a:off x="228299" y="27688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20" name="rt1">
            <a:extLst>
              <a:ext uri="{FF2B5EF4-FFF2-40B4-BE49-F238E27FC236}">
                <a16:creationId xmlns:a16="http://schemas.microsoft.com/office/drawing/2014/main" id="{56B458EC-E6A9-ADC7-E124-21FD02F33B76}"/>
              </a:ext>
            </a:extLst>
          </p:cNvPr>
          <p:cNvSpPr/>
          <p:nvPr/>
        </p:nvSpPr>
        <p:spPr>
          <a:xfrm>
            <a:off x="888699" y="27980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Médicos diferem entre si</a:t>
            </a:r>
          </a:p>
        </p:txBody>
      </p:sp>
      <p:sp>
        <p:nvSpPr>
          <p:cNvPr id="21" name="rd1">
            <a:extLst>
              <a:ext uri="{FF2B5EF4-FFF2-40B4-BE49-F238E27FC236}">
                <a16:creationId xmlns:a16="http://schemas.microsoft.com/office/drawing/2014/main" id="{DD87E29D-4346-5A28-257D-3B2EFAD0C93A}"/>
              </a:ext>
            </a:extLst>
          </p:cNvPr>
          <p:cNvSpPr/>
          <p:nvPr/>
        </p:nvSpPr>
        <p:spPr>
          <a:xfrm>
            <a:off x="888699" y="30112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Especialidade, vínculos e preferências variam: 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é a parcela de médicos que prefere m.</a:t>
            </a:r>
          </a:p>
        </p:txBody>
      </p:sp>
      <p:sp>
        <p:nvSpPr>
          <p:cNvPr id="22" name="num2">
            <a:extLst>
              <a:ext uri="{FF2B5EF4-FFF2-40B4-BE49-F238E27FC236}">
                <a16:creationId xmlns:a16="http://schemas.microsoft.com/office/drawing/2014/main" id="{1CAAA19A-D020-02FE-D997-7F696C6C5431}"/>
              </a:ext>
            </a:extLst>
          </p:cNvPr>
          <p:cNvSpPr/>
          <p:nvPr/>
        </p:nvSpPr>
        <p:spPr>
          <a:xfrm>
            <a:off x="228299" y="3962694"/>
            <a:ext cx="457200" cy="457200"/>
          </a:xfrm>
          <a:prstGeom prst="ellipse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3</a:t>
            </a:r>
          </a:p>
        </p:txBody>
      </p:sp>
      <p:sp>
        <p:nvSpPr>
          <p:cNvPr id="23" name="rt2">
            <a:extLst>
              <a:ext uri="{FF2B5EF4-FFF2-40B4-BE49-F238E27FC236}">
                <a16:creationId xmlns:a16="http://schemas.microsoft.com/office/drawing/2014/main" id="{09CF4275-ECB1-1C5E-6481-1C569A63FB77}"/>
              </a:ext>
            </a:extLst>
          </p:cNvPr>
          <p:cNvSpPr/>
          <p:nvPr/>
        </p:nvSpPr>
        <p:spPr>
          <a:xfrm>
            <a:off x="888699" y="3991803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114719"/>
                </a:solidFill>
                <a:latin typeface="Montserrat" pitchFamily="2" charset="77"/>
              </a:rPr>
              <a:t>Basta um médico para preencher</a:t>
            </a:r>
          </a:p>
        </p:txBody>
      </p:sp>
      <p:sp>
        <p:nvSpPr>
          <p:cNvPr id="24" name="rd2">
            <a:extLst>
              <a:ext uri="{FF2B5EF4-FFF2-40B4-BE49-F238E27FC236}">
                <a16:creationId xmlns:a16="http://schemas.microsoft.com/office/drawing/2014/main" id="{50D6EA1F-D6BF-02A1-6912-D96D2B4D9D3A}"/>
              </a:ext>
            </a:extLst>
          </p:cNvPr>
          <p:cNvSpPr/>
          <p:nvPr/>
        </p:nvSpPr>
        <p:spPr>
          <a:xfrm>
            <a:off x="888699" y="4205042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Com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 N médicos, a chance de nenhum escolher m é (1 − π</a:t>
            </a:r>
            <a:r>
              <a:rPr lang="pt-BR" sz="115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)</a:t>
            </a:r>
            <a:r>
              <a:rPr lang="pt-BR" sz="1150" baseline="30000">
                <a:solidFill>
                  <a:srgbClr val="3A3A3A"/>
                </a:solidFill>
                <a:latin typeface="Montserrat" pitchFamily="2" charset="77"/>
              </a:rPr>
              <a:t>N</a:t>
            </a:r>
            <a:r>
              <a:rPr lang="pt-BR" sz="115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5F5137-02CD-0FCF-EB6D-2FCBDFC854B8}"/>
              </a:ext>
            </a:extLst>
          </p:cNvPr>
          <p:cNvGrpSpPr/>
          <p:nvPr/>
        </p:nvGrpSpPr>
        <p:grpSpPr>
          <a:xfrm>
            <a:off x="6096000" y="1473200"/>
            <a:ext cx="5461000" cy="3302000"/>
            <a:chOff x="6096000" y="1473200"/>
            <a:chExt cx="5461000" cy="3302000"/>
          </a:xfrm>
        </p:grpSpPr>
        <p:sp>
          <p:nvSpPr>
            <p:cNvPr id="13" name="botbox">
              <a:extLst>
                <a:ext uri="{FF2B5EF4-FFF2-40B4-BE49-F238E27FC236}">
                  <a16:creationId xmlns:a16="http://schemas.microsoft.com/office/drawing/2014/main" id="{ED2EED2D-3A29-3FBC-CAEB-25D16C9EFFF0}"/>
                </a:ext>
              </a:extLst>
            </p:cNvPr>
            <p:cNvSpPr/>
            <p:nvPr/>
          </p:nvSpPr>
          <p:spPr>
            <a:xfrm>
              <a:off x="6096000" y="1473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14" name="botbar">
              <a:extLst>
                <a:ext uri="{FF2B5EF4-FFF2-40B4-BE49-F238E27FC236}">
                  <a16:creationId xmlns:a16="http://schemas.microsoft.com/office/drawing/2014/main" id="{495DE417-1666-1D9E-8263-AA16116D3B5C}"/>
                </a:ext>
              </a:extLst>
            </p:cNvPr>
            <p:cNvSpPr/>
            <p:nvPr/>
          </p:nvSpPr>
          <p:spPr>
            <a:xfrm>
              <a:off x="6096000" y="1549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5" name="botbox">
              <a:extLst>
                <a:ext uri="{FF2B5EF4-FFF2-40B4-BE49-F238E27FC236}">
                  <a16:creationId xmlns:a16="http://schemas.microsoft.com/office/drawing/2014/main" id="{5E9351D1-2647-F57A-FB63-72AAAF01FB58}"/>
                </a:ext>
              </a:extLst>
            </p:cNvPr>
            <p:cNvSpPr/>
            <p:nvPr/>
          </p:nvSpPr>
          <p:spPr>
            <a:xfrm>
              <a:off x="6096000" y="2616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6" name="botbar">
              <a:extLst>
                <a:ext uri="{FF2B5EF4-FFF2-40B4-BE49-F238E27FC236}">
                  <a16:creationId xmlns:a16="http://schemas.microsoft.com/office/drawing/2014/main" id="{3163DEA3-6A82-045C-0FFE-934BECC47489}"/>
                </a:ext>
              </a:extLst>
            </p:cNvPr>
            <p:cNvSpPr/>
            <p:nvPr/>
          </p:nvSpPr>
          <p:spPr>
            <a:xfrm>
              <a:off x="6096000" y="2692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7" name="botbox">
              <a:extLst>
                <a:ext uri="{FF2B5EF4-FFF2-40B4-BE49-F238E27FC236}">
                  <a16:creationId xmlns:a16="http://schemas.microsoft.com/office/drawing/2014/main" id="{3CF86848-2416-1821-505C-DBEB8CC3938F}"/>
                </a:ext>
              </a:extLst>
            </p:cNvPr>
            <p:cNvSpPr/>
            <p:nvPr/>
          </p:nvSpPr>
          <p:spPr>
            <a:xfrm>
              <a:off x="6096000" y="3759200"/>
              <a:ext cx="5461000" cy="1016000"/>
            </a:xfrm>
            <a:prstGeom prst="roundRect">
              <a:avLst>
                <a:gd name="adj" fmla="val 12000"/>
              </a:avLst>
            </a:prstGeom>
            <a:solidFill>
              <a:srgbClr val="E7F1EA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  <p:sp>
          <p:nvSpPr>
            <p:cNvPr id="28" name="botbar">
              <a:extLst>
                <a:ext uri="{FF2B5EF4-FFF2-40B4-BE49-F238E27FC236}">
                  <a16:creationId xmlns:a16="http://schemas.microsoft.com/office/drawing/2014/main" id="{E3C2318A-F8A6-D1A9-0D2B-67AF0E5B4C9B}"/>
                </a:ext>
              </a:extLst>
            </p:cNvPr>
            <p:cNvSpPr/>
            <p:nvPr/>
          </p:nvSpPr>
          <p:spPr>
            <a:xfrm>
              <a:off x="6096000" y="3835400"/>
              <a:ext cx="45720" cy="863600"/>
            </a:xfrm>
            <a:prstGeom prst="rect">
              <a:avLst/>
            </a:prstGeom>
            <a:solidFill>
              <a:srgbClr val="056429"/>
            </a:solidFill>
            <a:ln>
              <a:noFill/>
            </a:ln>
          </p:spPr>
          <p:txBody>
            <a:bodyPr wrap="square" lIns="0" tIns="0" rIns="0" bIns="0" anchor="t">
              <a:noAutofit/>
            </a:bodyPr>
            <a:lstStyle/>
            <a:p>
              <a:pPr>
                <a:buNone/>
              </a:pPr>
              <a:endParaRPr/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77B0F34-6C73-F705-9802-3A4C8D10EFF4}"/>
              </a:ext>
            </a:extLst>
          </p:cNvPr>
          <p:cNvSpPr txBox="1">
            <a:spLocks/>
          </p:cNvSpPr>
          <p:nvPr/>
        </p:nvSpPr>
        <p:spPr>
          <a:xfrm>
            <a:off x="6184900" y="1511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Escolha Individual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MOEHLING et al. (2020)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8FD796E-4A32-1456-029F-B792E86C4F4F}"/>
                  </a:ext>
                </a:extLst>
              </p:cNvPr>
              <p:cNvSpPr txBox="1"/>
              <p:nvPr/>
            </p:nvSpPr>
            <p:spPr>
              <a:xfrm>
                <a:off x="8890000" y="1498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pt-BR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lim>
                      </m:limLow>
                      <m:r>
                        <a:rPr lang="pt-BR" sz="1600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𝑟𝑚</m:t>
                          </m:r>
                        </m:sub>
                      </m:sSub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36" name="stepmath0">
                <a:extLst>
                  <a:ext uri="{FF2B5EF4-FFF2-40B4-BE49-F238E27FC236}">
                    <a16:creationId xmlns:a16="http://schemas.microsoft.com/office/drawing/2014/main" id="{E8FD796E-4A32-1456-029F-B792E86C4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1498600"/>
                <a:ext cx="2603500" cy="50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387B8A35-2E30-2C0B-2F59-D2EB044C9375}"/>
              </a:ext>
            </a:extLst>
          </p:cNvPr>
          <p:cNvSpPr txBox="1">
            <a:spLocks/>
          </p:cNvSpPr>
          <p:nvPr/>
        </p:nvSpPr>
        <p:spPr>
          <a:xfrm>
            <a:off x="6184900" y="2654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II. Agregação </a:t>
            </a:r>
          </a:p>
          <a:p>
            <a:r>
              <a:rPr lang="pt-BR"/>
              <a:t> </a:t>
            </a:r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BURDETT, SHI &amp; WRIGHT (2001)</a:t>
            </a:r>
            <a:endParaRPr lang="pt-BR" sz="90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4E75275A-A9CB-3836-F26C-39FDEC898C55}"/>
              </a:ext>
            </a:extLst>
          </p:cNvPr>
          <p:cNvSpPr txBox="1">
            <a:spLocks/>
          </p:cNvSpPr>
          <p:nvPr/>
        </p:nvSpPr>
        <p:spPr>
          <a:xfrm>
            <a:off x="6184900" y="3797300"/>
            <a:ext cx="273050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III. Preenchimento</a:t>
            </a:r>
          </a:p>
          <a:p>
            <a:r>
              <a:rPr lang="pt-BR" sz="900" b="1" spc="40">
                <a:solidFill>
                  <a:srgbClr val="056429"/>
                </a:solidFill>
                <a:latin typeface="Montserrat" pitchFamily="2" charset="77"/>
              </a:rPr>
              <a:t>Simplificação teórica (Binomial)</a:t>
            </a:r>
            <a:endParaRPr lang="pt-BR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C1AAD57E-9BC3-F8F0-15B6-B8F0330B8EFD}"/>
                  </a:ext>
                </a:extLst>
              </p:cNvPr>
              <p:cNvSpPr txBox="1"/>
              <p:nvPr/>
            </p:nvSpPr>
            <p:spPr>
              <a:xfrm>
                <a:off x="8890000" y="3784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600"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pt-BR" sz="160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5" name="stepmath2">
                <a:extLst>
                  <a:ext uri="{FF2B5EF4-FFF2-40B4-BE49-F238E27FC236}">
                    <a16:creationId xmlns:a16="http://schemas.microsoft.com/office/drawing/2014/main" id="{C1AAD57E-9BC3-F8F0-15B6-B8F0330B8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3784600"/>
                <a:ext cx="2603500" cy="508000"/>
              </a:xfrm>
              <a:prstGeom prst="rect">
                <a:avLst/>
              </a:prstGeom>
              <a:blipFill>
                <a:blip r:embed="rId3"/>
                <a:stretch>
                  <a:fillRect l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EEC69D1-3B4D-C46D-67E9-6C1567712956}"/>
                  </a:ext>
                </a:extLst>
              </p:cNvPr>
              <p:cNvSpPr txBox="1"/>
              <p:nvPr/>
            </p:nvSpPr>
            <p:spPr>
              <a:xfrm>
                <a:off x="8890000" y="2641600"/>
                <a:ext cx="2603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600">
                              <a:latin typeface="Cambria Math" panose="02040503050406030204" pitchFamily="18" charset="0"/>
                            </a:rPr>
                            <m:t>Pr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pt-BR" sz="1600"/>
              </a:p>
            </p:txBody>
          </p:sp>
        </mc:Choice>
        <mc:Fallback>
          <p:sp>
            <p:nvSpPr>
              <p:cNvPr id="47" name="stepmath1">
                <a:extLst>
                  <a:ext uri="{FF2B5EF4-FFF2-40B4-BE49-F238E27FC236}">
                    <a16:creationId xmlns:a16="http://schemas.microsoft.com/office/drawing/2014/main" id="{5EEC69D1-3B4D-C46D-67E9-6C156771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2641600"/>
                <a:ext cx="2603500" cy="50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hyplab">
            <a:extLst>
              <a:ext uri="{FF2B5EF4-FFF2-40B4-BE49-F238E27FC236}">
                <a16:creationId xmlns:a16="http://schemas.microsoft.com/office/drawing/2014/main" id="{6DBEAE95-560D-C565-5395-CF25A4E0AF2B}"/>
              </a:ext>
            </a:extLst>
          </p:cNvPr>
          <p:cNvSpPr/>
          <p:nvPr/>
        </p:nvSpPr>
        <p:spPr>
          <a:xfrm>
            <a:off x="584200" y="4998720"/>
            <a:ext cx="139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80">
                <a:latin typeface="Montserrat" pitchFamily="2" charset="77"/>
              </a:rPr>
              <a:t>HIPÓTESE</a:t>
            </a:r>
          </a:p>
        </p:txBody>
      </p:sp>
      <p:sp>
        <p:nvSpPr>
          <p:cNvPr id="50" name="seg0">
            <a:extLst>
              <a:ext uri="{FF2B5EF4-FFF2-40B4-BE49-F238E27FC236}">
                <a16:creationId xmlns:a16="http://schemas.microsoft.com/office/drawing/2014/main" id="{B4051F00-3D29-532E-F7B9-776756D4EB47}"/>
              </a:ext>
            </a:extLst>
          </p:cNvPr>
          <p:cNvSpPr/>
          <p:nvPr/>
        </p:nvSpPr>
        <p:spPr>
          <a:xfrm>
            <a:off x="20066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B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bolsa maior</a:t>
            </a:r>
          </a:p>
        </p:txBody>
      </p:sp>
      <p:sp>
        <p:nvSpPr>
          <p:cNvPr id="51" name="segar0">
            <a:extLst>
              <a:ext uri="{FF2B5EF4-FFF2-40B4-BE49-F238E27FC236}">
                <a16:creationId xmlns:a16="http://schemas.microsoft.com/office/drawing/2014/main" id="{7C27621D-E689-93F8-8413-28708EB3090B}"/>
              </a:ext>
            </a:extLst>
          </p:cNvPr>
          <p:cNvSpPr/>
          <p:nvPr/>
        </p:nvSpPr>
        <p:spPr>
          <a:xfrm>
            <a:off x="40386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2" name="seg1">
            <a:extLst>
              <a:ext uri="{FF2B5EF4-FFF2-40B4-BE49-F238E27FC236}">
                <a16:creationId xmlns:a16="http://schemas.microsoft.com/office/drawing/2014/main" id="{DB32F01E-F3B5-BC12-C9AD-11639376D3E3}"/>
              </a:ext>
            </a:extLst>
          </p:cNvPr>
          <p:cNvSpPr/>
          <p:nvPr/>
        </p:nvSpPr>
        <p:spPr>
          <a:xfrm>
            <a:off x="44323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V</a:t>
            </a:r>
            <a:r>
              <a:rPr lang="pt-BR" sz="1500" b="1" i="1" baseline="-25000">
                <a:latin typeface="Montserrat" pitchFamily="2" charset="77"/>
              </a:rPr>
              <a:t>rm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a oferta vale mais</a:t>
            </a:r>
          </a:p>
        </p:txBody>
      </p:sp>
      <p:sp>
        <p:nvSpPr>
          <p:cNvPr id="53" name="segar1">
            <a:extLst>
              <a:ext uri="{FF2B5EF4-FFF2-40B4-BE49-F238E27FC236}">
                <a16:creationId xmlns:a16="http://schemas.microsoft.com/office/drawing/2014/main" id="{634E064A-CA76-C99C-E363-7526070D224F}"/>
              </a:ext>
            </a:extLst>
          </p:cNvPr>
          <p:cNvSpPr/>
          <p:nvPr/>
        </p:nvSpPr>
        <p:spPr>
          <a:xfrm>
            <a:off x="64643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4" name="seg2">
            <a:extLst>
              <a:ext uri="{FF2B5EF4-FFF2-40B4-BE49-F238E27FC236}">
                <a16:creationId xmlns:a16="http://schemas.microsoft.com/office/drawing/2014/main" id="{622E767A-3EF2-8AD5-DB36-A4B872C5D9E3}"/>
              </a:ext>
            </a:extLst>
          </p:cNvPr>
          <p:cNvSpPr/>
          <p:nvPr/>
        </p:nvSpPr>
        <p:spPr>
          <a:xfrm>
            <a:off x="68580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1">
                <a:latin typeface="Montserrat" pitchFamily="2" charset="77"/>
              </a:rPr>
              <a:t>π</a:t>
            </a:r>
            <a:r>
              <a:rPr lang="pt-BR" sz="1500" b="1" i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médicos a preferem</a:t>
            </a:r>
          </a:p>
        </p:txBody>
      </p:sp>
      <p:sp>
        <p:nvSpPr>
          <p:cNvPr id="55" name="segar2">
            <a:extLst>
              <a:ext uri="{FF2B5EF4-FFF2-40B4-BE49-F238E27FC236}">
                <a16:creationId xmlns:a16="http://schemas.microsoft.com/office/drawing/2014/main" id="{B2DA3867-DA00-32CA-AA77-2EFA5D2B9550}"/>
              </a:ext>
            </a:extLst>
          </p:cNvPr>
          <p:cNvSpPr/>
          <p:nvPr/>
        </p:nvSpPr>
        <p:spPr>
          <a:xfrm>
            <a:off x="8890000" y="4998720"/>
            <a:ext cx="393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latin typeface="Montserrat" pitchFamily="2" charset="77"/>
              </a:rPr>
              <a:t>→</a:t>
            </a:r>
          </a:p>
        </p:txBody>
      </p:sp>
      <p:sp>
        <p:nvSpPr>
          <p:cNvPr id="56" name="seg3">
            <a:extLst>
              <a:ext uri="{FF2B5EF4-FFF2-40B4-BE49-F238E27FC236}">
                <a16:creationId xmlns:a16="http://schemas.microsoft.com/office/drawing/2014/main" id="{E541D18C-D4F8-3479-0F2D-20981360F0B8}"/>
              </a:ext>
            </a:extLst>
          </p:cNvPr>
          <p:cNvSpPr/>
          <p:nvPr/>
        </p:nvSpPr>
        <p:spPr>
          <a:xfrm>
            <a:off x="9283700" y="512572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latin typeface="Montserrat" pitchFamily="2" charset="77"/>
              </a:rPr>
              <a:t>Pr(Y</a:t>
            </a:r>
            <a:r>
              <a:rPr lang="pt-BR" sz="1500" b="1" baseline="-25000">
                <a:latin typeface="Montserrat" pitchFamily="2" charset="77"/>
              </a:rPr>
              <a:t>m</a:t>
            </a:r>
            <a:r>
              <a:rPr lang="pt-BR" sz="1500" b="1">
                <a:latin typeface="Montserrat" pitchFamily="2" charset="77"/>
              </a:rPr>
              <a:t> = 1) ↑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latin typeface="Montserrat" pitchFamily="2" charset="77"/>
              </a:rPr>
              <a:t>mais chance de preencher</a:t>
            </a:r>
          </a:p>
        </p:txBody>
      </p:sp>
      <p:sp>
        <p:nvSpPr>
          <p:cNvPr id="57" name="note">
            <a:extLst>
              <a:ext uri="{FF2B5EF4-FFF2-40B4-BE49-F238E27FC236}">
                <a16:creationId xmlns:a16="http://schemas.microsoft.com/office/drawing/2014/main" id="{B3564D0B-824A-83FC-92F5-1225110E3CBE}"/>
              </a:ext>
            </a:extLst>
          </p:cNvPr>
          <p:cNvSpPr/>
          <p:nvPr/>
        </p:nvSpPr>
        <p:spPr>
          <a:xfrm>
            <a:off x="355600" y="5948082"/>
            <a:ext cx="1117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err="1">
                <a:solidFill>
                  <a:srgbClr val="114719"/>
                </a:solidFill>
                <a:latin typeface="Montserrat" pitchFamily="2" charset="77"/>
              </a:rPr>
              <a:t>Y</a:t>
            </a:r>
            <a:r>
              <a:rPr lang="pt-BR" sz="1100" b="1" baseline="-25000" err="1">
                <a:solidFill>
                  <a:srgbClr val="114719"/>
                </a:solidFill>
                <a:latin typeface="Montserrat" pitchFamily="2" charset="77"/>
              </a:rPr>
              <a:t>m</a:t>
            </a: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 = 1: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a oferta (estabelecimento × curso) recebe ao menos uma confirmação ou homologação; não é taxa de ocupação de vagas.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rgbClr val="114719"/>
                </a:solidFill>
                <a:latin typeface="Montserrat" pitchFamily="2" charset="77"/>
              </a:rPr>
              <a:t>Binomial: 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supõe escolhas independentes e π</a:t>
            </a:r>
            <a:r>
              <a:rPr lang="pt-BR" sz="1100" baseline="-25000">
                <a:solidFill>
                  <a:srgbClr val="6B6B6B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6B6B6B"/>
                </a:solidFill>
                <a:latin typeface="Montserrat" pitchFamily="2" charset="77"/>
              </a:rPr>
              <a:t> comum entre médicos; é simplificação teórica, não equação estimada.</a:t>
            </a:r>
          </a:p>
        </p:txBody>
      </p:sp>
      <p:sp>
        <p:nvSpPr>
          <p:cNvPr id="62" name="navFooter">
            <a:extLst>
              <a:ext uri="{FF2B5EF4-FFF2-40B4-BE49-F238E27FC236}">
                <a16:creationId xmlns:a16="http://schemas.microsoft.com/office/drawing/2014/main" id="{19B12236-F83E-D62A-5D61-C1974D2DD940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itchFamily="2" charset="0"/>
              </a:rPr>
              <a:t>Motivação  I  Pergunta  I  </a:t>
            </a:r>
            <a:r>
              <a:rPr lang="pt-BR" sz="1100" b="1">
                <a:solidFill>
                  <a:srgbClr val="114719"/>
                </a:solidFill>
                <a:latin typeface="Montserrat" pitchFamily="2" charset="0"/>
              </a:rPr>
              <a:t>Literatura</a:t>
            </a:r>
            <a:r>
              <a:rPr lang="pt-BR" sz="1100">
                <a:latin typeface="Montserrat" pitchFamily="2" charset="0"/>
              </a:rPr>
              <a:t>  I  Hipótese  I  Viabilidade Empírica</a:t>
            </a:r>
          </a:p>
        </p:txBody>
      </p:sp>
      <p:sp>
        <p:nvSpPr>
          <p:cNvPr id="70" name="stepdesc0"/>
          <p:cNvSpPr txBox="1"/>
          <p:nvPr/>
        </p:nvSpPr>
        <p:spPr>
          <a:xfrm>
            <a:off x="6184900" y="1993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cada médico r compara as ofertas de I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pelo valor V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m*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r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,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a oferta escolhida por cada médico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  <p:sp>
        <p:nvSpPr>
          <p:cNvPr id="71" name="stepdesc1"/>
          <p:cNvSpPr txBox="1"/>
          <p:nvPr/>
        </p:nvSpPr>
        <p:spPr>
          <a:xfrm>
            <a:off x="6184900" y="3136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agrega as escolhas de todos os médicos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r.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π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, a parcela de médicos que escolhe a oferta m.</a:t>
            </a:r>
          </a:p>
        </p:txBody>
      </p:sp>
      <p:sp>
        <p:nvSpPr>
          <p:cNvPr id="72" name="stepdesc2"/>
          <p:cNvSpPr txBox="1"/>
          <p:nvPr/>
        </p:nvSpPr>
        <p:spPr>
          <a:xfrm>
            <a:off x="6184900" y="4279900"/>
            <a:ext cx="5308600" cy="406400"/>
          </a:xfrm>
          <a:prstGeom prst="rect">
            <a:avLst/>
          </a:prstGeom>
          <a:noFill/>
        </p:spPr>
        <p:txBody>
          <a:bodyPr wrap="square" lIns="91440" tIns="0" rIns="4572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O que faz: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calcula a chance de algum dos N médicos escolher m.</a:t>
            </a:r>
          </a:p>
          <a:p>
            <a:pPr>
              <a:spcBef>
                <a:spcPts val="0"/>
              </a:spcBef>
              <a:buNone/>
            </a:pPr>
            <a:r>
              <a:rPr lang="pt-BR" sz="1100" b="1">
                <a:solidFill>
                  <a:srgbClr val="056429"/>
                </a:solidFill>
                <a:latin typeface="Montserrat" pitchFamily="2" charset="77"/>
              </a:rPr>
              <a:t>Chega a: 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Pr(Y</a:t>
            </a:r>
            <a:r>
              <a:rPr lang="pt-BR" sz="1100" baseline="-25000">
                <a:solidFill>
                  <a:srgbClr val="3A3A3A"/>
                </a:solidFill>
                <a:latin typeface="Montserrat" pitchFamily="2" charset="77"/>
              </a:rPr>
              <a:t>m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 = 1), a </a:t>
            </a:r>
            <a:r>
              <a:rPr lang="pt-BR" sz="1100" b="1">
                <a:solidFill>
                  <a:srgbClr val="3A3A3A"/>
                </a:solidFill>
                <a:latin typeface="Montserrat" pitchFamily="2" charset="77"/>
              </a:rPr>
              <a:t>probabilidade de a oferta m ser preenchida</a:t>
            </a:r>
            <a:r>
              <a:rPr lang="pt-BR" sz="1100">
                <a:solidFill>
                  <a:srgbClr val="3A3A3A"/>
                </a:solidFill>
                <a:latin typeface="Montserrat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144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3F72-5D1B-DC3B-0EE2-4EA11022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6142A-8CCE-E276-9DE2-AA5271D7C4B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B3E0F-17E3-DDD6-EFCC-115E31A4700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16EC-6F47-5E33-1C0F-CDCCCED59DA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581344-EEDD-F722-6E55-22B223B1DFD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6B50A-9F88-2CFA-1B34-1BFC290017BC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8C70D0-D088-38FD-C129-7D6E2B238687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BBFA8-70D0-6AD9-7219-700DD15B3A3E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AFE21F-186D-12CF-C692-5243ECD8A743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3BFDE-269A-54ED-9C10-0CF0AF1EDDF9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427F8E-2F8F-7831-343B-2B7C46EE9F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B58C052-542F-181B-76DB-0CE25F7CBE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6FC4BAC-24DB-ADF7-CE73-684A366A814D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130F321E-C2BE-4615-CD81-E77AB90AA8F9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A77450-3883-D956-F6FE-9CE871C5FA24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6D7EF7-032B-D7E6-3424-24B94A0D41A0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207E42-E039-5790-2C36-B6493F03560E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9CEB41-904A-2A3B-84D4-709BE154335F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60907C1B-01D0-7A8C-1A78-47BB86EA60BF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1780B2-C812-9D3C-67CE-3B406B117D66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DE487144-7A99-041A-682E-E8AA37C2680F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C5FC544E-892F-929A-3484-4BF3B131758A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DE802E92-42A0-2F91-60FD-30122534CA84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2B314E44-8B20-0033-8DBC-7E2C6F2140A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3A3B137D-FB33-F38B-3D21-8A18F9F8E2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F32D607-B960-7AD1-E700-A25833C53FC3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890943D8-EAA9-924A-01C1-6F6E4EE97CC1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3513BAFA-151F-A6B8-C452-946784D62A45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EEF3ED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EEF3ED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290C5A51-B78B-31FF-3E07-7E9E1C1ACC6B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6B0909BA-AAFA-45C5-23DC-B0AB747086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02B868C8-7EE9-49E1-E7B0-99A24C2729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DF8DCD-82E8-1470-85C5-68749DF3906D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F411011-6E73-607C-6D69-0FFB8AA7C819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9CEA072F-362D-F30C-B0C2-D06FAA93EA2A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BCC9CB8-448C-72DE-74F6-ACF7609ED076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F8B66FC6-FAAC-32A5-8A50-D4A3AA3EA618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A23496FB-6904-5C3F-34B5-5E27C43D7F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74E48EF-5351-5D82-AF16-51DB57AAD366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7A5639F8-3C93-44FB-4ECD-D7B9DCBD2D12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D5B74743-E78C-DFAE-A179-3DD768282A16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4A1CEE84-A30B-48DA-60AF-A81AE21D9421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E896CBEB-4028-C38A-ADAB-3AD9079230C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C23D4243-0F3B-9D4B-4C4F-63D9791BB7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81E018D-481D-7D4F-7831-1BBEEEA20840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1F79BD65-2821-B0A9-3141-BFCC373FE053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614B0D23-8C7B-A124-8D76-B754B56A9F2C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3521CFBE-C12B-4465-2048-148C165AE0C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BD6433E3-982F-34E4-5198-618074924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D33820B9-2595-BC3B-3E3B-05162EEF6A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201BA9-77AF-6064-1506-348B8490EFA9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10ED6098-522A-A788-6604-6213DBD59D41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0FB7A66A-A9C7-B127-C42A-90D298CB46B6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44C54AB8-3E15-4BA0-D0AA-7F255DAAFD52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A07D9459-4CB9-C9DA-1AA0-75F5200893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9B21D121-601E-809D-C476-A85C7396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1079CD5-0330-D294-CBED-C3B1A0279F67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7AA95EF3-8429-0487-29A7-EB0D27D76719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5043212F-1B4D-3630-5957-8682C1A0D158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97DE3F78-7843-2287-848B-144ED4FE3E4F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C94471AF-FD2D-0071-5FEA-8E0990F55F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1605E961-F5BF-A09A-853C-01F6360E5C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9290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8B84-540A-3780-0C7C-AE1A1DF2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B65B2D0-3C24-8F73-AE44-33AE3BB7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</a:pPr>
            <a:r>
              <a:rPr lang="pt-BR">
                <a:solidFill>
                  <a:srgbClr val="F0F6FC"/>
                </a:solidFill>
                <a:latin typeface="Montserrat"/>
              </a:rPr>
              <a:t>Da condição de aceitação, sai nossa hipótese econômica</a:t>
            </a:r>
            <a:endParaRPr lang="pt-BR" sz="2400" b="1">
              <a:solidFill>
                <a:srgbClr val="FFFFFF"/>
              </a:solidFill>
              <a:latin typeface="Montserrat" pitchFamily="2" charset="77"/>
            </a:endParaRPr>
          </a:p>
        </p:txBody>
      </p:sp>
      <p:sp>
        <p:nvSpPr>
          <p:cNvPr id="5002" name="src0">
            <a:extLst>
              <a:ext uri="{FF2B5EF4-FFF2-40B4-BE49-F238E27FC236}">
                <a16:creationId xmlns:a16="http://schemas.microsoft.com/office/drawing/2014/main" id="{147583DB-9F25-A6DA-AB5C-A617E3DFF9BB}"/>
              </a:ext>
            </a:extLst>
          </p:cNvPr>
          <p:cNvSpPr/>
          <p:nvPr/>
        </p:nvSpPr>
        <p:spPr>
          <a:xfrm>
            <a:off x="508000" y="10160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3" name="srcbar0">
            <a:extLst>
              <a:ext uri="{FF2B5EF4-FFF2-40B4-BE49-F238E27FC236}">
                <a16:creationId xmlns:a16="http://schemas.microsoft.com/office/drawing/2014/main" id="{5F35A9F2-6CE1-8DF5-C55E-FEBF427369C7}"/>
              </a:ext>
            </a:extLst>
          </p:cNvPr>
          <p:cNvSpPr/>
          <p:nvPr/>
        </p:nvSpPr>
        <p:spPr>
          <a:xfrm>
            <a:off x="508000" y="10160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4" name="srct0">
            <a:extLst>
              <a:ext uri="{FF2B5EF4-FFF2-40B4-BE49-F238E27FC236}">
                <a16:creationId xmlns:a16="http://schemas.microsoft.com/office/drawing/2014/main" id="{8AC923A0-87ED-2791-F55A-04C49C5185AE}"/>
              </a:ext>
            </a:extLst>
          </p:cNvPr>
          <p:cNvSpPr/>
          <p:nvPr/>
        </p:nvSpPr>
        <p:spPr>
          <a:xfrm>
            <a:off x="685800" y="10545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 err="1">
                <a:solidFill>
                  <a:srgbClr val="114719"/>
                </a:solidFill>
                <a:latin typeface="Montserrat" pitchFamily="2" charset="77"/>
              </a:rPr>
              <a:t>Moehling</a:t>
            </a: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 et al. (2020)</a:t>
            </a:r>
          </a:p>
        </p:txBody>
      </p:sp>
      <p:sp>
        <p:nvSpPr>
          <p:cNvPr id="5005" name="srcs0">
            <a:extLst>
              <a:ext uri="{FF2B5EF4-FFF2-40B4-BE49-F238E27FC236}">
                <a16:creationId xmlns:a16="http://schemas.microsoft.com/office/drawing/2014/main" id="{61532B5E-B984-848B-EE6D-5BF58E092350}"/>
              </a:ext>
            </a:extLst>
          </p:cNvPr>
          <p:cNvSpPr/>
          <p:nvPr/>
        </p:nvSpPr>
        <p:spPr>
          <a:xfrm>
            <a:off x="685800" y="12450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A conta da escolha: salário real menos custo, descontado ao longo da carreira</a:t>
            </a:r>
          </a:p>
        </p:txBody>
      </p:sp>
      <p:sp>
        <p:nvSpPr>
          <p:cNvPr id="5006" name="src1">
            <a:extLst>
              <a:ext uri="{FF2B5EF4-FFF2-40B4-BE49-F238E27FC236}">
                <a16:creationId xmlns:a16="http://schemas.microsoft.com/office/drawing/2014/main" id="{5C1E82FC-8184-F0B3-CC4E-D4285A5F0BCB}"/>
              </a:ext>
            </a:extLst>
          </p:cNvPr>
          <p:cNvSpPr/>
          <p:nvPr/>
        </p:nvSpPr>
        <p:spPr>
          <a:xfrm>
            <a:off x="508000" y="16256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7" name="srcbar1">
            <a:extLst>
              <a:ext uri="{FF2B5EF4-FFF2-40B4-BE49-F238E27FC236}">
                <a16:creationId xmlns:a16="http://schemas.microsoft.com/office/drawing/2014/main" id="{804E0BFC-D2D7-D33A-9F80-BCB1092676D5}"/>
              </a:ext>
            </a:extLst>
          </p:cNvPr>
          <p:cNvSpPr/>
          <p:nvPr/>
        </p:nvSpPr>
        <p:spPr>
          <a:xfrm>
            <a:off x="508000" y="16256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08" name="srct1">
            <a:extLst>
              <a:ext uri="{FF2B5EF4-FFF2-40B4-BE49-F238E27FC236}">
                <a16:creationId xmlns:a16="http://schemas.microsoft.com/office/drawing/2014/main" id="{6AA16A3D-7342-C532-7ACC-AB62F14DE733}"/>
              </a:ext>
            </a:extLst>
          </p:cNvPr>
          <p:cNvSpPr/>
          <p:nvPr/>
        </p:nvSpPr>
        <p:spPr>
          <a:xfrm>
            <a:off x="685800" y="17145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Redding &amp; Rossi-Hansberg (2017)</a:t>
            </a:r>
          </a:p>
        </p:txBody>
      </p:sp>
      <p:sp>
        <p:nvSpPr>
          <p:cNvPr id="5009" name="srcs1">
            <a:extLst>
              <a:ext uri="{FF2B5EF4-FFF2-40B4-BE49-F238E27FC236}">
                <a16:creationId xmlns:a16="http://schemas.microsoft.com/office/drawing/2014/main" id="{5B4339D0-937C-1407-CFFB-E7BADED61188}"/>
              </a:ext>
            </a:extLst>
          </p:cNvPr>
          <p:cNvSpPr/>
          <p:nvPr/>
        </p:nvSpPr>
        <p:spPr>
          <a:xfrm>
            <a:off x="685800" y="19050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Entra em c: moradia e deslocamento</a:t>
            </a:r>
          </a:p>
        </p:txBody>
      </p:sp>
      <p:sp>
        <p:nvSpPr>
          <p:cNvPr id="5010" name="src2">
            <a:extLst>
              <a:ext uri="{FF2B5EF4-FFF2-40B4-BE49-F238E27FC236}">
                <a16:creationId xmlns:a16="http://schemas.microsoft.com/office/drawing/2014/main" id="{B49B55D1-A7BB-8B22-C5B7-D9D959D458B2}"/>
              </a:ext>
            </a:extLst>
          </p:cNvPr>
          <p:cNvSpPr/>
          <p:nvPr/>
        </p:nvSpPr>
        <p:spPr>
          <a:xfrm>
            <a:off x="508000" y="2235200"/>
            <a:ext cx="3124200" cy="558800"/>
          </a:xfrm>
          <a:prstGeom prst="roundRect">
            <a:avLst>
              <a:gd name="adj" fmla="val 12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1" name="srcbar2">
            <a:extLst>
              <a:ext uri="{FF2B5EF4-FFF2-40B4-BE49-F238E27FC236}">
                <a16:creationId xmlns:a16="http://schemas.microsoft.com/office/drawing/2014/main" id="{5CDED7C2-BF39-7FA2-013D-FF91987AE653}"/>
              </a:ext>
            </a:extLst>
          </p:cNvPr>
          <p:cNvSpPr/>
          <p:nvPr/>
        </p:nvSpPr>
        <p:spPr>
          <a:xfrm>
            <a:off x="508000" y="2235200"/>
            <a:ext cx="50800" cy="5588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2" name="srct2">
            <a:extLst>
              <a:ext uri="{FF2B5EF4-FFF2-40B4-BE49-F238E27FC236}">
                <a16:creationId xmlns:a16="http://schemas.microsoft.com/office/drawing/2014/main" id="{3DFE5DAA-208F-AB2F-F046-96A0D0117683}"/>
              </a:ext>
            </a:extLst>
          </p:cNvPr>
          <p:cNvSpPr/>
          <p:nvPr/>
        </p:nvSpPr>
        <p:spPr>
          <a:xfrm>
            <a:off x="685800" y="2324100"/>
            <a:ext cx="2819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150" b="1">
                <a:solidFill>
                  <a:srgbClr val="114719"/>
                </a:solidFill>
                <a:latin typeface="Montserrat" pitchFamily="2" charset="77"/>
              </a:rPr>
              <a:t>Choné &amp; Ma (2011)</a:t>
            </a:r>
          </a:p>
        </p:txBody>
      </p:sp>
      <p:sp>
        <p:nvSpPr>
          <p:cNvPr id="5013" name="srcs2">
            <a:extLst>
              <a:ext uri="{FF2B5EF4-FFF2-40B4-BE49-F238E27FC236}">
                <a16:creationId xmlns:a16="http://schemas.microsoft.com/office/drawing/2014/main" id="{5F360FB8-00EC-7910-AE9A-949D3FE5B50D}"/>
              </a:ext>
            </a:extLst>
          </p:cNvPr>
          <p:cNvSpPr/>
          <p:nvPr/>
        </p:nvSpPr>
        <p:spPr>
          <a:xfrm>
            <a:off x="685800" y="25146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Entra em </a:t>
            </a:r>
            <a:r>
              <a:rPr lang="pt-BR" sz="1050" err="1">
                <a:solidFill>
                  <a:srgbClr val="6B6B6B"/>
                </a:solidFill>
                <a:latin typeface="Montserrat" pitchFamily="2" charset="77"/>
              </a:rPr>
              <a:t>c</a:t>
            </a:r>
            <a:r>
              <a:rPr lang="pt-BR" sz="1050">
                <a:solidFill>
                  <a:srgbClr val="6B6B6B"/>
                </a:solidFill>
                <a:latin typeface="Montserrat" pitchFamily="2" charset="77"/>
              </a:rPr>
              <a:t>: esforço, equipe e capital</a:t>
            </a:r>
          </a:p>
        </p:txBody>
      </p:sp>
      <p:sp>
        <p:nvSpPr>
          <p:cNvPr id="5014" name="arrow1">
            <a:extLst>
              <a:ext uri="{FF2B5EF4-FFF2-40B4-BE49-F238E27FC236}">
                <a16:creationId xmlns:a16="http://schemas.microsoft.com/office/drawing/2014/main" id="{8F0900F5-52AB-73F0-B5CE-40A2384CD70A}"/>
              </a:ext>
            </a:extLst>
          </p:cNvPr>
          <p:cNvSpPr/>
          <p:nvPr/>
        </p:nvSpPr>
        <p:spPr>
          <a:xfrm>
            <a:off x="3759200" y="1752600"/>
            <a:ext cx="381000" cy="304800"/>
          </a:xfrm>
          <a:prstGeom prst="rightArrow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5" name="eqcard">
            <a:extLst>
              <a:ext uri="{FF2B5EF4-FFF2-40B4-BE49-F238E27FC236}">
                <a16:creationId xmlns:a16="http://schemas.microsoft.com/office/drawing/2014/main" id="{659379DE-8AE9-227A-E1A1-F4C1DA17E12D}"/>
              </a:ext>
            </a:extLst>
          </p:cNvPr>
          <p:cNvSpPr/>
          <p:nvPr/>
        </p:nvSpPr>
        <p:spPr>
          <a:xfrm>
            <a:off x="4267200" y="1016000"/>
            <a:ext cx="4572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7" name="arrow2">
            <a:extLst>
              <a:ext uri="{FF2B5EF4-FFF2-40B4-BE49-F238E27FC236}">
                <a16:creationId xmlns:a16="http://schemas.microsoft.com/office/drawing/2014/main" id="{FFB86F97-F529-DD98-F97E-C004172F5261}"/>
              </a:ext>
            </a:extLst>
          </p:cNvPr>
          <p:cNvSpPr/>
          <p:nvPr/>
        </p:nvSpPr>
        <p:spPr>
          <a:xfrm>
            <a:off x="8966200" y="1752600"/>
            <a:ext cx="381000" cy="304800"/>
          </a:xfrm>
          <a:prstGeom prst="rightArrow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8" name="outcard">
            <a:extLst>
              <a:ext uri="{FF2B5EF4-FFF2-40B4-BE49-F238E27FC236}">
                <a16:creationId xmlns:a16="http://schemas.microsoft.com/office/drawing/2014/main" id="{1E447FC3-9216-9E99-1499-AEF1F5F87C66}"/>
              </a:ext>
            </a:extLst>
          </p:cNvPr>
          <p:cNvSpPr/>
          <p:nvPr/>
        </p:nvSpPr>
        <p:spPr>
          <a:xfrm>
            <a:off x="9474200" y="1016000"/>
            <a:ext cx="2209800" cy="1778000"/>
          </a:xfrm>
          <a:prstGeom prst="roundRect">
            <a:avLst>
              <a:gd name="adj" fmla="val 5000"/>
            </a:avLst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19" name="outlab">
            <a:extLst>
              <a:ext uri="{FF2B5EF4-FFF2-40B4-BE49-F238E27FC236}">
                <a16:creationId xmlns:a16="http://schemas.microsoft.com/office/drawing/2014/main" id="{6690732F-ABB3-E1B3-F5C4-7C6F97BC77E7}"/>
              </a:ext>
            </a:extLst>
          </p:cNvPr>
          <p:cNvSpPr/>
          <p:nvPr/>
        </p:nvSpPr>
        <p:spPr>
          <a:xfrm>
            <a:off x="9677400" y="1193800"/>
            <a:ext cx="1854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950" b="1" spc="80">
                <a:solidFill>
                  <a:srgbClr val="FFFFFF"/>
                </a:solidFill>
                <a:latin typeface="Montserrat" pitchFamily="2" charset="77"/>
              </a:rPr>
              <a:t>OUTPUT DO MODELO</a:t>
            </a:r>
          </a:p>
        </p:txBody>
      </p:sp>
      <p:sp>
        <p:nvSpPr>
          <p:cNvPr id="5020" name="outbig">
            <a:extLst>
              <a:ext uri="{FF2B5EF4-FFF2-40B4-BE49-F238E27FC236}">
                <a16:creationId xmlns:a16="http://schemas.microsoft.com/office/drawing/2014/main" id="{4930ABEB-6CA7-6419-72A3-A40E80179E7C}"/>
              </a:ext>
            </a:extLst>
          </p:cNvPr>
          <p:cNvSpPr/>
          <p:nvPr/>
        </p:nvSpPr>
        <p:spPr>
          <a:xfrm>
            <a:off x="9677400" y="14986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Montserrat" pitchFamily="2" charset="77"/>
              </a:rPr>
              <a:t>A localidade de maior valor é a escolhida</a:t>
            </a:r>
          </a:p>
        </p:txBody>
      </p:sp>
      <p:sp>
        <p:nvSpPr>
          <p:cNvPr id="5021" name="outsub">
            <a:extLst>
              <a:ext uri="{FF2B5EF4-FFF2-40B4-BE49-F238E27FC236}">
                <a16:creationId xmlns:a16="http://schemas.microsoft.com/office/drawing/2014/main" id="{C016D9B7-FE89-86CD-9DD2-76AEC945F62B}"/>
              </a:ext>
            </a:extLst>
          </p:cNvPr>
          <p:cNvSpPr/>
          <p:nvPr/>
        </p:nvSpPr>
        <p:spPr>
          <a:xfrm>
            <a:off x="9677400" y="2311400"/>
            <a:ext cx="1854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000">
                <a:solidFill>
                  <a:srgbClr val="E7F1EA"/>
                </a:solidFill>
                <a:latin typeface="Montserrat" pitchFamily="2" charset="77"/>
              </a:rPr>
              <a:t>Na margem observada a vaga é preenchida</a:t>
            </a:r>
          </a:p>
        </p:txBody>
      </p:sp>
      <p:sp>
        <p:nvSpPr>
          <p:cNvPr id="5022" name="hB">
            <a:extLst>
              <a:ext uri="{FF2B5EF4-FFF2-40B4-BE49-F238E27FC236}">
                <a16:creationId xmlns:a16="http://schemas.microsoft.com/office/drawing/2014/main" id="{1DD73516-C5C1-729A-14B5-59219E87EF2F}"/>
              </a:ext>
            </a:extLst>
          </p:cNvPr>
          <p:cNvSpPr/>
          <p:nvPr/>
        </p:nvSpPr>
        <p:spPr>
          <a:xfrm>
            <a:off x="508000" y="3048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1200" b="1" spc="80">
                <a:solidFill>
                  <a:srgbClr val="056429"/>
                </a:solidFill>
                <a:latin typeface="Montserrat" pitchFamily="2" charset="77"/>
              </a:rPr>
              <a:t>COMO CADA VARIÁVEL MEXE NO OUTPUT</a:t>
            </a:r>
          </a:p>
        </p:txBody>
      </p:sp>
      <p:sp>
        <p:nvSpPr>
          <p:cNvPr id="5023" name="ruleB">
            <a:extLst>
              <a:ext uri="{FF2B5EF4-FFF2-40B4-BE49-F238E27FC236}">
                <a16:creationId xmlns:a16="http://schemas.microsoft.com/office/drawing/2014/main" id="{33C5750E-6950-5264-12CB-B9F93657DE97}"/>
              </a:ext>
            </a:extLst>
          </p:cNvPr>
          <p:cNvSpPr/>
          <p:nvPr/>
        </p:nvSpPr>
        <p:spPr>
          <a:xfrm>
            <a:off x="508000" y="3327400"/>
            <a:ext cx="11176000" cy="25400"/>
          </a:xfrm>
          <a:prstGeom prst="rect">
            <a:avLst/>
          </a:prstGeom>
          <a:solidFill>
            <a:srgbClr val="C9DED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24" name="dc0">
            <a:extLst>
              <a:ext uri="{FF2B5EF4-FFF2-40B4-BE49-F238E27FC236}">
                <a16:creationId xmlns:a16="http://schemas.microsoft.com/office/drawing/2014/main" id="{209F00A9-D3A9-4DF9-4B1D-052D148AE8F9}"/>
              </a:ext>
            </a:extLst>
          </p:cNvPr>
          <p:cNvSpPr/>
          <p:nvPr/>
        </p:nvSpPr>
        <p:spPr>
          <a:xfrm>
            <a:off x="5080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25" name="dtag0">
            <a:extLst>
              <a:ext uri="{FF2B5EF4-FFF2-40B4-BE49-F238E27FC236}">
                <a16:creationId xmlns:a16="http://schemas.microsoft.com/office/drawing/2014/main" id="{7F179346-8F39-0165-2C06-B8C529E0DECD}"/>
              </a:ext>
            </a:extLst>
          </p:cNvPr>
          <p:cNvSpPr/>
          <p:nvPr/>
        </p:nvSpPr>
        <p:spPr>
          <a:xfrm>
            <a:off x="2457657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A4F09A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056429"/>
                </a:solidFill>
                <a:latin typeface="Montserrat" pitchFamily="2" charset="77"/>
              </a:rPr>
              <a:t>ELEVA</a:t>
            </a:r>
          </a:p>
        </p:txBody>
      </p:sp>
      <p:sp>
        <p:nvSpPr>
          <p:cNvPr id="5026" name="deq0">
            <a:extLst>
              <a:ext uri="{FF2B5EF4-FFF2-40B4-BE49-F238E27FC236}">
                <a16:creationId xmlns:a16="http://schemas.microsoft.com/office/drawing/2014/main" id="{45CE4BCA-CF29-3D89-BFBB-8FFF114E0740}"/>
              </a:ext>
            </a:extLst>
          </p:cNvPr>
          <p:cNvSpPr/>
          <p:nvPr/>
        </p:nvSpPr>
        <p:spPr>
          <a:xfrm>
            <a:off x="1359030" y="4078232"/>
            <a:ext cx="1856436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 U / ∂E(</a:t>
            </a:r>
            <a:r>
              <a:rPr lang="pt-BR" sz="1250" b="1" i="1" err="1">
                <a:solidFill>
                  <a:srgbClr val="114719"/>
                </a:solidFill>
                <a:latin typeface="Montserrat"/>
              </a:rPr>
              <a:t>w</a:t>
            </a:r>
            <a:r>
              <a:rPr lang="pt-BR" sz="1250" b="1" i="1" baseline="-25000" err="1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) = 1/p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&gt; 0</a:t>
            </a:r>
          </a:p>
        </p:txBody>
      </p:sp>
      <p:sp>
        <p:nvSpPr>
          <p:cNvPr id="5027" name="dtxt0">
            <a:extLst>
              <a:ext uri="{FF2B5EF4-FFF2-40B4-BE49-F238E27FC236}">
                <a16:creationId xmlns:a16="http://schemas.microsoft.com/office/drawing/2014/main" id="{42716D19-4018-DC31-D3B0-8BF27C58C2B4}"/>
              </a:ext>
            </a:extLst>
          </p:cNvPr>
          <p:cNvSpPr/>
          <p:nvPr/>
        </p:nvSpPr>
        <p:spPr>
          <a:xfrm>
            <a:off x="6858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Salário esperado maior eleva o valor, e rende mais onde os preços são baixos.</a:t>
            </a:r>
          </a:p>
        </p:txBody>
      </p:sp>
      <p:sp>
        <p:nvSpPr>
          <p:cNvPr id="5029" name="dc1">
            <a:extLst>
              <a:ext uri="{FF2B5EF4-FFF2-40B4-BE49-F238E27FC236}">
                <a16:creationId xmlns:a16="http://schemas.microsoft.com/office/drawing/2014/main" id="{37499684-94A0-995B-1233-4648F98ACFB1}"/>
              </a:ext>
            </a:extLst>
          </p:cNvPr>
          <p:cNvSpPr/>
          <p:nvPr/>
        </p:nvSpPr>
        <p:spPr>
          <a:xfrm>
            <a:off x="43053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30" name="dtag1">
            <a:extLst>
              <a:ext uri="{FF2B5EF4-FFF2-40B4-BE49-F238E27FC236}">
                <a16:creationId xmlns:a16="http://schemas.microsoft.com/office/drawing/2014/main" id="{6696F762-58F0-8484-4304-AC5802ACB5B3}"/>
              </a:ext>
            </a:extLst>
          </p:cNvPr>
          <p:cNvSpPr/>
          <p:nvPr/>
        </p:nvSpPr>
        <p:spPr>
          <a:xfrm>
            <a:off x="6307847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3A3A3A"/>
                </a:solidFill>
                <a:latin typeface="Montserrat" pitchFamily="2" charset="77"/>
              </a:rPr>
              <a:t>REDUZ</a:t>
            </a:r>
          </a:p>
        </p:txBody>
      </p:sp>
      <p:sp>
        <p:nvSpPr>
          <p:cNvPr id="5031" name="deq1">
            <a:extLst>
              <a:ext uri="{FF2B5EF4-FFF2-40B4-BE49-F238E27FC236}">
                <a16:creationId xmlns:a16="http://schemas.microsoft.com/office/drawing/2014/main" id="{B7DC0DB4-46E3-9AD5-66EA-9003FB8DDA3B}"/>
              </a:ext>
            </a:extLst>
          </p:cNvPr>
          <p:cNvSpPr/>
          <p:nvPr/>
        </p:nvSpPr>
        <p:spPr>
          <a:xfrm>
            <a:off x="5075943" y="4088280"/>
            <a:ext cx="209857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  <a:spcBef>
                <a:spcPct val="0"/>
              </a:spcBef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 U / ∂p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= E(w) / p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 baseline="30000">
                <a:solidFill>
                  <a:srgbClr val="114719"/>
                </a:solidFill>
                <a:latin typeface="Montserrat"/>
              </a:rPr>
              <a:t>2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&lt; 0</a:t>
            </a:r>
            <a:endParaRPr lang="en-US"/>
          </a:p>
        </p:txBody>
      </p:sp>
      <p:sp>
        <p:nvSpPr>
          <p:cNvPr id="5032" name="dtxt1">
            <a:extLst>
              <a:ext uri="{FF2B5EF4-FFF2-40B4-BE49-F238E27FC236}">
                <a16:creationId xmlns:a16="http://schemas.microsoft.com/office/drawing/2014/main" id="{59D02858-653B-4968-B7ED-F324A238C415}"/>
              </a:ext>
            </a:extLst>
          </p:cNvPr>
          <p:cNvSpPr/>
          <p:nvPr/>
        </p:nvSpPr>
        <p:spPr>
          <a:xfrm>
            <a:off x="44831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Preço local alto derruba o valor, e corrói o salário.</a:t>
            </a:r>
          </a:p>
        </p:txBody>
      </p:sp>
      <p:sp>
        <p:nvSpPr>
          <p:cNvPr id="5034" name="dc2">
            <a:extLst>
              <a:ext uri="{FF2B5EF4-FFF2-40B4-BE49-F238E27FC236}">
                <a16:creationId xmlns:a16="http://schemas.microsoft.com/office/drawing/2014/main" id="{211F67F0-6D52-6D31-33AF-FA1D7A3F6E4E}"/>
              </a:ext>
            </a:extLst>
          </p:cNvPr>
          <p:cNvSpPr/>
          <p:nvPr/>
        </p:nvSpPr>
        <p:spPr>
          <a:xfrm>
            <a:off x="8102600" y="3505200"/>
            <a:ext cx="3581400" cy="165100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35" name="dtag2">
            <a:extLst>
              <a:ext uri="{FF2B5EF4-FFF2-40B4-BE49-F238E27FC236}">
                <a16:creationId xmlns:a16="http://schemas.microsoft.com/office/drawing/2014/main" id="{2BCFCDC3-DF43-4B66-33E8-75B2F2ED3F23}"/>
              </a:ext>
            </a:extLst>
          </p:cNvPr>
          <p:cNvSpPr/>
          <p:nvPr/>
        </p:nvSpPr>
        <p:spPr>
          <a:xfrm>
            <a:off x="10178281" y="3632200"/>
            <a:ext cx="787400" cy="228600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00" b="1" spc="60">
                <a:solidFill>
                  <a:srgbClr val="3A3A3A"/>
                </a:solidFill>
                <a:latin typeface="Montserrat" pitchFamily="2" charset="77"/>
              </a:rPr>
              <a:t>REDUZ</a:t>
            </a:r>
          </a:p>
        </p:txBody>
      </p:sp>
      <p:sp>
        <p:nvSpPr>
          <p:cNvPr id="5036" name="deq2">
            <a:extLst>
              <a:ext uri="{FF2B5EF4-FFF2-40B4-BE49-F238E27FC236}">
                <a16:creationId xmlns:a16="http://schemas.microsoft.com/office/drawing/2014/main" id="{B2A314D3-EA5C-878D-0D75-DB2FFC99CDA0}"/>
              </a:ext>
            </a:extLst>
          </p:cNvPr>
          <p:cNvSpPr/>
          <p:nvPr/>
        </p:nvSpPr>
        <p:spPr>
          <a:xfrm>
            <a:off x="9234987" y="4098328"/>
            <a:ext cx="1193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50" b="1" i="1">
                <a:solidFill>
                  <a:srgbClr val="114719"/>
                </a:solidFill>
                <a:latin typeface="Montserrat"/>
              </a:rPr>
              <a:t>∂U / ∂</a:t>
            </a:r>
            <a:r>
              <a:rPr lang="pt-BR" sz="1250" b="1" i="1" err="1">
                <a:solidFill>
                  <a:srgbClr val="114719"/>
                </a:solidFill>
                <a:latin typeface="Montserrat"/>
              </a:rPr>
              <a:t>c</a:t>
            </a:r>
            <a:r>
              <a:rPr lang="pt-BR" sz="1250" b="1" i="1" baseline="-25000" err="1">
                <a:solidFill>
                  <a:srgbClr val="114719"/>
                </a:solidFill>
                <a:latin typeface="Montserrat"/>
              </a:rPr>
              <a:t>it</a:t>
            </a:r>
            <a:r>
              <a:rPr lang="pt-BR" sz="1250" b="1" i="1" baseline="-25000">
                <a:solidFill>
                  <a:srgbClr val="114719"/>
                </a:solidFill>
                <a:latin typeface="Montserrat"/>
              </a:rPr>
              <a:t>(s)</a:t>
            </a:r>
            <a:r>
              <a:rPr lang="pt-BR" sz="1250" b="1" i="1">
                <a:solidFill>
                  <a:srgbClr val="114719"/>
                </a:solidFill>
                <a:latin typeface="Montserrat"/>
              </a:rPr>
              <a:t> = − 1</a:t>
            </a:r>
          </a:p>
        </p:txBody>
      </p:sp>
      <p:sp>
        <p:nvSpPr>
          <p:cNvPr id="5037" name="dtxt2">
            <a:extLst>
              <a:ext uri="{FF2B5EF4-FFF2-40B4-BE49-F238E27FC236}">
                <a16:creationId xmlns:a16="http://schemas.microsoft.com/office/drawing/2014/main" id="{6DFFFA1B-E566-5FDB-6BBA-489079ECBAD6}"/>
              </a:ext>
            </a:extLst>
          </p:cNvPr>
          <p:cNvSpPr/>
          <p:nvPr/>
        </p:nvSpPr>
        <p:spPr>
          <a:xfrm>
            <a:off x="8280400" y="4510032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just">
              <a:lnSpc>
                <a:spcPct val="104000"/>
              </a:lnSpc>
              <a:buNone/>
            </a:pPr>
            <a:r>
              <a:rPr lang="pt-BR" sz="1200">
                <a:solidFill>
                  <a:srgbClr val="3A3A3A"/>
                </a:solidFill>
                <a:latin typeface="Montserrat" pitchFamily="2" charset="77"/>
              </a:rPr>
              <a:t>O custo entra um-para-um: cada real de custo anula um real de salário real.</a:t>
            </a:r>
          </a:p>
        </p:txBody>
      </p:sp>
      <p:sp>
        <p:nvSpPr>
          <p:cNvPr id="5044" name="botbox">
            <a:extLst>
              <a:ext uri="{FF2B5EF4-FFF2-40B4-BE49-F238E27FC236}">
                <a16:creationId xmlns:a16="http://schemas.microsoft.com/office/drawing/2014/main" id="{2D2CFE27-3EDD-0231-DE99-56A78B9018CF}"/>
              </a:ext>
            </a:extLst>
          </p:cNvPr>
          <p:cNvSpPr/>
          <p:nvPr/>
        </p:nvSpPr>
        <p:spPr>
          <a:xfrm>
            <a:off x="508000" y="5419440"/>
            <a:ext cx="11176000" cy="660400"/>
          </a:xfrm>
          <a:prstGeom prst="roundRect">
            <a:avLst>
              <a:gd name="adj" fmla="val 12000"/>
            </a:avLst>
          </a:prstGeom>
          <a:solidFill>
            <a:srgbClr val="E7F1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45" name="botbar">
            <a:extLst>
              <a:ext uri="{FF2B5EF4-FFF2-40B4-BE49-F238E27FC236}">
                <a16:creationId xmlns:a16="http://schemas.microsoft.com/office/drawing/2014/main" id="{08F6C7EB-83E0-EAB0-7E39-E935F6A0991D}"/>
              </a:ext>
            </a:extLst>
          </p:cNvPr>
          <p:cNvSpPr/>
          <p:nvPr/>
        </p:nvSpPr>
        <p:spPr>
          <a:xfrm>
            <a:off x="508000" y="5495640"/>
            <a:ext cx="63500" cy="508000"/>
          </a:xfrm>
          <a:prstGeom prst="rect">
            <a:avLst/>
          </a:prstGeom>
          <a:solidFill>
            <a:srgbClr val="05642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046" name="bottxt">
            <a:extLst>
              <a:ext uri="{FF2B5EF4-FFF2-40B4-BE49-F238E27FC236}">
                <a16:creationId xmlns:a16="http://schemas.microsoft.com/office/drawing/2014/main" id="{568B6CCF-B5FD-7D49-BA4E-9931AF8AB7D5}"/>
              </a:ext>
            </a:extLst>
          </p:cNvPr>
          <p:cNvSpPr/>
          <p:nvPr/>
        </p:nvSpPr>
        <p:spPr>
          <a:xfrm>
            <a:off x="787400" y="554644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300" b="1">
                <a:solidFill>
                  <a:srgbClr val="056429"/>
                </a:solidFill>
                <a:latin typeface="Montserrat"/>
              </a:rPr>
              <a:t>A política mexe em uma variável só:  </a:t>
            </a:r>
            <a:r>
              <a:rPr lang="pt-BR" sz="1300" b="1">
                <a:solidFill>
                  <a:srgbClr val="3A3A3A"/>
                </a:solidFill>
                <a:latin typeface="Montserrat"/>
              </a:rPr>
              <a:t>eleva E(</a:t>
            </a:r>
            <a:r>
              <a:rPr lang="pt-BR" sz="1300" b="1" err="1">
                <a:solidFill>
                  <a:srgbClr val="3A3A3A"/>
                </a:solidFill>
                <a:latin typeface="Montserrat"/>
              </a:rPr>
              <a:t>w</a:t>
            </a:r>
            <a:r>
              <a:rPr lang="pt-BR" sz="1300" b="1" err="1">
                <a:solidFill>
                  <a:srgbClr val="3A3A3A"/>
                </a:solidFill>
                <a:latin typeface="Montserrat"/>
                <a:ea typeface="+mn-lt"/>
                <a:cs typeface="+mn-lt"/>
              </a:rPr>
              <a:t>|B</a:t>
            </a:r>
            <a:r>
              <a:rPr lang="pt-BR" sz="1300" b="1">
                <a:solidFill>
                  <a:srgbClr val="3A3A3A"/>
                </a:solidFill>
                <a:latin typeface="Montserrat"/>
              </a:rPr>
              <a:t>) pela bolsa (B)</a:t>
            </a:r>
            <a:r>
              <a:rPr lang="pt-BR" sz="1300">
                <a:solidFill>
                  <a:srgbClr val="3A3A3A"/>
                </a:solidFill>
                <a:latin typeface="Montserrat"/>
              </a:rPr>
              <a:t>.  Preços e custo do lugar continuam contra, e é a soma dos três que decide se a vaga é preenchida.</a:t>
            </a:r>
          </a:p>
        </p:txBody>
      </p:sp>
      <p:sp>
        <p:nvSpPr>
          <p:cNvPr id="6001" name="dvar0">
            <a:extLst>
              <a:ext uri="{FF2B5EF4-FFF2-40B4-BE49-F238E27FC236}">
                <a16:creationId xmlns:a16="http://schemas.microsoft.com/office/drawing/2014/main" id="{46428D43-80F3-B7B5-F379-F76B1376ED81}"/>
              </a:ext>
            </a:extLst>
          </p:cNvPr>
          <p:cNvSpPr/>
          <p:nvPr/>
        </p:nvSpPr>
        <p:spPr>
          <a:xfrm>
            <a:off x="1238457" y="3632200"/>
            <a:ext cx="11176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Salário : E(</a:t>
            </a:r>
            <a:r>
              <a:rPr lang="pt-BR" sz="1050" b="1" i="1" err="1">
                <a:solidFill>
                  <a:srgbClr val="114719"/>
                </a:solidFill>
                <a:latin typeface="Montserrat" pitchFamily="2" charset="77"/>
              </a:rPr>
              <a:t>w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)</a:t>
            </a:r>
          </a:p>
        </p:txBody>
      </p:sp>
      <p:sp>
        <p:nvSpPr>
          <p:cNvPr id="6002" name="dvar1">
            <a:extLst>
              <a:ext uri="{FF2B5EF4-FFF2-40B4-BE49-F238E27FC236}">
                <a16:creationId xmlns:a16="http://schemas.microsoft.com/office/drawing/2014/main" id="{F9360ACC-65BB-8895-403F-5006A43BD3DC}"/>
              </a:ext>
            </a:extLst>
          </p:cNvPr>
          <p:cNvSpPr/>
          <p:nvPr/>
        </p:nvSpPr>
        <p:spPr>
          <a:xfrm>
            <a:off x="5075947" y="3632200"/>
            <a:ext cx="11303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Custo local : p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it</a:t>
            </a:r>
          </a:p>
        </p:txBody>
      </p:sp>
      <p:sp>
        <p:nvSpPr>
          <p:cNvPr id="6003" name="dvar2">
            <a:extLst>
              <a:ext uri="{FF2B5EF4-FFF2-40B4-BE49-F238E27FC236}">
                <a16:creationId xmlns:a16="http://schemas.microsoft.com/office/drawing/2014/main" id="{19FFFCA5-4CF9-082C-D72C-E99144DE940E}"/>
              </a:ext>
            </a:extLst>
          </p:cNvPr>
          <p:cNvSpPr/>
          <p:nvPr/>
        </p:nvSpPr>
        <p:spPr>
          <a:xfrm>
            <a:off x="8692381" y="3632200"/>
            <a:ext cx="1384300" cy="228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1050" b="1" i="1">
                <a:solidFill>
                  <a:srgbClr val="114719"/>
                </a:solidFill>
                <a:latin typeface="Montserrat" pitchFamily="2" charset="77"/>
              </a:rPr>
              <a:t>Custo laboral : </a:t>
            </a:r>
            <a:r>
              <a:rPr lang="pt-BR" sz="1050" b="1" i="1" err="1">
                <a:solidFill>
                  <a:srgbClr val="114719"/>
                </a:solidFill>
                <a:latin typeface="Montserrat" pitchFamily="2" charset="77"/>
              </a:rPr>
              <a:t>c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it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(</a:t>
            </a:r>
            <a:r>
              <a:rPr lang="pt-BR" sz="1050" b="1" i="1" baseline="-25000" err="1">
                <a:solidFill>
                  <a:srgbClr val="114719"/>
                </a:solidFill>
                <a:latin typeface="Montserrat" pitchFamily="2" charset="77"/>
              </a:rPr>
              <a:t>s</a:t>
            </a:r>
            <a:r>
              <a:rPr lang="pt-BR" sz="1050" b="1" i="1" baseline="-25000">
                <a:solidFill>
                  <a:srgbClr val="114719"/>
                </a:solidFill>
                <a:latin typeface="Montserrat" pitchFamily="2" charset="77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2DB79-C1FA-C4B4-B3AD-9D3E9749C0F7}"/>
                  </a:ext>
                </a:extLst>
              </p:cNvPr>
              <p:cNvSpPr txBox="1"/>
              <p:nvPr/>
            </p:nvSpPr>
            <p:spPr>
              <a:xfrm>
                <a:off x="4457700" y="1413327"/>
                <a:ext cx="4191000" cy="8195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𝜹</m:t>
                                  </m:r>
                                </m:e>
                                <m:sup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𝔼</m:t>
                                      </m:r>
                                      <m:d>
                                        <m:d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𝒊𝒕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0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𝒔</m:t>
                                                  </m:r>
                                                </m:e>
                                              </m:d>
                                            </m:sub>
                                          </m:sSub>
                                          <m:r>
                                            <a:rPr lang="pt-BR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pt-BR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𝑩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𝒊𝒕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GB" sz="2000" b="1" i="1">
                                          <a:latin typeface="Cambria Math" panose="02040503050406030204" pitchFamily="18" charset="0"/>
                                        </a:rPr>
                                        <m:t>𝒊𝒕</m:t>
                                      </m:r>
                                      <m:d>
                                        <m:dPr>
                                          <m:ctrlP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000" b="1" i="1">
                                              <a:latin typeface="Cambria Math" panose="02040503050406030204" pitchFamily="18" charset="0"/>
                                            </a:rPr>
                                            <m:t>𝒔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000" b="1" i="1">
                  <a:latin typeface="Montserrat" pitchFamily="2" charset="77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2DB79-C1FA-C4B4-B3AD-9D3E9749C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1413327"/>
                <a:ext cx="4191000" cy="819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5AD1CDB-BB31-41E7-2772-2EE8DD62522C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15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9" name="Retângulo 4">
            <a:extLst>
              <a:ext uri="{FF2B5EF4-FFF2-40B4-BE49-F238E27FC236}">
                <a16:creationId xmlns:a16="http://schemas.microsoft.com/office/drawing/2014/main" id="{51CC6AF6-CC7C-E95C-FF49-A048B20ED600}"/>
              </a:ext>
            </a:extLst>
          </p:cNvPr>
          <p:cNvSpPr/>
          <p:nvPr/>
        </p:nvSpPr>
        <p:spPr>
          <a:xfrm>
            <a:off x="-1389203" y="638460"/>
            <a:ext cx="15621000" cy="6468360"/>
          </a:xfrm>
          <a:prstGeom prst="rect">
            <a:avLst/>
          </a:prstGeom>
          <a:solidFill>
            <a:srgbClr val="9A9D9C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5A04FE-F0EA-21A7-3BB4-511C26E46D50}"/>
              </a:ext>
            </a:extLst>
          </p:cNvPr>
          <p:cNvGrpSpPr/>
          <p:nvPr/>
        </p:nvGrpSpPr>
        <p:grpSpPr>
          <a:xfrm>
            <a:off x="0" y="2628682"/>
            <a:ext cx="12192000" cy="1884192"/>
            <a:chOff x="0" y="2628682"/>
            <a:chExt cx="12192000" cy="18841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7BB95C-D9D8-8E88-3D0F-6CE60DC7D494}"/>
                </a:ext>
              </a:extLst>
            </p:cNvPr>
            <p:cNvSpPr/>
            <p:nvPr/>
          </p:nvSpPr>
          <p:spPr>
            <a:xfrm rot="16200000">
              <a:off x="5153904" y="-2525222"/>
              <a:ext cx="1884192" cy="12192000"/>
            </a:xfrm>
            <a:prstGeom prst="rect">
              <a:avLst/>
            </a:prstGeom>
            <a:gradFill>
              <a:gsLst>
                <a:gs pos="100000">
                  <a:srgbClr val="8AD594"/>
                </a:gs>
                <a:gs pos="70000">
                  <a:srgbClr val="1D4D24"/>
                </a:gs>
                <a:gs pos="39000">
                  <a:srgbClr val="13341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CaixaDeTexto 3">
              <a:extLst>
                <a:ext uri="{FF2B5EF4-FFF2-40B4-BE49-F238E27FC236}">
                  <a16:creationId xmlns:a16="http://schemas.microsoft.com/office/drawing/2014/main" id="{19A25D04-D9EE-81B9-8AB1-7C297A98BCAE}"/>
                </a:ext>
              </a:extLst>
            </p:cNvPr>
            <p:cNvSpPr txBox="1"/>
            <p:nvPr/>
          </p:nvSpPr>
          <p:spPr>
            <a:xfrm>
              <a:off x="180517" y="3386111"/>
              <a:ext cx="11830965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A6DC634-30E4-A735-D09E-C7BADD91E17A}"/>
              </a:ext>
            </a:extLst>
          </p:cNvPr>
          <p:cNvSpPr txBox="1"/>
          <p:nvPr/>
        </p:nvSpPr>
        <p:spPr>
          <a:xfrm>
            <a:off x="869442" y="2796219"/>
            <a:ext cx="104584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err="1">
                <a:solidFill>
                  <a:schemeClr val="bg1"/>
                </a:solidFill>
                <a:latin typeface="Montserrat"/>
              </a:rPr>
              <a:t>Municípios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com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maior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remuneração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 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oferecida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 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pelo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PMM-E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têm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maior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</a:t>
            </a:r>
            <a:r>
              <a:rPr lang="en-US" sz="3200" err="1">
                <a:solidFill>
                  <a:schemeClr val="bg1"/>
                </a:solidFill>
                <a:latin typeface="Montserrat"/>
              </a:rPr>
              <a:t>probabilidade</a:t>
            </a:r>
            <a:r>
              <a:rPr lang="en-US" sz="3200">
                <a:solidFill>
                  <a:schemeClr val="bg1"/>
                </a:solidFill>
                <a:latin typeface="Montserrat"/>
              </a:rPr>
              <a:t> de 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preenchimento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 de </a:t>
            </a:r>
            <a:r>
              <a:rPr lang="en-US" sz="3200" b="1" err="1">
                <a:solidFill>
                  <a:schemeClr val="bg1"/>
                </a:solidFill>
                <a:latin typeface="Montserrat"/>
              </a:rPr>
              <a:t>vagas</a:t>
            </a:r>
            <a:r>
              <a:rPr lang="en-US" sz="3200" b="1">
                <a:solidFill>
                  <a:schemeClr val="bg1"/>
                </a:solidFill>
                <a:latin typeface="Montserrat"/>
              </a:rPr>
              <a:t>.</a:t>
            </a:r>
            <a:endParaRPr lang="en-US" sz="3200" b="1">
              <a:solidFill>
                <a:schemeClr val="bg1"/>
              </a:solidFill>
              <a:latin typeface="Montserrat"/>
              <a:ea typeface="Calibri"/>
              <a:cs typeface="Calibri"/>
            </a:endParaRPr>
          </a:p>
        </p:txBody>
      </p:sp>
      <p:sp>
        <p:nvSpPr>
          <p:cNvPr id="7" name="CaixaDeTexto 4">
            <a:extLst>
              <a:ext uri="{FF2B5EF4-FFF2-40B4-BE49-F238E27FC236}">
                <a16:creationId xmlns:a16="http://schemas.microsoft.com/office/drawing/2014/main" id="{026DA21C-120B-188D-C42C-2AD1C054C18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Literatura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Hipótese</a:t>
            </a:r>
            <a:r>
              <a:rPr lang="pt-BR" sz="1000">
                <a:latin typeface="Montserrat" panose="00000500000000000000" pitchFamily="2" charset="0"/>
              </a:rPr>
              <a:t>  |  Base de Dados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2749314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6AEB-1C59-DF0E-91C3-F67D8F8E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E4E75-2A95-EABA-8DF1-ABAD222CA9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33057-6850-DCFF-A691-A66A805580A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C4FA-0789-2900-7CAC-4BC7ABC416D7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3BC21E-B073-82F3-4768-5F0A8DBBEDF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524D9-EF22-499F-E1F5-658015E5CB36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69B9E19-0C59-9573-3274-7B6F82D020D2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57392-372E-1F1F-454D-E855E0506DF1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7AF07-1C1B-B09F-0B57-58F8158843C1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1C8AAB-15A2-2A6C-BE17-BD2BAB0E7EF7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50C0DF-B962-B0F7-BBE9-0530E1315E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111CF3D-EE9D-D6B3-7909-3109CE09BA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2510825-6692-3ED1-966A-2577EA955B54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79D2B1F6-BB89-110B-D0DA-5A81A57411BC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54A0F2-DB4F-7634-1749-47E485C2B730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751C40-2085-4D4B-F12A-8203E12FC5AC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A1B9921-9E98-21DE-5C38-50B25C817F4C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FD3AB2-AE38-43A1-A66D-2AE4E63BB296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48D909D8-6F94-3FFC-6F7A-E8B1F98FB3CC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5EE1F6-C564-E905-F7A4-AE6F3875FF0A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3D25D192-08B2-962E-4967-51AFF70D43E5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12410C2E-F3A4-E7FB-F1EC-980292639224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0B63262F-CA28-33FE-6865-D88A873E8512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917C9B66-92E7-BF4B-592B-C0A4BCCFB37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610E63FC-A90E-B66A-EBA0-77C6304F6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82274C7-79F6-585D-D427-136CE2D33D1E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FFFDCA74-A98E-A258-0486-800B1DD365E3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FA3A8F8E-BEB5-E949-9ABC-9B9E09996FF3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42FCEAC4-0564-8859-6B90-4911485BD249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8B88F6AF-5174-807F-F8A7-DBA02A930C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3DE563CA-BEE5-8A6A-2C01-BBAB28A4E0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FB3811-EBA6-397E-6A23-74751DCB4E2A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4C7662D4-FFCA-1399-9DA3-C140DA25BB01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D3F5AAE3-33E0-70FD-E3C7-924AC39F221D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F598BBDC-5740-3703-8676-18B3BC74C3AC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2C169D3D-38B5-3467-428E-C537D2537F21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A7F530FB-AA1A-A7D7-E24B-EDD4C889C3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3C1B1C6-0618-8C9A-A60D-126BF5D9F258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808DE1A8-8968-F829-C9FB-4B93D68B7743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F2186FE8-5589-58A8-6BB2-C87CA373564F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23978CC4-FC82-2352-5498-3D451093779C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7450B603-9A94-7027-C504-A6ABCC799C8F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F2434365-F371-96A8-0505-2A549E4743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EBFBA64-0AA4-AC04-EDC1-84C73FE71FF6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1E6C7032-200D-03BD-323F-5F5398206A8A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A77F7FC6-3FE2-6171-4843-8245C2AF4020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B487ACF8-45D6-9368-EE15-DDF287C165A0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9D18CCA8-A188-A35A-7AB2-CC76AF48B6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A562E1CF-ABEE-6080-F31F-1F53253ACE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5BA6D45-72AD-F8E7-454F-6356D853ED65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D02E914B-C3C0-C77A-EC81-41472F414F8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A7701997-8983-6EC5-C638-02DFB8BFE49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013D9E8A-02DD-AF86-CC10-26C4640B2AE4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8D2AA130-3235-1386-6AE3-57B328C735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90DED9CF-61A1-FB3D-4AA3-EFD0E992E6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879A97C-D4F0-5667-51A9-0FD65A861FC8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A330DAB1-7F60-D444-B524-886F2A43004C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CD58E439-39E7-2BF6-C7F8-24900D719109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5B9F92FD-DD7B-CF6F-2225-829650192043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F8CEA567-588C-8B5D-9A35-59487C338A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18843C3C-5C93-E155-B32D-C157EDCDEA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7236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0872E-753C-35DC-AE4F-20CD5A4A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844615F-04D0-170D-E78C-995B7315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BE6AB6-39B7-D1A0-7BF6-643D1FF4E4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X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CaixaDeTexto 4">
            <a:extLst>
              <a:ext uri="{FF2B5EF4-FFF2-40B4-BE49-F238E27FC236}">
                <a16:creationId xmlns:a16="http://schemas.microsoft.com/office/drawing/2014/main" id="{840D43C2-CB3B-98F4-7818-74778B3B2C18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Literatura  |  Hipótese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Base de Dados</a:t>
            </a:r>
            <a:r>
              <a:rPr lang="pt-BR" sz="1000">
                <a:latin typeface="Montserrat" panose="00000500000000000000" pitchFamily="2" charset="0"/>
              </a:rPr>
              <a:t>  |  Metodologia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1839345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0882C-733F-019D-F3E1-65F76086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2A225-F89B-B067-D9F3-D475FCF1BB5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04F6B-2BB3-EBA3-4CF3-0E8F47ADA58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E971-86CA-D480-5315-42E2BF9D2FA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519388-8C4E-9C35-6235-5FE51E20FCA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4EA5F-FBC1-6529-3426-AB8C0F0B9600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B69BB17-55F6-E65C-8A36-4F7995A525E9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982F4-170A-C1F5-0919-3E6D84A43FB7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AA4DD-F3E6-43A8-CAF0-91E1207792DE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76DCB-3595-B634-97C9-CDD0FF9E2214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5508171-59B0-F58B-27AC-4C03B67F36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FD4CAB-8F12-07E9-513F-C865E17A6C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07A211E-1EF2-64C3-65A2-A871D133EDA7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EF1FA326-974F-4A01-E9C9-09158D42D27C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CEF150-8EAE-4A1B-B065-5D885D057CA3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EA4624-BE91-38E5-430F-98664C31C2D2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BDA438-1814-2F43-0755-761AA34D2B3B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B2D477-8BA0-C906-B7E9-1BBDF6DDC235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D13FD12F-100E-A422-C52C-F8873FFB187C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CE74085-1E5A-B916-47F4-EF4D44BDECEF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2D670672-70B1-6A37-7A31-A4F8D539BE7C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DD13785D-BCE6-7C3B-3F7E-67CC26BEEF2C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9799A3C2-9F5F-460D-BC1D-69401EB74BFE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A816C51A-383D-2CA1-9E9A-A4D738F1BFF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DEE86144-E928-AFEB-458B-3B82C98D3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700C1EB-4671-B873-1153-F0694D3C8B46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E7314E97-342A-A72D-972F-EF1A665CF797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250BF801-1D39-35CA-E788-8C30D1E703EF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33D5580E-460E-416B-4532-AE45CB814992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D7A0090B-8903-AD54-EE35-96AA7B8022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C460E473-B330-4A71-5511-F07BD2B2A2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AD1FF96-FAC6-67E4-FF16-6DE0024FFEDF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05013EC8-FD34-7889-0A29-2846EF804204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8303C3C7-1226-6F28-6586-8ECAC2544D68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E9011C87-4360-29E5-B27D-405438BCA04D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C4E528A3-EE28-5994-8CAC-4514ECE2706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F372F248-D96C-09F0-D3D2-ED36878044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82C4D56-A1D3-60E7-2C2D-968FC2A1217B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65AB738A-2EAC-4888-A95E-98B2F1C8697A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84158769-3253-C16B-5A56-51387CCD945D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D0E765DA-D3AA-BAB3-6A47-DA06A19484BF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0D0624D1-7287-46DB-1849-6DDFD954F217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978262BF-C1AD-E705-A15B-6A8E0F9CD1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331BB1-0A2F-D358-2B8A-47E3BB386DEE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08875949-E2A3-0FCF-1546-736537221A04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5B68E81B-E41E-A34B-07FE-21DAC9DDCD6B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213D103D-271C-21EA-6639-FC4180D3499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A7F83AF1-398F-5A6F-1A06-B9F448290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98BC2EE6-2C9E-4930-C642-B156968B33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A5DF456-5BAE-3848-E56C-E75A7F8C876E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5BD8DAB4-B1DA-B391-6002-32F64637556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7E3F5B81-FC28-B434-C5FB-A964B18BE22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62027722-0B5E-7AB5-FA7A-3B9EE2E245D7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771CAF42-2881-5A1B-4337-B5C1F9F94A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D61C9595-A64B-37EF-29C1-6F220D917A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A293DA1-B3C5-8F8E-BDBD-20BF3FCD6C15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49392BB5-435D-CE7B-83C5-D51FE46E648E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C311B6CA-CC0D-38BE-9FB7-0B55F61A762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323EA9F8-E2A6-1B71-F62B-66F5DD965AFA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0A4C51E3-7A21-EEBF-FAD8-98BAEEADC0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F1F1F5B0-4C43-5177-AAF1-11AE8451C7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83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8464-31F6-6747-D36E-7802E5D0F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7F0F858-DDE4-AA7D-8BB5-3DD0116EB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7029D2-EA11-B076-558B-75BA479844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X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CaixaDeTexto 4">
            <a:extLst>
              <a:ext uri="{FF2B5EF4-FFF2-40B4-BE49-F238E27FC236}">
                <a16:creationId xmlns:a16="http://schemas.microsoft.com/office/drawing/2014/main" id="{E765D56D-A8BC-6ABD-5053-D5DBD16EF40E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Literatura  |  Hipótese  |  Base de Dados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Metodologia</a:t>
            </a:r>
            <a:r>
              <a:rPr lang="pt-BR" sz="1000">
                <a:latin typeface="Montserrat" panose="00000500000000000000" pitchFamily="2" charset="0"/>
              </a:rPr>
              <a:t>  |  Resultados</a:t>
            </a:r>
          </a:p>
        </p:txBody>
      </p:sp>
    </p:spTree>
    <p:extLst>
      <p:ext uri="{BB962C8B-B14F-4D97-AF65-F5344CB8AC3E}">
        <p14:creationId xmlns:p14="http://schemas.microsoft.com/office/powerpoint/2010/main" val="2930551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9272-979C-E10B-1DE0-7B78F8FB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80FC0-2716-B1A5-2630-1FA7C087391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B0268-7941-FE47-07AE-962F1395B83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96497-1694-4589-F15E-A4FC61C67C5F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BC363ED-50C8-7CFD-BA8E-61FC7D5B1C2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ACA32-376C-5521-E233-E731BA5ACB2E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C8291A0-C481-C535-E3DD-643A10CBEE6F}"/>
              </a:ext>
            </a:extLst>
          </p:cNvPr>
          <p:cNvSpPr txBox="1">
            <a:spLocks/>
          </p:cNvSpPr>
          <p:nvPr/>
        </p:nvSpPr>
        <p:spPr>
          <a:xfrm>
            <a:off x="126501" y="101463"/>
            <a:ext cx="6010020" cy="4666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err="1">
                <a:solidFill>
                  <a:schemeClr val="bg1"/>
                </a:solidFill>
                <a:latin typeface="Montserrat" panose="00000500000000000000" pitchFamily="2" charset="0"/>
              </a:rPr>
              <a:t>Sumário</a:t>
            </a:r>
            <a:endParaRPr lang="pt-BR" b="1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5DC5-70FD-02E7-6225-AAEB6DE706E9}"/>
              </a:ext>
            </a:extLst>
          </p:cNvPr>
          <p:cNvSpPr/>
          <p:nvPr/>
        </p:nvSpPr>
        <p:spPr>
          <a:xfrm>
            <a:off x="2724167" y="831819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A2BAE-157F-AAD0-9BF0-AD98CDAEC22C}"/>
              </a:ext>
            </a:extLst>
          </p:cNvPr>
          <p:cNvSpPr/>
          <p:nvPr/>
        </p:nvSpPr>
        <p:spPr>
          <a:xfrm>
            <a:off x="3078859" y="4975528"/>
            <a:ext cx="3694414" cy="2793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01D1-B16E-D948-9482-D25EE44C24D1}"/>
              </a:ext>
            </a:extLst>
          </p:cNvPr>
          <p:cNvSpPr/>
          <p:nvPr/>
        </p:nvSpPr>
        <p:spPr>
          <a:xfrm>
            <a:off x="2714295" y="831819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832639-71D7-E950-B34C-07FDB10220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7C8B94A-08BF-5B57-8BBE-37798DE0A7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8BD093DA-11A2-A1B1-6078-5DC84E6A34AD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0BDF49B1-11B9-D26D-14BA-F9D68412D15B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C1C53C-D062-0825-3FB4-D8071F5DE4A2}"/>
              </a:ext>
            </a:extLst>
          </p:cNvPr>
          <p:cNvSpPr/>
          <p:nvPr/>
        </p:nvSpPr>
        <p:spPr>
          <a:xfrm>
            <a:off x="3177302" y="1671066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955A2C-CFF0-CEFD-EFE6-72D522EC1CAD}"/>
              </a:ext>
            </a:extLst>
          </p:cNvPr>
          <p:cNvSpPr/>
          <p:nvPr/>
        </p:nvSpPr>
        <p:spPr>
          <a:xfrm>
            <a:off x="3167430" y="1671066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7A4F6F-C467-3CF6-A566-245EF51FE913}"/>
              </a:ext>
            </a:extLst>
          </p:cNvPr>
          <p:cNvSpPr/>
          <p:nvPr/>
        </p:nvSpPr>
        <p:spPr>
          <a:xfrm>
            <a:off x="3328855" y="2827588"/>
            <a:ext cx="3694414" cy="82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90C57-AB86-60F1-8CE2-7A1393E7B869}"/>
              </a:ext>
            </a:extLst>
          </p:cNvPr>
          <p:cNvSpPr/>
          <p:nvPr/>
        </p:nvSpPr>
        <p:spPr>
          <a:xfrm>
            <a:off x="3153778" y="2421054"/>
            <a:ext cx="2590990" cy="269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>
              <a:solidFill>
                <a:srgbClr val="7F7F7F"/>
              </a:solidFill>
            </a:endParaRPr>
          </a:p>
        </p:txBody>
      </p:sp>
      <p:sp>
        <p:nvSpPr>
          <p:cNvPr id="18" name="Rosca 3">
            <a:extLst>
              <a:ext uri="{FF2B5EF4-FFF2-40B4-BE49-F238E27FC236}">
                <a16:creationId xmlns:a16="http://schemas.microsoft.com/office/drawing/2014/main" id="{C6382C9B-A73C-1D84-4EDA-A853FFFF97BA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079F24-6855-BFD1-141A-94F1CB052392}"/>
              </a:ext>
            </a:extLst>
          </p:cNvPr>
          <p:cNvGrpSpPr/>
          <p:nvPr/>
        </p:nvGrpSpPr>
        <p:grpSpPr>
          <a:xfrm>
            <a:off x="782251" y="1202926"/>
            <a:ext cx="5782100" cy="513135"/>
            <a:chOff x="1493269" y="1272790"/>
            <a:chExt cx="5782100" cy="513135"/>
          </a:xfrm>
        </p:grpSpPr>
        <p:sp>
          <p:nvSpPr>
            <p:cNvPr id="12" name="CaixaDeTexto 8">
              <a:extLst>
                <a:ext uri="{FF2B5EF4-FFF2-40B4-BE49-F238E27FC236}">
                  <a16:creationId xmlns:a16="http://schemas.microsoft.com/office/drawing/2014/main" id="{EF9648E5-604F-AC27-0625-F178673F9B11}"/>
                </a:ext>
              </a:extLst>
            </p:cNvPr>
            <p:cNvSpPr txBox="1"/>
            <p:nvPr/>
          </p:nvSpPr>
          <p:spPr>
            <a:xfrm>
              <a:off x="4450117" y="1272790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sp>
          <p:nvSpPr>
            <p:cNvPr id="15" name="CaixaDeTexto 13">
              <a:extLst>
                <a:ext uri="{FF2B5EF4-FFF2-40B4-BE49-F238E27FC236}">
                  <a16:creationId xmlns:a16="http://schemas.microsoft.com/office/drawing/2014/main" id="{1F6F99D0-CEA0-FA62-BA2E-0573B9FA331C}"/>
                </a:ext>
              </a:extLst>
            </p:cNvPr>
            <p:cNvSpPr txBox="1"/>
            <p:nvPr/>
          </p:nvSpPr>
          <p:spPr>
            <a:xfrm>
              <a:off x="1493269" y="1539704"/>
              <a:ext cx="2811600" cy="24622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Contexto</a:t>
              </a:r>
              <a:r>
                <a:rPr lang="en-US" sz="1000">
                  <a:solidFill>
                    <a:srgbClr val="7F7F7F"/>
                  </a:solidFill>
                  <a:latin typeface="Montserrat"/>
                </a:rPr>
                <a:t> e </a:t>
              </a:r>
              <a:r>
                <a:rPr lang="en-US" sz="1000" err="1">
                  <a:solidFill>
                    <a:srgbClr val="7F7F7F"/>
                  </a:solidFill>
                  <a:latin typeface="Montserrat"/>
                </a:rPr>
                <a:t>importância</a:t>
              </a:r>
              <a:endParaRPr lang="en-US" sz="1000">
                <a:solidFill>
                  <a:srgbClr val="7F7F7F"/>
                </a:solidFill>
                <a:latin typeface="Montserrat"/>
              </a:endParaRPr>
            </a:p>
          </p:txBody>
        </p:sp>
        <p:grpSp>
          <p:nvGrpSpPr>
            <p:cNvPr id="19" name="Agrupar 38">
              <a:extLst>
                <a:ext uri="{FF2B5EF4-FFF2-40B4-BE49-F238E27FC236}">
                  <a16:creationId xmlns:a16="http://schemas.microsoft.com/office/drawing/2014/main" id="{70C25E1D-DE08-49EA-C18E-E0DC299546E4}"/>
                </a:ext>
              </a:extLst>
            </p:cNvPr>
            <p:cNvGrpSpPr/>
            <p:nvPr/>
          </p:nvGrpSpPr>
          <p:grpSpPr>
            <a:xfrm rot="10800000">
              <a:off x="1493269" y="1392755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20" name="Conector de Seta Reta 39">
                <a:extLst>
                  <a:ext uri="{FF2B5EF4-FFF2-40B4-BE49-F238E27FC236}">
                    <a16:creationId xmlns:a16="http://schemas.microsoft.com/office/drawing/2014/main" id="{89410F64-5486-7DE3-E39B-9E6A31635E7B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Losango 43">
                <a:extLst>
                  <a:ext uri="{FF2B5EF4-FFF2-40B4-BE49-F238E27FC236}">
                    <a16:creationId xmlns:a16="http://schemas.microsoft.com/office/drawing/2014/main" id="{465FCB97-3922-D5E8-9321-8A741F1388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A48C866-1897-9F25-649C-9466E7C20F8C}"/>
              </a:ext>
            </a:extLst>
          </p:cNvPr>
          <p:cNvGrpSpPr/>
          <p:nvPr/>
        </p:nvGrpSpPr>
        <p:grpSpPr>
          <a:xfrm>
            <a:off x="2101665" y="3407218"/>
            <a:ext cx="5166008" cy="504469"/>
            <a:chOff x="1822880" y="4586302"/>
            <a:chExt cx="5166008" cy="504469"/>
          </a:xfrm>
        </p:grpSpPr>
        <p:sp>
          <p:nvSpPr>
            <p:cNvPr id="14" name="CaixaDeTexto 12">
              <a:extLst>
                <a:ext uri="{FF2B5EF4-FFF2-40B4-BE49-F238E27FC236}">
                  <a16:creationId xmlns:a16="http://schemas.microsoft.com/office/drawing/2014/main" id="{5E237D8F-CEA0-80CF-C135-E0457052A67A}"/>
                </a:ext>
              </a:extLst>
            </p:cNvPr>
            <p:cNvSpPr txBox="1"/>
            <p:nvPr/>
          </p:nvSpPr>
          <p:spPr>
            <a:xfrm>
              <a:off x="4753482" y="4586302"/>
              <a:ext cx="22354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</a:p>
          </p:txBody>
        </p:sp>
        <p:sp>
          <p:nvSpPr>
            <p:cNvPr id="17" name="CaixaDeTexto 14">
              <a:extLst>
                <a:ext uri="{FF2B5EF4-FFF2-40B4-BE49-F238E27FC236}">
                  <a16:creationId xmlns:a16="http://schemas.microsoft.com/office/drawing/2014/main" id="{D92AFC86-9F82-B4F5-8F3A-82C5888D3C34}"/>
                </a:ext>
              </a:extLst>
            </p:cNvPr>
            <p:cNvSpPr txBox="1"/>
            <p:nvPr/>
          </p:nvSpPr>
          <p:spPr>
            <a:xfrm>
              <a:off x="1822880" y="4844550"/>
              <a:ext cx="2736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Hipótese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econômica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Agrupar 47">
              <a:extLst>
                <a:ext uri="{FF2B5EF4-FFF2-40B4-BE49-F238E27FC236}">
                  <a16:creationId xmlns:a16="http://schemas.microsoft.com/office/drawing/2014/main" id="{6F7461D5-5A31-5E4A-857E-39B83A7ED877}"/>
                </a:ext>
              </a:extLst>
            </p:cNvPr>
            <p:cNvGrpSpPr/>
            <p:nvPr/>
          </p:nvGrpSpPr>
          <p:grpSpPr>
            <a:xfrm rot="10800000">
              <a:off x="1847932" y="4705343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23" name="Conector de Seta Reta 48">
                <a:extLst>
                  <a:ext uri="{FF2B5EF4-FFF2-40B4-BE49-F238E27FC236}">
                    <a16:creationId xmlns:a16="http://schemas.microsoft.com/office/drawing/2014/main" id="{B1A19F03-76AD-9ADA-6586-CDE1C7F58E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Losango 49">
                <a:extLst>
                  <a:ext uri="{FF2B5EF4-FFF2-40B4-BE49-F238E27FC236}">
                    <a16:creationId xmlns:a16="http://schemas.microsoft.com/office/drawing/2014/main" id="{AFAD4736-0628-EF18-0D4D-8D9BE61A5B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DC97BA-B94A-D2F5-D637-FAD83E77C69E}"/>
              </a:ext>
            </a:extLst>
          </p:cNvPr>
          <p:cNvGrpSpPr/>
          <p:nvPr/>
        </p:nvGrpSpPr>
        <p:grpSpPr>
          <a:xfrm>
            <a:off x="1599859" y="1952742"/>
            <a:ext cx="5782100" cy="490557"/>
            <a:chOff x="1939578" y="2044007"/>
            <a:chExt cx="5782100" cy="490557"/>
          </a:xfrm>
        </p:grpSpPr>
        <p:sp>
          <p:nvSpPr>
            <p:cNvPr id="34" name="CaixaDeTexto 8">
              <a:extLst>
                <a:ext uri="{FF2B5EF4-FFF2-40B4-BE49-F238E27FC236}">
                  <a16:creationId xmlns:a16="http://schemas.microsoft.com/office/drawing/2014/main" id="{517FF085-A062-9CE0-3B5E-4D991D6DEF14}"/>
                </a:ext>
              </a:extLst>
            </p:cNvPr>
            <p:cNvSpPr txBox="1"/>
            <p:nvPr/>
          </p:nvSpPr>
          <p:spPr>
            <a:xfrm>
              <a:off x="4896426" y="2044007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</a:p>
          </p:txBody>
        </p:sp>
        <p:sp>
          <p:nvSpPr>
            <p:cNvPr id="35" name="CaixaDeTexto 13">
              <a:extLst>
                <a:ext uri="{FF2B5EF4-FFF2-40B4-BE49-F238E27FC236}">
                  <a16:creationId xmlns:a16="http://schemas.microsoft.com/office/drawing/2014/main" id="{AA3D7D50-0A96-4A2D-5BE4-DE51EA4DBE8D}"/>
                </a:ext>
              </a:extLst>
            </p:cNvPr>
            <p:cNvSpPr txBox="1"/>
            <p:nvPr/>
          </p:nvSpPr>
          <p:spPr>
            <a:xfrm>
              <a:off x="1939578" y="2288343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Pergunta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motivadora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 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6" name="Agrupar 38">
              <a:extLst>
                <a:ext uri="{FF2B5EF4-FFF2-40B4-BE49-F238E27FC236}">
                  <a16:creationId xmlns:a16="http://schemas.microsoft.com/office/drawing/2014/main" id="{9DF71708-91F3-675F-AECF-E90BDE5A3007}"/>
                </a:ext>
              </a:extLst>
            </p:cNvPr>
            <p:cNvGrpSpPr/>
            <p:nvPr/>
          </p:nvGrpSpPr>
          <p:grpSpPr>
            <a:xfrm rot="10800000">
              <a:off x="1939578" y="2141394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37" name="Conector de Seta Reta 39">
                <a:extLst>
                  <a:ext uri="{FF2B5EF4-FFF2-40B4-BE49-F238E27FC236}">
                    <a16:creationId xmlns:a16="http://schemas.microsoft.com/office/drawing/2014/main" id="{4DBCEBFC-6EEF-2CE6-E0CD-6F646AF5F224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Losango 43">
                <a:extLst>
                  <a:ext uri="{FF2B5EF4-FFF2-40B4-BE49-F238E27FC236}">
                    <a16:creationId xmlns:a16="http://schemas.microsoft.com/office/drawing/2014/main" id="{1F3AF67A-48A6-ED5D-DD41-73BAFD0E67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609B7F-7F98-6CA4-730E-A2B5DF2C3BDD}"/>
              </a:ext>
            </a:extLst>
          </p:cNvPr>
          <p:cNvGrpSpPr/>
          <p:nvPr/>
        </p:nvGrpSpPr>
        <p:grpSpPr>
          <a:xfrm>
            <a:off x="1890749" y="2679980"/>
            <a:ext cx="5877797" cy="490557"/>
            <a:chOff x="2002260" y="2861891"/>
            <a:chExt cx="5877797" cy="490557"/>
          </a:xfrm>
        </p:grpSpPr>
        <p:sp>
          <p:nvSpPr>
            <p:cNvPr id="41" name="CaixaDeTexto 8">
              <a:extLst>
                <a:ext uri="{FF2B5EF4-FFF2-40B4-BE49-F238E27FC236}">
                  <a16:creationId xmlns:a16="http://schemas.microsoft.com/office/drawing/2014/main" id="{29007BDE-8415-D588-67FE-68627462A6B3}"/>
                </a:ext>
              </a:extLst>
            </p:cNvPr>
            <p:cNvSpPr txBox="1"/>
            <p:nvPr/>
          </p:nvSpPr>
          <p:spPr>
            <a:xfrm>
              <a:off x="5054805" y="2861891"/>
              <a:ext cx="2825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</a:p>
          </p:txBody>
        </p:sp>
        <p:sp>
          <p:nvSpPr>
            <p:cNvPr id="42" name="CaixaDeTexto 13">
              <a:extLst>
                <a:ext uri="{FF2B5EF4-FFF2-40B4-BE49-F238E27FC236}">
                  <a16:creationId xmlns:a16="http://schemas.microsoft.com/office/drawing/2014/main" id="{1C3E0850-BF85-DBE2-0E2B-107330992BD7}"/>
                </a:ext>
              </a:extLst>
            </p:cNvPr>
            <p:cNvSpPr txBox="1"/>
            <p:nvPr/>
          </p:nvSpPr>
          <p:spPr>
            <a:xfrm>
              <a:off x="2002260" y="3106227"/>
              <a:ext cx="28116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Literatura</a:t>
              </a:r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teórica</a:t>
              </a:r>
              <a:endParaRPr lang="en-US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Agrupar 38">
              <a:extLst>
                <a:ext uri="{FF2B5EF4-FFF2-40B4-BE49-F238E27FC236}">
                  <a16:creationId xmlns:a16="http://schemas.microsoft.com/office/drawing/2014/main" id="{B95C7DBA-2CEC-207E-2453-3F008B3F086D}"/>
                </a:ext>
              </a:extLst>
            </p:cNvPr>
            <p:cNvGrpSpPr/>
            <p:nvPr/>
          </p:nvGrpSpPr>
          <p:grpSpPr>
            <a:xfrm rot="10800000">
              <a:off x="2097957" y="2959278"/>
              <a:ext cx="2811600" cy="252000"/>
              <a:chOff x="6022821" y="2646629"/>
              <a:chExt cx="2737179" cy="252000"/>
            </a:xfrm>
            <a:solidFill>
              <a:srgbClr val="80B281"/>
            </a:solidFill>
          </p:grpSpPr>
          <p:cxnSp>
            <p:nvCxnSpPr>
              <p:cNvPr id="44" name="Conector de Seta Reta 39">
                <a:extLst>
                  <a:ext uri="{FF2B5EF4-FFF2-40B4-BE49-F238E27FC236}">
                    <a16:creationId xmlns:a16="http://schemas.microsoft.com/office/drawing/2014/main" id="{174F724F-488C-89C2-E82E-D0E97B780E15}"/>
                  </a:ext>
                </a:extLst>
              </p:cNvPr>
              <p:cNvCxnSpPr/>
              <p:nvPr/>
            </p:nvCxnSpPr>
            <p:spPr>
              <a:xfrm flipH="1">
                <a:off x="6096000" y="2772629"/>
                <a:ext cx="2664000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Losango 43">
                <a:extLst>
                  <a:ext uri="{FF2B5EF4-FFF2-40B4-BE49-F238E27FC236}">
                    <a16:creationId xmlns:a16="http://schemas.microsoft.com/office/drawing/2014/main" id="{1739C711-A020-4B59-DD66-4E553BA9B8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22821" y="2646629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3A64F81-8A03-EEAE-3AA3-52AE256DCFE7}"/>
              </a:ext>
            </a:extLst>
          </p:cNvPr>
          <p:cNvGrpSpPr/>
          <p:nvPr/>
        </p:nvGrpSpPr>
        <p:grpSpPr>
          <a:xfrm>
            <a:off x="1946504" y="4148368"/>
            <a:ext cx="7217532" cy="504469"/>
            <a:chOff x="1177838" y="5355391"/>
            <a:chExt cx="7217532" cy="504469"/>
          </a:xfrm>
        </p:grpSpPr>
        <p:sp>
          <p:nvSpPr>
            <p:cNvPr id="47" name="CaixaDeTexto 12">
              <a:extLst>
                <a:ext uri="{FF2B5EF4-FFF2-40B4-BE49-F238E27FC236}">
                  <a16:creationId xmlns:a16="http://schemas.microsoft.com/office/drawing/2014/main" id="{819392EE-918E-1F96-EA5E-095793FCFC76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</a:t>
              </a:r>
            </a:p>
          </p:txBody>
        </p:sp>
        <p:sp>
          <p:nvSpPr>
            <p:cNvPr id="48" name="CaixaDeTexto 14">
              <a:extLst>
                <a:ext uri="{FF2B5EF4-FFF2-40B4-BE49-F238E27FC236}">
                  <a16:creationId xmlns:a16="http://schemas.microsoft.com/office/drawing/2014/main" id="{E5569E41-AF00-6579-C975-9886CE87D99E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Base de dados 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descritivas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Agrupar 47">
              <a:extLst>
                <a:ext uri="{FF2B5EF4-FFF2-40B4-BE49-F238E27FC236}">
                  <a16:creationId xmlns:a16="http://schemas.microsoft.com/office/drawing/2014/main" id="{D67688B8-5028-F364-86B9-05A3D6A0D64D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50" name="Conector de Seta Reta 48">
                <a:extLst>
                  <a:ext uri="{FF2B5EF4-FFF2-40B4-BE49-F238E27FC236}">
                    <a16:creationId xmlns:a16="http://schemas.microsoft.com/office/drawing/2014/main" id="{C4FAEF76-B6E7-BB66-6119-75D97374BF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Losango 49">
                <a:extLst>
                  <a:ext uri="{FF2B5EF4-FFF2-40B4-BE49-F238E27FC236}">
                    <a16:creationId xmlns:a16="http://schemas.microsoft.com/office/drawing/2014/main" id="{F59A4395-124E-5BFF-FAFF-6DED0E93F0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A31CE19-A6FA-BE04-F606-75E8D38A192F}"/>
              </a:ext>
            </a:extLst>
          </p:cNvPr>
          <p:cNvGrpSpPr/>
          <p:nvPr/>
        </p:nvGrpSpPr>
        <p:grpSpPr>
          <a:xfrm>
            <a:off x="1599859" y="4889518"/>
            <a:ext cx="7217532" cy="504469"/>
            <a:chOff x="1177838" y="5355391"/>
            <a:chExt cx="7217532" cy="504469"/>
          </a:xfrm>
        </p:grpSpPr>
        <p:sp>
          <p:nvSpPr>
            <p:cNvPr id="64" name="CaixaDeTexto 12">
              <a:extLst>
                <a:ext uri="{FF2B5EF4-FFF2-40B4-BE49-F238E27FC236}">
                  <a16:creationId xmlns:a16="http://schemas.microsoft.com/office/drawing/2014/main" id="{F6D0B7BA-F20D-1A26-6F9B-5012C0439020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Metodologia</a:t>
              </a:r>
            </a:p>
          </p:txBody>
        </p:sp>
        <p:sp>
          <p:nvSpPr>
            <p:cNvPr id="65" name="CaixaDeTexto 14">
              <a:extLst>
                <a:ext uri="{FF2B5EF4-FFF2-40B4-BE49-F238E27FC236}">
                  <a16:creationId xmlns:a16="http://schemas.microsoft.com/office/drawing/2014/main" id="{33D01EA0-B349-090A-AFE7-BD28049AC3AD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Hips de </a:t>
              </a:r>
              <a:r>
                <a:rPr lang="en-US" sz="1000" err="1">
                  <a:solidFill>
                    <a:srgbClr val="7F7F7F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Identificação</a:t>
              </a:r>
              <a:endParaRPr lang="pt-BR" sz="1000">
                <a:solidFill>
                  <a:srgbClr val="7F7F7F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6" name="Agrupar 47">
              <a:extLst>
                <a:ext uri="{FF2B5EF4-FFF2-40B4-BE49-F238E27FC236}">
                  <a16:creationId xmlns:a16="http://schemas.microsoft.com/office/drawing/2014/main" id="{F87FE832-BC07-FFE2-B114-87745902D068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67" name="Conector de Seta Reta 48">
                <a:extLst>
                  <a:ext uri="{FF2B5EF4-FFF2-40B4-BE49-F238E27FC236}">
                    <a16:creationId xmlns:a16="http://schemas.microsoft.com/office/drawing/2014/main" id="{48A497E8-AE18-AD2B-6CB1-3B08E994E4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Losango 49">
                <a:extLst>
                  <a:ext uri="{FF2B5EF4-FFF2-40B4-BE49-F238E27FC236}">
                    <a16:creationId xmlns:a16="http://schemas.microsoft.com/office/drawing/2014/main" id="{1E0ACEBB-EB4D-A60D-DA28-0EEEBC1CFC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41902B9-D586-1B5C-85CD-937D96F323E6}"/>
              </a:ext>
            </a:extLst>
          </p:cNvPr>
          <p:cNvGrpSpPr/>
          <p:nvPr/>
        </p:nvGrpSpPr>
        <p:grpSpPr>
          <a:xfrm>
            <a:off x="782251" y="5630666"/>
            <a:ext cx="7217532" cy="504469"/>
            <a:chOff x="1177838" y="5355391"/>
            <a:chExt cx="7217532" cy="504469"/>
          </a:xfrm>
        </p:grpSpPr>
        <p:sp>
          <p:nvSpPr>
            <p:cNvPr id="70" name="CaixaDeTexto 12">
              <a:extLst>
                <a:ext uri="{FF2B5EF4-FFF2-40B4-BE49-F238E27FC236}">
                  <a16:creationId xmlns:a16="http://schemas.microsoft.com/office/drawing/2014/main" id="{838787CD-AECF-988B-B124-3045ADBBDD0F}"/>
                </a:ext>
              </a:extLst>
            </p:cNvPr>
            <p:cNvSpPr txBox="1"/>
            <p:nvPr/>
          </p:nvSpPr>
          <p:spPr>
            <a:xfrm>
              <a:off x="4108439" y="5355391"/>
              <a:ext cx="4286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i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</a:p>
          </p:txBody>
        </p:sp>
        <p:sp>
          <p:nvSpPr>
            <p:cNvPr id="71" name="CaixaDeTexto 14">
              <a:extLst>
                <a:ext uri="{FF2B5EF4-FFF2-40B4-BE49-F238E27FC236}">
                  <a16:creationId xmlns:a16="http://schemas.microsoft.com/office/drawing/2014/main" id="{F4C9817D-F183-4491-E1EC-939E3475E9C5}"/>
                </a:ext>
              </a:extLst>
            </p:cNvPr>
            <p:cNvSpPr txBox="1"/>
            <p:nvPr/>
          </p:nvSpPr>
          <p:spPr>
            <a:xfrm>
              <a:off x="1177838" y="5613639"/>
              <a:ext cx="27369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Resultados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,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robustez</a:t>
              </a:r>
              <a:r>
                <a:rPr lang="en-US" sz="1000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 e </a:t>
              </a:r>
              <a:r>
                <a:rPr lang="en-US" sz="1000" err="1">
                  <a:solidFill>
                    <a:schemeClr val="bg1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discussão</a:t>
              </a:r>
              <a:endParaRPr lang="pt-BR" sz="100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Agrupar 47">
              <a:extLst>
                <a:ext uri="{FF2B5EF4-FFF2-40B4-BE49-F238E27FC236}">
                  <a16:creationId xmlns:a16="http://schemas.microsoft.com/office/drawing/2014/main" id="{EC8C6FBB-0C19-FD2D-4739-78AB7D26FAAB}"/>
                </a:ext>
              </a:extLst>
            </p:cNvPr>
            <p:cNvGrpSpPr/>
            <p:nvPr/>
          </p:nvGrpSpPr>
          <p:grpSpPr>
            <a:xfrm rot="10800000">
              <a:off x="1202890" y="5474432"/>
              <a:ext cx="2810101" cy="252000"/>
              <a:chOff x="6098372" y="2214756"/>
              <a:chExt cx="2810101" cy="252000"/>
            </a:xfrm>
            <a:solidFill>
              <a:srgbClr val="80B281"/>
            </a:solidFill>
          </p:grpSpPr>
          <p:cxnSp>
            <p:nvCxnSpPr>
              <p:cNvPr id="73" name="Conector de Seta Reta 48">
                <a:extLst>
                  <a:ext uri="{FF2B5EF4-FFF2-40B4-BE49-F238E27FC236}">
                    <a16:creationId xmlns:a16="http://schemas.microsoft.com/office/drawing/2014/main" id="{B69891CB-36E3-D2D2-481D-1B840A2000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71551" y="2340756"/>
                <a:ext cx="2736922" cy="0"/>
              </a:xfrm>
              <a:prstGeom prst="straightConnector1">
                <a:avLst/>
              </a:prstGeom>
              <a:grpFill/>
              <a:ln>
                <a:solidFill>
                  <a:srgbClr val="80B281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Losango 49">
                <a:extLst>
                  <a:ext uri="{FF2B5EF4-FFF2-40B4-BE49-F238E27FC236}">
                    <a16:creationId xmlns:a16="http://schemas.microsoft.com/office/drawing/2014/main" id="{A0A20599-3BB6-B8FC-FDF3-A002490102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8372" y="2214756"/>
                <a:ext cx="252000" cy="252000"/>
              </a:xfrm>
              <a:prstGeom prst="diamond">
                <a:avLst/>
              </a:prstGeom>
              <a:grpFill/>
              <a:ln>
                <a:solidFill>
                  <a:srgbClr val="80B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7F7F7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915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103F-5B53-6923-C166-75CCA573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355AE56-C3A6-599D-AB7D-7E7A91D2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>
                <a:solidFill>
                  <a:srgbClr val="FFFFFF"/>
                </a:solidFill>
                <a:latin typeface="Montserrat" pitchFamily="2" charset="77"/>
              </a:rPr>
              <a:t>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6FF4E4-C599-AF6B-A07B-C54D4AA649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X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8" name="CaixaDeTexto 4">
            <a:extLst>
              <a:ext uri="{FF2B5EF4-FFF2-40B4-BE49-F238E27FC236}">
                <a16:creationId xmlns:a16="http://schemas.microsoft.com/office/drawing/2014/main" id="{1B965414-171B-A41A-3260-1ABF7D651EAA}"/>
              </a:ext>
            </a:extLst>
          </p:cNvPr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latin typeface="Montserrat" panose="00000500000000000000" pitchFamily="2" charset="0"/>
              </a:rPr>
              <a:t>Motivação  |  Pergunta  |  Literatura  |  Hipótese  |  Base de Dados  |  Metodologia  |  </a:t>
            </a:r>
            <a:r>
              <a:rPr lang="pt-BR" sz="1000" b="1">
                <a:solidFill>
                  <a:srgbClr val="114719"/>
                </a:solidFill>
                <a:latin typeface="Montserrat" panose="00000500000000000000" pitchFamily="2" charset="0"/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86411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E5BB-752B-CD44-E6FD-56F73174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75D7-A688-F85E-7349-793146A214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20C6-BA37-C3F3-E9D0-3467DC0168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D4FD9-FEB2-66E8-A979-A575109BBC8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59A372-90B1-DBE2-0C36-7A607643B3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FEE4-6D96-44E8-4AC8-F6C067DC322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D9EC0-61BA-9BC9-5C77-E8C4D9B4CB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78F2F5-AF8E-5F19-8BB5-BCC238E279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0D70FED-87E5-FA8F-FDF0-6FADE3A24811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DEE5547E-C64F-3B20-74ED-0D8038D631D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83" name="Rosca 3">
            <a:extLst>
              <a:ext uri="{FF2B5EF4-FFF2-40B4-BE49-F238E27FC236}">
                <a16:creationId xmlns:a16="http://schemas.microsoft.com/office/drawing/2014/main" id="{2BF674F6-FEE0-44CB-1F86-6650BCAF3A40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AED65-3818-1D6F-46A2-74200BCE7D7F}"/>
              </a:ext>
            </a:extLst>
          </p:cNvPr>
          <p:cNvSpPr txBox="1"/>
          <p:nvPr/>
        </p:nvSpPr>
        <p:spPr>
          <a:xfrm>
            <a:off x="976751" y="2828836"/>
            <a:ext cx="4775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>
                <a:solidFill>
                  <a:schemeClr val="bg1"/>
                </a:solidFill>
                <a:latin typeface="Montserrat" panose="00000500000000000000" pitchFamily="2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77705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E5BB-752B-CD44-E6FD-56F73174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75D7-A688-F85E-7349-793146A214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20C6-BA37-C3F3-E9D0-3467DC0168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D4FD9-FEB2-66E8-A979-A575109BBC8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B7E79B-8647-4B7A-AB06-CE9034CA7501}" type="datetimeFigureOut">
              <a:rPr lang="pt-BR" smtClean="0"/>
              <a:pPr/>
              <a:t>19/10/2026</a:t>
            </a:fld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59A372-90B1-DBE2-0C36-7A607643B3F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B357A3-503C-42D5-B2E3-09AB65DED10B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FEE4-6D96-44E8-4AC8-F6C067DC3228}"/>
              </a:ext>
            </a:extLst>
          </p:cNvPr>
          <p:cNvSpPr/>
          <p:nvPr/>
        </p:nvSpPr>
        <p:spPr>
          <a:xfrm>
            <a:off x="0" y="0"/>
            <a:ext cx="12194747" cy="6858000"/>
          </a:xfrm>
          <a:prstGeom prst="rect">
            <a:avLst/>
          </a:prstGeom>
          <a:solidFill>
            <a:srgbClr val="2F7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D9EC0-61BA-9BC9-5C77-E8C4D9B4CB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25381" r="35435" b="13771"/>
          <a:stretch>
            <a:fillRect/>
          </a:stretch>
        </p:blipFill>
        <p:spPr>
          <a:xfrm>
            <a:off x="6451240" y="5396"/>
            <a:ext cx="4691990" cy="3849420"/>
          </a:xfrm>
          <a:prstGeom prst="flowChartMerge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78F2F5-AF8E-5F19-8BB5-BCC238E279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6" t="21443" r="302" b="2100"/>
          <a:stretch>
            <a:fillRect/>
          </a:stretch>
        </p:blipFill>
        <p:spPr>
          <a:xfrm>
            <a:off x="8312055" y="2581690"/>
            <a:ext cx="3930266" cy="4283997"/>
          </a:xfrm>
          <a:prstGeom prst="triangle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0D70FED-87E5-FA8F-FDF0-6FADE3A24811}"/>
              </a:ext>
            </a:extLst>
          </p:cNvPr>
          <p:cNvSpPr/>
          <p:nvPr/>
        </p:nvSpPr>
        <p:spPr>
          <a:xfrm>
            <a:off x="8297140" y="2574003"/>
            <a:ext cx="3930266" cy="4283997"/>
          </a:xfrm>
          <a:prstGeom prst="triangl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Flowchart: Merge 30">
            <a:extLst>
              <a:ext uri="{FF2B5EF4-FFF2-40B4-BE49-F238E27FC236}">
                <a16:creationId xmlns:a16="http://schemas.microsoft.com/office/drawing/2014/main" id="{DEE5547E-C64F-3B20-74ED-0D8038D631DA}"/>
              </a:ext>
            </a:extLst>
          </p:cNvPr>
          <p:cNvSpPr/>
          <p:nvPr/>
        </p:nvSpPr>
        <p:spPr>
          <a:xfrm>
            <a:off x="6451240" y="0"/>
            <a:ext cx="4681825" cy="3849420"/>
          </a:xfrm>
          <a:prstGeom prst="flowChartMerge">
            <a:avLst/>
          </a:prstGeom>
          <a:solidFill>
            <a:srgbClr val="1B6F27">
              <a:alpha val="47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F7F7F"/>
              </a:solidFill>
            </a:endParaRPr>
          </a:p>
        </p:txBody>
      </p:sp>
      <p:sp>
        <p:nvSpPr>
          <p:cNvPr id="83" name="Rosca 3">
            <a:extLst>
              <a:ext uri="{FF2B5EF4-FFF2-40B4-BE49-F238E27FC236}">
                <a16:creationId xmlns:a16="http://schemas.microsoft.com/office/drawing/2014/main" id="{2BF674F6-FEE0-44CB-1F86-6650BCAF3A40}"/>
              </a:ext>
            </a:extLst>
          </p:cNvPr>
          <p:cNvSpPr/>
          <p:nvPr/>
        </p:nvSpPr>
        <p:spPr>
          <a:xfrm rot="10800000">
            <a:off x="-3452695" y="1202926"/>
            <a:ext cx="5396231" cy="4932209"/>
          </a:xfrm>
          <a:prstGeom prst="donut">
            <a:avLst>
              <a:gd name="adj" fmla="val 5392"/>
            </a:avLst>
          </a:prstGeom>
          <a:gradFill>
            <a:gsLst>
              <a:gs pos="0">
                <a:schemeClr val="accent3">
                  <a:lumMod val="50000"/>
                </a:schemeClr>
              </a:gs>
              <a:gs pos="55180">
                <a:srgbClr val="1B6F27"/>
              </a:gs>
              <a:gs pos="99000">
                <a:srgbClr val="20822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AED65-3818-1D6F-46A2-74200BCE7D7F}"/>
              </a:ext>
            </a:extLst>
          </p:cNvPr>
          <p:cNvSpPr txBox="1"/>
          <p:nvPr/>
        </p:nvSpPr>
        <p:spPr>
          <a:xfrm>
            <a:off x="2206111" y="2818676"/>
            <a:ext cx="4775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>
                <a:solidFill>
                  <a:schemeClr val="bg1"/>
                </a:solidFill>
                <a:latin typeface="Montserrat" panose="00000500000000000000" pitchFamily="2" charset="0"/>
              </a:rPr>
              <a:t>Apêndice</a:t>
            </a:r>
          </a:p>
        </p:txBody>
      </p:sp>
    </p:spTree>
    <p:extLst>
      <p:ext uri="{BB962C8B-B14F-4D97-AF65-F5344CB8AC3E}">
        <p14:creationId xmlns:p14="http://schemas.microsoft.com/office/powerpoint/2010/main" val="2855766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543CF-D0BB-6E41-E836-CE1E11235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C4CF16-C763-B522-0F48-CC4BDF989B4C}"/>
              </a:ext>
            </a:extLst>
          </p:cNvPr>
          <p:cNvSpPr txBox="1">
            <a:spLocks/>
          </p:cNvSpPr>
          <p:nvPr/>
        </p:nvSpPr>
        <p:spPr>
          <a:xfrm>
            <a:off x="96401" y="38251"/>
            <a:ext cx="11527643" cy="5551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>
                <a:solidFill>
                  <a:schemeClr val="bg1"/>
                </a:solidFill>
              </a:rPr>
              <a:t>EXEMPLO LIMITAÇÕES</a:t>
            </a:r>
          </a:p>
          <a:p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F52E8C5C-341B-4F96-2BCA-DD50AF605C36}"/>
              </a:ext>
            </a:extLst>
          </p:cNvPr>
          <p:cNvGrpSpPr/>
          <p:nvPr/>
        </p:nvGrpSpPr>
        <p:grpSpPr>
          <a:xfrm>
            <a:off x="-14988" y="1406134"/>
            <a:ext cx="3621274" cy="5628640"/>
            <a:chOff x="0" y="784108"/>
            <a:chExt cx="3621274" cy="5628640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BADDDF3A-68D4-09BA-38AA-F2156838F88C}"/>
                </a:ext>
              </a:extLst>
            </p:cNvPr>
            <p:cNvSpPr/>
            <p:nvPr/>
          </p:nvSpPr>
          <p:spPr>
            <a:xfrm>
              <a:off x="1062142" y="1142692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6D94C16-C1CA-8994-DCDF-403F1EB08C46}"/>
                </a:ext>
              </a:extLst>
            </p:cNvPr>
            <p:cNvSpPr/>
            <p:nvPr/>
          </p:nvSpPr>
          <p:spPr>
            <a:xfrm>
              <a:off x="2677833" y="88037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19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15883F6-E55A-0D86-DDA1-A9A5DC4AFAA8}"/>
                </a:ext>
              </a:extLst>
            </p:cNvPr>
            <p:cNvSpPr/>
            <p:nvPr/>
          </p:nvSpPr>
          <p:spPr>
            <a:xfrm>
              <a:off x="0" y="1440180"/>
              <a:ext cx="1376680" cy="4262755"/>
            </a:xfrm>
            <a:custGeom>
              <a:avLst/>
              <a:gdLst/>
              <a:ahLst/>
              <a:cxnLst/>
              <a:rect l="l" t="t" r="r" b="b"/>
              <a:pathLst>
                <a:path w="1376680" h="4262755">
                  <a:moveTo>
                    <a:pt x="0" y="0"/>
                  </a:moveTo>
                  <a:lnTo>
                    <a:pt x="0" y="4262627"/>
                  </a:lnTo>
                  <a:lnTo>
                    <a:pt x="37880" y="4261836"/>
                  </a:lnTo>
                  <a:lnTo>
                    <a:pt x="75507" y="4259474"/>
                  </a:lnTo>
                  <a:lnTo>
                    <a:pt x="149949" y="4250121"/>
                  </a:lnTo>
                  <a:lnTo>
                    <a:pt x="223223" y="4234731"/>
                  </a:lnTo>
                  <a:lnTo>
                    <a:pt x="295222" y="4213467"/>
                  </a:lnTo>
                  <a:lnTo>
                    <a:pt x="365842" y="4186491"/>
                  </a:lnTo>
                  <a:lnTo>
                    <a:pt x="434978" y="4153966"/>
                  </a:lnTo>
                  <a:lnTo>
                    <a:pt x="468957" y="4135674"/>
                  </a:lnTo>
                  <a:lnTo>
                    <a:pt x="502525" y="4116055"/>
                  </a:lnTo>
                  <a:lnTo>
                    <a:pt x="535670" y="4095130"/>
                  </a:lnTo>
                  <a:lnTo>
                    <a:pt x="568378" y="4072920"/>
                  </a:lnTo>
                  <a:lnTo>
                    <a:pt x="600637" y="4049444"/>
                  </a:lnTo>
                  <a:lnTo>
                    <a:pt x="632432" y="4024723"/>
                  </a:lnTo>
                  <a:lnTo>
                    <a:pt x="663752" y="3998778"/>
                  </a:lnTo>
                  <a:lnTo>
                    <a:pt x="694582" y="3971628"/>
                  </a:lnTo>
                  <a:lnTo>
                    <a:pt x="724911" y="3943294"/>
                  </a:lnTo>
                  <a:lnTo>
                    <a:pt x="754724" y="3913797"/>
                  </a:lnTo>
                  <a:lnTo>
                    <a:pt x="784008" y="3883156"/>
                  </a:lnTo>
                  <a:lnTo>
                    <a:pt x="812751" y="3851391"/>
                  </a:lnTo>
                  <a:lnTo>
                    <a:pt x="840939" y="3818524"/>
                  </a:lnTo>
                  <a:lnTo>
                    <a:pt x="868560" y="3784575"/>
                  </a:lnTo>
                  <a:lnTo>
                    <a:pt x="895600" y="3749563"/>
                  </a:lnTo>
                  <a:lnTo>
                    <a:pt x="922045" y="3713510"/>
                  </a:lnTo>
                  <a:lnTo>
                    <a:pt x="947884" y="3676435"/>
                  </a:lnTo>
                  <a:lnTo>
                    <a:pt x="973102" y="3638359"/>
                  </a:lnTo>
                  <a:lnTo>
                    <a:pt x="997687" y="3599302"/>
                  </a:lnTo>
                  <a:lnTo>
                    <a:pt x="1021625" y="3559285"/>
                  </a:lnTo>
                  <a:lnTo>
                    <a:pt x="1044904" y="3518327"/>
                  </a:lnTo>
                  <a:lnTo>
                    <a:pt x="1067510" y="3476449"/>
                  </a:lnTo>
                  <a:lnTo>
                    <a:pt x="1089430" y="3433672"/>
                  </a:lnTo>
                  <a:lnTo>
                    <a:pt x="1110652" y="3390016"/>
                  </a:lnTo>
                  <a:lnTo>
                    <a:pt x="1131161" y="3345500"/>
                  </a:lnTo>
                  <a:lnTo>
                    <a:pt x="1150945" y="3300146"/>
                  </a:lnTo>
                  <a:lnTo>
                    <a:pt x="1169991" y="3253974"/>
                  </a:lnTo>
                  <a:lnTo>
                    <a:pt x="1188285" y="3207003"/>
                  </a:lnTo>
                  <a:lnTo>
                    <a:pt x="1205815" y="3159256"/>
                  </a:lnTo>
                  <a:lnTo>
                    <a:pt x="1222567" y="3110750"/>
                  </a:lnTo>
                  <a:lnTo>
                    <a:pt x="1238528" y="3061508"/>
                  </a:lnTo>
                  <a:lnTo>
                    <a:pt x="1253685" y="3011549"/>
                  </a:lnTo>
                  <a:lnTo>
                    <a:pt x="1268026" y="2960893"/>
                  </a:lnTo>
                  <a:lnTo>
                    <a:pt x="1281536" y="2909562"/>
                  </a:lnTo>
                  <a:lnTo>
                    <a:pt x="1294203" y="2857575"/>
                  </a:lnTo>
                  <a:lnTo>
                    <a:pt x="1306014" y="2804952"/>
                  </a:lnTo>
                  <a:lnTo>
                    <a:pt x="1316955" y="2751714"/>
                  </a:lnTo>
                  <a:lnTo>
                    <a:pt x="1327014" y="2697882"/>
                  </a:lnTo>
                  <a:lnTo>
                    <a:pt x="1336177" y="2643475"/>
                  </a:lnTo>
                  <a:lnTo>
                    <a:pt x="1344431" y="2588513"/>
                  </a:lnTo>
                  <a:lnTo>
                    <a:pt x="1351763" y="2533019"/>
                  </a:lnTo>
                  <a:lnTo>
                    <a:pt x="1358160" y="2477010"/>
                  </a:lnTo>
                  <a:lnTo>
                    <a:pt x="1363609" y="2420508"/>
                  </a:lnTo>
                  <a:lnTo>
                    <a:pt x="1368096" y="2363534"/>
                  </a:lnTo>
                  <a:lnTo>
                    <a:pt x="1371610" y="2306107"/>
                  </a:lnTo>
                  <a:lnTo>
                    <a:pt x="1374135" y="2248247"/>
                  </a:lnTo>
                  <a:lnTo>
                    <a:pt x="1375660" y="2189976"/>
                  </a:lnTo>
                  <a:lnTo>
                    <a:pt x="1376172" y="2131313"/>
                  </a:lnTo>
                  <a:lnTo>
                    <a:pt x="1375660" y="2072651"/>
                  </a:lnTo>
                  <a:lnTo>
                    <a:pt x="1374135" y="2014380"/>
                  </a:lnTo>
                  <a:lnTo>
                    <a:pt x="1371610" y="1956520"/>
                  </a:lnTo>
                  <a:lnTo>
                    <a:pt x="1368096" y="1899093"/>
                  </a:lnTo>
                  <a:lnTo>
                    <a:pt x="1363609" y="1842119"/>
                  </a:lnTo>
                  <a:lnTo>
                    <a:pt x="1358160" y="1785617"/>
                  </a:lnTo>
                  <a:lnTo>
                    <a:pt x="1351763" y="1729608"/>
                  </a:lnTo>
                  <a:lnTo>
                    <a:pt x="1344431" y="1674113"/>
                  </a:lnTo>
                  <a:lnTo>
                    <a:pt x="1336177" y="1619152"/>
                  </a:lnTo>
                  <a:lnTo>
                    <a:pt x="1327014" y="1564745"/>
                  </a:lnTo>
                  <a:lnTo>
                    <a:pt x="1316955" y="1510913"/>
                  </a:lnTo>
                  <a:lnTo>
                    <a:pt x="1306014" y="1457675"/>
                  </a:lnTo>
                  <a:lnTo>
                    <a:pt x="1294203" y="1405052"/>
                  </a:lnTo>
                  <a:lnTo>
                    <a:pt x="1281536" y="1353065"/>
                  </a:lnTo>
                  <a:lnTo>
                    <a:pt x="1268026" y="1301734"/>
                  </a:lnTo>
                  <a:lnTo>
                    <a:pt x="1253685" y="1251078"/>
                  </a:lnTo>
                  <a:lnTo>
                    <a:pt x="1238528" y="1201119"/>
                  </a:lnTo>
                  <a:lnTo>
                    <a:pt x="1222567" y="1151877"/>
                  </a:lnTo>
                  <a:lnTo>
                    <a:pt x="1205815" y="1103371"/>
                  </a:lnTo>
                  <a:lnTo>
                    <a:pt x="1188285" y="1055623"/>
                  </a:lnTo>
                  <a:lnTo>
                    <a:pt x="1169991" y="1008653"/>
                  </a:lnTo>
                  <a:lnTo>
                    <a:pt x="1150945" y="962481"/>
                  </a:lnTo>
                  <a:lnTo>
                    <a:pt x="1131161" y="917127"/>
                  </a:lnTo>
                  <a:lnTo>
                    <a:pt x="1110652" y="872611"/>
                  </a:lnTo>
                  <a:lnTo>
                    <a:pt x="1089430" y="828955"/>
                  </a:lnTo>
                  <a:lnTo>
                    <a:pt x="1067510" y="786178"/>
                  </a:lnTo>
                  <a:lnTo>
                    <a:pt x="1044904" y="744300"/>
                  </a:lnTo>
                  <a:lnTo>
                    <a:pt x="1021625" y="703342"/>
                  </a:lnTo>
                  <a:lnTo>
                    <a:pt x="997687" y="663325"/>
                  </a:lnTo>
                  <a:lnTo>
                    <a:pt x="973102" y="624268"/>
                  </a:lnTo>
                  <a:lnTo>
                    <a:pt x="947884" y="586192"/>
                  </a:lnTo>
                  <a:lnTo>
                    <a:pt x="922045" y="549117"/>
                  </a:lnTo>
                  <a:lnTo>
                    <a:pt x="895600" y="513064"/>
                  </a:lnTo>
                  <a:lnTo>
                    <a:pt x="868560" y="478052"/>
                  </a:lnTo>
                  <a:lnTo>
                    <a:pt x="840939" y="444103"/>
                  </a:lnTo>
                  <a:lnTo>
                    <a:pt x="812751" y="411236"/>
                  </a:lnTo>
                  <a:lnTo>
                    <a:pt x="784008" y="379471"/>
                  </a:lnTo>
                  <a:lnTo>
                    <a:pt x="754724" y="348830"/>
                  </a:lnTo>
                  <a:lnTo>
                    <a:pt x="724911" y="319333"/>
                  </a:lnTo>
                  <a:lnTo>
                    <a:pt x="694582" y="290999"/>
                  </a:lnTo>
                  <a:lnTo>
                    <a:pt x="663752" y="263849"/>
                  </a:lnTo>
                  <a:lnTo>
                    <a:pt x="632432" y="237904"/>
                  </a:lnTo>
                  <a:lnTo>
                    <a:pt x="600637" y="213183"/>
                  </a:lnTo>
                  <a:lnTo>
                    <a:pt x="568378" y="189707"/>
                  </a:lnTo>
                  <a:lnTo>
                    <a:pt x="535670" y="167497"/>
                  </a:lnTo>
                  <a:lnTo>
                    <a:pt x="502525" y="146572"/>
                  </a:lnTo>
                  <a:lnTo>
                    <a:pt x="468957" y="126953"/>
                  </a:lnTo>
                  <a:lnTo>
                    <a:pt x="434978" y="108661"/>
                  </a:lnTo>
                  <a:lnTo>
                    <a:pt x="400602" y="91715"/>
                  </a:lnTo>
                  <a:lnTo>
                    <a:pt x="330711" y="61944"/>
                  </a:lnTo>
                  <a:lnTo>
                    <a:pt x="259388" y="37804"/>
                  </a:lnTo>
                  <a:lnTo>
                    <a:pt x="186739" y="19457"/>
                  </a:lnTo>
                  <a:lnTo>
                    <a:pt x="112868" y="7065"/>
                  </a:lnTo>
                  <a:lnTo>
                    <a:pt x="37880" y="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A22D144-424F-F145-4A09-42BA929CD6F9}"/>
                </a:ext>
              </a:extLst>
            </p:cNvPr>
            <p:cNvSpPr/>
            <p:nvPr/>
          </p:nvSpPr>
          <p:spPr>
            <a:xfrm>
              <a:off x="0" y="784108"/>
              <a:ext cx="1974850" cy="5628640"/>
            </a:xfrm>
            <a:custGeom>
              <a:avLst/>
              <a:gdLst/>
              <a:ahLst/>
              <a:cxnLst/>
              <a:rect l="l" t="t" r="r" b="b"/>
              <a:pathLst>
                <a:path w="1974850" h="5628640">
                  <a:moveTo>
                    <a:pt x="0" y="0"/>
                  </a:moveTo>
                  <a:lnTo>
                    <a:pt x="39052" y="549"/>
                  </a:lnTo>
                  <a:lnTo>
                    <a:pt x="78675" y="2223"/>
                  </a:lnTo>
                  <a:lnTo>
                    <a:pt x="118099" y="5000"/>
                  </a:lnTo>
                  <a:lnTo>
                    <a:pt x="157316" y="8870"/>
                  </a:lnTo>
                  <a:lnTo>
                    <a:pt x="196320" y="13822"/>
                  </a:lnTo>
                  <a:lnTo>
                    <a:pt x="235102" y="19846"/>
                  </a:lnTo>
                  <a:lnTo>
                    <a:pt x="273656" y="26931"/>
                  </a:lnTo>
                  <a:lnTo>
                    <a:pt x="311974" y="35066"/>
                  </a:lnTo>
                  <a:lnTo>
                    <a:pt x="350049" y="44242"/>
                  </a:lnTo>
                  <a:lnTo>
                    <a:pt x="387873" y="54447"/>
                  </a:lnTo>
                  <a:lnTo>
                    <a:pt x="425439" y="65672"/>
                  </a:lnTo>
                  <a:lnTo>
                    <a:pt x="462739" y="77905"/>
                  </a:lnTo>
                  <a:lnTo>
                    <a:pt x="499767" y="91136"/>
                  </a:lnTo>
                  <a:lnTo>
                    <a:pt x="536515" y="105354"/>
                  </a:lnTo>
                  <a:lnTo>
                    <a:pt x="572975" y="120550"/>
                  </a:lnTo>
                  <a:lnTo>
                    <a:pt x="609140" y="136713"/>
                  </a:lnTo>
                  <a:lnTo>
                    <a:pt x="645003" y="153831"/>
                  </a:lnTo>
                  <a:lnTo>
                    <a:pt x="680556" y="171895"/>
                  </a:lnTo>
                  <a:lnTo>
                    <a:pt x="715792" y="190894"/>
                  </a:lnTo>
                  <a:lnTo>
                    <a:pt x="750704" y="210818"/>
                  </a:lnTo>
                  <a:lnTo>
                    <a:pt x="785283" y="231656"/>
                  </a:lnTo>
                  <a:lnTo>
                    <a:pt x="819524" y="253397"/>
                  </a:lnTo>
                  <a:lnTo>
                    <a:pt x="853418" y="276032"/>
                  </a:lnTo>
                  <a:lnTo>
                    <a:pt x="886959" y="299549"/>
                  </a:lnTo>
                  <a:lnTo>
                    <a:pt x="920137" y="323938"/>
                  </a:lnTo>
                  <a:lnTo>
                    <a:pt x="952948" y="349188"/>
                  </a:lnTo>
                  <a:lnTo>
                    <a:pt x="985382" y="375290"/>
                  </a:lnTo>
                  <a:lnTo>
                    <a:pt x="1017433" y="402232"/>
                  </a:lnTo>
                  <a:lnTo>
                    <a:pt x="1049093" y="430004"/>
                  </a:lnTo>
                  <a:lnTo>
                    <a:pt x="1080355" y="458596"/>
                  </a:lnTo>
                  <a:lnTo>
                    <a:pt x="1111211" y="487997"/>
                  </a:lnTo>
                  <a:lnTo>
                    <a:pt x="1141654" y="518196"/>
                  </a:lnTo>
                  <a:lnTo>
                    <a:pt x="1171677" y="549183"/>
                  </a:lnTo>
                  <a:lnTo>
                    <a:pt x="1201272" y="580948"/>
                  </a:lnTo>
                  <a:lnTo>
                    <a:pt x="1230433" y="613479"/>
                  </a:lnTo>
                  <a:lnTo>
                    <a:pt x="1259151" y="646767"/>
                  </a:lnTo>
                  <a:lnTo>
                    <a:pt x="1287419" y="680801"/>
                  </a:lnTo>
                  <a:lnTo>
                    <a:pt x="1315230" y="715571"/>
                  </a:lnTo>
                  <a:lnTo>
                    <a:pt x="1342576" y="751065"/>
                  </a:lnTo>
                  <a:lnTo>
                    <a:pt x="1369450" y="787274"/>
                  </a:lnTo>
                  <a:lnTo>
                    <a:pt x="1395845" y="824187"/>
                  </a:lnTo>
                  <a:lnTo>
                    <a:pt x="1421754" y="861793"/>
                  </a:lnTo>
                  <a:lnTo>
                    <a:pt x="1447168" y="900083"/>
                  </a:lnTo>
                  <a:lnTo>
                    <a:pt x="1472081" y="939044"/>
                  </a:lnTo>
                  <a:lnTo>
                    <a:pt x="1496485" y="978668"/>
                  </a:lnTo>
                  <a:lnTo>
                    <a:pt x="1520373" y="1018943"/>
                  </a:lnTo>
                  <a:lnTo>
                    <a:pt x="1543737" y="1059859"/>
                  </a:lnTo>
                  <a:lnTo>
                    <a:pt x="1566571" y="1101405"/>
                  </a:lnTo>
                  <a:lnTo>
                    <a:pt x="1588866" y="1143571"/>
                  </a:lnTo>
                  <a:lnTo>
                    <a:pt x="1610615" y="1186347"/>
                  </a:lnTo>
                  <a:lnTo>
                    <a:pt x="1631812" y="1229721"/>
                  </a:lnTo>
                  <a:lnTo>
                    <a:pt x="1652448" y="1273684"/>
                  </a:lnTo>
                  <a:lnTo>
                    <a:pt x="1672516" y="1318225"/>
                  </a:lnTo>
                  <a:lnTo>
                    <a:pt x="1692009" y="1363333"/>
                  </a:lnTo>
                  <a:lnTo>
                    <a:pt x="1710919" y="1408998"/>
                  </a:lnTo>
                  <a:lnTo>
                    <a:pt x="1729240" y="1455209"/>
                  </a:lnTo>
                  <a:lnTo>
                    <a:pt x="1746963" y="1501956"/>
                  </a:lnTo>
                  <a:lnTo>
                    <a:pt x="1764081" y="1549229"/>
                  </a:lnTo>
                  <a:lnTo>
                    <a:pt x="1780588" y="1597016"/>
                  </a:lnTo>
                  <a:lnTo>
                    <a:pt x="1796475" y="1645308"/>
                  </a:lnTo>
                  <a:lnTo>
                    <a:pt x="1811735" y="1694093"/>
                  </a:lnTo>
                  <a:lnTo>
                    <a:pt x="1826361" y="1743362"/>
                  </a:lnTo>
                  <a:lnTo>
                    <a:pt x="1840345" y="1793104"/>
                  </a:lnTo>
                  <a:lnTo>
                    <a:pt x="1853681" y="1843308"/>
                  </a:lnTo>
                  <a:lnTo>
                    <a:pt x="1866360" y="1893963"/>
                  </a:lnTo>
                  <a:lnTo>
                    <a:pt x="1878375" y="1945060"/>
                  </a:lnTo>
                  <a:lnTo>
                    <a:pt x="1889719" y="1996588"/>
                  </a:lnTo>
                  <a:lnTo>
                    <a:pt x="1900385" y="2048536"/>
                  </a:lnTo>
                  <a:lnTo>
                    <a:pt x="1910365" y="2100894"/>
                  </a:lnTo>
                  <a:lnTo>
                    <a:pt x="1919652" y="2153651"/>
                  </a:lnTo>
                  <a:lnTo>
                    <a:pt x="1928239" y="2206797"/>
                  </a:lnTo>
                  <a:lnTo>
                    <a:pt x="1936117" y="2260321"/>
                  </a:lnTo>
                  <a:lnTo>
                    <a:pt x="1943280" y="2314213"/>
                  </a:lnTo>
                  <a:lnTo>
                    <a:pt x="1949721" y="2368462"/>
                  </a:lnTo>
                  <a:lnTo>
                    <a:pt x="1955431" y="2423058"/>
                  </a:lnTo>
                  <a:lnTo>
                    <a:pt x="1960404" y="2477990"/>
                  </a:lnTo>
                  <a:lnTo>
                    <a:pt x="1964632" y="2533248"/>
                  </a:lnTo>
                  <a:lnTo>
                    <a:pt x="1968108" y="2588821"/>
                  </a:lnTo>
                  <a:lnTo>
                    <a:pt x="1970824" y="2644698"/>
                  </a:lnTo>
                  <a:lnTo>
                    <a:pt x="1972773" y="2700870"/>
                  </a:lnTo>
                  <a:lnTo>
                    <a:pt x="1973948" y="2757326"/>
                  </a:lnTo>
                  <a:lnTo>
                    <a:pt x="1974342" y="2814055"/>
                  </a:lnTo>
                  <a:lnTo>
                    <a:pt x="1973948" y="2870784"/>
                  </a:lnTo>
                  <a:lnTo>
                    <a:pt x="1972773" y="2927239"/>
                  </a:lnTo>
                  <a:lnTo>
                    <a:pt x="1970824" y="2983411"/>
                  </a:lnTo>
                  <a:lnTo>
                    <a:pt x="1968108" y="3039289"/>
                  </a:lnTo>
                  <a:lnTo>
                    <a:pt x="1964632" y="3094862"/>
                  </a:lnTo>
                  <a:lnTo>
                    <a:pt x="1960404" y="3150120"/>
                  </a:lnTo>
                  <a:lnTo>
                    <a:pt x="1955431" y="3205052"/>
                  </a:lnTo>
                  <a:lnTo>
                    <a:pt x="1949721" y="3259648"/>
                  </a:lnTo>
                  <a:lnTo>
                    <a:pt x="1943280" y="3313897"/>
                  </a:lnTo>
                  <a:lnTo>
                    <a:pt x="1936117" y="3367789"/>
                  </a:lnTo>
                  <a:lnTo>
                    <a:pt x="1928239" y="3421313"/>
                  </a:lnTo>
                  <a:lnTo>
                    <a:pt x="1919652" y="3474459"/>
                  </a:lnTo>
                  <a:lnTo>
                    <a:pt x="1910365" y="3527216"/>
                  </a:lnTo>
                  <a:lnTo>
                    <a:pt x="1900385" y="3579574"/>
                  </a:lnTo>
                  <a:lnTo>
                    <a:pt x="1889719" y="3631522"/>
                  </a:lnTo>
                  <a:lnTo>
                    <a:pt x="1878375" y="3683049"/>
                  </a:lnTo>
                  <a:lnTo>
                    <a:pt x="1866360" y="3734146"/>
                  </a:lnTo>
                  <a:lnTo>
                    <a:pt x="1853681" y="3784802"/>
                  </a:lnTo>
                  <a:lnTo>
                    <a:pt x="1840345" y="3835006"/>
                  </a:lnTo>
                  <a:lnTo>
                    <a:pt x="1826361" y="3884748"/>
                  </a:lnTo>
                  <a:lnTo>
                    <a:pt x="1811735" y="3934016"/>
                  </a:lnTo>
                  <a:lnTo>
                    <a:pt x="1796475" y="3982802"/>
                  </a:lnTo>
                  <a:lnTo>
                    <a:pt x="1780588" y="4031093"/>
                  </a:lnTo>
                  <a:lnTo>
                    <a:pt x="1764081" y="4078881"/>
                  </a:lnTo>
                  <a:lnTo>
                    <a:pt x="1746963" y="4126153"/>
                  </a:lnTo>
                  <a:lnTo>
                    <a:pt x="1729240" y="4172900"/>
                  </a:lnTo>
                  <a:lnTo>
                    <a:pt x="1710919" y="4219112"/>
                  </a:lnTo>
                  <a:lnTo>
                    <a:pt x="1692009" y="4264777"/>
                  </a:lnTo>
                  <a:lnTo>
                    <a:pt x="1672516" y="4309885"/>
                  </a:lnTo>
                  <a:lnTo>
                    <a:pt x="1652448" y="4354425"/>
                  </a:lnTo>
                  <a:lnTo>
                    <a:pt x="1631812" y="4398388"/>
                  </a:lnTo>
                  <a:lnTo>
                    <a:pt x="1610615" y="4441763"/>
                  </a:lnTo>
                  <a:lnTo>
                    <a:pt x="1588866" y="4484538"/>
                  </a:lnTo>
                  <a:lnTo>
                    <a:pt x="1566571" y="4526705"/>
                  </a:lnTo>
                  <a:lnTo>
                    <a:pt x="1543737" y="4568251"/>
                  </a:lnTo>
                  <a:lnTo>
                    <a:pt x="1520373" y="4609167"/>
                  </a:lnTo>
                  <a:lnTo>
                    <a:pt x="1496485" y="4649442"/>
                  </a:lnTo>
                  <a:lnTo>
                    <a:pt x="1472081" y="4689065"/>
                  </a:lnTo>
                  <a:lnTo>
                    <a:pt x="1447168" y="4728027"/>
                  </a:lnTo>
                  <a:lnTo>
                    <a:pt x="1421754" y="4766316"/>
                  </a:lnTo>
                  <a:lnTo>
                    <a:pt x="1395845" y="4803923"/>
                  </a:lnTo>
                  <a:lnTo>
                    <a:pt x="1369450" y="4840835"/>
                  </a:lnTo>
                  <a:lnTo>
                    <a:pt x="1342576" y="4877044"/>
                  </a:lnTo>
                  <a:lnTo>
                    <a:pt x="1315230" y="4912539"/>
                  </a:lnTo>
                  <a:lnTo>
                    <a:pt x="1287419" y="4947308"/>
                  </a:lnTo>
                  <a:lnTo>
                    <a:pt x="1259151" y="4981342"/>
                  </a:lnTo>
                  <a:lnTo>
                    <a:pt x="1230433" y="5014630"/>
                  </a:lnTo>
                  <a:lnTo>
                    <a:pt x="1201272" y="5047162"/>
                  </a:lnTo>
                  <a:lnTo>
                    <a:pt x="1171677" y="5078927"/>
                  </a:lnTo>
                  <a:lnTo>
                    <a:pt x="1141654" y="5109914"/>
                  </a:lnTo>
                  <a:lnTo>
                    <a:pt x="1111211" y="5140113"/>
                  </a:lnTo>
                  <a:lnTo>
                    <a:pt x="1080355" y="5169514"/>
                  </a:lnTo>
                  <a:lnTo>
                    <a:pt x="1049093" y="5198105"/>
                  </a:lnTo>
                  <a:lnTo>
                    <a:pt x="1017433" y="5225877"/>
                  </a:lnTo>
                  <a:lnTo>
                    <a:pt x="985382" y="5252819"/>
                  </a:lnTo>
                  <a:lnTo>
                    <a:pt x="952948" y="5278921"/>
                  </a:lnTo>
                  <a:lnTo>
                    <a:pt x="920137" y="5304172"/>
                  </a:lnTo>
                  <a:lnTo>
                    <a:pt x="886959" y="5328561"/>
                  </a:lnTo>
                  <a:lnTo>
                    <a:pt x="853418" y="5352078"/>
                  </a:lnTo>
                  <a:lnTo>
                    <a:pt x="819524" y="5374712"/>
                  </a:lnTo>
                  <a:lnTo>
                    <a:pt x="785283" y="5396453"/>
                  </a:lnTo>
                  <a:lnTo>
                    <a:pt x="750704" y="5417291"/>
                  </a:lnTo>
                  <a:lnTo>
                    <a:pt x="715792" y="5437215"/>
                  </a:lnTo>
                  <a:lnTo>
                    <a:pt x="680556" y="5456214"/>
                  </a:lnTo>
                  <a:lnTo>
                    <a:pt x="645003" y="5474278"/>
                  </a:lnTo>
                  <a:lnTo>
                    <a:pt x="609140" y="5491397"/>
                  </a:lnTo>
                  <a:lnTo>
                    <a:pt x="572975" y="5507559"/>
                  </a:lnTo>
                  <a:lnTo>
                    <a:pt x="536515" y="5522755"/>
                  </a:lnTo>
                  <a:lnTo>
                    <a:pt x="499767" y="5536974"/>
                  </a:lnTo>
                  <a:lnTo>
                    <a:pt x="462739" y="5550205"/>
                  </a:lnTo>
                  <a:lnTo>
                    <a:pt x="425439" y="5562438"/>
                  </a:lnTo>
                  <a:lnTo>
                    <a:pt x="387873" y="5573662"/>
                  </a:lnTo>
                  <a:lnTo>
                    <a:pt x="350049" y="5583868"/>
                  </a:lnTo>
                  <a:lnTo>
                    <a:pt x="311974" y="5593043"/>
                  </a:lnTo>
                  <a:lnTo>
                    <a:pt x="273656" y="5601179"/>
                  </a:lnTo>
                  <a:lnTo>
                    <a:pt x="235102" y="5608264"/>
                  </a:lnTo>
                  <a:lnTo>
                    <a:pt x="196320" y="5614287"/>
                  </a:lnTo>
                  <a:lnTo>
                    <a:pt x="157316" y="5619239"/>
                  </a:lnTo>
                  <a:lnTo>
                    <a:pt x="118099" y="5623109"/>
                  </a:lnTo>
                  <a:lnTo>
                    <a:pt x="78675" y="5625886"/>
                  </a:lnTo>
                  <a:lnTo>
                    <a:pt x="39052" y="5627560"/>
                  </a:lnTo>
                  <a:lnTo>
                    <a:pt x="0" y="5628110"/>
                  </a:lnTo>
                </a:path>
              </a:pathLst>
            </a:custGeom>
            <a:ln w="28575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C0C9EA00-A39A-A57E-288B-282B17702660}"/>
                </a:ext>
              </a:extLst>
            </p:cNvPr>
            <p:cNvSpPr/>
            <p:nvPr/>
          </p:nvSpPr>
          <p:spPr>
            <a:xfrm>
              <a:off x="0" y="1120166"/>
              <a:ext cx="1624965" cy="4954905"/>
            </a:xfrm>
            <a:custGeom>
              <a:avLst/>
              <a:gdLst/>
              <a:ahLst/>
              <a:cxnLst/>
              <a:rect l="l" t="t" r="r" b="b"/>
              <a:pathLst>
                <a:path w="1624965" h="4954905">
                  <a:moveTo>
                    <a:pt x="0" y="0"/>
                  </a:moveTo>
                  <a:lnTo>
                    <a:pt x="73952" y="2594"/>
                  </a:lnTo>
                  <a:lnTo>
                    <a:pt x="148545" y="10382"/>
                  </a:lnTo>
                  <a:lnTo>
                    <a:pt x="222178" y="23222"/>
                  </a:lnTo>
                  <a:lnTo>
                    <a:pt x="294777" y="41000"/>
                  </a:lnTo>
                  <a:lnTo>
                    <a:pt x="366267" y="63602"/>
                  </a:lnTo>
                  <a:lnTo>
                    <a:pt x="436573" y="90915"/>
                  </a:lnTo>
                  <a:lnTo>
                    <a:pt x="505621" y="122825"/>
                  </a:lnTo>
                  <a:lnTo>
                    <a:pt x="539649" y="140467"/>
                  </a:lnTo>
                  <a:lnTo>
                    <a:pt x="573335" y="159216"/>
                  </a:lnTo>
                  <a:lnTo>
                    <a:pt x="606669" y="179057"/>
                  </a:lnTo>
                  <a:lnTo>
                    <a:pt x="639641" y="199976"/>
                  </a:lnTo>
                  <a:lnTo>
                    <a:pt x="672243" y="221959"/>
                  </a:lnTo>
                  <a:lnTo>
                    <a:pt x="704464" y="244991"/>
                  </a:lnTo>
                  <a:lnTo>
                    <a:pt x="736296" y="269057"/>
                  </a:lnTo>
                  <a:lnTo>
                    <a:pt x="767729" y="294145"/>
                  </a:lnTo>
                  <a:lnTo>
                    <a:pt x="798754" y="320240"/>
                  </a:lnTo>
                  <a:lnTo>
                    <a:pt x="829361" y="347326"/>
                  </a:lnTo>
                  <a:lnTo>
                    <a:pt x="859542" y="375391"/>
                  </a:lnTo>
                  <a:lnTo>
                    <a:pt x="889286" y="404420"/>
                  </a:lnTo>
                  <a:lnTo>
                    <a:pt x="918585" y="434398"/>
                  </a:lnTo>
                  <a:lnTo>
                    <a:pt x="947428" y="465312"/>
                  </a:lnTo>
                  <a:lnTo>
                    <a:pt x="975808" y="497147"/>
                  </a:lnTo>
                  <a:lnTo>
                    <a:pt x="1003713" y="529888"/>
                  </a:lnTo>
                  <a:lnTo>
                    <a:pt x="1031136" y="563522"/>
                  </a:lnTo>
                  <a:lnTo>
                    <a:pt x="1058066" y="598035"/>
                  </a:lnTo>
                  <a:lnTo>
                    <a:pt x="1084495" y="633411"/>
                  </a:lnTo>
                  <a:lnTo>
                    <a:pt x="1110412" y="669638"/>
                  </a:lnTo>
                  <a:lnTo>
                    <a:pt x="1135809" y="706700"/>
                  </a:lnTo>
                  <a:lnTo>
                    <a:pt x="1160676" y="744583"/>
                  </a:lnTo>
                  <a:lnTo>
                    <a:pt x="1185005" y="783274"/>
                  </a:lnTo>
                  <a:lnTo>
                    <a:pt x="1208784" y="822757"/>
                  </a:lnTo>
                  <a:lnTo>
                    <a:pt x="1232006" y="863019"/>
                  </a:lnTo>
                  <a:lnTo>
                    <a:pt x="1254660" y="904046"/>
                  </a:lnTo>
                  <a:lnTo>
                    <a:pt x="1276738" y="945822"/>
                  </a:lnTo>
                  <a:lnTo>
                    <a:pt x="1298231" y="988334"/>
                  </a:lnTo>
                  <a:lnTo>
                    <a:pt x="1319127" y="1031568"/>
                  </a:lnTo>
                  <a:lnTo>
                    <a:pt x="1339420" y="1075509"/>
                  </a:lnTo>
                  <a:lnTo>
                    <a:pt x="1359098" y="1120144"/>
                  </a:lnTo>
                  <a:lnTo>
                    <a:pt x="1378153" y="1165457"/>
                  </a:lnTo>
                  <a:lnTo>
                    <a:pt x="1396575" y="1211435"/>
                  </a:lnTo>
                  <a:lnTo>
                    <a:pt x="1414355" y="1258063"/>
                  </a:lnTo>
                  <a:lnTo>
                    <a:pt x="1431484" y="1305327"/>
                  </a:lnTo>
                  <a:lnTo>
                    <a:pt x="1447952" y="1353213"/>
                  </a:lnTo>
                  <a:lnTo>
                    <a:pt x="1463750" y="1401707"/>
                  </a:lnTo>
                  <a:lnTo>
                    <a:pt x="1478868" y="1450794"/>
                  </a:lnTo>
                  <a:lnTo>
                    <a:pt x="1493298" y="1500460"/>
                  </a:lnTo>
                  <a:lnTo>
                    <a:pt x="1507030" y="1550691"/>
                  </a:lnTo>
                  <a:lnTo>
                    <a:pt x="1520054" y="1601473"/>
                  </a:lnTo>
                  <a:lnTo>
                    <a:pt x="1532361" y="1652791"/>
                  </a:lnTo>
                  <a:lnTo>
                    <a:pt x="1543942" y="1704631"/>
                  </a:lnTo>
                  <a:lnTo>
                    <a:pt x="1554787" y="1756979"/>
                  </a:lnTo>
                  <a:lnTo>
                    <a:pt x="1564887" y="1809821"/>
                  </a:lnTo>
                  <a:lnTo>
                    <a:pt x="1574234" y="1863142"/>
                  </a:lnTo>
                  <a:lnTo>
                    <a:pt x="1582816" y="1916928"/>
                  </a:lnTo>
                  <a:lnTo>
                    <a:pt x="1590626" y="1971165"/>
                  </a:lnTo>
                  <a:lnTo>
                    <a:pt x="1597653" y="2025838"/>
                  </a:lnTo>
                  <a:lnTo>
                    <a:pt x="1603888" y="2080934"/>
                  </a:lnTo>
                  <a:lnTo>
                    <a:pt x="1609323" y="2136438"/>
                  </a:lnTo>
                  <a:lnTo>
                    <a:pt x="1613947" y="2192336"/>
                  </a:lnTo>
                  <a:lnTo>
                    <a:pt x="1617751" y="2248614"/>
                  </a:lnTo>
                  <a:lnTo>
                    <a:pt x="1620726" y="2305257"/>
                  </a:lnTo>
                  <a:lnTo>
                    <a:pt x="1622863" y="2362251"/>
                  </a:lnTo>
                  <a:lnTo>
                    <a:pt x="1624152" y="2419582"/>
                  </a:lnTo>
                  <a:lnTo>
                    <a:pt x="1624584" y="2477235"/>
                  </a:lnTo>
                  <a:lnTo>
                    <a:pt x="1624152" y="2534888"/>
                  </a:lnTo>
                  <a:lnTo>
                    <a:pt x="1622863" y="2592219"/>
                  </a:lnTo>
                  <a:lnTo>
                    <a:pt x="1620726" y="2649213"/>
                  </a:lnTo>
                  <a:lnTo>
                    <a:pt x="1617751" y="2705856"/>
                  </a:lnTo>
                  <a:lnTo>
                    <a:pt x="1613947" y="2762134"/>
                  </a:lnTo>
                  <a:lnTo>
                    <a:pt x="1609323" y="2818032"/>
                  </a:lnTo>
                  <a:lnTo>
                    <a:pt x="1603888" y="2873536"/>
                  </a:lnTo>
                  <a:lnTo>
                    <a:pt x="1597653" y="2928632"/>
                  </a:lnTo>
                  <a:lnTo>
                    <a:pt x="1590626" y="2983305"/>
                  </a:lnTo>
                  <a:lnTo>
                    <a:pt x="1582816" y="3037542"/>
                  </a:lnTo>
                  <a:lnTo>
                    <a:pt x="1574234" y="3091328"/>
                  </a:lnTo>
                  <a:lnTo>
                    <a:pt x="1564887" y="3144649"/>
                  </a:lnTo>
                  <a:lnTo>
                    <a:pt x="1554787" y="3197491"/>
                  </a:lnTo>
                  <a:lnTo>
                    <a:pt x="1543942" y="3249839"/>
                  </a:lnTo>
                  <a:lnTo>
                    <a:pt x="1532361" y="3301679"/>
                  </a:lnTo>
                  <a:lnTo>
                    <a:pt x="1520054" y="3352997"/>
                  </a:lnTo>
                  <a:lnTo>
                    <a:pt x="1507030" y="3403779"/>
                  </a:lnTo>
                  <a:lnTo>
                    <a:pt x="1493298" y="3454010"/>
                  </a:lnTo>
                  <a:lnTo>
                    <a:pt x="1478868" y="3503676"/>
                  </a:lnTo>
                  <a:lnTo>
                    <a:pt x="1463750" y="3552763"/>
                  </a:lnTo>
                  <a:lnTo>
                    <a:pt x="1447952" y="3601257"/>
                  </a:lnTo>
                  <a:lnTo>
                    <a:pt x="1431484" y="3649143"/>
                  </a:lnTo>
                  <a:lnTo>
                    <a:pt x="1414355" y="3696407"/>
                  </a:lnTo>
                  <a:lnTo>
                    <a:pt x="1396575" y="3743035"/>
                  </a:lnTo>
                  <a:lnTo>
                    <a:pt x="1378153" y="3789013"/>
                  </a:lnTo>
                  <a:lnTo>
                    <a:pt x="1359098" y="3834326"/>
                  </a:lnTo>
                  <a:lnTo>
                    <a:pt x="1339420" y="3878961"/>
                  </a:lnTo>
                  <a:lnTo>
                    <a:pt x="1319127" y="3922902"/>
                  </a:lnTo>
                  <a:lnTo>
                    <a:pt x="1298231" y="3966136"/>
                  </a:lnTo>
                  <a:lnTo>
                    <a:pt x="1276738" y="4008648"/>
                  </a:lnTo>
                  <a:lnTo>
                    <a:pt x="1254660" y="4050424"/>
                  </a:lnTo>
                  <a:lnTo>
                    <a:pt x="1232006" y="4091451"/>
                  </a:lnTo>
                  <a:lnTo>
                    <a:pt x="1208784" y="4131713"/>
                  </a:lnTo>
                  <a:lnTo>
                    <a:pt x="1185005" y="4171196"/>
                  </a:lnTo>
                  <a:lnTo>
                    <a:pt x="1160676" y="4209887"/>
                  </a:lnTo>
                  <a:lnTo>
                    <a:pt x="1135809" y="4247770"/>
                  </a:lnTo>
                  <a:lnTo>
                    <a:pt x="1110412" y="4284832"/>
                  </a:lnTo>
                  <a:lnTo>
                    <a:pt x="1084495" y="4321059"/>
                  </a:lnTo>
                  <a:lnTo>
                    <a:pt x="1058066" y="4356435"/>
                  </a:lnTo>
                  <a:lnTo>
                    <a:pt x="1031136" y="4390948"/>
                  </a:lnTo>
                  <a:lnTo>
                    <a:pt x="1003713" y="4424582"/>
                  </a:lnTo>
                  <a:lnTo>
                    <a:pt x="975808" y="4457323"/>
                  </a:lnTo>
                  <a:lnTo>
                    <a:pt x="947428" y="4489158"/>
                  </a:lnTo>
                  <a:lnTo>
                    <a:pt x="918585" y="4520072"/>
                  </a:lnTo>
                  <a:lnTo>
                    <a:pt x="889286" y="4550050"/>
                  </a:lnTo>
                  <a:lnTo>
                    <a:pt x="859542" y="4579079"/>
                  </a:lnTo>
                  <a:lnTo>
                    <a:pt x="829361" y="4607144"/>
                  </a:lnTo>
                  <a:lnTo>
                    <a:pt x="798754" y="4634230"/>
                  </a:lnTo>
                  <a:lnTo>
                    <a:pt x="767729" y="4660325"/>
                  </a:lnTo>
                  <a:lnTo>
                    <a:pt x="736296" y="4685413"/>
                  </a:lnTo>
                  <a:lnTo>
                    <a:pt x="704464" y="4709479"/>
                  </a:lnTo>
                  <a:lnTo>
                    <a:pt x="672243" y="4732511"/>
                  </a:lnTo>
                  <a:lnTo>
                    <a:pt x="639641" y="4754494"/>
                  </a:lnTo>
                  <a:lnTo>
                    <a:pt x="606669" y="4775413"/>
                  </a:lnTo>
                  <a:lnTo>
                    <a:pt x="573335" y="4795254"/>
                  </a:lnTo>
                  <a:lnTo>
                    <a:pt x="539649" y="4814003"/>
                  </a:lnTo>
                  <a:lnTo>
                    <a:pt x="505621" y="4831646"/>
                  </a:lnTo>
                  <a:lnTo>
                    <a:pt x="471259" y="4848168"/>
                  </a:lnTo>
                  <a:lnTo>
                    <a:pt x="401573" y="4877793"/>
                  </a:lnTo>
                  <a:lnTo>
                    <a:pt x="330665" y="4902765"/>
                  </a:lnTo>
                  <a:lnTo>
                    <a:pt x="258611" y="4922970"/>
                  </a:lnTo>
                  <a:lnTo>
                    <a:pt x="185486" y="4938293"/>
                  </a:lnTo>
                  <a:lnTo>
                    <a:pt x="111364" y="4948621"/>
                  </a:lnTo>
                  <a:lnTo>
                    <a:pt x="36320" y="4953839"/>
                  </a:lnTo>
                  <a:lnTo>
                    <a:pt x="0" y="4954471"/>
                  </a:lnTo>
                </a:path>
              </a:pathLst>
            </a:custGeom>
            <a:ln w="12700">
              <a:solidFill>
                <a:srgbClr val="E9DC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BCDF2CE3-99C8-140B-E9B1-E4E1D8307D66}"/>
                </a:ext>
              </a:extLst>
            </p:cNvPr>
            <p:cNvSpPr/>
            <p:nvPr/>
          </p:nvSpPr>
          <p:spPr>
            <a:xfrm>
              <a:off x="1829038" y="2200156"/>
              <a:ext cx="1481455" cy="0"/>
            </a:xfrm>
            <a:custGeom>
              <a:avLst/>
              <a:gdLst/>
              <a:ahLst/>
              <a:cxnLst/>
              <a:rect l="l" t="t" r="r" b="b"/>
              <a:pathLst>
                <a:path w="1481454">
                  <a:moveTo>
                    <a:pt x="0" y="0"/>
                  </a:moveTo>
                  <a:lnTo>
                    <a:pt x="1481201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2D70C120-BB1D-A980-B1BA-2C1B7FB87A2B}"/>
                </a:ext>
              </a:extLst>
            </p:cNvPr>
            <p:cNvSpPr/>
            <p:nvPr/>
          </p:nvSpPr>
          <p:spPr>
            <a:xfrm>
              <a:off x="3333224" y="195486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19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8D1998CC-12A8-6A90-9EDB-117ADC44D3EA}"/>
                </a:ext>
              </a:extLst>
            </p:cNvPr>
            <p:cNvSpPr/>
            <p:nvPr/>
          </p:nvSpPr>
          <p:spPr>
            <a:xfrm>
              <a:off x="2005583" y="3380791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70D7387C-C16C-B469-E9BA-9AE69D5BDECA}"/>
                </a:ext>
              </a:extLst>
            </p:cNvPr>
            <p:cNvSpPr/>
            <p:nvPr/>
          </p:nvSpPr>
          <p:spPr>
            <a:xfrm>
              <a:off x="3621274" y="3151392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65C8D86F-44F3-104F-E8FD-CF7407EFDA33}"/>
                </a:ext>
              </a:extLst>
            </p:cNvPr>
            <p:cNvSpPr/>
            <p:nvPr/>
          </p:nvSpPr>
          <p:spPr>
            <a:xfrm>
              <a:off x="1684782" y="311413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10" h="483235">
                  <a:moveTo>
                    <a:pt x="243078" y="0"/>
                  </a:moveTo>
                  <a:lnTo>
                    <a:pt x="194091" y="4909"/>
                  </a:lnTo>
                  <a:lnTo>
                    <a:pt x="148464" y="18990"/>
                  </a:lnTo>
                  <a:lnTo>
                    <a:pt x="107174" y="41268"/>
                  </a:lnTo>
                  <a:lnTo>
                    <a:pt x="71199" y="70770"/>
                  </a:lnTo>
                  <a:lnTo>
                    <a:pt x="41516" y="106523"/>
                  </a:lnTo>
                  <a:lnTo>
                    <a:pt x="19103" y="147554"/>
                  </a:lnTo>
                  <a:lnTo>
                    <a:pt x="4938" y="192888"/>
                  </a:lnTo>
                  <a:lnTo>
                    <a:pt x="0" y="241554"/>
                  </a:lnTo>
                  <a:lnTo>
                    <a:pt x="4938" y="290219"/>
                  </a:lnTo>
                  <a:lnTo>
                    <a:pt x="19103" y="335553"/>
                  </a:lnTo>
                  <a:lnTo>
                    <a:pt x="41516" y="376584"/>
                  </a:lnTo>
                  <a:lnTo>
                    <a:pt x="71199" y="412337"/>
                  </a:lnTo>
                  <a:lnTo>
                    <a:pt x="107174" y="441839"/>
                  </a:lnTo>
                  <a:lnTo>
                    <a:pt x="148464" y="464117"/>
                  </a:lnTo>
                  <a:lnTo>
                    <a:pt x="194091" y="478198"/>
                  </a:lnTo>
                  <a:lnTo>
                    <a:pt x="243078" y="483108"/>
                  </a:lnTo>
                  <a:lnTo>
                    <a:pt x="292064" y="478198"/>
                  </a:lnTo>
                  <a:lnTo>
                    <a:pt x="337691" y="464117"/>
                  </a:lnTo>
                  <a:lnTo>
                    <a:pt x="378981" y="441839"/>
                  </a:lnTo>
                  <a:lnTo>
                    <a:pt x="414956" y="412337"/>
                  </a:lnTo>
                  <a:lnTo>
                    <a:pt x="444639" y="376584"/>
                  </a:lnTo>
                  <a:lnTo>
                    <a:pt x="467052" y="335553"/>
                  </a:lnTo>
                  <a:lnTo>
                    <a:pt x="481217" y="290219"/>
                  </a:lnTo>
                  <a:lnTo>
                    <a:pt x="486156" y="241554"/>
                  </a:lnTo>
                  <a:lnTo>
                    <a:pt x="481217" y="192888"/>
                  </a:lnTo>
                  <a:lnTo>
                    <a:pt x="467052" y="147554"/>
                  </a:lnTo>
                  <a:lnTo>
                    <a:pt x="444639" y="106523"/>
                  </a:lnTo>
                  <a:lnTo>
                    <a:pt x="414956" y="70770"/>
                  </a:lnTo>
                  <a:lnTo>
                    <a:pt x="378981" y="41268"/>
                  </a:lnTo>
                  <a:lnTo>
                    <a:pt x="337691" y="18990"/>
                  </a:lnTo>
                  <a:lnTo>
                    <a:pt x="292064" y="4909"/>
                  </a:lnTo>
                  <a:lnTo>
                    <a:pt x="243078" y="0"/>
                  </a:lnTo>
                  <a:close/>
                </a:path>
              </a:pathLst>
            </a:custGeom>
            <a:solidFill>
              <a:srgbClr val="1B6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75FC96A7-E601-4BE2-8F8A-FE7FEA5A2F44}"/>
              </a:ext>
            </a:extLst>
          </p:cNvPr>
          <p:cNvSpPr txBox="1"/>
          <p:nvPr/>
        </p:nvSpPr>
        <p:spPr>
          <a:xfrm>
            <a:off x="1820162" y="3320141"/>
            <a:ext cx="185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4C4EE5B-FCA5-FD5B-E190-F9A46CAB59F8}"/>
              </a:ext>
            </a:extLst>
          </p:cNvPr>
          <p:cNvSpPr/>
          <p:nvPr/>
        </p:nvSpPr>
        <p:spPr>
          <a:xfrm>
            <a:off x="1446455" y="2216594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3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7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3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8611B42-45CF-70BC-E524-7AEEC888FAB9}"/>
              </a:ext>
            </a:extLst>
          </p:cNvPr>
          <p:cNvSpPr txBox="1"/>
          <p:nvPr/>
        </p:nvSpPr>
        <p:spPr>
          <a:xfrm>
            <a:off x="1622730" y="2326066"/>
            <a:ext cx="1320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2D09754-62E7-B9D3-F470-A4D1BEF00ABF}"/>
              </a:ext>
            </a:extLst>
          </p:cNvPr>
          <p:cNvSpPr/>
          <p:nvPr/>
        </p:nvSpPr>
        <p:spPr>
          <a:xfrm>
            <a:off x="611728" y="1328129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5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B0C61B7-9371-FEF8-92A7-80D1C7AC4D57}"/>
              </a:ext>
            </a:extLst>
          </p:cNvPr>
          <p:cNvSpPr txBox="1"/>
          <p:nvPr/>
        </p:nvSpPr>
        <p:spPr>
          <a:xfrm>
            <a:off x="815438" y="1436715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1A0F49C-FC9E-AA59-1800-F9E2381496D8}"/>
              </a:ext>
            </a:extLst>
          </p:cNvPr>
          <p:cNvSpPr txBox="1"/>
          <p:nvPr/>
        </p:nvSpPr>
        <p:spPr>
          <a:xfrm>
            <a:off x="3254753" y="5062804"/>
            <a:ext cx="2146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6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14">
                <a:solidFill>
                  <a:srgbClr val="FFFFFF"/>
                </a:solidFill>
                <a:latin typeface="Trebuchet MS"/>
                <a:cs typeface="Trebuchet MS"/>
              </a:rPr>
              <a:t>’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b="1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lution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301B91D-FD85-5816-85F7-D0C1FDE7C0EC}"/>
              </a:ext>
            </a:extLst>
          </p:cNvPr>
          <p:cNvSpPr txBox="1"/>
          <p:nvPr/>
        </p:nvSpPr>
        <p:spPr>
          <a:xfrm>
            <a:off x="3254753" y="5310377"/>
            <a:ext cx="620395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We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believe that the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Wine app is of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lower quality compared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its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peers, which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can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lead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higher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churn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increased CAC. Thus,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we plan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address this company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shortfall 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enhance customer retention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improve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company's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791C2DE9-B364-52D2-C691-19F76B7DD717}"/>
              </a:ext>
            </a:extLst>
          </p:cNvPr>
          <p:cNvSpPr txBox="1"/>
          <p:nvPr/>
        </p:nvSpPr>
        <p:spPr>
          <a:xfrm>
            <a:off x="8508490" y="4789170"/>
            <a:ext cx="138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1,7%</a:t>
            </a:r>
            <a:r>
              <a:rPr sz="20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IRR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CaixaDeTexto 24">
            <a:extLst>
              <a:ext uri="{FF2B5EF4-FFF2-40B4-BE49-F238E27FC236}">
                <a16:creationId xmlns:a16="http://schemas.microsoft.com/office/drawing/2014/main" id="{6AFA0E09-DD1C-EF0B-CB96-0C6929A385F6}"/>
              </a:ext>
            </a:extLst>
          </p:cNvPr>
          <p:cNvSpPr txBox="1"/>
          <p:nvPr/>
        </p:nvSpPr>
        <p:spPr>
          <a:xfrm>
            <a:off x="2688765" y="1304615"/>
            <a:ext cx="9473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Validade externa limitada: </a:t>
            </a:r>
            <a:r>
              <a:rPr lang="pt-BR" sz="1400">
                <a:latin typeface="Montserrat" panose="00000500000000000000" pitchFamily="2" charset="0"/>
              </a:rPr>
              <a:t>O estudo utiliza exclusivamente dados administrativos da Dinamarca, um país com forte Estado de bem-estar social, sistema universal de saúde e de cultura própria.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24" name="CaixaDeTexto 25">
            <a:extLst>
              <a:ext uri="{FF2B5EF4-FFF2-40B4-BE49-F238E27FC236}">
                <a16:creationId xmlns:a16="http://schemas.microsoft.com/office/drawing/2014/main" id="{5A355B3B-F2A3-EDB4-526C-A7CCC4F62D9E}"/>
              </a:ext>
            </a:extLst>
          </p:cNvPr>
          <p:cNvSpPr txBox="1"/>
          <p:nvPr/>
        </p:nvSpPr>
        <p:spPr>
          <a:xfrm>
            <a:off x="3336465" y="2213705"/>
            <a:ext cx="9029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Medida de crime baseada em condenações: </a:t>
            </a:r>
            <a:r>
              <a:rPr lang="pt-BR" sz="1400">
                <a:latin typeface="Montserrat" panose="00000500000000000000" pitchFamily="2" charset="0"/>
              </a:rPr>
              <a:t>A variável dependente captura condenações, não crimes efetivamente cometidos.</a:t>
            </a:r>
            <a:br>
              <a:rPr lang="pt-BR" sz="1400"/>
            </a:br>
            <a:endParaRPr lang="pt-BR" sz="1400"/>
          </a:p>
          <a:p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25" name="CaixaDeTexto 26">
            <a:extLst>
              <a:ext uri="{FF2B5EF4-FFF2-40B4-BE49-F238E27FC236}">
                <a16:creationId xmlns:a16="http://schemas.microsoft.com/office/drawing/2014/main" id="{FE66FEBA-545C-3720-9E54-4232C3616B0E}"/>
              </a:ext>
            </a:extLst>
          </p:cNvPr>
          <p:cNvSpPr txBox="1"/>
          <p:nvPr/>
        </p:nvSpPr>
        <p:spPr>
          <a:xfrm>
            <a:off x="3638355" y="3174263"/>
            <a:ext cx="8791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Possível endogeneidade residual no timing do diagnóstico: </a:t>
            </a:r>
            <a:r>
              <a:rPr lang="pt-BR" sz="1400">
                <a:latin typeface="Montserrat" panose="00000500000000000000" pitchFamily="2" charset="0"/>
              </a:rPr>
              <a:t>Embora o desenho “</a:t>
            </a:r>
            <a:r>
              <a:rPr lang="pt-BR" sz="1400" err="1">
                <a:latin typeface="Montserrat" panose="00000500000000000000" pitchFamily="2" charset="0"/>
              </a:rPr>
              <a:t>staggered</a:t>
            </a:r>
            <a:r>
              <a:rPr lang="pt-BR" sz="1400">
                <a:latin typeface="Montserrat" panose="00000500000000000000" pitchFamily="2" charset="0"/>
              </a:rPr>
              <a:t> </a:t>
            </a:r>
            <a:r>
              <a:rPr lang="pt-BR" sz="1400" err="1">
                <a:latin typeface="Montserrat" panose="00000500000000000000" pitchFamily="2" charset="0"/>
              </a:rPr>
              <a:t>adoption</a:t>
            </a:r>
            <a:r>
              <a:rPr lang="pt-BR" sz="1400">
                <a:latin typeface="Montserrat" panose="00000500000000000000" pitchFamily="2" charset="0"/>
              </a:rPr>
              <a:t>” mitigue viés, fatores comportamentais, podem correlacionar-se tanto com saúde quanto com propensão criminal</a:t>
            </a:r>
            <a:r>
              <a:rPr lang="pt-BR" sz="1400"/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FCE32312-E154-02B9-C28F-D29EABDE1679}"/>
              </a:ext>
            </a:extLst>
          </p:cNvPr>
          <p:cNvSpPr/>
          <p:nvPr/>
        </p:nvSpPr>
        <p:spPr>
          <a:xfrm>
            <a:off x="1639814" y="429017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E0DBA176-8BDF-9461-40AF-C6A9A005F22A}"/>
              </a:ext>
            </a:extLst>
          </p:cNvPr>
          <p:cNvSpPr/>
          <p:nvPr/>
        </p:nvSpPr>
        <p:spPr>
          <a:xfrm>
            <a:off x="1933445" y="448657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D47E5AF4-BEF1-286F-510D-5706C75E9791}"/>
              </a:ext>
            </a:extLst>
          </p:cNvPr>
          <p:cNvSpPr/>
          <p:nvPr/>
        </p:nvSpPr>
        <p:spPr>
          <a:xfrm>
            <a:off x="3553196" y="4280438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CaixaDeTexto 30">
            <a:extLst>
              <a:ext uri="{FF2B5EF4-FFF2-40B4-BE49-F238E27FC236}">
                <a16:creationId xmlns:a16="http://schemas.microsoft.com/office/drawing/2014/main" id="{DD739CDC-8658-7742-897C-FF0AECF7277C}"/>
              </a:ext>
            </a:extLst>
          </p:cNvPr>
          <p:cNvSpPr txBox="1"/>
          <p:nvPr/>
        </p:nvSpPr>
        <p:spPr>
          <a:xfrm>
            <a:off x="3580055" y="4181785"/>
            <a:ext cx="8831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Identificação dos mecanismos não estrutural: </a:t>
            </a:r>
            <a:r>
              <a:rPr lang="pt-BR" sz="1400">
                <a:latin typeface="Montserrat" panose="00000500000000000000" pitchFamily="2" charset="0"/>
              </a:rPr>
              <a:t>Embora os canais de renda e probabilidade de sobrevivência sejam consistentes com a teoria de Becker-Ehrlich, o modelo não estima elasticidades estruturais nem quantifica precisamente o peso relativo de cada mecanismo.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A91A870F-6DEE-C82D-7DA3-877EDA16C1A4}"/>
              </a:ext>
            </a:extLst>
          </p:cNvPr>
          <p:cNvSpPr txBox="1"/>
          <p:nvPr/>
        </p:nvSpPr>
        <p:spPr>
          <a:xfrm>
            <a:off x="1790181" y="4361331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1" name="object 13">
            <a:extLst>
              <a:ext uri="{FF2B5EF4-FFF2-40B4-BE49-F238E27FC236}">
                <a16:creationId xmlns:a16="http://schemas.microsoft.com/office/drawing/2014/main" id="{6E67A675-A65B-2D04-47CB-99D21105A874}"/>
              </a:ext>
            </a:extLst>
          </p:cNvPr>
          <p:cNvSpPr/>
          <p:nvPr/>
        </p:nvSpPr>
        <p:spPr>
          <a:xfrm>
            <a:off x="1114224" y="521956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5">
            <a:extLst>
              <a:ext uri="{FF2B5EF4-FFF2-40B4-BE49-F238E27FC236}">
                <a16:creationId xmlns:a16="http://schemas.microsoft.com/office/drawing/2014/main" id="{F6EBEBC9-5B19-B3D8-3032-DCAB62EB5F85}"/>
              </a:ext>
            </a:extLst>
          </p:cNvPr>
          <p:cNvSpPr txBox="1"/>
          <p:nvPr/>
        </p:nvSpPr>
        <p:spPr>
          <a:xfrm>
            <a:off x="1283442" y="5295695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3" name="object 11">
            <a:extLst>
              <a:ext uri="{FF2B5EF4-FFF2-40B4-BE49-F238E27FC236}">
                <a16:creationId xmlns:a16="http://schemas.microsoft.com/office/drawing/2014/main" id="{0A06DC00-2DE2-536A-107D-1DFD3E88568B}"/>
              </a:ext>
            </a:extLst>
          </p:cNvPr>
          <p:cNvSpPr/>
          <p:nvPr/>
        </p:nvSpPr>
        <p:spPr>
          <a:xfrm>
            <a:off x="1516844" y="541596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9093AA81-4C5F-A130-0A19-C381774A5E05}"/>
              </a:ext>
            </a:extLst>
          </p:cNvPr>
          <p:cNvSpPr/>
          <p:nvPr/>
        </p:nvSpPr>
        <p:spPr>
          <a:xfrm>
            <a:off x="3143465" y="5197647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CaixaDeTexto 36">
            <a:extLst>
              <a:ext uri="{FF2B5EF4-FFF2-40B4-BE49-F238E27FC236}">
                <a16:creationId xmlns:a16="http://schemas.microsoft.com/office/drawing/2014/main" id="{714E8F31-F12C-5674-228D-4F29DC4AFE6E}"/>
              </a:ext>
            </a:extLst>
          </p:cNvPr>
          <p:cNvSpPr txBox="1"/>
          <p:nvPr/>
        </p:nvSpPr>
        <p:spPr>
          <a:xfrm>
            <a:off x="3174384" y="5119295"/>
            <a:ext cx="82394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Reforma municipal como choque multidimensional: </a:t>
            </a:r>
            <a:r>
              <a:rPr lang="pt-BR" sz="1400">
                <a:latin typeface="Montserrat" panose="00000500000000000000" pitchFamily="2" charset="0"/>
              </a:rPr>
              <a:t>A reforma de 2007 alterou diversas políticas simultaneamente. Apesar da estratégia de identificação, não é possível isolar completamente o efeito exclusivo da redução do </a:t>
            </a:r>
            <a:r>
              <a:rPr lang="pt-BR" sz="1400" err="1">
                <a:latin typeface="Montserrat" panose="00000500000000000000" pitchFamily="2" charset="0"/>
              </a:rPr>
              <a:t>welfare</a:t>
            </a:r>
            <a:r>
              <a:rPr lang="pt-BR" sz="1400">
                <a:latin typeface="Montserrat" panose="00000500000000000000" pitchFamily="2" charset="0"/>
              </a:rPr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27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object 3">
            <a:extLst>
              <a:ext uri="{FF2B5EF4-FFF2-40B4-BE49-F238E27FC236}">
                <a16:creationId xmlns:a16="http://schemas.microsoft.com/office/drawing/2014/main" id="{08378750-D837-83D1-F87E-367BD9BE0EA9}"/>
              </a:ext>
            </a:extLst>
          </p:cNvPr>
          <p:cNvGrpSpPr/>
          <p:nvPr/>
        </p:nvGrpSpPr>
        <p:grpSpPr>
          <a:xfrm>
            <a:off x="-14988" y="1406134"/>
            <a:ext cx="3621274" cy="5628640"/>
            <a:chOff x="0" y="784108"/>
            <a:chExt cx="3621274" cy="5628640"/>
          </a:xfrm>
        </p:grpSpPr>
        <p:sp>
          <p:nvSpPr>
            <p:cNvPr id="37" name="object 4">
              <a:extLst>
                <a:ext uri="{FF2B5EF4-FFF2-40B4-BE49-F238E27FC236}">
                  <a16:creationId xmlns:a16="http://schemas.microsoft.com/office/drawing/2014/main" id="{8BE58733-1667-75BC-B73B-FB0526CE6826}"/>
                </a:ext>
              </a:extLst>
            </p:cNvPr>
            <p:cNvSpPr/>
            <p:nvPr/>
          </p:nvSpPr>
          <p:spPr>
            <a:xfrm>
              <a:off x="1062142" y="1142692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5">
              <a:extLst>
                <a:ext uri="{FF2B5EF4-FFF2-40B4-BE49-F238E27FC236}">
                  <a16:creationId xmlns:a16="http://schemas.microsoft.com/office/drawing/2014/main" id="{8B1315B8-86E7-D8A1-A7A0-3F5352CAF1F8}"/>
                </a:ext>
              </a:extLst>
            </p:cNvPr>
            <p:cNvSpPr/>
            <p:nvPr/>
          </p:nvSpPr>
          <p:spPr>
            <a:xfrm>
              <a:off x="2677833" y="88037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19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6">
              <a:extLst>
                <a:ext uri="{FF2B5EF4-FFF2-40B4-BE49-F238E27FC236}">
                  <a16:creationId xmlns:a16="http://schemas.microsoft.com/office/drawing/2014/main" id="{734CE522-592F-A05B-4E57-E8F754CCCD8E}"/>
                </a:ext>
              </a:extLst>
            </p:cNvPr>
            <p:cNvSpPr/>
            <p:nvPr/>
          </p:nvSpPr>
          <p:spPr>
            <a:xfrm>
              <a:off x="0" y="1440180"/>
              <a:ext cx="1376680" cy="4262755"/>
            </a:xfrm>
            <a:custGeom>
              <a:avLst/>
              <a:gdLst/>
              <a:ahLst/>
              <a:cxnLst/>
              <a:rect l="l" t="t" r="r" b="b"/>
              <a:pathLst>
                <a:path w="1376680" h="4262755">
                  <a:moveTo>
                    <a:pt x="0" y="0"/>
                  </a:moveTo>
                  <a:lnTo>
                    <a:pt x="0" y="4262627"/>
                  </a:lnTo>
                  <a:lnTo>
                    <a:pt x="37880" y="4261836"/>
                  </a:lnTo>
                  <a:lnTo>
                    <a:pt x="75507" y="4259474"/>
                  </a:lnTo>
                  <a:lnTo>
                    <a:pt x="149949" y="4250121"/>
                  </a:lnTo>
                  <a:lnTo>
                    <a:pt x="223223" y="4234731"/>
                  </a:lnTo>
                  <a:lnTo>
                    <a:pt x="295222" y="4213467"/>
                  </a:lnTo>
                  <a:lnTo>
                    <a:pt x="365842" y="4186491"/>
                  </a:lnTo>
                  <a:lnTo>
                    <a:pt x="434978" y="4153966"/>
                  </a:lnTo>
                  <a:lnTo>
                    <a:pt x="468957" y="4135674"/>
                  </a:lnTo>
                  <a:lnTo>
                    <a:pt x="502525" y="4116055"/>
                  </a:lnTo>
                  <a:lnTo>
                    <a:pt x="535670" y="4095130"/>
                  </a:lnTo>
                  <a:lnTo>
                    <a:pt x="568378" y="4072920"/>
                  </a:lnTo>
                  <a:lnTo>
                    <a:pt x="600637" y="4049444"/>
                  </a:lnTo>
                  <a:lnTo>
                    <a:pt x="632432" y="4024723"/>
                  </a:lnTo>
                  <a:lnTo>
                    <a:pt x="663752" y="3998778"/>
                  </a:lnTo>
                  <a:lnTo>
                    <a:pt x="694582" y="3971628"/>
                  </a:lnTo>
                  <a:lnTo>
                    <a:pt x="724911" y="3943294"/>
                  </a:lnTo>
                  <a:lnTo>
                    <a:pt x="754724" y="3913797"/>
                  </a:lnTo>
                  <a:lnTo>
                    <a:pt x="784008" y="3883156"/>
                  </a:lnTo>
                  <a:lnTo>
                    <a:pt x="812751" y="3851391"/>
                  </a:lnTo>
                  <a:lnTo>
                    <a:pt x="840939" y="3818524"/>
                  </a:lnTo>
                  <a:lnTo>
                    <a:pt x="868560" y="3784575"/>
                  </a:lnTo>
                  <a:lnTo>
                    <a:pt x="895600" y="3749563"/>
                  </a:lnTo>
                  <a:lnTo>
                    <a:pt x="922045" y="3713510"/>
                  </a:lnTo>
                  <a:lnTo>
                    <a:pt x="947884" y="3676435"/>
                  </a:lnTo>
                  <a:lnTo>
                    <a:pt x="973102" y="3638359"/>
                  </a:lnTo>
                  <a:lnTo>
                    <a:pt x="997687" y="3599302"/>
                  </a:lnTo>
                  <a:lnTo>
                    <a:pt x="1021625" y="3559285"/>
                  </a:lnTo>
                  <a:lnTo>
                    <a:pt x="1044904" y="3518327"/>
                  </a:lnTo>
                  <a:lnTo>
                    <a:pt x="1067510" y="3476449"/>
                  </a:lnTo>
                  <a:lnTo>
                    <a:pt x="1089430" y="3433672"/>
                  </a:lnTo>
                  <a:lnTo>
                    <a:pt x="1110652" y="3390016"/>
                  </a:lnTo>
                  <a:lnTo>
                    <a:pt x="1131161" y="3345500"/>
                  </a:lnTo>
                  <a:lnTo>
                    <a:pt x="1150945" y="3300146"/>
                  </a:lnTo>
                  <a:lnTo>
                    <a:pt x="1169991" y="3253974"/>
                  </a:lnTo>
                  <a:lnTo>
                    <a:pt x="1188285" y="3207003"/>
                  </a:lnTo>
                  <a:lnTo>
                    <a:pt x="1205815" y="3159256"/>
                  </a:lnTo>
                  <a:lnTo>
                    <a:pt x="1222567" y="3110750"/>
                  </a:lnTo>
                  <a:lnTo>
                    <a:pt x="1238528" y="3061508"/>
                  </a:lnTo>
                  <a:lnTo>
                    <a:pt x="1253685" y="3011549"/>
                  </a:lnTo>
                  <a:lnTo>
                    <a:pt x="1268026" y="2960893"/>
                  </a:lnTo>
                  <a:lnTo>
                    <a:pt x="1281536" y="2909562"/>
                  </a:lnTo>
                  <a:lnTo>
                    <a:pt x="1294203" y="2857575"/>
                  </a:lnTo>
                  <a:lnTo>
                    <a:pt x="1306014" y="2804952"/>
                  </a:lnTo>
                  <a:lnTo>
                    <a:pt x="1316955" y="2751714"/>
                  </a:lnTo>
                  <a:lnTo>
                    <a:pt x="1327014" y="2697882"/>
                  </a:lnTo>
                  <a:lnTo>
                    <a:pt x="1336177" y="2643475"/>
                  </a:lnTo>
                  <a:lnTo>
                    <a:pt x="1344431" y="2588513"/>
                  </a:lnTo>
                  <a:lnTo>
                    <a:pt x="1351763" y="2533019"/>
                  </a:lnTo>
                  <a:lnTo>
                    <a:pt x="1358160" y="2477010"/>
                  </a:lnTo>
                  <a:lnTo>
                    <a:pt x="1363609" y="2420508"/>
                  </a:lnTo>
                  <a:lnTo>
                    <a:pt x="1368096" y="2363534"/>
                  </a:lnTo>
                  <a:lnTo>
                    <a:pt x="1371610" y="2306107"/>
                  </a:lnTo>
                  <a:lnTo>
                    <a:pt x="1374135" y="2248247"/>
                  </a:lnTo>
                  <a:lnTo>
                    <a:pt x="1375660" y="2189976"/>
                  </a:lnTo>
                  <a:lnTo>
                    <a:pt x="1376172" y="2131313"/>
                  </a:lnTo>
                  <a:lnTo>
                    <a:pt x="1375660" y="2072651"/>
                  </a:lnTo>
                  <a:lnTo>
                    <a:pt x="1374135" y="2014380"/>
                  </a:lnTo>
                  <a:lnTo>
                    <a:pt x="1371610" y="1956520"/>
                  </a:lnTo>
                  <a:lnTo>
                    <a:pt x="1368096" y="1899093"/>
                  </a:lnTo>
                  <a:lnTo>
                    <a:pt x="1363609" y="1842119"/>
                  </a:lnTo>
                  <a:lnTo>
                    <a:pt x="1358160" y="1785617"/>
                  </a:lnTo>
                  <a:lnTo>
                    <a:pt x="1351763" y="1729608"/>
                  </a:lnTo>
                  <a:lnTo>
                    <a:pt x="1344431" y="1674113"/>
                  </a:lnTo>
                  <a:lnTo>
                    <a:pt x="1336177" y="1619152"/>
                  </a:lnTo>
                  <a:lnTo>
                    <a:pt x="1327014" y="1564745"/>
                  </a:lnTo>
                  <a:lnTo>
                    <a:pt x="1316955" y="1510913"/>
                  </a:lnTo>
                  <a:lnTo>
                    <a:pt x="1306014" y="1457675"/>
                  </a:lnTo>
                  <a:lnTo>
                    <a:pt x="1294203" y="1405052"/>
                  </a:lnTo>
                  <a:lnTo>
                    <a:pt x="1281536" y="1353065"/>
                  </a:lnTo>
                  <a:lnTo>
                    <a:pt x="1268026" y="1301734"/>
                  </a:lnTo>
                  <a:lnTo>
                    <a:pt x="1253685" y="1251078"/>
                  </a:lnTo>
                  <a:lnTo>
                    <a:pt x="1238528" y="1201119"/>
                  </a:lnTo>
                  <a:lnTo>
                    <a:pt x="1222567" y="1151877"/>
                  </a:lnTo>
                  <a:lnTo>
                    <a:pt x="1205815" y="1103371"/>
                  </a:lnTo>
                  <a:lnTo>
                    <a:pt x="1188285" y="1055623"/>
                  </a:lnTo>
                  <a:lnTo>
                    <a:pt x="1169991" y="1008653"/>
                  </a:lnTo>
                  <a:lnTo>
                    <a:pt x="1150945" y="962481"/>
                  </a:lnTo>
                  <a:lnTo>
                    <a:pt x="1131161" y="917127"/>
                  </a:lnTo>
                  <a:lnTo>
                    <a:pt x="1110652" y="872611"/>
                  </a:lnTo>
                  <a:lnTo>
                    <a:pt x="1089430" y="828955"/>
                  </a:lnTo>
                  <a:lnTo>
                    <a:pt x="1067510" y="786178"/>
                  </a:lnTo>
                  <a:lnTo>
                    <a:pt x="1044904" y="744300"/>
                  </a:lnTo>
                  <a:lnTo>
                    <a:pt x="1021625" y="703342"/>
                  </a:lnTo>
                  <a:lnTo>
                    <a:pt x="997687" y="663325"/>
                  </a:lnTo>
                  <a:lnTo>
                    <a:pt x="973102" y="624268"/>
                  </a:lnTo>
                  <a:lnTo>
                    <a:pt x="947884" y="586192"/>
                  </a:lnTo>
                  <a:lnTo>
                    <a:pt x="922045" y="549117"/>
                  </a:lnTo>
                  <a:lnTo>
                    <a:pt x="895600" y="513064"/>
                  </a:lnTo>
                  <a:lnTo>
                    <a:pt x="868560" y="478052"/>
                  </a:lnTo>
                  <a:lnTo>
                    <a:pt x="840939" y="444103"/>
                  </a:lnTo>
                  <a:lnTo>
                    <a:pt x="812751" y="411236"/>
                  </a:lnTo>
                  <a:lnTo>
                    <a:pt x="784008" y="379471"/>
                  </a:lnTo>
                  <a:lnTo>
                    <a:pt x="754724" y="348830"/>
                  </a:lnTo>
                  <a:lnTo>
                    <a:pt x="724911" y="319333"/>
                  </a:lnTo>
                  <a:lnTo>
                    <a:pt x="694582" y="290999"/>
                  </a:lnTo>
                  <a:lnTo>
                    <a:pt x="663752" y="263849"/>
                  </a:lnTo>
                  <a:lnTo>
                    <a:pt x="632432" y="237904"/>
                  </a:lnTo>
                  <a:lnTo>
                    <a:pt x="600637" y="213183"/>
                  </a:lnTo>
                  <a:lnTo>
                    <a:pt x="568378" y="189707"/>
                  </a:lnTo>
                  <a:lnTo>
                    <a:pt x="535670" y="167497"/>
                  </a:lnTo>
                  <a:lnTo>
                    <a:pt x="502525" y="146572"/>
                  </a:lnTo>
                  <a:lnTo>
                    <a:pt x="468957" y="126953"/>
                  </a:lnTo>
                  <a:lnTo>
                    <a:pt x="434978" y="108661"/>
                  </a:lnTo>
                  <a:lnTo>
                    <a:pt x="400602" y="91715"/>
                  </a:lnTo>
                  <a:lnTo>
                    <a:pt x="330711" y="61944"/>
                  </a:lnTo>
                  <a:lnTo>
                    <a:pt x="259388" y="37804"/>
                  </a:lnTo>
                  <a:lnTo>
                    <a:pt x="186739" y="19457"/>
                  </a:lnTo>
                  <a:lnTo>
                    <a:pt x="112868" y="7065"/>
                  </a:lnTo>
                  <a:lnTo>
                    <a:pt x="37880" y="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7">
              <a:extLst>
                <a:ext uri="{FF2B5EF4-FFF2-40B4-BE49-F238E27FC236}">
                  <a16:creationId xmlns:a16="http://schemas.microsoft.com/office/drawing/2014/main" id="{08B1D28E-DEBB-2518-F9CA-48B95BF7629D}"/>
                </a:ext>
              </a:extLst>
            </p:cNvPr>
            <p:cNvSpPr/>
            <p:nvPr/>
          </p:nvSpPr>
          <p:spPr>
            <a:xfrm>
              <a:off x="0" y="784108"/>
              <a:ext cx="1974850" cy="5628640"/>
            </a:xfrm>
            <a:custGeom>
              <a:avLst/>
              <a:gdLst/>
              <a:ahLst/>
              <a:cxnLst/>
              <a:rect l="l" t="t" r="r" b="b"/>
              <a:pathLst>
                <a:path w="1974850" h="5628640">
                  <a:moveTo>
                    <a:pt x="0" y="0"/>
                  </a:moveTo>
                  <a:lnTo>
                    <a:pt x="39052" y="549"/>
                  </a:lnTo>
                  <a:lnTo>
                    <a:pt x="78675" y="2223"/>
                  </a:lnTo>
                  <a:lnTo>
                    <a:pt x="118099" y="5000"/>
                  </a:lnTo>
                  <a:lnTo>
                    <a:pt x="157316" y="8870"/>
                  </a:lnTo>
                  <a:lnTo>
                    <a:pt x="196320" y="13822"/>
                  </a:lnTo>
                  <a:lnTo>
                    <a:pt x="235102" y="19846"/>
                  </a:lnTo>
                  <a:lnTo>
                    <a:pt x="273656" y="26931"/>
                  </a:lnTo>
                  <a:lnTo>
                    <a:pt x="311974" y="35066"/>
                  </a:lnTo>
                  <a:lnTo>
                    <a:pt x="350049" y="44242"/>
                  </a:lnTo>
                  <a:lnTo>
                    <a:pt x="387873" y="54447"/>
                  </a:lnTo>
                  <a:lnTo>
                    <a:pt x="425439" y="65672"/>
                  </a:lnTo>
                  <a:lnTo>
                    <a:pt x="462739" y="77905"/>
                  </a:lnTo>
                  <a:lnTo>
                    <a:pt x="499767" y="91136"/>
                  </a:lnTo>
                  <a:lnTo>
                    <a:pt x="536515" y="105354"/>
                  </a:lnTo>
                  <a:lnTo>
                    <a:pt x="572975" y="120550"/>
                  </a:lnTo>
                  <a:lnTo>
                    <a:pt x="609140" y="136713"/>
                  </a:lnTo>
                  <a:lnTo>
                    <a:pt x="645003" y="153831"/>
                  </a:lnTo>
                  <a:lnTo>
                    <a:pt x="680556" y="171895"/>
                  </a:lnTo>
                  <a:lnTo>
                    <a:pt x="715792" y="190894"/>
                  </a:lnTo>
                  <a:lnTo>
                    <a:pt x="750704" y="210818"/>
                  </a:lnTo>
                  <a:lnTo>
                    <a:pt x="785283" y="231656"/>
                  </a:lnTo>
                  <a:lnTo>
                    <a:pt x="819524" y="253397"/>
                  </a:lnTo>
                  <a:lnTo>
                    <a:pt x="853418" y="276032"/>
                  </a:lnTo>
                  <a:lnTo>
                    <a:pt x="886959" y="299549"/>
                  </a:lnTo>
                  <a:lnTo>
                    <a:pt x="920137" y="323938"/>
                  </a:lnTo>
                  <a:lnTo>
                    <a:pt x="952948" y="349188"/>
                  </a:lnTo>
                  <a:lnTo>
                    <a:pt x="985382" y="375290"/>
                  </a:lnTo>
                  <a:lnTo>
                    <a:pt x="1017433" y="402232"/>
                  </a:lnTo>
                  <a:lnTo>
                    <a:pt x="1049093" y="430004"/>
                  </a:lnTo>
                  <a:lnTo>
                    <a:pt x="1080355" y="458596"/>
                  </a:lnTo>
                  <a:lnTo>
                    <a:pt x="1111211" y="487997"/>
                  </a:lnTo>
                  <a:lnTo>
                    <a:pt x="1141654" y="518196"/>
                  </a:lnTo>
                  <a:lnTo>
                    <a:pt x="1171677" y="549183"/>
                  </a:lnTo>
                  <a:lnTo>
                    <a:pt x="1201272" y="580948"/>
                  </a:lnTo>
                  <a:lnTo>
                    <a:pt x="1230433" y="613479"/>
                  </a:lnTo>
                  <a:lnTo>
                    <a:pt x="1259151" y="646767"/>
                  </a:lnTo>
                  <a:lnTo>
                    <a:pt x="1287419" y="680801"/>
                  </a:lnTo>
                  <a:lnTo>
                    <a:pt x="1315230" y="715571"/>
                  </a:lnTo>
                  <a:lnTo>
                    <a:pt x="1342576" y="751065"/>
                  </a:lnTo>
                  <a:lnTo>
                    <a:pt x="1369450" y="787274"/>
                  </a:lnTo>
                  <a:lnTo>
                    <a:pt x="1395845" y="824187"/>
                  </a:lnTo>
                  <a:lnTo>
                    <a:pt x="1421754" y="861793"/>
                  </a:lnTo>
                  <a:lnTo>
                    <a:pt x="1447168" y="900083"/>
                  </a:lnTo>
                  <a:lnTo>
                    <a:pt x="1472081" y="939044"/>
                  </a:lnTo>
                  <a:lnTo>
                    <a:pt x="1496485" y="978668"/>
                  </a:lnTo>
                  <a:lnTo>
                    <a:pt x="1520373" y="1018943"/>
                  </a:lnTo>
                  <a:lnTo>
                    <a:pt x="1543737" y="1059859"/>
                  </a:lnTo>
                  <a:lnTo>
                    <a:pt x="1566571" y="1101405"/>
                  </a:lnTo>
                  <a:lnTo>
                    <a:pt x="1588866" y="1143571"/>
                  </a:lnTo>
                  <a:lnTo>
                    <a:pt x="1610615" y="1186347"/>
                  </a:lnTo>
                  <a:lnTo>
                    <a:pt x="1631812" y="1229721"/>
                  </a:lnTo>
                  <a:lnTo>
                    <a:pt x="1652448" y="1273684"/>
                  </a:lnTo>
                  <a:lnTo>
                    <a:pt x="1672516" y="1318225"/>
                  </a:lnTo>
                  <a:lnTo>
                    <a:pt x="1692009" y="1363333"/>
                  </a:lnTo>
                  <a:lnTo>
                    <a:pt x="1710919" y="1408998"/>
                  </a:lnTo>
                  <a:lnTo>
                    <a:pt x="1729240" y="1455209"/>
                  </a:lnTo>
                  <a:lnTo>
                    <a:pt x="1746963" y="1501956"/>
                  </a:lnTo>
                  <a:lnTo>
                    <a:pt x="1764081" y="1549229"/>
                  </a:lnTo>
                  <a:lnTo>
                    <a:pt x="1780588" y="1597016"/>
                  </a:lnTo>
                  <a:lnTo>
                    <a:pt x="1796475" y="1645308"/>
                  </a:lnTo>
                  <a:lnTo>
                    <a:pt x="1811735" y="1694093"/>
                  </a:lnTo>
                  <a:lnTo>
                    <a:pt x="1826361" y="1743362"/>
                  </a:lnTo>
                  <a:lnTo>
                    <a:pt x="1840345" y="1793104"/>
                  </a:lnTo>
                  <a:lnTo>
                    <a:pt x="1853681" y="1843308"/>
                  </a:lnTo>
                  <a:lnTo>
                    <a:pt x="1866360" y="1893963"/>
                  </a:lnTo>
                  <a:lnTo>
                    <a:pt x="1878375" y="1945060"/>
                  </a:lnTo>
                  <a:lnTo>
                    <a:pt x="1889719" y="1996588"/>
                  </a:lnTo>
                  <a:lnTo>
                    <a:pt x="1900385" y="2048536"/>
                  </a:lnTo>
                  <a:lnTo>
                    <a:pt x="1910365" y="2100894"/>
                  </a:lnTo>
                  <a:lnTo>
                    <a:pt x="1919652" y="2153651"/>
                  </a:lnTo>
                  <a:lnTo>
                    <a:pt x="1928239" y="2206797"/>
                  </a:lnTo>
                  <a:lnTo>
                    <a:pt x="1936117" y="2260321"/>
                  </a:lnTo>
                  <a:lnTo>
                    <a:pt x="1943280" y="2314213"/>
                  </a:lnTo>
                  <a:lnTo>
                    <a:pt x="1949721" y="2368462"/>
                  </a:lnTo>
                  <a:lnTo>
                    <a:pt x="1955431" y="2423058"/>
                  </a:lnTo>
                  <a:lnTo>
                    <a:pt x="1960404" y="2477990"/>
                  </a:lnTo>
                  <a:lnTo>
                    <a:pt x="1964632" y="2533248"/>
                  </a:lnTo>
                  <a:lnTo>
                    <a:pt x="1968108" y="2588821"/>
                  </a:lnTo>
                  <a:lnTo>
                    <a:pt x="1970824" y="2644698"/>
                  </a:lnTo>
                  <a:lnTo>
                    <a:pt x="1972773" y="2700870"/>
                  </a:lnTo>
                  <a:lnTo>
                    <a:pt x="1973948" y="2757326"/>
                  </a:lnTo>
                  <a:lnTo>
                    <a:pt x="1974342" y="2814055"/>
                  </a:lnTo>
                  <a:lnTo>
                    <a:pt x="1973948" y="2870784"/>
                  </a:lnTo>
                  <a:lnTo>
                    <a:pt x="1972773" y="2927239"/>
                  </a:lnTo>
                  <a:lnTo>
                    <a:pt x="1970824" y="2983411"/>
                  </a:lnTo>
                  <a:lnTo>
                    <a:pt x="1968108" y="3039289"/>
                  </a:lnTo>
                  <a:lnTo>
                    <a:pt x="1964632" y="3094862"/>
                  </a:lnTo>
                  <a:lnTo>
                    <a:pt x="1960404" y="3150120"/>
                  </a:lnTo>
                  <a:lnTo>
                    <a:pt x="1955431" y="3205052"/>
                  </a:lnTo>
                  <a:lnTo>
                    <a:pt x="1949721" y="3259648"/>
                  </a:lnTo>
                  <a:lnTo>
                    <a:pt x="1943280" y="3313897"/>
                  </a:lnTo>
                  <a:lnTo>
                    <a:pt x="1936117" y="3367789"/>
                  </a:lnTo>
                  <a:lnTo>
                    <a:pt x="1928239" y="3421313"/>
                  </a:lnTo>
                  <a:lnTo>
                    <a:pt x="1919652" y="3474459"/>
                  </a:lnTo>
                  <a:lnTo>
                    <a:pt x="1910365" y="3527216"/>
                  </a:lnTo>
                  <a:lnTo>
                    <a:pt x="1900385" y="3579574"/>
                  </a:lnTo>
                  <a:lnTo>
                    <a:pt x="1889719" y="3631522"/>
                  </a:lnTo>
                  <a:lnTo>
                    <a:pt x="1878375" y="3683049"/>
                  </a:lnTo>
                  <a:lnTo>
                    <a:pt x="1866360" y="3734146"/>
                  </a:lnTo>
                  <a:lnTo>
                    <a:pt x="1853681" y="3784802"/>
                  </a:lnTo>
                  <a:lnTo>
                    <a:pt x="1840345" y="3835006"/>
                  </a:lnTo>
                  <a:lnTo>
                    <a:pt x="1826361" y="3884748"/>
                  </a:lnTo>
                  <a:lnTo>
                    <a:pt x="1811735" y="3934016"/>
                  </a:lnTo>
                  <a:lnTo>
                    <a:pt x="1796475" y="3982802"/>
                  </a:lnTo>
                  <a:lnTo>
                    <a:pt x="1780588" y="4031093"/>
                  </a:lnTo>
                  <a:lnTo>
                    <a:pt x="1764081" y="4078881"/>
                  </a:lnTo>
                  <a:lnTo>
                    <a:pt x="1746963" y="4126153"/>
                  </a:lnTo>
                  <a:lnTo>
                    <a:pt x="1729240" y="4172900"/>
                  </a:lnTo>
                  <a:lnTo>
                    <a:pt x="1710919" y="4219112"/>
                  </a:lnTo>
                  <a:lnTo>
                    <a:pt x="1692009" y="4264777"/>
                  </a:lnTo>
                  <a:lnTo>
                    <a:pt x="1672516" y="4309885"/>
                  </a:lnTo>
                  <a:lnTo>
                    <a:pt x="1652448" y="4354425"/>
                  </a:lnTo>
                  <a:lnTo>
                    <a:pt x="1631812" y="4398388"/>
                  </a:lnTo>
                  <a:lnTo>
                    <a:pt x="1610615" y="4441763"/>
                  </a:lnTo>
                  <a:lnTo>
                    <a:pt x="1588866" y="4484538"/>
                  </a:lnTo>
                  <a:lnTo>
                    <a:pt x="1566571" y="4526705"/>
                  </a:lnTo>
                  <a:lnTo>
                    <a:pt x="1543737" y="4568251"/>
                  </a:lnTo>
                  <a:lnTo>
                    <a:pt x="1520373" y="4609167"/>
                  </a:lnTo>
                  <a:lnTo>
                    <a:pt x="1496485" y="4649442"/>
                  </a:lnTo>
                  <a:lnTo>
                    <a:pt x="1472081" y="4689065"/>
                  </a:lnTo>
                  <a:lnTo>
                    <a:pt x="1447168" y="4728027"/>
                  </a:lnTo>
                  <a:lnTo>
                    <a:pt x="1421754" y="4766316"/>
                  </a:lnTo>
                  <a:lnTo>
                    <a:pt x="1395845" y="4803923"/>
                  </a:lnTo>
                  <a:lnTo>
                    <a:pt x="1369450" y="4840835"/>
                  </a:lnTo>
                  <a:lnTo>
                    <a:pt x="1342576" y="4877044"/>
                  </a:lnTo>
                  <a:lnTo>
                    <a:pt x="1315230" y="4912539"/>
                  </a:lnTo>
                  <a:lnTo>
                    <a:pt x="1287419" y="4947308"/>
                  </a:lnTo>
                  <a:lnTo>
                    <a:pt x="1259151" y="4981342"/>
                  </a:lnTo>
                  <a:lnTo>
                    <a:pt x="1230433" y="5014630"/>
                  </a:lnTo>
                  <a:lnTo>
                    <a:pt x="1201272" y="5047162"/>
                  </a:lnTo>
                  <a:lnTo>
                    <a:pt x="1171677" y="5078927"/>
                  </a:lnTo>
                  <a:lnTo>
                    <a:pt x="1141654" y="5109914"/>
                  </a:lnTo>
                  <a:lnTo>
                    <a:pt x="1111211" y="5140113"/>
                  </a:lnTo>
                  <a:lnTo>
                    <a:pt x="1080355" y="5169514"/>
                  </a:lnTo>
                  <a:lnTo>
                    <a:pt x="1049093" y="5198105"/>
                  </a:lnTo>
                  <a:lnTo>
                    <a:pt x="1017433" y="5225877"/>
                  </a:lnTo>
                  <a:lnTo>
                    <a:pt x="985382" y="5252819"/>
                  </a:lnTo>
                  <a:lnTo>
                    <a:pt x="952948" y="5278921"/>
                  </a:lnTo>
                  <a:lnTo>
                    <a:pt x="920137" y="5304172"/>
                  </a:lnTo>
                  <a:lnTo>
                    <a:pt x="886959" y="5328561"/>
                  </a:lnTo>
                  <a:lnTo>
                    <a:pt x="853418" y="5352078"/>
                  </a:lnTo>
                  <a:lnTo>
                    <a:pt x="819524" y="5374712"/>
                  </a:lnTo>
                  <a:lnTo>
                    <a:pt x="785283" y="5396453"/>
                  </a:lnTo>
                  <a:lnTo>
                    <a:pt x="750704" y="5417291"/>
                  </a:lnTo>
                  <a:lnTo>
                    <a:pt x="715792" y="5437215"/>
                  </a:lnTo>
                  <a:lnTo>
                    <a:pt x="680556" y="5456214"/>
                  </a:lnTo>
                  <a:lnTo>
                    <a:pt x="645003" y="5474278"/>
                  </a:lnTo>
                  <a:lnTo>
                    <a:pt x="609140" y="5491397"/>
                  </a:lnTo>
                  <a:lnTo>
                    <a:pt x="572975" y="5507559"/>
                  </a:lnTo>
                  <a:lnTo>
                    <a:pt x="536515" y="5522755"/>
                  </a:lnTo>
                  <a:lnTo>
                    <a:pt x="499767" y="5536974"/>
                  </a:lnTo>
                  <a:lnTo>
                    <a:pt x="462739" y="5550205"/>
                  </a:lnTo>
                  <a:lnTo>
                    <a:pt x="425439" y="5562438"/>
                  </a:lnTo>
                  <a:lnTo>
                    <a:pt x="387873" y="5573662"/>
                  </a:lnTo>
                  <a:lnTo>
                    <a:pt x="350049" y="5583868"/>
                  </a:lnTo>
                  <a:lnTo>
                    <a:pt x="311974" y="5593043"/>
                  </a:lnTo>
                  <a:lnTo>
                    <a:pt x="273656" y="5601179"/>
                  </a:lnTo>
                  <a:lnTo>
                    <a:pt x="235102" y="5608264"/>
                  </a:lnTo>
                  <a:lnTo>
                    <a:pt x="196320" y="5614287"/>
                  </a:lnTo>
                  <a:lnTo>
                    <a:pt x="157316" y="5619239"/>
                  </a:lnTo>
                  <a:lnTo>
                    <a:pt x="118099" y="5623109"/>
                  </a:lnTo>
                  <a:lnTo>
                    <a:pt x="78675" y="5625886"/>
                  </a:lnTo>
                  <a:lnTo>
                    <a:pt x="39052" y="5627560"/>
                  </a:lnTo>
                  <a:lnTo>
                    <a:pt x="0" y="5628110"/>
                  </a:lnTo>
                </a:path>
              </a:pathLst>
            </a:custGeom>
            <a:ln w="28575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8">
              <a:extLst>
                <a:ext uri="{FF2B5EF4-FFF2-40B4-BE49-F238E27FC236}">
                  <a16:creationId xmlns:a16="http://schemas.microsoft.com/office/drawing/2014/main" id="{C58067BD-D2C8-58A5-88A1-7AD981E079F7}"/>
                </a:ext>
              </a:extLst>
            </p:cNvPr>
            <p:cNvSpPr/>
            <p:nvPr/>
          </p:nvSpPr>
          <p:spPr>
            <a:xfrm>
              <a:off x="0" y="1120166"/>
              <a:ext cx="1624965" cy="4954905"/>
            </a:xfrm>
            <a:custGeom>
              <a:avLst/>
              <a:gdLst/>
              <a:ahLst/>
              <a:cxnLst/>
              <a:rect l="l" t="t" r="r" b="b"/>
              <a:pathLst>
                <a:path w="1624965" h="4954905">
                  <a:moveTo>
                    <a:pt x="0" y="0"/>
                  </a:moveTo>
                  <a:lnTo>
                    <a:pt x="73952" y="2594"/>
                  </a:lnTo>
                  <a:lnTo>
                    <a:pt x="148545" y="10382"/>
                  </a:lnTo>
                  <a:lnTo>
                    <a:pt x="222178" y="23222"/>
                  </a:lnTo>
                  <a:lnTo>
                    <a:pt x="294777" y="41000"/>
                  </a:lnTo>
                  <a:lnTo>
                    <a:pt x="366267" y="63602"/>
                  </a:lnTo>
                  <a:lnTo>
                    <a:pt x="436573" y="90915"/>
                  </a:lnTo>
                  <a:lnTo>
                    <a:pt x="505621" y="122825"/>
                  </a:lnTo>
                  <a:lnTo>
                    <a:pt x="539649" y="140467"/>
                  </a:lnTo>
                  <a:lnTo>
                    <a:pt x="573335" y="159216"/>
                  </a:lnTo>
                  <a:lnTo>
                    <a:pt x="606669" y="179057"/>
                  </a:lnTo>
                  <a:lnTo>
                    <a:pt x="639641" y="199976"/>
                  </a:lnTo>
                  <a:lnTo>
                    <a:pt x="672243" y="221959"/>
                  </a:lnTo>
                  <a:lnTo>
                    <a:pt x="704464" y="244991"/>
                  </a:lnTo>
                  <a:lnTo>
                    <a:pt x="736296" y="269057"/>
                  </a:lnTo>
                  <a:lnTo>
                    <a:pt x="767729" y="294145"/>
                  </a:lnTo>
                  <a:lnTo>
                    <a:pt x="798754" y="320240"/>
                  </a:lnTo>
                  <a:lnTo>
                    <a:pt x="829361" y="347326"/>
                  </a:lnTo>
                  <a:lnTo>
                    <a:pt x="859542" y="375391"/>
                  </a:lnTo>
                  <a:lnTo>
                    <a:pt x="889286" y="404420"/>
                  </a:lnTo>
                  <a:lnTo>
                    <a:pt x="918585" y="434398"/>
                  </a:lnTo>
                  <a:lnTo>
                    <a:pt x="947428" y="465312"/>
                  </a:lnTo>
                  <a:lnTo>
                    <a:pt x="975808" y="497147"/>
                  </a:lnTo>
                  <a:lnTo>
                    <a:pt x="1003713" y="529888"/>
                  </a:lnTo>
                  <a:lnTo>
                    <a:pt x="1031136" y="563522"/>
                  </a:lnTo>
                  <a:lnTo>
                    <a:pt x="1058066" y="598035"/>
                  </a:lnTo>
                  <a:lnTo>
                    <a:pt x="1084495" y="633411"/>
                  </a:lnTo>
                  <a:lnTo>
                    <a:pt x="1110412" y="669638"/>
                  </a:lnTo>
                  <a:lnTo>
                    <a:pt x="1135809" y="706700"/>
                  </a:lnTo>
                  <a:lnTo>
                    <a:pt x="1160676" y="744583"/>
                  </a:lnTo>
                  <a:lnTo>
                    <a:pt x="1185005" y="783274"/>
                  </a:lnTo>
                  <a:lnTo>
                    <a:pt x="1208784" y="822757"/>
                  </a:lnTo>
                  <a:lnTo>
                    <a:pt x="1232006" y="863019"/>
                  </a:lnTo>
                  <a:lnTo>
                    <a:pt x="1254660" y="904046"/>
                  </a:lnTo>
                  <a:lnTo>
                    <a:pt x="1276738" y="945822"/>
                  </a:lnTo>
                  <a:lnTo>
                    <a:pt x="1298231" y="988334"/>
                  </a:lnTo>
                  <a:lnTo>
                    <a:pt x="1319127" y="1031568"/>
                  </a:lnTo>
                  <a:lnTo>
                    <a:pt x="1339420" y="1075509"/>
                  </a:lnTo>
                  <a:lnTo>
                    <a:pt x="1359098" y="1120144"/>
                  </a:lnTo>
                  <a:lnTo>
                    <a:pt x="1378153" y="1165457"/>
                  </a:lnTo>
                  <a:lnTo>
                    <a:pt x="1396575" y="1211435"/>
                  </a:lnTo>
                  <a:lnTo>
                    <a:pt x="1414355" y="1258063"/>
                  </a:lnTo>
                  <a:lnTo>
                    <a:pt x="1431484" y="1305327"/>
                  </a:lnTo>
                  <a:lnTo>
                    <a:pt x="1447952" y="1353213"/>
                  </a:lnTo>
                  <a:lnTo>
                    <a:pt x="1463750" y="1401707"/>
                  </a:lnTo>
                  <a:lnTo>
                    <a:pt x="1478868" y="1450794"/>
                  </a:lnTo>
                  <a:lnTo>
                    <a:pt x="1493298" y="1500460"/>
                  </a:lnTo>
                  <a:lnTo>
                    <a:pt x="1507030" y="1550691"/>
                  </a:lnTo>
                  <a:lnTo>
                    <a:pt x="1520054" y="1601473"/>
                  </a:lnTo>
                  <a:lnTo>
                    <a:pt x="1532361" y="1652791"/>
                  </a:lnTo>
                  <a:lnTo>
                    <a:pt x="1543942" y="1704631"/>
                  </a:lnTo>
                  <a:lnTo>
                    <a:pt x="1554787" y="1756979"/>
                  </a:lnTo>
                  <a:lnTo>
                    <a:pt x="1564887" y="1809821"/>
                  </a:lnTo>
                  <a:lnTo>
                    <a:pt x="1574234" y="1863142"/>
                  </a:lnTo>
                  <a:lnTo>
                    <a:pt x="1582816" y="1916928"/>
                  </a:lnTo>
                  <a:lnTo>
                    <a:pt x="1590626" y="1971165"/>
                  </a:lnTo>
                  <a:lnTo>
                    <a:pt x="1597653" y="2025838"/>
                  </a:lnTo>
                  <a:lnTo>
                    <a:pt x="1603888" y="2080934"/>
                  </a:lnTo>
                  <a:lnTo>
                    <a:pt x="1609323" y="2136438"/>
                  </a:lnTo>
                  <a:lnTo>
                    <a:pt x="1613947" y="2192336"/>
                  </a:lnTo>
                  <a:lnTo>
                    <a:pt x="1617751" y="2248614"/>
                  </a:lnTo>
                  <a:lnTo>
                    <a:pt x="1620726" y="2305257"/>
                  </a:lnTo>
                  <a:lnTo>
                    <a:pt x="1622863" y="2362251"/>
                  </a:lnTo>
                  <a:lnTo>
                    <a:pt x="1624152" y="2419582"/>
                  </a:lnTo>
                  <a:lnTo>
                    <a:pt x="1624584" y="2477235"/>
                  </a:lnTo>
                  <a:lnTo>
                    <a:pt x="1624152" y="2534888"/>
                  </a:lnTo>
                  <a:lnTo>
                    <a:pt x="1622863" y="2592219"/>
                  </a:lnTo>
                  <a:lnTo>
                    <a:pt x="1620726" y="2649213"/>
                  </a:lnTo>
                  <a:lnTo>
                    <a:pt x="1617751" y="2705856"/>
                  </a:lnTo>
                  <a:lnTo>
                    <a:pt x="1613947" y="2762134"/>
                  </a:lnTo>
                  <a:lnTo>
                    <a:pt x="1609323" y="2818032"/>
                  </a:lnTo>
                  <a:lnTo>
                    <a:pt x="1603888" y="2873536"/>
                  </a:lnTo>
                  <a:lnTo>
                    <a:pt x="1597653" y="2928632"/>
                  </a:lnTo>
                  <a:lnTo>
                    <a:pt x="1590626" y="2983305"/>
                  </a:lnTo>
                  <a:lnTo>
                    <a:pt x="1582816" y="3037542"/>
                  </a:lnTo>
                  <a:lnTo>
                    <a:pt x="1574234" y="3091328"/>
                  </a:lnTo>
                  <a:lnTo>
                    <a:pt x="1564887" y="3144649"/>
                  </a:lnTo>
                  <a:lnTo>
                    <a:pt x="1554787" y="3197491"/>
                  </a:lnTo>
                  <a:lnTo>
                    <a:pt x="1543942" y="3249839"/>
                  </a:lnTo>
                  <a:lnTo>
                    <a:pt x="1532361" y="3301679"/>
                  </a:lnTo>
                  <a:lnTo>
                    <a:pt x="1520054" y="3352997"/>
                  </a:lnTo>
                  <a:lnTo>
                    <a:pt x="1507030" y="3403779"/>
                  </a:lnTo>
                  <a:lnTo>
                    <a:pt x="1493298" y="3454010"/>
                  </a:lnTo>
                  <a:lnTo>
                    <a:pt x="1478868" y="3503676"/>
                  </a:lnTo>
                  <a:lnTo>
                    <a:pt x="1463750" y="3552763"/>
                  </a:lnTo>
                  <a:lnTo>
                    <a:pt x="1447952" y="3601257"/>
                  </a:lnTo>
                  <a:lnTo>
                    <a:pt x="1431484" y="3649143"/>
                  </a:lnTo>
                  <a:lnTo>
                    <a:pt x="1414355" y="3696407"/>
                  </a:lnTo>
                  <a:lnTo>
                    <a:pt x="1396575" y="3743035"/>
                  </a:lnTo>
                  <a:lnTo>
                    <a:pt x="1378153" y="3789013"/>
                  </a:lnTo>
                  <a:lnTo>
                    <a:pt x="1359098" y="3834326"/>
                  </a:lnTo>
                  <a:lnTo>
                    <a:pt x="1339420" y="3878961"/>
                  </a:lnTo>
                  <a:lnTo>
                    <a:pt x="1319127" y="3922902"/>
                  </a:lnTo>
                  <a:lnTo>
                    <a:pt x="1298231" y="3966136"/>
                  </a:lnTo>
                  <a:lnTo>
                    <a:pt x="1276738" y="4008648"/>
                  </a:lnTo>
                  <a:lnTo>
                    <a:pt x="1254660" y="4050424"/>
                  </a:lnTo>
                  <a:lnTo>
                    <a:pt x="1232006" y="4091451"/>
                  </a:lnTo>
                  <a:lnTo>
                    <a:pt x="1208784" y="4131713"/>
                  </a:lnTo>
                  <a:lnTo>
                    <a:pt x="1185005" y="4171196"/>
                  </a:lnTo>
                  <a:lnTo>
                    <a:pt x="1160676" y="4209887"/>
                  </a:lnTo>
                  <a:lnTo>
                    <a:pt x="1135809" y="4247770"/>
                  </a:lnTo>
                  <a:lnTo>
                    <a:pt x="1110412" y="4284832"/>
                  </a:lnTo>
                  <a:lnTo>
                    <a:pt x="1084495" y="4321059"/>
                  </a:lnTo>
                  <a:lnTo>
                    <a:pt x="1058066" y="4356435"/>
                  </a:lnTo>
                  <a:lnTo>
                    <a:pt x="1031136" y="4390948"/>
                  </a:lnTo>
                  <a:lnTo>
                    <a:pt x="1003713" y="4424582"/>
                  </a:lnTo>
                  <a:lnTo>
                    <a:pt x="975808" y="4457323"/>
                  </a:lnTo>
                  <a:lnTo>
                    <a:pt x="947428" y="4489158"/>
                  </a:lnTo>
                  <a:lnTo>
                    <a:pt x="918585" y="4520072"/>
                  </a:lnTo>
                  <a:lnTo>
                    <a:pt x="889286" y="4550050"/>
                  </a:lnTo>
                  <a:lnTo>
                    <a:pt x="859542" y="4579079"/>
                  </a:lnTo>
                  <a:lnTo>
                    <a:pt x="829361" y="4607144"/>
                  </a:lnTo>
                  <a:lnTo>
                    <a:pt x="798754" y="4634230"/>
                  </a:lnTo>
                  <a:lnTo>
                    <a:pt x="767729" y="4660325"/>
                  </a:lnTo>
                  <a:lnTo>
                    <a:pt x="736296" y="4685413"/>
                  </a:lnTo>
                  <a:lnTo>
                    <a:pt x="704464" y="4709479"/>
                  </a:lnTo>
                  <a:lnTo>
                    <a:pt x="672243" y="4732511"/>
                  </a:lnTo>
                  <a:lnTo>
                    <a:pt x="639641" y="4754494"/>
                  </a:lnTo>
                  <a:lnTo>
                    <a:pt x="606669" y="4775413"/>
                  </a:lnTo>
                  <a:lnTo>
                    <a:pt x="573335" y="4795254"/>
                  </a:lnTo>
                  <a:lnTo>
                    <a:pt x="539649" y="4814003"/>
                  </a:lnTo>
                  <a:lnTo>
                    <a:pt x="505621" y="4831646"/>
                  </a:lnTo>
                  <a:lnTo>
                    <a:pt x="471259" y="4848168"/>
                  </a:lnTo>
                  <a:lnTo>
                    <a:pt x="401573" y="4877793"/>
                  </a:lnTo>
                  <a:lnTo>
                    <a:pt x="330665" y="4902765"/>
                  </a:lnTo>
                  <a:lnTo>
                    <a:pt x="258611" y="4922970"/>
                  </a:lnTo>
                  <a:lnTo>
                    <a:pt x="185486" y="4938293"/>
                  </a:lnTo>
                  <a:lnTo>
                    <a:pt x="111364" y="4948621"/>
                  </a:lnTo>
                  <a:lnTo>
                    <a:pt x="36320" y="4953839"/>
                  </a:lnTo>
                  <a:lnTo>
                    <a:pt x="0" y="4954471"/>
                  </a:lnTo>
                </a:path>
              </a:pathLst>
            </a:custGeom>
            <a:ln w="12700">
              <a:solidFill>
                <a:srgbClr val="E9DC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9">
              <a:extLst>
                <a:ext uri="{FF2B5EF4-FFF2-40B4-BE49-F238E27FC236}">
                  <a16:creationId xmlns:a16="http://schemas.microsoft.com/office/drawing/2014/main" id="{A5E79DC1-7546-F31E-38DE-0642DFCCB9BF}"/>
                </a:ext>
              </a:extLst>
            </p:cNvPr>
            <p:cNvSpPr/>
            <p:nvPr/>
          </p:nvSpPr>
          <p:spPr>
            <a:xfrm>
              <a:off x="1829038" y="2200156"/>
              <a:ext cx="1481455" cy="0"/>
            </a:xfrm>
            <a:custGeom>
              <a:avLst/>
              <a:gdLst/>
              <a:ahLst/>
              <a:cxnLst/>
              <a:rect l="l" t="t" r="r" b="b"/>
              <a:pathLst>
                <a:path w="1481454">
                  <a:moveTo>
                    <a:pt x="0" y="0"/>
                  </a:moveTo>
                  <a:lnTo>
                    <a:pt x="1481201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0">
              <a:extLst>
                <a:ext uri="{FF2B5EF4-FFF2-40B4-BE49-F238E27FC236}">
                  <a16:creationId xmlns:a16="http://schemas.microsoft.com/office/drawing/2014/main" id="{7090C696-1D36-666C-EE02-DB9105F20C01}"/>
                </a:ext>
              </a:extLst>
            </p:cNvPr>
            <p:cNvSpPr/>
            <p:nvPr/>
          </p:nvSpPr>
          <p:spPr>
            <a:xfrm>
              <a:off x="3333224" y="1954864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19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1">
              <a:extLst>
                <a:ext uri="{FF2B5EF4-FFF2-40B4-BE49-F238E27FC236}">
                  <a16:creationId xmlns:a16="http://schemas.microsoft.com/office/drawing/2014/main" id="{6B5DB70D-1B26-2DDE-BE94-D189D2C612D3}"/>
                </a:ext>
              </a:extLst>
            </p:cNvPr>
            <p:cNvSpPr/>
            <p:nvPr/>
          </p:nvSpPr>
          <p:spPr>
            <a:xfrm>
              <a:off x="2005583" y="3380791"/>
              <a:ext cx="1607185" cy="0"/>
            </a:xfrm>
            <a:custGeom>
              <a:avLst/>
              <a:gdLst/>
              <a:ahLst/>
              <a:cxnLst/>
              <a:rect l="l" t="t" r="r" b="b"/>
              <a:pathLst>
                <a:path w="1607185">
                  <a:moveTo>
                    <a:pt x="0" y="0"/>
                  </a:moveTo>
                  <a:lnTo>
                    <a:pt x="1606804" y="0"/>
                  </a:lnTo>
                </a:path>
              </a:pathLst>
            </a:custGeom>
            <a:ln w="19050">
              <a:solidFill>
                <a:srgbClr val="1B6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2">
              <a:extLst>
                <a:ext uri="{FF2B5EF4-FFF2-40B4-BE49-F238E27FC236}">
                  <a16:creationId xmlns:a16="http://schemas.microsoft.com/office/drawing/2014/main" id="{73410F6A-086F-0639-EDB7-62DB9DC82507}"/>
                </a:ext>
              </a:extLst>
            </p:cNvPr>
            <p:cNvSpPr/>
            <p:nvPr/>
          </p:nvSpPr>
          <p:spPr>
            <a:xfrm>
              <a:off x="3621274" y="3151392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h="528320">
                  <a:moveTo>
                    <a:pt x="0" y="0"/>
                  </a:moveTo>
                  <a:lnTo>
                    <a:pt x="0" y="528320"/>
                  </a:lnTo>
                </a:path>
              </a:pathLst>
            </a:custGeom>
            <a:ln w="444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3">
              <a:extLst>
                <a:ext uri="{FF2B5EF4-FFF2-40B4-BE49-F238E27FC236}">
                  <a16:creationId xmlns:a16="http://schemas.microsoft.com/office/drawing/2014/main" id="{BDA59C4F-700A-DE15-C6F4-C2D92F113403}"/>
                </a:ext>
              </a:extLst>
            </p:cNvPr>
            <p:cNvSpPr/>
            <p:nvPr/>
          </p:nvSpPr>
          <p:spPr>
            <a:xfrm>
              <a:off x="1684782" y="3114138"/>
              <a:ext cx="486409" cy="483234"/>
            </a:xfrm>
            <a:custGeom>
              <a:avLst/>
              <a:gdLst/>
              <a:ahLst/>
              <a:cxnLst/>
              <a:rect l="l" t="t" r="r" b="b"/>
              <a:pathLst>
                <a:path w="486410" h="483235">
                  <a:moveTo>
                    <a:pt x="243078" y="0"/>
                  </a:moveTo>
                  <a:lnTo>
                    <a:pt x="194091" y="4909"/>
                  </a:lnTo>
                  <a:lnTo>
                    <a:pt x="148464" y="18990"/>
                  </a:lnTo>
                  <a:lnTo>
                    <a:pt x="107174" y="41268"/>
                  </a:lnTo>
                  <a:lnTo>
                    <a:pt x="71199" y="70770"/>
                  </a:lnTo>
                  <a:lnTo>
                    <a:pt x="41516" y="106523"/>
                  </a:lnTo>
                  <a:lnTo>
                    <a:pt x="19103" y="147554"/>
                  </a:lnTo>
                  <a:lnTo>
                    <a:pt x="4938" y="192888"/>
                  </a:lnTo>
                  <a:lnTo>
                    <a:pt x="0" y="241554"/>
                  </a:lnTo>
                  <a:lnTo>
                    <a:pt x="4938" y="290219"/>
                  </a:lnTo>
                  <a:lnTo>
                    <a:pt x="19103" y="335553"/>
                  </a:lnTo>
                  <a:lnTo>
                    <a:pt x="41516" y="376584"/>
                  </a:lnTo>
                  <a:lnTo>
                    <a:pt x="71199" y="412337"/>
                  </a:lnTo>
                  <a:lnTo>
                    <a:pt x="107174" y="441839"/>
                  </a:lnTo>
                  <a:lnTo>
                    <a:pt x="148464" y="464117"/>
                  </a:lnTo>
                  <a:lnTo>
                    <a:pt x="194091" y="478198"/>
                  </a:lnTo>
                  <a:lnTo>
                    <a:pt x="243078" y="483108"/>
                  </a:lnTo>
                  <a:lnTo>
                    <a:pt x="292064" y="478198"/>
                  </a:lnTo>
                  <a:lnTo>
                    <a:pt x="337691" y="464117"/>
                  </a:lnTo>
                  <a:lnTo>
                    <a:pt x="378981" y="441839"/>
                  </a:lnTo>
                  <a:lnTo>
                    <a:pt x="414956" y="412337"/>
                  </a:lnTo>
                  <a:lnTo>
                    <a:pt x="444639" y="376584"/>
                  </a:lnTo>
                  <a:lnTo>
                    <a:pt x="467052" y="335553"/>
                  </a:lnTo>
                  <a:lnTo>
                    <a:pt x="481217" y="290219"/>
                  </a:lnTo>
                  <a:lnTo>
                    <a:pt x="486156" y="241554"/>
                  </a:lnTo>
                  <a:lnTo>
                    <a:pt x="481217" y="192888"/>
                  </a:lnTo>
                  <a:lnTo>
                    <a:pt x="467052" y="147554"/>
                  </a:lnTo>
                  <a:lnTo>
                    <a:pt x="444639" y="106523"/>
                  </a:lnTo>
                  <a:lnTo>
                    <a:pt x="414956" y="70770"/>
                  </a:lnTo>
                  <a:lnTo>
                    <a:pt x="378981" y="41268"/>
                  </a:lnTo>
                  <a:lnTo>
                    <a:pt x="337691" y="18990"/>
                  </a:lnTo>
                  <a:lnTo>
                    <a:pt x="292064" y="4909"/>
                  </a:lnTo>
                  <a:lnTo>
                    <a:pt x="243078" y="0"/>
                  </a:lnTo>
                  <a:close/>
                </a:path>
              </a:pathLst>
            </a:custGeom>
            <a:solidFill>
              <a:srgbClr val="1B6F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15">
            <a:extLst>
              <a:ext uri="{FF2B5EF4-FFF2-40B4-BE49-F238E27FC236}">
                <a16:creationId xmlns:a16="http://schemas.microsoft.com/office/drawing/2014/main" id="{28541EA6-5C81-D9F3-43AD-658293EC7ACD}"/>
              </a:ext>
            </a:extLst>
          </p:cNvPr>
          <p:cNvSpPr txBox="1"/>
          <p:nvPr/>
        </p:nvSpPr>
        <p:spPr>
          <a:xfrm>
            <a:off x="1820162" y="3320141"/>
            <a:ext cx="185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8" name="object 16">
            <a:extLst>
              <a:ext uri="{FF2B5EF4-FFF2-40B4-BE49-F238E27FC236}">
                <a16:creationId xmlns:a16="http://schemas.microsoft.com/office/drawing/2014/main" id="{DEEE1747-E030-0E91-27E5-5CB40C619E41}"/>
              </a:ext>
            </a:extLst>
          </p:cNvPr>
          <p:cNvSpPr/>
          <p:nvPr/>
        </p:nvSpPr>
        <p:spPr>
          <a:xfrm>
            <a:off x="1446455" y="2216594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3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7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3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7">
            <a:extLst>
              <a:ext uri="{FF2B5EF4-FFF2-40B4-BE49-F238E27FC236}">
                <a16:creationId xmlns:a16="http://schemas.microsoft.com/office/drawing/2014/main" id="{F1699610-D75C-4A31-6563-556C4554FA8A}"/>
              </a:ext>
            </a:extLst>
          </p:cNvPr>
          <p:cNvSpPr txBox="1"/>
          <p:nvPr/>
        </p:nvSpPr>
        <p:spPr>
          <a:xfrm>
            <a:off x="1622730" y="2326066"/>
            <a:ext cx="1320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0" name="object 18">
            <a:extLst>
              <a:ext uri="{FF2B5EF4-FFF2-40B4-BE49-F238E27FC236}">
                <a16:creationId xmlns:a16="http://schemas.microsoft.com/office/drawing/2014/main" id="{127A85B1-06C5-A299-8685-9B984E57F419}"/>
              </a:ext>
            </a:extLst>
          </p:cNvPr>
          <p:cNvSpPr/>
          <p:nvPr/>
        </p:nvSpPr>
        <p:spPr>
          <a:xfrm>
            <a:off x="611728" y="1328129"/>
            <a:ext cx="486409" cy="483234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5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9">
            <a:extLst>
              <a:ext uri="{FF2B5EF4-FFF2-40B4-BE49-F238E27FC236}">
                <a16:creationId xmlns:a16="http://schemas.microsoft.com/office/drawing/2014/main" id="{033BC5C6-10AA-5738-9091-BC18B297B191}"/>
              </a:ext>
            </a:extLst>
          </p:cNvPr>
          <p:cNvSpPr txBox="1"/>
          <p:nvPr/>
        </p:nvSpPr>
        <p:spPr>
          <a:xfrm>
            <a:off x="815438" y="1436715"/>
            <a:ext cx="78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2" name="object 20">
            <a:extLst>
              <a:ext uri="{FF2B5EF4-FFF2-40B4-BE49-F238E27FC236}">
                <a16:creationId xmlns:a16="http://schemas.microsoft.com/office/drawing/2014/main" id="{626980D0-F525-5388-3314-8D4313005308}"/>
              </a:ext>
            </a:extLst>
          </p:cNvPr>
          <p:cNvSpPr txBox="1"/>
          <p:nvPr/>
        </p:nvSpPr>
        <p:spPr>
          <a:xfrm>
            <a:off x="3254753" y="5062804"/>
            <a:ext cx="2146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6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14">
                <a:solidFill>
                  <a:srgbClr val="FFFFFF"/>
                </a:solidFill>
                <a:latin typeface="Trebuchet MS"/>
                <a:cs typeface="Trebuchet MS"/>
              </a:rPr>
              <a:t>’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600" b="1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600" b="1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600" b="1" spc="-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b="1" spc="-1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600" b="1" spc="-1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b="1" spc="-5">
                <a:solidFill>
                  <a:srgbClr val="FFFFFF"/>
                </a:solidFill>
                <a:latin typeface="Trebuchet MS"/>
                <a:cs typeface="Trebuchet MS"/>
              </a:rPr>
              <a:t>lution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3B27A3F0-CCE4-3D5D-75E6-6D54E0530B15}"/>
              </a:ext>
            </a:extLst>
          </p:cNvPr>
          <p:cNvSpPr txBox="1"/>
          <p:nvPr/>
        </p:nvSpPr>
        <p:spPr>
          <a:xfrm>
            <a:off x="3254753" y="5310377"/>
            <a:ext cx="620395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We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believe that the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Wine app is of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lower quality compared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its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peers, which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can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lead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higher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churn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increased CAC. Thus,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we plan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address this company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shortfall to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enhance customer retention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and improve </a:t>
            </a:r>
            <a:r>
              <a:rPr sz="10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10">
                <a:solidFill>
                  <a:srgbClr val="FFFFFF"/>
                </a:solidFill>
                <a:latin typeface="Trebuchet MS"/>
                <a:cs typeface="Trebuchet MS"/>
              </a:rPr>
              <a:t>company's</a:t>
            </a:r>
            <a:r>
              <a:rPr sz="10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5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4" name="object 29">
            <a:extLst>
              <a:ext uri="{FF2B5EF4-FFF2-40B4-BE49-F238E27FC236}">
                <a16:creationId xmlns:a16="http://schemas.microsoft.com/office/drawing/2014/main" id="{7A40DA2F-B255-6B5E-7AAA-B91F3EF5577A}"/>
              </a:ext>
            </a:extLst>
          </p:cNvPr>
          <p:cNvSpPr txBox="1"/>
          <p:nvPr/>
        </p:nvSpPr>
        <p:spPr>
          <a:xfrm>
            <a:off x="8508490" y="4789170"/>
            <a:ext cx="138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1,7%</a:t>
            </a:r>
            <a:r>
              <a:rPr sz="20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FFFFFF"/>
                </a:solidFill>
                <a:latin typeface="Calibri"/>
                <a:cs typeface="Calibri"/>
              </a:rPr>
              <a:t>IRR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5" name="CaixaDeTexto 24">
            <a:extLst>
              <a:ext uri="{FF2B5EF4-FFF2-40B4-BE49-F238E27FC236}">
                <a16:creationId xmlns:a16="http://schemas.microsoft.com/office/drawing/2014/main" id="{5304D10F-9559-5322-871A-5408A60E4F7C}"/>
              </a:ext>
            </a:extLst>
          </p:cNvPr>
          <p:cNvSpPr txBox="1"/>
          <p:nvPr/>
        </p:nvSpPr>
        <p:spPr>
          <a:xfrm>
            <a:off x="2688765" y="1304615"/>
            <a:ext cx="9473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Validade externa limitada: </a:t>
            </a:r>
            <a:r>
              <a:rPr lang="pt-BR" sz="1400">
                <a:latin typeface="Montserrat" panose="00000500000000000000" pitchFamily="2" charset="0"/>
              </a:rPr>
              <a:t>O estudo utiliza exclusivamente dados administrativos da Dinamarca, um país com forte Estado de bem-estar social, sistema universal de saúde e de cultura própria.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56" name="CaixaDeTexto 25">
            <a:extLst>
              <a:ext uri="{FF2B5EF4-FFF2-40B4-BE49-F238E27FC236}">
                <a16:creationId xmlns:a16="http://schemas.microsoft.com/office/drawing/2014/main" id="{F4C20BC3-E43A-3178-BB48-5B1077C6F874}"/>
              </a:ext>
            </a:extLst>
          </p:cNvPr>
          <p:cNvSpPr txBox="1"/>
          <p:nvPr/>
        </p:nvSpPr>
        <p:spPr>
          <a:xfrm>
            <a:off x="3336465" y="2213705"/>
            <a:ext cx="9029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Medida de crime baseada em condenações: </a:t>
            </a:r>
            <a:r>
              <a:rPr lang="pt-BR" sz="1400">
                <a:latin typeface="Montserrat" panose="00000500000000000000" pitchFamily="2" charset="0"/>
              </a:rPr>
              <a:t>A variável dependente captura condenações, não crimes efetivamente cometidos.</a:t>
            </a:r>
            <a:br>
              <a:rPr lang="pt-BR" sz="1400"/>
            </a:br>
            <a:endParaRPr lang="pt-BR" sz="1400"/>
          </a:p>
          <a:p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57" name="CaixaDeTexto 26">
            <a:extLst>
              <a:ext uri="{FF2B5EF4-FFF2-40B4-BE49-F238E27FC236}">
                <a16:creationId xmlns:a16="http://schemas.microsoft.com/office/drawing/2014/main" id="{018A3089-E4F1-201C-5D68-279F4992D655}"/>
              </a:ext>
            </a:extLst>
          </p:cNvPr>
          <p:cNvSpPr txBox="1"/>
          <p:nvPr/>
        </p:nvSpPr>
        <p:spPr>
          <a:xfrm>
            <a:off x="3638355" y="3174263"/>
            <a:ext cx="8791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Possível endogeneidade residual no timing do diagnóstico: </a:t>
            </a:r>
            <a:r>
              <a:rPr lang="pt-BR" sz="1400">
                <a:latin typeface="Montserrat" panose="00000500000000000000" pitchFamily="2" charset="0"/>
              </a:rPr>
              <a:t>Embora o desenho “</a:t>
            </a:r>
            <a:r>
              <a:rPr lang="pt-BR" sz="1400" err="1">
                <a:latin typeface="Montserrat" panose="00000500000000000000" pitchFamily="2" charset="0"/>
              </a:rPr>
              <a:t>staggered</a:t>
            </a:r>
            <a:r>
              <a:rPr lang="pt-BR" sz="1400">
                <a:latin typeface="Montserrat" panose="00000500000000000000" pitchFamily="2" charset="0"/>
              </a:rPr>
              <a:t> </a:t>
            </a:r>
            <a:r>
              <a:rPr lang="pt-BR" sz="1400" err="1">
                <a:latin typeface="Montserrat" panose="00000500000000000000" pitchFamily="2" charset="0"/>
              </a:rPr>
              <a:t>adoption</a:t>
            </a:r>
            <a:r>
              <a:rPr lang="pt-BR" sz="1400">
                <a:latin typeface="Montserrat" panose="00000500000000000000" pitchFamily="2" charset="0"/>
              </a:rPr>
              <a:t>” mitigue viés, fatores comportamentais, podem correlacionar-se tanto com saúde quanto com propensão criminal</a:t>
            </a:r>
            <a:r>
              <a:rPr lang="pt-BR" sz="1400"/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58" name="object 13">
            <a:extLst>
              <a:ext uri="{FF2B5EF4-FFF2-40B4-BE49-F238E27FC236}">
                <a16:creationId xmlns:a16="http://schemas.microsoft.com/office/drawing/2014/main" id="{1EC70C2D-163F-7F63-7B7A-EF8E3B1B5142}"/>
              </a:ext>
            </a:extLst>
          </p:cNvPr>
          <p:cNvSpPr/>
          <p:nvPr/>
        </p:nvSpPr>
        <p:spPr>
          <a:xfrm>
            <a:off x="1639814" y="429017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1">
            <a:extLst>
              <a:ext uri="{FF2B5EF4-FFF2-40B4-BE49-F238E27FC236}">
                <a16:creationId xmlns:a16="http://schemas.microsoft.com/office/drawing/2014/main" id="{04018F4B-56E9-6DFA-63C9-D5784243723E}"/>
              </a:ext>
            </a:extLst>
          </p:cNvPr>
          <p:cNvSpPr/>
          <p:nvPr/>
        </p:nvSpPr>
        <p:spPr>
          <a:xfrm>
            <a:off x="1933445" y="448657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2">
            <a:extLst>
              <a:ext uri="{FF2B5EF4-FFF2-40B4-BE49-F238E27FC236}">
                <a16:creationId xmlns:a16="http://schemas.microsoft.com/office/drawing/2014/main" id="{2684E1FE-026F-3FC5-051B-07B1D1980288}"/>
              </a:ext>
            </a:extLst>
          </p:cNvPr>
          <p:cNvSpPr/>
          <p:nvPr/>
        </p:nvSpPr>
        <p:spPr>
          <a:xfrm>
            <a:off x="3553196" y="4280438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CaixaDeTexto 30">
            <a:extLst>
              <a:ext uri="{FF2B5EF4-FFF2-40B4-BE49-F238E27FC236}">
                <a16:creationId xmlns:a16="http://schemas.microsoft.com/office/drawing/2014/main" id="{6BDF5FC6-ACBD-47D5-8587-DDB29A75364F}"/>
              </a:ext>
            </a:extLst>
          </p:cNvPr>
          <p:cNvSpPr txBox="1"/>
          <p:nvPr/>
        </p:nvSpPr>
        <p:spPr>
          <a:xfrm>
            <a:off x="3580055" y="4181785"/>
            <a:ext cx="8831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Identificação dos mecanismos não estrutural: </a:t>
            </a:r>
            <a:r>
              <a:rPr lang="pt-BR" sz="1400">
                <a:latin typeface="Montserrat" panose="00000500000000000000" pitchFamily="2" charset="0"/>
              </a:rPr>
              <a:t>Embora os canais de renda e probabilidade de sobrevivência sejam consistentes com a teoria de Becker-Ehrlich, o modelo não estima elasticidades estruturais nem quantifica precisamente o peso relativo de cada mecanismo.</a:t>
            </a:r>
            <a:endParaRPr lang="pt-BR" sz="1400" b="1">
              <a:latin typeface="Montserrat" panose="00000500000000000000" pitchFamily="2" charset="0"/>
            </a:endParaRPr>
          </a:p>
        </p:txBody>
      </p:sp>
      <p:sp>
        <p:nvSpPr>
          <p:cNvPr id="62" name="object 15">
            <a:extLst>
              <a:ext uri="{FF2B5EF4-FFF2-40B4-BE49-F238E27FC236}">
                <a16:creationId xmlns:a16="http://schemas.microsoft.com/office/drawing/2014/main" id="{5961E8F9-743F-0017-78CE-A74FCBFB527D}"/>
              </a:ext>
            </a:extLst>
          </p:cNvPr>
          <p:cNvSpPr txBox="1"/>
          <p:nvPr/>
        </p:nvSpPr>
        <p:spPr>
          <a:xfrm>
            <a:off x="1790181" y="4361331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3" name="object 13">
            <a:extLst>
              <a:ext uri="{FF2B5EF4-FFF2-40B4-BE49-F238E27FC236}">
                <a16:creationId xmlns:a16="http://schemas.microsoft.com/office/drawing/2014/main" id="{FD307CC4-E979-87EC-0E02-E2A2F7A842E1}"/>
              </a:ext>
            </a:extLst>
          </p:cNvPr>
          <p:cNvSpPr/>
          <p:nvPr/>
        </p:nvSpPr>
        <p:spPr>
          <a:xfrm>
            <a:off x="1114224" y="5219561"/>
            <a:ext cx="486409" cy="390443"/>
          </a:xfrm>
          <a:custGeom>
            <a:avLst/>
            <a:gdLst/>
            <a:ahLst/>
            <a:cxnLst/>
            <a:rect l="l" t="t" r="r" b="b"/>
            <a:pathLst>
              <a:path w="486410" h="483235">
                <a:moveTo>
                  <a:pt x="243078" y="0"/>
                </a:moveTo>
                <a:lnTo>
                  <a:pt x="194091" y="4909"/>
                </a:lnTo>
                <a:lnTo>
                  <a:pt x="148464" y="18990"/>
                </a:lnTo>
                <a:lnTo>
                  <a:pt x="107174" y="41268"/>
                </a:lnTo>
                <a:lnTo>
                  <a:pt x="71199" y="70770"/>
                </a:lnTo>
                <a:lnTo>
                  <a:pt x="41516" y="106523"/>
                </a:lnTo>
                <a:lnTo>
                  <a:pt x="19103" y="147554"/>
                </a:lnTo>
                <a:lnTo>
                  <a:pt x="4938" y="192888"/>
                </a:lnTo>
                <a:lnTo>
                  <a:pt x="0" y="241554"/>
                </a:lnTo>
                <a:lnTo>
                  <a:pt x="4938" y="290219"/>
                </a:lnTo>
                <a:lnTo>
                  <a:pt x="19103" y="335553"/>
                </a:lnTo>
                <a:lnTo>
                  <a:pt x="41516" y="376584"/>
                </a:lnTo>
                <a:lnTo>
                  <a:pt x="71199" y="412337"/>
                </a:lnTo>
                <a:lnTo>
                  <a:pt x="107174" y="441839"/>
                </a:lnTo>
                <a:lnTo>
                  <a:pt x="148464" y="464117"/>
                </a:lnTo>
                <a:lnTo>
                  <a:pt x="194091" y="478198"/>
                </a:lnTo>
                <a:lnTo>
                  <a:pt x="243078" y="483108"/>
                </a:lnTo>
                <a:lnTo>
                  <a:pt x="292064" y="478198"/>
                </a:lnTo>
                <a:lnTo>
                  <a:pt x="337691" y="464117"/>
                </a:lnTo>
                <a:lnTo>
                  <a:pt x="378981" y="441839"/>
                </a:lnTo>
                <a:lnTo>
                  <a:pt x="414956" y="412337"/>
                </a:lnTo>
                <a:lnTo>
                  <a:pt x="444639" y="376584"/>
                </a:lnTo>
                <a:lnTo>
                  <a:pt x="467052" y="335553"/>
                </a:lnTo>
                <a:lnTo>
                  <a:pt x="481217" y="290219"/>
                </a:lnTo>
                <a:lnTo>
                  <a:pt x="486156" y="241554"/>
                </a:lnTo>
                <a:lnTo>
                  <a:pt x="481217" y="192888"/>
                </a:lnTo>
                <a:lnTo>
                  <a:pt x="467052" y="147554"/>
                </a:lnTo>
                <a:lnTo>
                  <a:pt x="444639" y="106523"/>
                </a:lnTo>
                <a:lnTo>
                  <a:pt x="414956" y="70770"/>
                </a:lnTo>
                <a:lnTo>
                  <a:pt x="378981" y="41268"/>
                </a:lnTo>
                <a:lnTo>
                  <a:pt x="337691" y="18990"/>
                </a:lnTo>
                <a:lnTo>
                  <a:pt x="292064" y="4909"/>
                </a:lnTo>
                <a:lnTo>
                  <a:pt x="243078" y="0"/>
                </a:lnTo>
                <a:close/>
              </a:path>
            </a:pathLst>
          </a:custGeom>
          <a:solidFill>
            <a:srgbClr val="1B6F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5">
            <a:extLst>
              <a:ext uri="{FF2B5EF4-FFF2-40B4-BE49-F238E27FC236}">
                <a16:creationId xmlns:a16="http://schemas.microsoft.com/office/drawing/2014/main" id="{D6984E84-495B-0479-F3E5-AE1AFE550F70}"/>
              </a:ext>
            </a:extLst>
          </p:cNvPr>
          <p:cNvSpPr txBox="1"/>
          <p:nvPr/>
        </p:nvSpPr>
        <p:spPr>
          <a:xfrm>
            <a:off x="1283442" y="5295695"/>
            <a:ext cx="1854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50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5" name="object 11">
            <a:extLst>
              <a:ext uri="{FF2B5EF4-FFF2-40B4-BE49-F238E27FC236}">
                <a16:creationId xmlns:a16="http://schemas.microsoft.com/office/drawing/2014/main" id="{50A8FC72-E0DC-F14A-AD65-90D52A0F50CC}"/>
              </a:ext>
            </a:extLst>
          </p:cNvPr>
          <p:cNvSpPr/>
          <p:nvPr/>
        </p:nvSpPr>
        <p:spPr>
          <a:xfrm>
            <a:off x="1516844" y="5415963"/>
            <a:ext cx="1607185" cy="0"/>
          </a:xfrm>
          <a:custGeom>
            <a:avLst/>
            <a:gdLst/>
            <a:ahLst/>
            <a:cxnLst/>
            <a:rect l="l" t="t" r="r" b="b"/>
            <a:pathLst>
              <a:path w="1607185">
                <a:moveTo>
                  <a:pt x="0" y="0"/>
                </a:moveTo>
                <a:lnTo>
                  <a:pt x="1606804" y="0"/>
                </a:lnTo>
              </a:path>
            </a:pathLst>
          </a:custGeom>
          <a:ln w="19050">
            <a:solidFill>
              <a:srgbClr val="1B6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>
            <a:extLst>
              <a:ext uri="{FF2B5EF4-FFF2-40B4-BE49-F238E27FC236}">
                <a16:creationId xmlns:a16="http://schemas.microsoft.com/office/drawing/2014/main" id="{57E42355-210E-0237-3D3A-DB5FDE2DF10E}"/>
              </a:ext>
            </a:extLst>
          </p:cNvPr>
          <p:cNvSpPr/>
          <p:nvPr/>
        </p:nvSpPr>
        <p:spPr>
          <a:xfrm>
            <a:off x="3143465" y="5197647"/>
            <a:ext cx="0" cy="426871"/>
          </a:xfrm>
          <a:custGeom>
            <a:avLst/>
            <a:gdLst/>
            <a:ahLst/>
            <a:cxnLst/>
            <a:rect l="l" t="t" r="r" b="b"/>
            <a:pathLst>
              <a:path h="528320">
                <a:moveTo>
                  <a:pt x="0" y="0"/>
                </a:moveTo>
                <a:lnTo>
                  <a:pt x="0" y="528320"/>
                </a:lnTo>
              </a:path>
            </a:pathLst>
          </a:custGeom>
          <a:ln w="444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CaixaDeTexto 36">
            <a:extLst>
              <a:ext uri="{FF2B5EF4-FFF2-40B4-BE49-F238E27FC236}">
                <a16:creationId xmlns:a16="http://schemas.microsoft.com/office/drawing/2014/main" id="{520D80D9-5283-D807-F01F-FB27900162B9}"/>
              </a:ext>
            </a:extLst>
          </p:cNvPr>
          <p:cNvSpPr txBox="1"/>
          <p:nvPr/>
        </p:nvSpPr>
        <p:spPr>
          <a:xfrm>
            <a:off x="3174384" y="5119295"/>
            <a:ext cx="82394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Montserrat" panose="00000500000000000000" pitchFamily="2" charset="0"/>
              </a:rPr>
              <a:t>Reforma municipal como choque multidimensional: </a:t>
            </a:r>
            <a:r>
              <a:rPr lang="pt-BR" sz="1400">
                <a:latin typeface="Montserrat" panose="00000500000000000000" pitchFamily="2" charset="0"/>
              </a:rPr>
              <a:t>A reforma de 2007 alterou diversas políticas simultaneamente. Apesar da estratégia de identificação, não é possível isolar completamente o efeito exclusivo da redução do </a:t>
            </a:r>
            <a:r>
              <a:rPr lang="pt-BR" sz="1400" err="1">
                <a:latin typeface="Montserrat" panose="00000500000000000000" pitchFamily="2" charset="0"/>
              </a:rPr>
              <a:t>welfare</a:t>
            </a:r>
            <a:r>
              <a:rPr lang="pt-BR" sz="1400">
                <a:latin typeface="Montserrat" panose="00000500000000000000" pitchFamily="2" charset="0"/>
              </a:rPr>
              <a:t>.</a:t>
            </a:r>
            <a:endParaRPr lang="pt-BR" sz="1400" b="1">
              <a:latin typeface="Montserrat" panose="00000500000000000000" pitchFamily="2" charset="0"/>
            </a:endParaRPr>
          </a:p>
        </p:txBody>
      </p:sp>
      <p:grpSp>
        <p:nvGrpSpPr>
          <p:cNvPr id="68" name="object 78">
            <a:extLst>
              <a:ext uri="{FF2B5EF4-FFF2-40B4-BE49-F238E27FC236}">
                <a16:creationId xmlns:a16="http://schemas.microsoft.com/office/drawing/2014/main" id="{57839F7F-98AF-44EB-11BD-84DA34B93EB7}"/>
              </a:ext>
            </a:extLst>
          </p:cNvPr>
          <p:cNvGrpSpPr/>
          <p:nvPr/>
        </p:nvGrpSpPr>
        <p:grpSpPr>
          <a:xfrm>
            <a:off x="0" y="2182650"/>
            <a:ext cx="12192000" cy="2572077"/>
            <a:chOff x="0" y="1895784"/>
            <a:chExt cx="12192000" cy="2696027"/>
          </a:xfrm>
        </p:grpSpPr>
        <p:sp>
          <p:nvSpPr>
            <p:cNvPr id="69" name="object 79">
              <a:extLst>
                <a:ext uri="{FF2B5EF4-FFF2-40B4-BE49-F238E27FC236}">
                  <a16:creationId xmlns:a16="http://schemas.microsoft.com/office/drawing/2014/main" id="{361BC59D-2E13-9031-A1F3-31742205E886}"/>
                </a:ext>
              </a:extLst>
            </p:cNvPr>
            <p:cNvSpPr/>
            <p:nvPr/>
          </p:nvSpPr>
          <p:spPr>
            <a:xfrm>
              <a:off x="0" y="1905000"/>
              <a:ext cx="12192000" cy="2679700"/>
            </a:xfrm>
            <a:custGeom>
              <a:avLst/>
              <a:gdLst/>
              <a:ahLst/>
              <a:cxnLst/>
              <a:rect l="l" t="t" r="r" b="b"/>
              <a:pathLst>
                <a:path w="12192000" h="2679700">
                  <a:moveTo>
                    <a:pt x="0" y="0"/>
                  </a:moveTo>
                  <a:lnTo>
                    <a:pt x="0" y="2679192"/>
                  </a:lnTo>
                  <a:lnTo>
                    <a:pt x="12191999" y="2679192"/>
                  </a:lnTo>
                  <a:lnTo>
                    <a:pt x="1219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DED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80">
              <a:extLst>
                <a:ext uri="{FF2B5EF4-FFF2-40B4-BE49-F238E27FC236}">
                  <a16:creationId xmlns:a16="http://schemas.microsoft.com/office/drawing/2014/main" id="{553C6C4B-EFBD-F941-92E5-373B4B867085}"/>
                </a:ext>
              </a:extLst>
            </p:cNvPr>
            <p:cNvSpPr/>
            <p:nvPr/>
          </p:nvSpPr>
          <p:spPr>
            <a:xfrm>
              <a:off x="2449068" y="1985771"/>
              <a:ext cx="7917180" cy="2606040"/>
            </a:xfrm>
            <a:custGeom>
              <a:avLst/>
              <a:gdLst/>
              <a:ahLst/>
              <a:cxnLst/>
              <a:rect l="l" t="t" r="r" b="b"/>
              <a:pathLst>
                <a:path w="7917180" h="2606040">
                  <a:moveTo>
                    <a:pt x="7917180" y="0"/>
                  </a:moveTo>
                  <a:lnTo>
                    <a:pt x="0" y="0"/>
                  </a:lnTo>
                  <a:lnTo>
                    <a:pt x="0" y="2522220"/>
                  </a:lnTo>
                  <a:lnTo>
                    <a:pt x="0" y="2606040"/>
                  </a:lnTo>
                  <a:lnTo>
                    <a:pt x="7917180" y="2606040"/>
                  </a:lnTo>
                  <a:lnTo>
                    <a:pt x="7917180" y="2522220"/>
                  </a:lnTo>
                  <a:lnTo>
                    <a:pt x="7917180" y="0"/>
                  </a:lnTo>
                  <a:close/>
                </a:path>
              </a:pathLst>
            </a:custGeom>
            <a:solidFill>
              <a:srgbClr val="056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81">
              <a:extLst>
                <a:ext uri="{FF2B5EF4-FFF2-40B4-BE49-F238E27FC236}">
                  <a16:creationId xmlns:a16="http://schemas.microsoft.com/office/drawing/2014/main" id="{72516439-6432-F254-77DA-7589662ABB3C}"/>
                </a:ext>
              </a:extLst>
            </p:cNvPr>
            <p:cNvSpPr/>
            <p:nvPr/>
          </p:nvSpPr>
          <p:spPr>
            <a:xfrm>
              <a:off x="2351532" y="1895784"/>
              <a:ext cx="7934325" cy="2603500"/>
            </a:xfrm>
            <a:custGeom>
              <a:avLst/>
              <a:gdLst/>
              <a:ahLst/>
              <a:cxnLst/>
              <a:rect l="l" t="t" r="r" b="b"/>
              <a:pathLst>
                <a:path w="7934325" h="2603500">
                  <a:moveTo>
                    <a:pt x="7933944" y="0"/>
                  </a:moveTo>
                  <a:lnTo>
                    <a:pt x="0" y="0"/>
                  </a:lnTo>
                  <a:lnTo>
                    <a:pt x="0" y="2602992"/>
                  </a:lnTo>
                  <a:lnTo>
                    <a:pt x="7933944" y="2602992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EB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82">
              <a:extLst>
                <a:ext uri="{FF2B5EF4-FFF2-40B4-BE49-F238E27FC236}">
                  <a16:creationId xmlns:a16="http://schemas.microsoft.com/office/drawing/2014/main" id="{1A023780-F83F-F31C-13C5-B5EB8CFE89D7}"/>
                </a:ext>
              </a:extLst>
            </p:cNvPr>
            <p:cNvSpPr/>
            <p:nvPr/>
          </p:nvSpPr>
          <p:spPr>
            <a:xfrm>
              <a:off x="2351532" y="1905000"/>
              <a:ext cx="7934325" cy="2603500"/>
            </a:xfrm>
            <a:custGeom>
              <a:avLst/>
              <a:gdLst/>
              <a:ahLst/>
              <a:cxnLst/>
              <a:rect l="l" t="t" r="r" b="b"/>
              <a:pathLst>
                <a:path w="7934325" h="2603500">
                  <a:moveTo>
                    <a:pt x="0" y="2602992"/>
                  </a:moveTo>
                  <a:lnTo>
                    <a:pt x="7933944" y="2602992"/>
                  </a:lnTo>
                  <a:lnTo>
                    <a:pt x="7933944" y="0"/>
                  </a:lnTo>
                  <a:lnTo>
                    <a:pt x="0" y="0"/>
                  </a:lnTo>
                  <a:lnTo>
                    <a:pt x="0" y="2602992"/>
                  </a:lnTo>
                  <a:close/>
                </a:path>
              </a:pathLst>
            </a:custGeom>
            <a:ln w="12700">
              <a:solidFill>
                <a:srgbClr val="1D04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CaixaDeTexto 42">
            <a:extLst>
              <a:ext uri="{FF2B5EF4-FFF2-40B4-BE49-F238E27FC236}">
                <a16:creationId xmlns:a16="http://schemas.microsoft.com/office/drawing/2014/main" id="{4AF71DF6-318E-9163-6C0D-40F178BDC303}"/>
              </a:ext>
            </a:extLst>
          </p:cNvPr>
          <p:cNvSpPr txBox="1"/>
          <p:nvPr/>
        </p:nvSpPr>
        <p:spPr>
          <a:xfrm>
            <a:off x="2404098" y="2221136"/>
            <a:ext cx="45063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>
                <a:latin typeface="Montserrat" panose="00000500000000000000" pitchFamily="2" charset="0"/>
              </a:rPr>
              <a:t>Teste de Robustez</a:t>
            </a:r>
          </a:p>
        </p:txBody>
      </p:sp>
      <p:sp>
        <p:nvSpPr>
          <p:cNvPr id="74" name="CaixaDeTexto 44">
            <a:extLst>
              <a:ext uri="{FF2B5EF4-FFF2-40B4-BE49-F238E27FC236}">
                <a16:creationId xmlns:a16="http://schemas.microsoft.com/office/drawing/2014/main" id="{9284A1BB-E6D0-861A-339A-A9269D3F918E}"/>
              </a:ext>
            </a:extLst>
          </p:cNvPr>
          <p:cNvSpPr txBox="1"/>
          <p:nvPr/>
        </p:nvSpPr>
        <p:spPr>
          <a:xfrm>
            <a:off x="2320436" y="2721628"/>
            <a:ext cx="83940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latin typeface="Montserrat" panose="00000500000000000000" pitchFamily="2" charset="0"/>
              </a:rPr>
              <a:t>Mesmo diante das limitações, implementaram-se estratégias de robustez a fim de assegurar a confiabilidade aos resultados: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Testes pré-tendência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Seleção dinâmica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Mensuração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Especificações alternativas e grupos controle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pt-BR" sz="1400">
                <a:latin typeface="Montserrat" panose="00000500000000000000" pitchFamily="2" charset="0"/>
              </a:rPr>
              <a:t>Validação do mecanismo via choque institucional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pt-BR" sz="1400">
              <a:latin typeface="Montserrat" panose="00000500000000000000" pitchFamily="2" charset="0"/>
            </a:endParaRPr>
          </a:p>
        </p:txBody>
      </p:sp>
      <p:sp>
        <p:nvSpPr>
          <p:cNvPr id="75" name="Title 2">
            <a:extLst>
              <a:ext uri="{FF2B5EF4-FFF2-40B4-BE49-F238E27FC236}">
                <a16:creationId xmlns:a16="http://schemas.microsoft.com/office/drawing/2014/main" id="{5DA0569F-716F-A02C-7D81-469275441ABB}"/>
              </a:ext>
            </a:extLst>
          </p:cNvPr>
          <p:cNvSpPr txBox="1">
            <a:spLocks/>
          </p:cNvSpPr>
          <p:nvPr/>
        </p:nvSpPr>
        <p:spPr>
          <a:xfrm>
            <a:off x="91051" y="39654"/>
            <a:ext cx="11527643" cy="555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pt-BR"/>
              <a:t>EXEMPLO TESTE DE ROBUSTEZ</a:t>
            </a:r>
          </a:p>
        </p:txBody>
      </p:sp>
    </p:spTree>
    <p:extLst>
      <p:ext uri="{BB962C8B-B14F-4D97-AF65-F5344CB8AC3E}">
        <p14:creationId xmlns:p14="http://schemas.microsoft.com/office/powerpoint/2010/main" val="1862342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1790-841A-E231-02FA-7AE22D0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4">
            <a:extLst>
              <a:ext uri="{FF2B5EF4-FFF2-40B4-BE49-F238E27FC236}">
                <a16:creationId xmlns:a16="http://schemas.microsoft.com/office/drawing/2014/main" id="{17F44C52-A592-F4FA-F73E-76DB1487FF07}"/>
              </a:ext>
            </a:extLst>
          </p:cNvPr>
          <p:cNvGrpSpPr>
            <a:grpSpLocks/>
          </p:cNvGrpSpPr>
          <p:nvPr/>
        </p:nvGrpSpPr>
        <p:grpSpPr bwMode="auto">
          <a:xfrm>
            <a:off x="6178620" y="925973"/>
            <a:ext cx="6277864" cy="5580324"/>
            <a:chOff x="6769100" y="641350"/>
            <a:chExt cx="7597775" cy="6931025"/>
          </a:xfrm>
        </p:grpSpPr>
        <p:sp>
          <p:nvSpPr>
            <p:cNvPr id="30" name="Freeform 2">
              <a:extLst>
                <a:ext uri="{FF2B5EF4-FFF2-40B4-BE49-F238E27FC236}">
                  <a16:creationId xmlns:a16="http://schemas.microsoft.com/office/drawing/2014/main" id="{88E05A83-BA15-E84C-39E1-3EE09D018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4C3A937A-A972-E90A-0457-474C926F0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3" name="Freeform 4">
              <a:extLst>
                <a:ext uri="{FF2B5EF4-FFF2-40B4-BE49-F238E27FC236}">
                  <a16:creationId xmlns:a16="http://schemas.microsoft.com/office/drawing/2014/main" id="{CAEC2B22-F8E2-F5DE-CD1F-BDA55B5C0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3BE9C572-D2E6-86CB-1587-EA01C3F96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195DBA2-0282-37A6-3A35-079C9B8C3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D2260992-2D44-499E-3CD3-D390D3EBE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34E5FE27-ED12-5830-04CE-79BFAB8B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E5AFCA71-4556-0927-CC18-E35AF9C1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ADAF658A-EE6C-9A45-8A24-555F1FCC9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1960EB9-61E3-A17B-4175-8B5388BAD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E184A842-2B88-F602-EAE5-7847EB80A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A75846B6-9F47-2ADE-B15A-A71A703DA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AE5B36C9-ABD5-3D75-DA64-00090FA3F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CAD3348-C567-15A4-2830-0E7FD9C98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BDF4B993-62BB-5286-C676-C926520E9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95472DE3-CF2C-A176-3DFC-C3CAF98C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8EDAC523-3440-F5E1-3B09-3E46F6FB1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A19E2BBC-2364-42E7-8697-C2ED4F6B4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2EEF50C7-B3BC-4B0D-5EB2-2A4755C30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A686153D-87F0-673A-12E0-7132437CD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EB013C36-223E-DC9C-CE24-E43A4271C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810DA4F3-4AEF-82E4-F7D5-C713926B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CF6F84C-6FDA-5A23-E069-7B6EB94AC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FE3FCA8F-D61C-2493-4980-78F3B5655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54C50595-A194-049D-00E2-44D2E1214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42B7DE57-7ABB-0563-35BA-6022E9B25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4BBABFF3-0735-3BD5-94E9-C7DDF8919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FC11BFCA-8192-586D-3775-6B1DBED4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O desafio é separar o efeito da bolsa do efeito da vulnerabilidade</a:t>
            </a:r>
          </a:p>
        </p:txBody>
      </p:sp>
      <p:pic>
        <p:nvPicPr>
          <p:cNvPr id="22" name="Picture 21" descr="A green city skyline with black background&#10;&#10;Description automatically generated">
            <a:extLst>
              <a:ext uri="{FF2B5EF4-FFF2-40B4-BE49-F238E27FC236}">
                <a16:creationId xmlns:a16="http://schemas.microsoft.com/office/drawing/2014/main" id="{FBC7BA27-3F5C-AC55-92CE-8C27CAA84D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3964"/>
          <a:stretch/>
        </p:blipFill>
        <p:spPr>
          <a:xfrm>
            <a:off x="14642" y="4928646"/>
            <a:ext cx="5705805" cy="17072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CE9B1-5ED4-B90A-95E0-94FB943D5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Preenchimento das vagas do PMM-E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A78142-FD64-C970-A9AC-CEFCC745BD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01" y="3447208"/>
            <a:ext cx="5593566" cy="303226"/>
          </a:xfrm>
        </p:spPr>
        <p:txBody>
          <a:bodyPr/>
          <a:lstStyle/>
          <a:p>
            <a:r>
              <a:rPr lang="pt-BR"/>
              <a:t>II. Valor das bolsas do PMM-E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978EA-62E5-5444-25C9-1E5117C7568B}"/>
              </a:ext>
            </a:extLst>
          </p:cNvPr>
          <p:cNvSpPr/>
          <p:nvPr/>
        </p:nvSpPr>
        <p:spPr>
          <a:xfrm>
            <a:off x="82550" y="1161370"/>
            <a:ext cx="5653088" cy="2088243"/>
          </a:xfrm>
          <a:prstGeom prst="rect">
            <a:avLst/>
          </a:prstGeom>
          <a:solidFill>
            <a:schemeClr val="bg1"/>
          </a:solidFill>
          <a:ln w="19050">
            <a:solidFill>
              <a:srgbClr val="D6E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5A5DC-0139-79BC-99F1-5BC2742958CB}"/>
              </a:ext>
            </a:extLst>
          </p:cNvPr>
          <p:cNvSpPr/>
          <p:nvPr/>
        </p:nvSpPr>
        <p:spPr>
          <a:xfrm>
            <a:off x="87494" y="2555681"/>
            <a:ext cx="5652738" cy="699213"/>
          </a:xfrm>
          <a:prstGeom prst="rect">
            <a:avLst/>
          </a:prstGeom>
          <a:solidFill>
            <a:srgbClr val="D6E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180CF-09D1-B73C-EF67-A17E37AED802}"/>
              </a:ext>
            </a:extLst>
          </p:cNvPr>
          <p:cNvSpPr txBox="1"/>
          <p:nvPr/>
        </p:nvSpPr>
        <p:spPr>
          <a:xfrm>
            <a:off x="75603" y="1124198"/>
            <a:ext cx="5644844" cy="166199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SGETS/MS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Cruzamento por </a:t>
            </a:r>
            <a:r>
              <a:rPr lang="pt-BR" sz="1200" b="1">
                <a:latin typeface="Montserrat"/>
              </a:rPr>
              <a:t>estabelecimento (CNES) x Especialidade</a:t>
            </a:r>
            <a:endParaRPr lang="pt-BR" sz="1200" b="1">
              <a:latin typeface="Montserrat" panose="000005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Permite calcular a proporção de vagas preenchidas em cada combinação, que, no geral, é: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ADC8-BF58-2DED-8774-D99E4527AB78}"/>
              </a:ext>
            </a:extLst>
          </p:cNvPr>
          <p:cNvSpPr txBox="1"/>
          <p:nvPr/>
        </p:nvSpPr>
        <p:spPr>
          <a:xfrm>
            <a:off x="2314416" y="2646871"/>
            <a:ext cx="1250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latin typeface="Montserrat" panose="00000500000000000000" pitchFamily="2" charset="0"/>
              </a:rPr>
              <a:t>35,6%</a:t>
            </a:r>
          </a:p>
        </p:txBody>
      </p:sp>
      <p:sp>
        <p:nvSpPr>
          <p:cNvPr id="11" name="CaixaDeTexto 4">
            <a:extLst>
              <a:ext uri="{FF2B5EF4-FFF2-40B4-BE49-F238E27FC236}">
                <a16:creationId xmlns:a16="http://schemas.microsoft.com/office/drawing/2014/main" id="{31CE1E65-87B0-DDFA-82B8-B660C1836E7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Literatura  I  Hipótese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Viabilidade Empírica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70B1A57-A6B1-CE34-302B-7472C52C70D6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  <a:latin typeface="Montserrat"/>
              </a:rPr>
              <a:t>17</a:t>
            </a:r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6B81C7-0D37-807B-27F3-BDE4E2100DF2}"/>
              </a:ext>
            </a:extLst>
          </p:cNvPr>
          <p:cNvSpPr txBox="1"/>
          <p:nvPr/>
        </p:nvSpPr>
        <p:spPr>
          <a:xfrm>
            <a:off x="75603" y="3758468"/>
            <a:ext cx="5644844" cy="19389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SGETS/MS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Faixa 1: R$20 mil; Faixa 2: R$15 mil; Faixa 3: R$10 mil mensais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Utilizamos a faixa publicada em cada vaga, observada no quadro de vagas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56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1790-841A-E231-02FA-7AE22D0E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11BFCA-8192-586D-3775-6B1DBED4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O desafio é separar o efeito da bolsa do efeito da vulnerabilidade</a:t>
            </a:r>
          </a:p>
        </p:txBody>
      </p:sp>
      <p:pic>
        <p:nvPicPr>
          <p:cNvPr id="22" name="Picture 21" descr="A green city skyline with black background&#10;&#10;Description automatically generated">
            <a:extLst>
              <a:ext uri="{FF2B5EF4-FFF2-40B4-BE49-F238E27FC236}">
                <a16:creationId xmlns:a16="http://schemas.microsoft.com/office/drawing/2014/main" id="{FBC7BA27-3F5C-AC55-92CE-8C27CAA84D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3964"/>
          <a:stretch/>
        </p:blipFill>
        <p:spPr>
          <a:xfrm>
            <a:off x="14642" y="5021246"/>
            <a:ext cx="5705805" cy="17072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CE9B1-5ED4-B90A-95E0-94FB943D5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I. Preenchimento das vagas do PMM-E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A78142-FD64-C970-A9AC-CEFCC745BD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01" y="3447208"/>
            <a:ext cx="5593566" cy="303226"/>
          </a:xfrm>
        </p:spPr>
        <p:txBody>
          <a:bodyPr/>
          <a:lstStyle/>
          <a:p>
            <a:r>
              <a:rPr lang="pt-BR"/>
              <a:t>II. Tipos de cidade como proxy para o Mercado Local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B4FEA0-7C63-4F54-17D4-F3335ADB87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/>
              <a:t>III. Desvantagens locais que reduzem utilidade</a:t>
            </a:r>
          </a:p>
          <a:p>
            <a:endParaRPr lang="pt-B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866195-3E42-5899-31E7-7961A9B64D55}"/>
              </a:ext>
            </a:extLst>
          </p:cNvPr>
          <p:cNvCxnSpPr/>
          <p:nvPr/>
        </p:nvCxnSpPr>
        <p:spPr>
          <a:xfrm>
            <a:off x="5980253" y="1394359"/>
            <a:ext cx="2203048" cy="0"/>
          </a:xfrm>
          <a:prstGeom prst="line">
            <a:avLst/>
          </a:prstGeom>
          <a:ln w="19050">
            <a:solidFill>
              <a:srgbClr val="114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95CF08-FE05-2E50-C600-39490FB2C42A}"/>
              </a:ext>
            </a:extLst>
          </p:cNvPr>
          <p:cNvCxnSpPr>
            <a:cxnSpLocks/>
          </p:cNvCxnSpPr>
          <p:nvPr/>
        </p:nvCxnSpPr>
        <p:spPr>
          <a:xfrm>
            <a:off x="5993754" y="4886444"/>
            <a:ext cx="3578506" cy="0"/>
          </a:xfrm>
          <a:prstGeom prst="line">
            <a:avLst/>
          </a:prstGeom>
          <a:ln w="19050">
            <a:solidFill>
              <a:srgbClr val="1147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776EDA-25D8-1769-75D4-8B5DE4743833}"/>
              </a:ext>
            </a:extLst>
          </p:cNvPr>
          <p:cNvSpPr txBox="1"/>
          <p:nvPr/>
        </p:nvSpPr>
        <p:spPr>
          <a:xfrm>
            <a:off x="5993659" y="1143013"/>
            <a:ext cx="220833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200" b="1">
                <a:latin typeface="Montserrat"/>
              </a:rPr>
              <a:t>Custo de vida</a:t>
            </a:r>
            <a:endParaRPr lang="pt-BR">
              <a:latin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B6A47A-EC2A-521B-3D61-1F072BCC444E}"/>
              </a:ext>
            </a:extLst>
          </p:cNvPr>
          <p:cNvSpPr txBox="1"/>
          <p:nvPr/>
        </p:nvSpPr>
        <p:spPr>
          <a:xfrm>
            <a:off x="6622436" y="4605187"/>
            <a:ext cx="2262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latin typeface="Montserrat" panose="00000500000000000000" pitchFamily="2" charset="0"/>
              </a:rPr>
              <a:t>Custo territorial agregado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4CD7B8-39D2-88AD-8617-D888E0852F81}"/>
              </a:ext>
            </a:extLst>
          </p:cNvPr>
          <p:cNvSpPr txBox="1"/>
          <p:nvPr/>
        </p:nvSpPr>
        <p:spPr>
          <a:xfrm>
            <a:off x="5993754" y="1394111"/>
            <a:ext cx="218954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b="1">
                <a:latin typeface="Montserrat" panose="00000500000000000000" pitchFamily="2" charset="0"/>
              </a:rPr>
              <a:t>Dado: Perfil das despesas no Brasil (IBGE, 2020)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Usaremos como </a:t>
            </a:r>
            <a:r>
              <a:rPr lang="pt-BR" sz="1200" b="1">
                <a:latin typeface="Montserrat" panose="00000500000000000000" pitchFamily="2" charset="0"/>
              </a:rPr>
              <a:t>proxy para diferenças estaduais no custo de vida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Inclui despesas com habitação, alimentação, transporte e outros grupos de consumo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FDD28E-1778-703B-7E8D-6AD9DC573F0A}"/>
              </a:ext>
            </a:extLst>
          </p:cNvPr>
          <p:cNvSpPr txBox="1"/>
          <p:nvPr/>
        </p:nvSpPr>
        <p:spPr>
          <a:xfrm>
            <a:off x="5993754" y="4891691"/>
            <a:ext cx="56473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Dados do </a:t>
            </a:r>
            <a:r>
              <a:rPr lang="pt-BR" sz="1200" b="1" i="1">
                <a:latin typeface="Montserrat" panose="00000500000000000000" pitchFamily="2" charset="0"/>
              </a:rPr>
              <a:t>Atlas </a:t>
            </a:r>
            <a:r>
              <a:rPr lang="pt-BR" sz="1200" b="1" i="1" err="1">
                <a:latin typeface="Montserrat" panose="00000500000000000000" pitchFamily="2" charset="0"/>
              </a:rPr>
              <a:t>Vunerabilidade</a:t>
            </a:r>
            <a:r>
              <a:rPr lang="pt-BR" sz="1200" b="1" i="1">
                <a:latin typeface="Montserrat" panose="00000500000000000000" pitchFamily="2" charset="0"/>
              </a:rPr>
              <a:t> Social </a:t>
            </a:r>
            <a:r>
              <a:rPr lang="pt-BR" sz="1200" b="1">
                <a:latin typeface="Montserrat" panose="00000500000000000000" pitchFamily="2" charset="0"/>
              </a:rPr>
              <a:t>(IVS) </a:t>
            </a:r>
            <a:r>
              <a:rPr lang="pt-BR" sz="1200" b="1" i="1">
                <a:latin typeface="Montserrat" panose="00000500000000000000" pitchFamily="2" charset="0"/>
              </a:rPr>
              <a:t>nos Municípios Brasileiros </a:t>
            </a:r>
            <a:r>
              <a:rPr lang="pt-BR" sz="1200" b="1">
                <a:latin typeface="Montserrat" panose="00000500000000000000" pitchFamily="2" charset="0"/>
              </a:rPr>
              <a:t>(Ipea, 2015)</a:t>
            </a:r>
            <a:r>
              <a:rPr lang="pt-BR" sz="1200">
                <a:latin typeface="Montserrat" panose="00000500000000000000" pitchFamily="2" charset="0"/>
              </a:rPr>
              <a:t>, construídos com base no censo de 2010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Disponibiliza o IVS e seus três subíndices para os 5.565 municípios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Usaremos como proxy para agregar distância da família, aluguel, mercado privado e esforço clínico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b="1">
                <a:latin typeface="Montserrat" panose="00000500000000000000" pitchFamily="2" charset="0"/>
              </a:rPr>
              <a:t>Permite aproximar as desvantagens não monetárias do local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978EA-62E5-5444-25C9-1E5117C7568B}"/>
              </a:ext>
            </a:extLst>
          </p:cNvPr>
          <p:cNvSpPr/>
          <p:nvPr/>
        </p:nvSpPr>
        <p:spPr>
          <a:xfrm>
            <a:off x="82550" y="1161370"/>
            <a:ext cx="5653088" cy="2088243"/>
          </a:xfrm>
          <a:prstGeom prst="rect">
            <a:avLst/>
          </a:prstGeom>
          <a:solidFill>
            <a:schemeClr val="bg1"/>
          </a:solidFill>
          <a:ln w="19050">
            <a:solidFill>
              <a:srgbClr val="D6E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5A5DC-0139-79BC-99F1-5BC2742958CB}"/>
              </a:ext>
            </a:extLst>
          </p:cNvPr>
          <p:cNvSpPr/>
          <p:nvPr/>
        </p:nvSpPr>
        <p:spPr>
          <a:xfrm>
            <a:off x="87494" y="2555681"/>
            <a:ext cx="5652738" cy="699213"/>
          </a:xfrm>
          <a:prstGeom prst="rect">
            <a:avLst/>
          </a:prstGeom>
          <a:solidFill>
            <a:srgbClr val="D6E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180CF-09D1-B73C-EF67-A17E37AED802}"/>
              </a:ext>
            </a:extLst>
          </p:cNvPr>
          <p:cNvSpPr txBox="1"/>
          <p:nvPr/>
        </p:nvSpPr>
        <p:spPr>
          <a:xfrm>
            <a:off x="75603" y="1147348"/>
            <a:ext cx="5644844" cy="166199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Dado: </a:t>
            </a:r>
            <a:r>
              <a:rPr lang="pt-BR" sz="1200" b="1">
                <a:latin typeface="Montserrat"/>
              </a:rPr>
              <a:t>Quadro de vagas e homologação </a:t>
            </a:r>
            <a:r>
              <a:rPr lang="pt-BR" sz="1200">
                <a:latin typeface="Montserrat"/>
              </a:rPr>
              <a:t>do Chamamento Público </a:t>
            </a:r>
            <a:r>
              <a:rPr lang="pt-BR" sz="1200" b="1">
                <a:latin typeface="Montserrat"/>
              </a:rPr>
              <a:t>SGETS/MS n° 3/2025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Cruzamento por </a:t>
            </a:r>
            <a:r>
              <a:rPr lang="pt-BR" sz="1200" b="1">
                <a:latin typeface="Montserrat"/>
              </a:rPr>
              <a:t>estabelecimento (CNES) x Especialidade</a:t>
            </a:r>
            <a:endParaRPr lang="pt-BR" sz="1200" b="1">
              <a:latin typeface="Montserrat" panose="00000500000000000000" pitchFamily="2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/>
              </a:rPr>
              <a:t>Permite calcular a proporção de vagas preenchidas em cada combinação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8ADC8-BF58-2DED-8774-D99E4527AB78}"/>
              </a:ext>
            </a:extLst>
          </p:cNvPr>
          <p:cNvSpPr txBox="1"/>
          <p:nvPr/>
        </p:nvSpPr>
        <p:spPr>
          <a:xfrm>
            <a:off x="2407016" y="2635296"/>
            <a:ext cx="982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latin typeface="Montserrat" panose="00000500000000000000" pitchFamily="2" charset="0"/>
              </a:rPr>
              <a:t>30%</a:t>
            </a:r>
          </a:p>
        </p:txBody>
      </p:sp>
      <p:sp>
        <p:nvSpPr>
          <p:cNvPr id="11" name="CaixaDeTexto 4">
            <a:extLst>
              <a:ext uri="{FF2B5EF4-FFF2-40B4-BE49-F238E27FC236}">
                <a16:creationId xmlns:a16="http://schemas.microsoft.com/office/drawing/2014/main" id="{31CE1E65-87B0-DDFA-82B8-B660C1836E79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latin typeface="Montserrat" panose="00000500000000000000" pitchFamily="2" charset="0"/>
              </a:rPr>
              <a:t>Motivação  I  Pergunta  I  Literatura  I  Hipótese  I  </a:t>
            </a:r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Viabilidade Empírica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392FA4-CEF3-2B0F-1EC0-46B7DDBAE7B6}"/>
              </a:ext>
            </a:extLst>
          </p:cNvPr>
          <p:cNvSpPr txBox="1"/>
          <p:nvPr/>
        </p:nvSpPr>
        <p:spPr>
          <a:xfrm>
            <a:off x="90794" y="3782836"/>
            <a:ext cx="56639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Dados combinados </a:t>
            </a:r>
            <a:r>
              <a:rPr lang="pt-BR" sz="1200" b="1">
                <a:latin typeface="Montserrat" panose="00000500000000000000" pitchFamily="2" charset="0"/>
              </a:rPr>
              <a:t>da REGIC 2018 </a:t>
            </a:r>
            <a:r>
              <a:rPr lang="pt-BR" sz="1200">
                <a:latin typeface="Montserrat" panose="00000500000000000000" pitchFamily="2" charset="0"/>
              </a:rPr>
              <a:t>e</a:t>
            </a:r>
            <a:r>
              <a:rPr lang="pt-BR" sz="1200" b="1">
                <a:latin typeface="Montserrat" panose="00000500000000000000" pitchFamily="2" charset="0"/>
              </a:rPr>
              <a:t> </a:t>
            </a:r>
            <a:r>
              <a:rPr lang="pt-BR" sz="1200">
                <a:latin typeface="Montserrat" panose="00000500000000000000" pitchFamily="2" charset="0"/>
              </a:rPr>
              <a:t>da</a:t>
            </a:r>
            <a:r>
              <a:rPr lang="pt-BR" sz="1200" b="1">
                <a:latin typeface="Montserrat" panose="00000500000000000000" pitchFamily="2" charset="0"/>
              </a:rPr>
              <a:t> Composição das </a:t>
            </a:r>
            <a:r>
              <a:rPr lang="pt-BR" sz="1200" b="1" err="1">
                <a:latin typeface="Montserrat" panose="00000500000000000000" pitchFamily="2" charset="0"/>
              </a:rPr>
              <a:t>RMs</a:t>
            </a:r>
            <a:r>
              <a:rPr lang="pt-BR" sz="1200" b="1">
                <a:latin typeface="Montserrat" panose="00000500000000000000" pitchFamily="2" charset="0"/>
              </a:rPr>
              <a:t> e </a:t>
            </a:r>
            <a:r>
              <a:rPr lang="pt-BR" sz="1200" b="1" err="1">
                <a:latin typeface="Montserrat" panose="00000500000000000000" pitchFamily="2" charset="0"/>
              </a:rPr>
              <a:t>RIDEs</a:t>
            </a:r>
            <a:r>
              <a:rPr lang="pt-BR" sz="1200" b="1">
                <a:latin typeface="Montserrat" panose="00000500000000000000" pitchFamily="2" charset="0"/>
              </a:rPr>
              <a:t> (IBGE, 2022)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Classificação: capital, metrópole, interior próximo de polo ou remoto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>
                <a:latin typeface="Montserrat" panose="00000500000000000000" pitchFamily="2" charset="0"/>
              </a:rPr>
              <a:t>Usamos como proxy para aproximar o acesso do médico a consultórios, clínicas, hospitais e outras fontes de renda privada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70B1A57-A6B1-CE34-302B-7472C52C70D6}"/>
              </a:ext>
            </a:extLst>
          </p:cNvPr>
          <p:cNvSpPr txBox="1">
            <a:spLocks/>
          </p:cNvSpPr>
          <p:nvPr/>
        </p:nvSpPr>
        <p:spPr>
          <a:xfrm>
            <a:off x="11708588" y="6448211"/>
            <a:ext cx="457519" cy="422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400" b="1">
                <a:solidFill>
                  <a:srgbClr val="BFBFBF"/>
                </a:solidFill>
              </a:rPr>
              <a:t>20</a:t>
            </a: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40E765F2-1552-74E2-5E00-918AE5AF6F70}"/>
              </a:ext>
            </a:extLst>
          </p:cNvPr>
          <p:cNvGrpSpPr>
            <a:grpSpLocks/>
          </p:cNvGrpSpPr>
          <p:nvPr/>
        </p:nvGrpSpPr>
        <p:grpSpPr bwMode="auto">
          <a:xfrm>
            <a:off x="8468878" y="1434984"/>
            <a:ext cx="3647519" cy="3242239"/>
            <a:chOff x="6769100" y="641350"/>
            <a:chExt cx="7597775" cy="6931025"/>
          </a:xfrm>
        </p:grpSpPr>
        <p:sp>
          <p:nvSpPr>
            <p:cNvPr id="24" name="Freeform 2">
              <a:extLst>
                <a:ext uri="{FF2B5EF4-FFF2-40B4-BE49-F238E27FC236}">
                  <a16:creationId xmlns:a16="http://schemas.microsoft.com/office/drawing/2014/main" id="{E0F56E96-8BCE-1B54-94F9-D8E6BF738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097A154A-7AD9-36F0-C821-C2EDB5121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F5B91B3F-02EA-E0CA-6ADC-F8BE74605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AA38D075-E999-F241-01F0-5FFA54261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08ED914-BFDF-0F5D-985F-31D2798FE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3B44DDA0-33AC-E91C-82D9-C50B36C1C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40CDFB65-A3A8-1918-F266-997081932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9F27EFA8-F41C-A139-0843-3F0DB2DB8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12C22C4E-25A1-3D2D-9341-F8F0A3CE2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8076E413-E84A-76C8-BC44-1D0467E8B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6DB18853-BF16-C200-C469-5AD88C3F2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208B88BB-3023-D32F-F245-A9BAEBB68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045CA533-7792-2924-EDDD-7D064BA6C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A11E3A8-0F0B-3AB3-8268-A171FE5D7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E7F2B9E8-5046-2F6E-5F41-80B2AC7E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83B71404-C293-7A5A-227C-576568341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2F580B3C-7FC1-34DE-BCB9-B64C1BBA8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05E1F93F-CD65-8122-D1F8-2B50FCC19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6713CFC-E7F3-CFAF-12A4-0B42A3ED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E475239C-04A3-0178-C4D7-8BE1EA3FA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9868D123-7920-5775-388D-4724FB350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0C6BAED6-4933-7156-997F-F860DD0D6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9AFE3034-46FA-9125-7B93-8A8D6D07A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D3666E80-17CC-4DA3-A866-4EE961DE6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35FC4C67-D73C-5021-9B36-C8CC58BC7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BC75ADF3-2880-8FD6-00D4-7E4D40BD3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41FC0814-215F-A6BB-026F-BA097BDC1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</p:spTree>
    <p:extLst>
      <p:ext uri="{BB962C8B-B14F-4D97-AF65-F5344CB8AC3E}">
        <p14:creationId xmlns:p14="http://schemas.microsoft.com/office/powerpoint/2010/main" val="421040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8302-6645-E359-87BE-53887B61F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4">
            <a:extLst>
              <a:ext uri="{FF2B5EF4-FFF2-40B4-BE49-F238E27FC236}">
                <a16:creationId xmlns:a16="http://schemas.microsoft.com/office/drawing/2014/main" id="{0D0B5E15-BA88-ADF3-F9E1-E8DAAE870F94}"/>
              </a:ext>
            </a:extLst>
          </p:cNvPr>
          <p:cNvGrpSpPr>
            <a:grpSpLocks/>
          </p:cNvGrpSpPr>
          <p:nvPr/>
        </p:nvGrpSpPr>
        <p:grpSpPr bwMode="auto">
          <a:xfrm>
            <a:off x="7265837" y="1679748"/>
            <a:ext cx="5508000" cy="4896000"/>
            <a:chOff x="6769100" y="641350"/>
            <a:chExt cx="7597775" cy="6931025"/>
          </a:xfrm>
        </p:grpSpPr>
        <p:sp>
          <p:nvSpPr>
            <p:cNvPr id="111" name="Freeform 2">
              <a:extLst>
                <a:ext uri="{FF2B5EF4-FFF2-40B4-BE49-F238E27FC236}">
                  <a16:creationId xmlns:a16="http://schemas.microsoft.com/office/drawing/2014/main" id="{2DD22C46-1A6D-1403-0F41-CEC9C828D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8175" y="6269038"/>
              <a:ext cx="1335088" cy="1303337"/>
            </a:xfrm>
            <a:custGeom>
              <a:avLst/>
              <a:gdLst>
                <a:gd name="T0" fmla="*/ 2147483646 w 7411"/>
                <a:gd name="T1" fmla="*/ 2147483646 h 7239"/>
                <a:gd name="T2" fmla="*/ 2147483646 w 7411"/>
                <a:gd name="T3" fmla="*/ 2147483646 h 7239"/>
                <a:gd name="T4" fmla="*/ 2147483646 w 7411"/>
                <a:gd name="T5" fmla="*/ 2147483646 h 7239"/>
                <a:gd name="T6" fmla="*/ 2147483646 w 7411"/>
                <a:gd name="T7" fmla="*/ 2147483646 h 7239"/>
                <a:gd name="T8" fmla="*/ 2147483646 w 7411"/>
                <a:gd name="T9" fmla="*/ 2147483646 h 7239"/>
                <a:gd name="T10" fmla="*/ 2147483646 w 7411"/>
                <a:gd name="T11" fmla="*/ 2147483646 h 7239"/>
                <a:gd name="T12" fmla="*/ 2147483646 w 7411"/>
                <a:gd name="T13" fmla="*/ 2147483646 h 7239"/>
                <a:gd name="T14" fmla="*/ 2147483646 w 7411"/>
                <a:gd name="T15" fmla="*/ 2147483646 h 7239"/>
                <a:gd name="T16" fmla="*/ 2147483646 w 7411"/>
                <a:gd name="T17" fmla="*/ 2147483646 h 7239"/>
                <a:gd name="T18" fmla="*/ 2147483646 w 7411"/>
                <a:gd name="T19" fmla="*/ 2147483646 h 7239"/>
                <a:gd name="T20" fmla="*/ 2147483646 w 7411"/>
                <a:gd name="T21" fmla="*/ 2147483646 h 7239"/>
                <a:gd name="T22" fmla="*/ 2147483646 w 7411"/>
                <a:gd name="T23" fmla="*/ 2147483646 h 7239"/>
                <a:gd name="T24" fmla="*/ 2147483646 w 7411"/>
                <a:gd name="T25" fmla="*/ 2147483646 h 7239"/>
                <a:gd name="T26" fmla="*/ 2147483646 w 7411"/>
                <a:gd name="T27" fmla="*/ 2147483646 h 7239"/>
                <a:gd name="T28" fmla="*/ 2147483646 w 7411"/>
                <a:gd name="T29" fmla="*/ 2147483646 h 7239"/>
                <a:gd name="T30" fmla="*/ 2147483646 w 7411"/>
                <a:gd name="T31" fmla="*/ 2147483646 h 7239"/>
                <a:gd name="T32" fmla="*/ 2147483646 w 7411"/>
                <a:gd name="T33" fmla="*/ 2147483646 h 7239"/>
                <a:gd name="T34" fmla="*/ 2147483646 w 7411"/>
                <a:gd name="T35" fmla="*/ 2147483646 h 7239"/>
                <a:gd name="T36" fmla="*/ 2147483646 w 7411"/>
                <a:gd name="T37" fmla="*/ 2147483646 h 7239"/>
                <a:gd name="T38" fmla="*/ 2147483646 w 7411"/>
                <a:gd name="T39" fmla="*/ 2147483646 h 7239"/>
                <a:gd name="T40" fmla="*/ 2147483646 w 7411"/>
                <a:gd name="T41" fmla="*/ 2147483646 h 7239"/>
                <a:gd name="T42" fmla="*/ 2147483646 w 7411"/>
                <a:gd name="T43" fmla="*/ 2147483646 h 7239"/>
                <a:gd name="T44" fmla="*/ 2147483646 w 7411"/>
                <a:gd name="T45" fmla="*/ 2147483646 h 7239"/>
                <a:gd name="T46" fmla="*/ 2147483646 w 7411"/>
                <a:gd name="T47" fmla="*/ 2147483646 h 7239"/>
                <a:gd name="T48" fmla="*/ 2147483646 w 7411"/>
                <a:gd name="T49" fmla="*/ 2147483646 h 7239"/>
                <a:gd name="T50" fmla="*/ 2147483646 w 7411"/>
                <a:gd name="T51" fmla="*/ 2147483646 h 7239"/>
                <a:gd name="T52" fmla="*/ 2147483646 w 7411"/>
                <a:gd name="T53" fmla="*/ 2147483646 h 7239"/>
                <a:gd name="T54" fmla="*/ 2147483646 w 7411"/>
                <a:gd name="T55" fmla="*/ 2147483646 h 7239"/>
                <a:gd name="T56" fmla="*/ 2147483646 w 7411"/>
                <a:gd name="T57" fmla="*/ 2147483646 h 7239"/>
                <a:gd name="T58" fmla="*/ 2147483646 w 7411"/>
                <a:gd name="T59" fmla="*/ 2147483646 h 7239"/>
                <a:gd name="T60" fmla="*/ 2147483646 w 7411"/>
                <a:gd name="T61" fmla="*/ 2147483646 h 7239"/>
                <a:gd name="T62" fmla="*/ 2147483646 w 7411"/>
                <a:gd name="T63" fmla="*/ 2147483646 h 7239"/>
                <a:gd name="T64" fmla="*/ 2147483646 w 7411"/>
                <a:gd name="T65" fmla="*/ 2147483646 h 7239"/>
                <a:gd name="T66" fmla="*/ 2147483646 w 7411"/>
                <a:gd name="T67" fmla="*/ 2147483646 h 7239"/>
                <a:gd name="T68" fmla="*/ 2147483646 w 7411"/>
                <a:gd name="T69" fmla="*/ 2147483646 h 7239"/>
                <a:gd name="T70" fmla="*/ 2147483646 w 7411"/>
                <a:gd name="T71" fmla="*/ 2147483646 h 7239"/>
                <a:gd name="T72" fmla="*/ 2147483646 w 7411"/>
                <a:gd name="T73" fmla="*/ 2147483646 h 7239"/>
                <a:gd name="T74" fmla="*/ 2147483646 w 7411"/>
                <a:gd name="T75" fmla="*/ 2147483646 h 7239"/>
                <a:gd name="T76" fmla="*/ 2147483646 w 7411"/>
                <a:gd name="T77" fmla="*/ 2147483646 h 7239"/>
                <a:gd name="T78" fmla="*/ 2147483646 w 7411"/>
                <a:gd name="T79" fmla="*/ 2147483646 h 7239"/>
                <a:gd name="T80" fmla="*/ 2147483646 w 7411"/>
                <a:gd name="T81" fmla="*/ 2147483646 h 7239"/>
                <a:gd name="T82" fmla="*/ 2147483646 w 7411"/>
                <a:gd name="T83" fmla="*/ 2147483646 h 7239"/>
                <a:gd name="T84" fmla="*/ 2147483646 w 7411"/>
                <a:gd name="T85" fmla="*/ 2147483646 h 7239"/>
                <a:gd name="T86" fmla="*/ 2147483646 w 7411"/>
                <a:gd name="T87" fmla="*/ 2147483646 h 7239"/>
                <a:gd name="T88" fmla="*/ 2147483646 w 7411"/>
                <a:gd name="T89" fmla="*/ 2147483646 h 7239"/>
                <a:gd name="T90" fmla="*/ 2147483646 w 7411"/>
                <a:gd name="T91" fmla="*/ 2147483646 h 7239"/>
                <a:gd name="T92" fmla="*/ 2147483646 w 7411"/>
                <a:gd name="T93" fmla="*/ 2147483646 h 7239"/>
                <a:gd name="T94" fmla="*/ 2147483646 w 7411"/>
                <a:gd name="T95" fmla="*/ 2147483646 h 7239"/>
                <a:gd name="T96" fmla="*/ 2147483646 w 7411"/>
                <a:gd name="T97" fmla="*/ 2147483646 h 7239"/>
                <a:gd name="T98" fmla="*/ 2147483646 w 7411"/>
                <a:gd name="T99" fmla="*/ 2147483646 h 7239"/>
                <a:gd name="T100" fmla="*/ 2147483646 w 7411"/>
                <a:gd name="T101" fmla="*/ 2147483646 h 7239"/>
                <a:gd name="T102" fmla="*/ 2147483646 w 7411"/>
                <a:gd name="T103" fmla="*/ 2147483646 h 7239"/>
                <a:gd name="T104" fmla="*/ 2147483646 w 7411"/>
                <a:gd name="T105" fmla="*/ 2147483646 h 7239"/>
                <a:gd name="T106" fmla="*/ 2147483646 w 7411"/>
                <a:gd name="T107" fmla="*/ 2147483646 h 7239"/>
                <a:gd name="T108" fmla="*/ 2147483646 w 7411"/>
                <a:gd name="T109" fmla="*/ 2147483646 h 7239"/>
                <a:gd name="T110" fmla="*/ 2147483646 w 7411"/>
                <a:gd name="T111" fmla="*/ 2147483646 h 7239"/>
                <a:gd name="T112" fmla="*/ 2147483646 w 7411"/>
                <a:gd name="T113" fmla="*/ 2147483646 h 7239"/>
                <a:gd name="T114" fmla="*/ 2147483646 w 7411"/>
                <a:gd name="T115" fmla="*/ 2147483646 h 7239"/>
                <a:gd name="T116" fmla="*/ 2147483646 w 7411"/>
                <a:gd name="T117" fmla="*/ 2147483646 h 7239"/>
                <a:gd name="T118" fmla="*/ 2147483646 w 7411"/>
                <a:gd name="T119" fmla="*/ 2147483646 h 7239"/>
                <a:gd name="T120" fmla="*/ 2147483646 w 7411"/>
                <a:gd name="T121" fmla="*/ 2147483646 h 7239"/>
                <a:gd name="T122" fmla="*/ 2147483646 w 7411"/>
                <a:gd name="T123" fmla="*/ 2147483646 h 72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11" h="7239">
                  <a:moveTo>
                    <a:pt x="0" y="3315"/>
                  </a:moveTo>
                  <a:lnTo>
                    <a:pt x="58" y="3295"/>
                  </a:lnTo>
                  <a:lnTo>
                    <a:pt x="77" y="3295"/>
                  </a:lnTo>
                  <a:lnTo>
                    <a:pt x="114" y="3257"/>
                  </a:lnTo>
                  <a:lnTo>
                    <a:pt x="191" y="3143"/>
                  </a:lnTo>
                  <a:lnTo>
                    <a:pt x="267" y="3086"/>
                  </a:lnTo>
                  <a:lnTo>
                    <a:pt x="286" y="3066"/>
                  </a:lnTo>
                  <a:lnTo>
                    <a:pt x="286" y="2952"/>
                  </a:lnTo>
                  <a:lnTo>
                    <a:pt x="305" y="2914"/>
                  </a:lnTo>
                  <a:lnTo>
                    <a:pt x="343" y="2876"/>
                  </a:lnTo>
                  <a:lnTo>
                    <a:pt x="381" y="2876"/>
                  </a:lnTo>
                  <a:lnTo>
                    <a:pt x="419" y="2857"/>
                  </a:lnTo>
                  <a:lnTo>
                    <a:pt x="458" y="2857"/>
                  </a:lnTo>
                  <a:lnTo>
                    <a:pt x="477" y="2857"/>
                  </a:lnTo>
                  <a:lnTo>
                    <a:pt x="495" y="2838"/>
                  </a:lnTo>
                  <a:lnTo>
                    <a:pt x="553" y="2762"/>
                  </a:lnTo>
                  <a:lnTo>
                    <a:pt x="572" y="2762"/>
                  </a:lnTo>
                  <a:lnTo>
                    <a:pt x="572" y="2743"/>
                  </a:lnTo>
                  <a:lnTo>
                    <a:pt x="591" y="2724"/>
                  </a:lnTo>
                  <a:lnTo>
                    <a:pt x="610" y="2686"/>
                  </a:lnTo>
                  <a:lnTo>
                    <a:pt x="629" y="2667"/>
                  </a:lnTo>
                  <a:lnTo>
                    <a:pt x="667" y="2629"/>
                  </a:lnTo>
                  <a:lnTo>
                    <a:pt x="667" y="2609"/>
                  </a:lnTo>
                  <a:lnTo>
                    <a:pt x="744" y="2553"/>
                  </a:lnTo>
                  <a:lnTo>
                    <a:pt x="762" y="2533"/>
                  </a:lnTo>
                  <a:lnTo>
                    <a:pt x="762" y="2514"/>
                  </a:lnTo>
                  <a:lnTo>
                    <a:pt x="762" y="2495"/>
                  </a:lnTo>
                  <a:lnTo>
                    <a:pt x="781" y="2495"/>
                  </a:lnTo>
                  <a:lnTo>
                    <a:pt x="781" y="2476"/>
                  </a:lnTo>
                  <a:lnTo>
                    <a:pt x="781" y="2457"/>
                  </a:lnTo>
                  <a:lnTo>
                    <a:pt x="800" y="2438"/>
                  </a:lnTo>
                  <a:lnTo>
                    <a:pt x="820" y="2419"/>
                  </a:lnTo>
                  <a:lnTo>
                    <a:pt x="839" y="2419"/>
                  </a:lnTo>
                  <a:lnTo>
                    <a:pt x="857" y="2400"/>
                  </a:lnTo>
                  <a:lnTo>
                    <a:pt x="876" y="2381"/>
                  </a:lnTo>
                  <a:lnTo>
                    <a:pt x="876" y="2362"/>
                  </a:lnTo>
                  <a:lnTo>
                    <a:pt x="896" y="2324"/>
                  </a:lnTo>
                  <a:lnTo>
                    <a:pt x="915" y="2305"/>
                  </a:lnTo>
                  <a:lnTo>
                    <a:pt x="896" y="2286"/>
                  </a:lnTo>
                  <a:lnTo>
                    <a:pt x="896" y="2267"/>
                  </a:lnTo>
                  <a:lnTo>
                    <a:pt x="915" y="2267"/>
                  </a:lnTo>
                  <a:lnTo>
                    <a:pt x="915" y="2248"/>
                  </a:lnTo>
                  <a:lnTo>
                    <a:pt x="934" y="2209"/>
                  </a:lnTo>
                  <a:lnTo>
                    <a:pt x="972" y="2172"/>
                  </a:lnTo>
                  <a:lnTo>
                    <a:pt x="1010" y="2152"/>
                  </a:lnTo>
                  <a:lnTo>
                    <a:pt x="1029" y="2133"/>
                  </a:lnTo>
                  <a:lnTo>
                    <a:pt x="1105" y="2114"/>
                  </a:lnTo>
                  <a:lnTo>
                    <a:pt x="1124" y="2114"/>
                  </a:lnTo>
                  <a:lnTo>
                    <a:pt x="1124" y="2095"/>
                  </a:lnTo>
                  <a:lnTo>
                    <a:pt x="1124" y="2076"/>
                  </a:lnTo>
                  <a:lnTo>
                    <a:pt x="1124" y="2019"/>
                  </a:lnTo>
                  <a:lnTo>
                    <a:pt x="1143" y="1981"/>
                  </a:lnTo>
                  <a:lnTo>
                    <a:pt x="1220" y="1943"/>
                  </a:lnTo>
                  <a:lnTo>
                    <a:pt x="1238" y="1905"/>
                  </a:lnTo>
                  <a:lnTo>
                    <a:pt x="1238" y="1810"/>
                  </a:lnTo>
                  <a:lnTo>
                    <a:pt x="1257" y="1791"/>
                  </a:lnTo>
                  <a:lnTo>
                    <a:pt x="1277" y="1791"/>
                  </a:lnTo>
                  <a:lnTo>
                    <a:pt x="1315" y="1791"/>
                  </a:lnTo>
                  <a:lnTo>
                    <a:pt x="1334" y="1752"/>
                  </a:lnTo>
                  <a:lnTo>
                    <a:pt x="1410" y="1657"/>
                  </a:lnTo>
                  <a:lnTo>
                    <a:pt x="1486" y="1619"/>
                  </a:lnTo>
                  <a:lnTo>
                    <a:pt x="1486" y="1600"/>
                  </a:lnTo>
                  <a:lnTo>
                    <a:pt x="1505" y="1543"/>
                  </a:lnTo>
                  <a:lnTo>
                    <a:pt x="1486" y="1524"/>
                  </a:lnTo>
                  <a:lnTo>
                    <a:pt x="1486" y="1505"/>
                  </a:lnTo>
                  <a:lnTo>
                    <a:pt x="1505" y="1505"/>
                  </a:lnTo>
                  <a:lnTo>
                    <a:pt x="1543" y="1486"/>
                  </a:lnTo>
                  <a:lnTo>
                    <a:pt x="1562" y="1466"/>
                  </a:lnTo>
                  <a:lnTo>
                    <a:pt x="1601" y="1466"/>
                  </a:lnTo>
                  <a:lnTo>
                    <a:pt x="1619" y="1466"/>
                  </a:lnTo>
                  <a:lnTo>
                    <a:pt x="1619" y="1448"/>
                  </a:lnTo>
                  <a:lnTo>
                    <a:pt x="1619" y="1410"/>
                  </a:lnTo>
                  <a:lnTo>
                    <a:pt x="1601" y="1390"/>
                  </a:lnTo>
                  <a:lnTo>
                    <a:pt x="1601" y="1371"/>
                  </a:lnTo>
                  <a:lnTo>
                    <a:pt x="1619" y="1352"/>
                  </a:lnTo>
                  <a:lnTo>
                    <a:pt x="1658" y="1334"/>
                  </a:lnTo>
                  <a:lnTo>
                    <a:pt x="1696" y="1352"/>
                  </a:lnTo>
                  <a:lnTo>
                    <a:pt x="1734" y="1352"/>
                  </a:lnTo>
                  <a:lnTo>
                    <a:pt x="1772" y="1352"/>
                  </a:lnTo>
                  <a:lnTo>
                    <a:pt x="1772" y="1371"/>
                  </a:lnTo>
                  <a:lnTo>
                    <a:pt x="1791" y="1390"/>
                  </a:lnTo>
                  <a:lnTo>
                    <a:pt x="1791" y="1410"/>
                  </a:lnTo>
                  <a:lnTo>
                    <a:pt x="1810" y="1390"/>
                  </a:lnTo>
                  <a:lnTo>
                    <a:pt x="1810" y="1371"/>
                  </a:lnTo>
                  <a:lnTo>
                    <a:pt x="1829" y="1314"/>
                  </a:lnTo>
                  <a:lnTo>
                    <a:pt x="1810" y="1295"/>
                  </a:lnTo>
                  <a:lnTo>
                    <a:pt x="1810" y="1276"/>
                  </a:lnTo>
                  <a:lnTo>
                    <a:pt x="1791" y="1276"/>
                  </a:lnTo>
                  <a:lnTo>
                    <a:pt x="1753" y="1257"/>
                  </a:lnTo>
                  <a:lnTo>
                    <a:pt x="1734" y="1238"/>
                  </a:lnTo>
                  <a:lnTo>
                    <a:pt x="1734" y="1219"/>
                  </a:lnTo>
                  <a:lnTo>
                    <a:pt x="1753" y="1200"/>
                  </a:lnTo>
                  <a:lnTo>
                    <a:pt x="1810" y="1181"/>
                  </a:lnTo>
                  <a:lnTo>
                    <a:pt x="1848" y="1143"/>
                  </a:lnTo>
                  <a:lnTo>
                    <a:pt x="1867" y="1143"/>
                  </a:lnTo>
                  <a:lnTo>
                    <a:pt x="1867" y="1124"/>
                  </a:lnTo>
                  <a:lnTo>
                    <a:pt x="1867" y="1105"/>
                  </a:lnTo>
                  <a:lnTo>
                    <a:pt x="1886" y="1085"/>
                  </a:lnTo>
                  <a:lnTo>
                    <a:pt x="1905" y="1105"/>
                  </a:lnTo>
                  <a:lnTo>
                    <a:pt x="1905" y="1124"/>
                  </a:lnTo>
                  <a:lnTo>
                    <a:pt x="1924" y="1124"/>
                  </a:lnTo>
                  <a:lnTo>
                    <a:pt x="1943" y="1124"/>
                  </a:lnTo>
                  <a:lnTo>
                    <a:pt x="1943" y="1105"/>
                  </a:lnTo>
                  <a:lnTo>
                    <a:pt x="1963" y="1085"/>
                  </a:lnTo>
                  <a:lnTo>
                    <a:pt x="1981" y="1067"/>
                  </a:lnTo>
                  <a:lnTo>
                    <a:pt x="1981" y="1048"/>
                  </a:lnTo>
                  <a:lnTo>
                    <a:pt x="2000" y="1048"/>
                  </a:lnTo>
                  <a:lnTo>
                    <a:pt x="2000" y="1067"/>
                  </a:lnTo>
                  <a:lnTo>
                    <a:pt x="2019" y="1067"/>
                  </a:lnTo>
                  <a:lnTo>
                    <a:pt x="2039" y="1048"/>
                  </a:lnTo>
                  <a:lnTo>
                    <a:pt x="2095" y="990"/>
                  </a:lnTo>
                  <a:lnTo>
                    <a:pt x="2095" y="971"/>
                  </a:lnTo>
                  <a:lnTo>
                    <a:pt x="2095" y="953"/>
                  </a:lnTo>
                  <a:lnTo>
                    <a:pt x="2095" y="933"/>
                  </a:lnTo>
                  <a:lnTo>
                    <a:pt x="2115" y="933"/>
                  </a:lnTo>
                  <a:lnTo>
                    <a:pt x="2134" y="933"/>
                  </a:lnTo>
                  <a:lnTo>
                    <a:pt x="2134" y="914"/>
                  </a:lnTo>
                  <a:lnTo>
                    <a:pt x="2134" y="895"/>
                  </a:lnTo>
                  <a:lnTo>
                    <a:pt x="2153" y="876"/>
                  </a:lnTo>
                  <a:lnTo>
                    <a:pt x="2172" y="876"/>
                  </a:lnTo>
                  <a:lnTo>
                    <a:pt x="2191" y="876"/>
                  </a:lnTo>
                  <a:lnTo>
                    <a:pt x="2191" y="895"/>
                  </a:lnTo>
                  <a:lnTo>
                    <a:pt x="2210" y="876"/>
                  </a:lnTo>
                  <a:lnTo>
                    <a:pt x="2248" y="857"/>
                  </a:lnTo>
                  <a:lnTo>
                    <a:pt x="2248" y="838"/>
                  </a:lnTo>
                  <a:lnTo>
                    <a:pt x="2267" y="819"/>
                  </a:lnTo>
                  <a:lnTo>
                    <a:pt x="2286" y="819"/>
                  </a:lnTo>
                  <a:lnTo>
                    <a:pt x="2305" y="819"/>
                  </a:lnTo>
                  <a:lnTo>
                    <a:pt x="2324" y="838"/>
                  </a:lnTo>
                  <a:lnTo>
                    <a:pt x="2344" y="838"/>
                  </a:lnTo>
                  <a:lnTo>
                    <a:pt x="2344" y="819"/>
                  </a:lnTo>
                  <a:lnTo>
                    <a:pt x="2344" y="800"/>
                  </a:lnTo>
                  <a:lnTo>
                    <a:pt x="2362" y="800"/>
                  </a:lnTo>
                  <a:lnTo>
                    <a:pt x="2381" y="800"/>
                  </a:lnTo>
                  <a:lnTo>
                    <a:pt x="2400" y="819"/>
                  </a:lnTo>
                  <a:lnTo>
                    <a:pt x="2420" y="819"/>
                  </a:lnTo>
                  <a:lnTo>
                    <a:pt x="2420" y="800"/>
                  </a:lnTo>
                  <a:lnTo>
                    <a:pt x="2420" y="781"/>
                  </a:lnTo>
                  <a:lnTo>
                    <a:pt x="2381" y="743"/>
                  </a:lnTo>
                  <a:lnTo>
                    <a:pt x="2381" y="724"/>
                  </a:lnTo>
                  <a:lnTo>
                    <a:pt x="2400" y="724"/>
                  </a:lnTo>
                  <a:lnTo>
                    <a:pt x="2420" y="743"/>
                  </a:lnTo>
                  <a:lnTo>
                    <a:pt x="2439" y="743"/>
                  </a:lnTo>
                  <a:lnTo>
                    <a:pt x="2458" y="743"/>
                  </a:lnTo>
                  <a:lnTo>
                    <a:pt x="2515" y="705"/>
                  </a:lnTo>
                  <a:lnTo>
                    <a:pt x="2534" y="686"/>
                  </a:lnTo>
                  <a:lnTo>
                    <a:pt x="2534" y="667"/>
                  </a:lnTo>
                  <a:lnTo>
                    <a:pt x="2553" y="609"/>
                  </a:lnTo>
                  <a:lnTo>
                    <a:pt x="2553" y="572"/>
                  </a:lnTo>
                  <a:lnTo>
                    <a:pt x="2572" y="572"/>
                  </a:lnTo>
                  <a:lnTo>
                    <a:pt x="2591" y="552"/>
                  </a:lnTo>
                  <a:lnTo>
                    <a:pt x="2610" y="533"/>
                  </a:lnTo>
                  <a:lnTo>
                    <a:pt x="2610" y="514"/>
                  </a:lnTo>
                  <a:lnTo>
                    <a:pt x="2610" y="495"/>
                  </a:lnTo>
                  <a:lnTo>
                    <a:pt x="2629" y="476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48" y="495"/>
                  </a:lnTo>
                  <a:lnTo>
                    <a:pt x="2648" y="514"/>
                  </a:lnTo>
                  <a:lnTo>
                    <a:pt x="2667" y="514"/>
                  </a:lnTo>
                  <a:lnTo>
                    <a:pt x="2705" y="495"/>
                  </a:lnTo>
                  <a:lnTo>
                    <a:pt x="2725" y="495"/>
                  </a:lnTo>
                  <a:lnTo>
                    <a:pt x="2743" y="495"/>
                  </a:lnTo>
                  <a:lnTo>
                    <a:pt x="2743" y="476"/>
                  </a:lnTo>
                  <a:lnTo>
                    <a:pt x="2762" y="476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801" y="457"/>
                  </a:lnTo>
                  <a:lnTo>
                    <a:pt x="2820" y="438"/>
                  </a:lnTo>
                  <a:lnTo>
                    <a:pt x="2820" y="419"/>
                  </a:lnTo>
                  <a:lnTo>
                    <a:pt x="2820" y="400"/>
                  </a:lnTo>
                  <a:lnTo>
                    <a:pt x="2839" y="400"/>
                  </a:lnTo>
                  <a:lnTo>
                    <a:pt x="2857" y="400"/>
                  </a:lnTo>
                  <a:lnTo>
                    <a:pt x="2857" y="419"/>
                  </a:lnTo>
                  <a:lnTo>
                    <a:pt x="2877" y="419"/>
                  </a:lnTo>
                  <a:lnTo>
                    <a:pt x="2896" y="419"/>
                  </a:lnTo>
                  <a:lnTo>
                    <a:pt x="2953" y="419"/>
                  </a:lnTo>
                  <a:lnTo>
                    <a:pt x="2972" y="400"/>
                  </a:lnTo>
                  <a:lnTo>
                    <a:pt x="2972" y="381"/>
                  </a:lnTo>
                  <a:lnTo>
                    <a:pt x="2953" y="362"/>
                  </a:lnTo>
                  <a:lnTo>
                    <a:pt x="2953" y="343"/>
                  </a:lnTo>
                  <a:lnTo>
                    <a:pt x="2972" y="343"/>
                  </a:lnTo>
                  <a:lnTo>
                    <a:pt x="3010" y="343"/>
                  </a:lnTo>
                  <a:lnTo>
                    <a:pt x="3029" y="343"/>
                  </a:lnTo>
                  <a:lnTo>
                    <a:pt x="3029" y="362"/>
                  </a:lnTo>
                  <a:lnTo>
                    <a:pt x="3029" y="381"/>
                  </a:lnTo>
                  <a:lnTo>
                    <a:pt x="3029" y="400"/>
                  </a:lnTo>
                  <a:lnTo>
                    <a:pt x="3048" y="400"/>
                  </a:lnTo>
                  <a:lnTo>
                    <a:pt x="3048" y="381"/>
                  </a:lnTo>
                  <a:lnTo>
                    <a:pt x="3067" y="381"/>
                  </a:lnTo>
                  <a:lnTo>
                    <a:pt x="3067" y="362"/>
                  </a:lnTo>
                  <a:lnTo>
                    <a:pt x="3067" y="324"/>
                  </a:lnTo>
                  <a:lnTo>
                    <a:pt x="3067" y="343"/>
                  </a:lnTo>
                  <a:lnTo>
                    <a:pt x="3086" y="362"/>
                  </a:lnTo>
                  <a:lnTo>
                    <a:pt x="3106" y="362"/>
                  </a:lnTo>
                  <a:lnTo>
                    <a:pt x="3124" y="362"/>
                  </a:lnTo>
                  <a:lnTo>
                    <a:pt x="3143" y="343"/>
                  </a:lnTo>
                  <a:lnTo>
                    <a:pt x="3143" y="324"/>
                  </a:lnTo>
                  <a:lnTo>
                    <a:pt x="3162" y="324"/>
                  </a:lnTo>
                  <a:lnTo>
                    <a:pt x="3162" y="305"/>
                  </a:lnTo>
                  <a:lnTo>
                    <a:pt x="3162" y="286"/>
                  </a:lnTo>
                  <a:lnTo>
                    <a:pt x="3182" y="267"/>
                  </a:lnTo>
                  <a:lnTo>
                    <a:pt x="3201" y="191"/>
                  </a:lnTo>
                  <a:lnTo>
                    <a:pt x="3219" y="171"/>
                  </a:lnTo>
                  <a:lnTo>
                    <a:pt x="3238" y="171"/>
                  </a:lnTo>
                  <a:lnTo>
                    <a:pt x="3238" y="191"/>
                  </a:lnTo>
                  <a:lnTo>
                    <a:pt x="3238" y="210"/>
                  </a:lnTo>
                  <a:lnTo>
                    <a:pt x="3258" y="228"/>
                  </a:lnTo>
                  <a:lnTo>
                    <a:pt x="3296" y="210"/>
                  </a:lnTo>
                  <a:lnTo>
                    <a:pt x="3372" y="133"/>
                  </a:lnTo>
                  <a:lnTo>
                    <a:pt x="3372" y="114"/>
                  </a:lnTo>
                  <a:lnTo>
                    <a:pt x="3391" y="114"/>
                  </a:lnTo>
                  <a:lnTo>
                    <a:pt x="3410" y="114"/>
                  </a:lnTo>
                  <a:lnTo>
                    <a:pt x="3429" y="114"/>
                  </a:lnTo>
                  <a:lnTo>
                    <a:pt x="3410" y="95"/>
                  </a:lnTo>
                  <a:lnTo>
                    <a:pt x="3429" y="76"/>
                  </a:lnTo>
                  <a:lnTo>
                    <a:pt x="3448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486" y="76"/>
                  </a:lnTo>
                  <a:lnTo>
                    <a:pt x="3486" y="57"/>
                  </a:lnTo>
                  <a:lnTo>
                    <a:pt x="3505" y="38"/>
                  </a:lnTo>
                  <a:lnTo>
                    <a:pt x="3505" y="57"/>
                  </a:lnTo>
                  <a:lnTo>
                    <a:pt x="3524" y="57"/>
                  </a:lnTo>
                  <a:lnTo>
                    <a:pt x="3524" y="76"/>
                  </a:lnTo>
                  <a:lnTo>
                    <a:pt x="3524" y="95"/>
                  </a:lnTo>
                  <a:lnTo>
                    <a:pt x="3543" y="95"/>
                  </a:lnTo>
                  <a:lnTo>
                    <a:pt x="3563" y="76"/>
                  </a:lnTo>
                  <a:lnTo>
                    <a:pt x="3582" y="76"/>
                  </a:lnTo>
                  <a:lnTo>
                    <a:pt x="3600" y="76"/>
                  </a:lnTo>
                  <a:lnTo>
                    <a:pt x="3600" y="95"/>
                  </a:lnTo>
                  <a:lnTo>
                    <a:pt x="3619" y="95"/>
                  </a:lnTo>
                  <a:lnTo>
                    <a:pt x="3619" y="114"/>
                  </a:lnTo>
                  <a:lnTo>
                    <a:pt x="3639" y="114"/>
                  </a:lnTo>
                  <a:lnTo>
                    <a:pt x="3639" y="95"/>
                  </a:lnTo>
                  <a:lnTo>
                    <a:pt x="3658" y="95"/>
                  </a:lnTo>
                  <a:lnTo>
                    <a:pt x="3677" y="76"/>
                  </a:lnTo>
                  <a:lnTo>
                    <a:pt x="3696" y="76"/>
                  </a:lnTo>
                  <a:lnTo>
                    <a:pt x="3696" y="95"/>
                  </a:lnTo>
                  <a:lnTo>
                    <a:pt x="3715" y="114"/>
                  </a:lnTo>
                  <a:lnTo>
                    <a:pt x="3715" y="133"/>
                  </a:lnTo>
                  <a:lnTo>
                    <a:pt x="3734" y="133"/>
                  </a:lnTo>
                  <a:lnTo>
                    <a:pt x="3753" y="114"/>
                  </a:lnTo>
                  <a:lnTo>
                    <a:pt x="3772" y="95"/>
                  </a:lnTo>
                  <a:lnTo>
                    <a:pt x="3791" y="95"/>
                  </a:lnTo>
                  <a:lnTo>
                    <a:pt x="3829" y="114"/>
                  </a:lnTo>
                  <a:lnTo>
                    <a:pt x="3848" y="114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48" y="57"/>
                  </a:lnTo>
                  <a:lnTo>
                    <a:pt x="3867" y="38"/>
                  </a:lnTo>
                  <a:lnTo>
                    <a:pt x="3886" y="38"/>
                  </a:lnTo>
                  <a:lnTo>
                    <a:pt x="3886" y="57"/>
                  </a:lnTo>
                  <a:lnTo>
                    <a:pt x="3905" y="57"/>
                  </a:lnTo>
                  <a:lnTo>
                    <a:pt x="3924" y="57"/>
                  </a:lnTo>
                  <a:lnTo>
                    <a:pt x="3944" y="38"/>
                  </a:lnTo>
                  <a:lnTo>
                    <a:pt x="3963" y="19"/>
                  </a:lnTo>
                  <a:lnTo>
                    <a:pt x="3981" y="0"/>
                  </a:lnTo>
                  <a:lnTo>
                    <a:pt x="4020" y="19"/>
                  </a:lnTo>
                  <a:lnTo>
                    <a:pt x="4039" y="19"/>
                  </a:lnTo>
                  <a:lnTo>
                    <a:pt x="4058" y="19"/>
                  </a:lnTo>
                  <a:lnTo>
                    <a:pt x="4058" y="38"/>
                  </a:lnTo>
                  <a:lnTo>
                    <a:pt x="4058" y="76"/>
                  </a:lnTo>
                  <a:lnTo>
                    <a:pt x="4020" y="114"/>
                  </a:lnTo>
                  <a:lnTo>
                    <a:pt x="4058" y="114"/>
                  </a:lnTo>
                  <a:lnTo>
                    <a:pt x="4096" y="95"/>
                  </a:lnTo>
                  <a:lnTo>
                    <a:pt x="4115" y="76"/>
                  </a:lnTo>
                  <a:lnTo>
                    <a:pt x="4134" y="95"/>
                  </a:lnTo>
                  <a:lnTo>
                    <a:pt x="4153" y="95"/>
                  </a:lnTo>
                  <a:lnTo>
                    <a:pt x="4153" y="114"/>
                  </a:lnTo>
                  <a:lnTo>
                    <a:pt x="4172" y="95"/>
                  </a:lnTo>
                  <a:lnTo>
                    <a:pt x="4172" y="76"/>
                  </a:lnTo>
                  <a:lnTo>
                    <a:pt x="4191" y="57"/>
                  </a:lnTo>
                  <a:lnTo>
                    <a:pt x="4210" y="76"/>
                  </a:lnTo>
                  <a:lnTo>
                    <a:pt x="4210" y="95"/>
                  </a:lnTo>
                  <a:lnTo>
                    <a:pt x="4229" y="76"/>
                  </a:lnTo>
                  <a:lnTo>
                    <a:pt x="4248" y="76"/>
                  </a:lnTo>
                  <a:lnTo>
                    <a:pt x="4267" y="57"/>
                  </a:lnTo>
                  <a:lnTo>
                    <a:pt x="4267" y="38"/>
                  </a:lnTo>
                  <a:lnTo>
                    <a:pt x="4267" y="19"/>
                  </a:lnTo>
                  <a:lnTo>
                    <a:pt x="4286" y="0"/>
                  </a:lnTo>
                  <a:lnTo>
                    <a:pt x="4305" y="0"/>
                  </a:lnTo>
                  <a:lnTo>
                    <a:pt x="4325" y="0"/>
                  </a:lnTo>
                  <a:lnTo>
                    <a:pt x="4325" y="19"/>
                  </a:lnTo>
                  <a:lnTo>
                    <a:pt x="4305" y="38"/>
                  </a:lnTo>
                  <a:lnTo>
                    <a:pt x="4305" y="57"/>
                  </a:lnTo>
                  <a:lnTo>
                    <a:pt x="4305" y="76"/>
                  </a:lnTo>
                  <a:lnTo>
                    <a:pt x="4325" y="57"/>
                  </a:lnTo>
                  <a:lnTo>
                    <a:pt x="4343" y="76"/>
                  </a:lnTo>
                  <a:lnTo>
                    <a:pt x="4343" y="95"/>
                  </a:lnTo>
                  <a:lnTo>
                    <a:pt x="4325" y="114"/>
                  </a:lnTo>
                  <a:lnTo>
                    <a:pt x="4325" y="133"/>
                  </a:lnTo>
                  <a:lnTo>
                    <a:pt x="4325" y="152"/>
                  </a:lnTo>
                  <a:lnTo>
                    <a:pt x="4343" y="152"/>
                  </a:lnTo>
                  <a:lnTo>
                    <a:pt x="4343" y="133"/>
                  </a:lnTo>
                  <a:lnTo>
                    <a:pt x="4343" y="114"/>
                  </a:lnTo>
                  <a:lnTo>
                    <a:pt x="4362" y="114"/>
                  </a:lnTo>
                  <a:lnTo>
                    <a:pt x="4381" y="95"/>
                  </a:lnTo>
                  <a:lnTo>
                    <a:pt x="4381" y="114"/>
                  </a:lnTo>
                  <a:lnTo>
                    <a:pt x="4381" y="133"/>
                  </a:lnTo>
                  <a:lnTo>
                    <a:pt x="4401" y="114"/>
                  </a:lnTo>
                  <a:lnTo>
                    <a:pt x="4420" y="114"/>
                  </a:lnTo>
                  <a:lnTo>
                    <a:pt x="4439" y="95"/>
                  </a:lnTo>
                  <a:lnTo>
                    <a:pt x="4439" y="76"/>
                  </a:lnTo>
                  <a:lnTo>
                    <a:pt x="4457" y="95"/>
                  </a:lnTo>
                  <a:lnTo>
                    <a:pt x="4477" y="114"/>
                  </a:lnTo>
                  <a:lnTo>
                    <a:pt x="4477" y="133"/>
                  </a:lnTo>
                  <a:lnTo>
                    <a:pt x="4496" y="133"/>
                  </a:lnTo>
                  <a:lnTo>
                    <a:pt x="4515" y="133"/>
                  </a:lnTo>
                  <a:lnTo>
                    <a:pt x="4534" y="152"/>
                  </a:lnTo>
                  <a:lnTo>
                    <a:pt x="4572" y="171"/>
                  </a:lnTo>
                  <a:lnTo>
                    <a:pt x="4591" y="171"/>
                  </a:lnTo>
                  <a:lnTo>
                    <a:pt x="4591" y="191"/>
                  </a:lnTo>
                  <a:lnTo>
                    <a:pt x="4610" y="210"/>
                  </a:lnTo>
                  <a:lnTo>
                    <a:pt x="4610" y="191"/>
                  </a:lnTo>
                  <a:lnTo>
                    <a:pt x="4629" y="191"/>
                  </a:lnTo>
                  <a:lnTo>
                    <a:pt x="4629" y="171"/>
                  </a:lnTo>
                  <a:lnTo>
                    <a:pt x="4667" y="191"/>
                  </a:lnTo>
                  <a:lnTo>
                    <a:pt x="4686" y="191"/>
                  </a:lnTo>
                  <a:lnTo>
                    <a:pt x="4706" y="171"/>
                  </a:lnTo>
                  <a:lnTo>
                    <a:pt x="4724" y="171"/>
                  </a:lnTo>
                  <a:lnTo>
                    <a:pt x="4743" y="171"/>
                  </a:lnTo>
                  <a:lnTo>
                    <a:pt x="4762" y="171"/>
                  </a:lnTo>
                  <a:lnTo>
                    <a:pt x="4782" y="191"/>
                  </a:lnTo>
                  <a:lnTo>
                    <a:pt x="4801" y="191"/>
                  </a:lnTo>
                  <a:lnTo>
                    <a:pt x="4801" y="171"/>
                  </a:lnTo>
                  <a:lnTo>
                    <a:pt x="4820" y="171"/>
                  </a:lnTo>
                  <a:lnTo>
                    <a:pt x="4820" y="152"/>
                  </a:lnTo>
                  <a:lnTo>
                    <a:pt x="4820" y="133"/>
                  </a:lnTo>
                  <a:lnTo>
                    <a:pt x="4838" y="133"/>
                  </a:lnTo>
                  <a:lnTo>
                    <a:pt x="4838" y="152"/>
                  </a:lnTo>
                  <a:lnTo>
                    <a:pt x="4858" y="171"/>
                  </a:lnTo>
                  <a:lnTo>
                    <a:pt x="4858" y="191"/>
                  </a:lnTo>
                  <a:lnTo>
                    <a:pt x="4858" y="210"/>
                  </a:lnTo>
                  <a:lnTo>
                    <a:pt x="4877" y="191"/>
                  </a:lnTo>
                  <a:lnTo>
                    <a:pt x="4877" y="171"/>
                  </a:lnTo>
                  <a:lnTo>
                    <a:pt x="4858" y="171"/>
                  </a:lnTo>
                  <a:lnTo>
                    <a:pt x="4877" y="171"/>
                  </a:lnTo>
                  <a:lnTo>
                    <a:pt x="4896" y="171"/>
                  </a:lnTo>
                  <a:lnTo>
                    <a:pt x="4896" y="191"/>
                  </a:lnTo>
                  <a:lnTo>
                    <a:pt x="4896" y="210"/>
                  </a:lnTo>
                  <a:lnTo>
                    <a:pt x="4915" y="210"/>
                  </a:lnTo>
                  <a:lnTo>
                    <a:pt x="4934" y="210"/>
                  </a:lnTo>
                  <a:lnTo>
                    <a:pt x="4953" y="210"/>
                  </a:lnTo>
                  <a:lnTo>
                    <a:pt x="4953" y="228"/>
                  </a:lnTo>
                  <a:lnTo>
                    <a:pt x="4972" y="228"/>
                  </a:lnTo>
                  <a:lnTo>
                    <a:pt x="4972" y="191"/>
                  </a:lnTo>
                  <a:lnTo>
                    <a:pt x="4972" y="171"/>
                  </a:lnTo>
                  <a:lnTo>
                    <a:pt x="5010" y="171"/>
                  </a:lnTo>
                  <a:lnTo>
                    <a:pt x="5029" y="171"/>
                  </a:lnTo>
                  <a:lnTo>
                    <a:pt x="5029" y="191"/>
                  </a:lnTo>
                  <a:lnTo>
                    <a:pt x="5010" y="210"/>
                  </a:lnTo>
                  <a:lnTo>
                    <a:pt x="5010" y="228"/>
                  </a:lnTo>
                  <a:lnTo>
                    <a:pt x="5029" y="247"/>
                  </a:lnTo>
                  <a:lnTo>
                    <a:pt x="5048" y="247"/>
                  </a:lnTo>
                  <a:lnTo>
                    <a:pt x="5067" y="210"/>
                  </a:lnTo>
                  <a:lnTo>
                    <a:pt x="5087" y="191"/>
                  </a:lnTo>
                  <a:lnTo>
                    <a:pt x="5105" y="210"/>
                  </a:lnTo>
                  <a:lnTo>
                    <a:pt x="5105" y="228"/>
                  </a:lnTo>
                  <a:lnTo>
                    <a:pt x="5124" y="228"/>
                  </a:lnTo>
                  <a:lnTo>
                    <a:pt x="5143" y="228"/>
                  </a:lnTo>
                  <a:lnTo>
                    <a:pt x="5163" y="228"/>
                  </a:lnTo>
                  <a:lnTo>
                    <a:pt x="5143" y="247"/>
                  </a:lnTo>
                  <a:lnTo>
                    <a:pt x="5143" y="267"/>
                  </a:lnTo>
                  <a:lnTo>
                    <a:pt x="5163" y="267"/>
                  </a:lnTo>
                  <a:lnTo>
                    <a:pt x="5239" y="267"/>
                  </a:lnTo>
                  <a:lnTo>
                    <a:pt x="5239" y="286"/>
                  </a:lnTo>
                  <a:lnTo>
                    <a:pt x="5296" y="305"/>
                  </a:lnTo>
                  <a:lnTo>
                    <a:pt x="5296" y="324"/>
                  </a:lnTo>
                  <a:lnTo>
                    <a:pt x="5277" y="324"/>
                  </a:lnTo>
                  <a:lnTo>
                    <a:pt x="5258" y="324"/>
                  </a:lnTo>
                  <a:lnTo>
                    <a:pt x="5239" y="324"/>
                  </a:lnTo>
                  <a:lnTo>
                    <a:pt x="5296" y="362"/>
                  </a:lnTo>
                  <a:lnTo>
                    <a:pt x="5315" y="381"/>
                  </a:lnTo>
                  <a:lnTo>
                    <a:pt x="5296" y="400"/>
                  </a:lnTo>
                  <a:lnTo>
                    <a:pt x="5315" y="400"/>
                  </a:lnTo>
                  <a:lnTo>
                    <a:pt x="5334" y="400"/>
                  </a:lnTo>
                  <a:lnTo>
                    <a:pt x="5334" y="381"/>
                  </a:lnTo>
                  <a:lnTo>
                    <a:pt x="5334" y="400"/>
                  </a:lnTo>
                  <a:lnTo>
                    <a:pt x="5353" y="438"/>
                  </a:lnTo>
                  <a:lnTo>
                    <a:pt x="5353" y="457"/>
                  </a:lnTo>
                  <a:lnTo>
                    <a:pt x="5372" y="457"/>
                  </a:lnTo>
                  <a:lnTo>
                    <a:pt x="5391" y="419"/>
                  </a:lnTo>
                  <a:lnTo>
                    <a:pt x="5391" y="438"/>
                  </a:lnTo>
                  <a:lnTo>
                    <a:pt x="5391" y="457"/>
                  </a:lnTo>
                  <a:lnTo>
                    <a:pt x="5410" y="457"/>
                  </a:lnTo>
                  <a:lnTo>
                    <a:pt x="5429" y="457"/>
                  </a:lnTo>
                  <a:lnTo>
                    <a:pt x="5467" y="457"/>
                  </a:lnTo>
                  <a:lnTo>
                    <a:pt x="5448" y="438"/>
                  </a:lnTo>
                  <a:lnTo>
                    <a:pt x="5467" y="438"/>
                  </a:lnTo>
                  <a:lnTo>
                    <a:pt x="5486" y="438"/>
                  </a:lnTo>
                  <a:lnTo>
                    <a:pt x="5505" y="438"/>
                  </a:lnTo>
                  <a:lnTo>
                    <a:pt x="5524" y="457"/>
                  </a:lnTo>
                  <a:lnTo>
                    <a:pt x="5544" y="419"/>
                  </a:lnTo>
                  <a:lnTo>
                    <a:pt x="5563" y="419"/>
                  </a:lnTo>
                  <a:lnTo>
                    <a:pt x="5581" y="419"/>
                  </a:lnTo>
                  <a:lnTo>
                    <a:pt x="5581" y="438"/>
                  </a:lnTo>
                  <a:lnTo>
                    <a:pt x="5581" y="457"/>
                  </a:lnTo>
                  <a:lnTo>
                    <a:pt x="5600" y="457"/>
                  </a:lnTo>
                  <a:lnTo>
                    <a:pt x="5600" y="438"/>
                  </a:lnTo>
                  <a:lnTo>
                    <a:pt x="5620" y="438"/>
                  </a:lnTo>
                  <a:lnTo>
                    <a:pt x="5620" y="457"/>
                  </a:lnTo>
                  <a:lnTo>
                    <a:pt x="5639" y="476"/>
                  </a:lnTo>
                  <a:lnTo>
                    <a:pt x="5658" y="457"/>
                  </a:lnTo>
                  <a:lnTo>
                    <a:pt x="5677" y="476"/>
                  </a:lnTo>
                  <a:lnTo>
                    <a:pt x="5658" y="495"/>
                  </a:lnTo>
                  <a:lnTo>
                    <a:pt x="5677" y="514"/>
                  </a:lnTo>
                  <a:lnTo>
                    <a:pt x="5696" y="514"/>
                  </a:lnTo>
                  <a:lnTo>
                    <a:pt x="5715" y="514"/>
                  </a:lnTo>
                  <a:lnTo>
                    <a:pt x="5734" y="495"/>
                  </a:lnTo>
                  <a:lnTo>
                    <a:pt x="5753" y="514"/>
                  </a:lnTo>
                  <a:lnTo>
                    <a:pt x="5772" y="514"/>
                  </a:lnTo>
                  <a:lnTo>
                    <a:pt x="5772" y="533"/>
                  </a:lnTo>
                  <a:lnTo>
                    <a:pt x="5772" y="552"/>
                  </a:lnTo>
                  <a:lnTo>
                    <a:pt x="5791" y="572"/>
                  </a:lnTo>
                  <a:lnTo>
                    <a:pt x="5810" y="572"/>
                  </a:lnTo>
                  <a:lnTo>
                    <a:pt x="5810" y="591"/>
                  </a:lnTo>
                  <a:lnTo>
                    <a:pt x="5829" y="591"/>
                  </a:lnTo>
                  <a:lnTo>
                    <a:pt x="5829" y="609"/>
                  </a:lnTo>
                  <a:lnTo>
                    <a:pt x="5848" y="572"/>
                  </a:lnTo>
                  <a:lnTo>
                    <a:pt x="5867" y="572"/>
                  </a:lnTo>
                  <a:lnTo>
                    <a:pt x="5867" y="591"/>
                  </a:lnTo>
                  <a:lnTo>
                    <a:pt x="5886" y="628"/>
                  </a:lnTo>
                  <a:lnTo>
                    <a:pt x="5905" y="628"/>
                  </a:lnTo>
                  <a:lnTo>
                    <a:pt x="5925" y="628"/>
                  </a:lnTo>
                  <a:lnTo>
                    <a:pt x="5925" y="648"/>
                  </a:lnTo>
                  <a:lnTo>
                    <a:pt x="5925" y="667"/>
                  </a:lnTo>
                  <a:lnTo>
                    <a:pt x="5944" y="686"/>
                  </a:lnTo>
                  <a:lnTo>
                    <a:pt x="5981" y="724"/>
                  </a:lnTo>
                  <a:lnTo>
                    <a:pt x="6001" y="724"/>
                  </a:lnTo>
                  <a:lnTo>
                    <a:pt x="6020" y="724"/>
                  </a:lnTo>
                  <a:lnTo>
                    <a:pt x="6058" y="743"/>
                  </a:lnTo>
                  <a:lnTo>
                    <a:pt x="6077" y="762"/>
                  </a:lnTo>
                  <a:lnTo>
                    <a:pt x="6096" y="781"/>
                  </a:lnTo>
                  <a:lnTo>
                    <a:pt x="6115" y="781"/>
                  </a:lnTo>
                  <a:lnTo>
                    <a:pt x="6115" y="800"/>
                  </a:lnTo>
                  <a:lnTo>
                    <a:pt x="6153" y="838"/>
                  </a:lnTo>
                  <a:lnTo>
                    <a:pt x="6172" y="895"/>
                  </a:lnTo>
                  <a:lnTo>
                    <a:pt x="6210" y="914"/>
                  </a:lnTo>
                  <a:lnTo>
                    <a:pt x="6229" y="914"/>
                  </a:lnTo>
                  <a:lnTo>
                    <a:pt x="6248" y="933"/>
                  </a:lnTo>
                  <a:lnTo>
                    <a:pt x="6267" y="971"/>
                  </a:lnTo>
                  <a:lnTo>
                    <a:pt x="6306" y="990"/>
                  </a:lnTo>
                  <a:lnTo>
                    <a:pt x="6306" y="1009"/>
                  </a:lnTo>
                  <a:lnTo>
                    <a:pt x="6306" y="1028"/>
                  </a:lnTo>
                  <a:lnTo>
                    <a:pt x="6286" y="1048"/>
                  </a:lnTo>
                  <a:lnTo>
                    <a:pt x="6286" y="1067"/>
                  </a:lnTo>
                  <a:lnTo>
                    <a:pt x="6306" y="1067"/>
                  </a:lnTo>
                  <a:lnTo>
                    <a:pt x="6306" y="1085"/>
                  </a:lnTo>
                  <a:lnTo>
                    <a:pt x="6325" y="1105"/>
                  </a:lnTo>
                  <a:lnTo>
                    <a:pt x="6343" y="1105"/>
                  </a:lnTo>
                  <a:lnTo>
                    <a:pt x="6362" y="1105"/>
                  </a:lnTo>
                  <a:lnTo>
                    <a:pt x="6382" y="1124"/>
                  </a:lnTo>
                  <a:lnTo>
                    <a:pt x="6382" y="1105"/>
                  </a:lnTo>
                  <a:lnTo>
                    <a:pt x="6401" y="1143"/>
                  </a:lnTo>
                  <a:lnTo>
                    <a:pt x="6420" y="1200"/>
                  </a:lnTo>
                  <a:lnTo>
                    <a:pt x="6439" y="1219"/>
                  </a:lnTo>
                  <a:lnTo>
                    <a:pt x="6439" y="1238"/>
                  </a:lnTo>
                  <a:lnTo>
                    <a:pt x="6458" y="1238"/>
                  </a:lnTo>
                  <a:lnTo>
                    <a:pt x="6477" y="1257"/>
                  </a:lnTo>
                  <a:lnTo>
                    <a:pt x="6496" y="1295"/>
                  </a:lnTo>
                  <a:lnTo>
                    <a:pt x="6534" y="1334"/>
                  </a:lnTo>
                  <a:lnTo>
                    <a:pt x="6534" y="1352"/>
                  </a:lnTo>
                  <a:lnTo>
                    <a:pt x="6553" y="1371"/>
                  </a:lnTo>
                  <a:lnTo>
                    <a:pt x="6591" y="1390"/>
                  </a:lnTo>
                  <a:lnTo>
                    <a:pt x="6629" y="1410"/>
                  </a:lnTo>
                  <a:lnTo>
                    <a:pt x="6648" y="1390"/>
                  </a:lnTo>
                  <a:lnTo>
                    <a:pt x="6667" y="1390"/>
                  </a:lnTo>
                  <a:lnTo>
                    <a:pt x="6687" y="1410"/>
                  </a:lnTo>
                  <a:lnTo>
                    <a:pt x="6705" y="1410"/>
                  </a:lnTo>
                  <a:lnTo>
                    <a:pt x="6763" y="1429"/>
                  </a:lnTo>
                  <a:lnTo>
                    <a:pt x="6782" y="1429"/>
                  </a:lnTo>
                  <a:lnTo>
                    <a:pt x="6801" y="1448"/>
                  </a:lnTo>
                  <a:lnTo>
                    <a:pt x="6819" y="1448"/>
                  </a:lnTo>
                  <a:lnTo>
                    <a:pt x="6839" y="1429"/>
                  </a:lnTo>
                  <a:lnTo>
                    <a:pt x="6915" y="1448"/>
                  </a:lnTo>
                  <a:lnTo>
                    <a:pt x="6934" y="1448"/>
                  </a:lnTo>
                  <a:lnTo>
                    <a:pt x="6972" y="1466"/>
                  </a:lnTo>
                  <a:lnTo>
                    <a:pt x="6972" y="1486"/>
                  </a:lnTo>
                  <a:lnTo>
                    <a:pt x="6991" y="1486"/>
                  </a:lnTo>
                  <a:lnTo>
                    <a:pt x="6991" y="1466"/>
                  </a:lnTo>
                  <a:lnTo>
                    <a:pt x="6991" y="1448"/>
                  </a:lnTo>
                  <a:lnTo>
                    <a:pt x="7010" y="1448"/>
                  </a:lnTo>
                  <a:lnTo>
                    <a:pt x="7010" y="1466"/>
                  </a:lnTo>
                  <a:lnTo>
                    <a:pt x="7029" y="1466"/>
                  </a:lnTo>
                  <a:lnTo>
                    <a:pt x="7048" y="1466"/>
                  </a:lnTo>
                  <a:lnTo>
                    <a:pt x="7068" y="1486"/>
                  </a:lnTo>
                  <a:lnTo>
                    <a:pt x="7086" y="1486"/>
                  </a:lnTo>
                  <a:lnTo>
                    <a:pt x="7105" y="1466"/>
                  </a:lnTo>
                  <a:lnTo>
                    <a:pt x="7124" y="1466"/>
                  </a:lnTo>
                  <a:lnTo>
                    <a:pt x="7144" y="1448"/>
                  </a:lnTo>
                  <a:lnTo>
                    <a:pt x="7163" y="1448"/>
                  </a:lnTo>
                  <a:lnTo>
                    <a:pt x="7163" y="1466"/>
                  </a:lnTo>
                  <a:lnTo>
                    <a:pt x="7182" y="1466"/>
                  </a:lnTo>
                  <a:lnTo>
                    <a:pt x="7200" y="1466"/>
                  </a:lnTo>
                  <a:lnTo>
                    <a:pt x="7239" y="1448"/>
                  </a:lnTo>
                  <a:lnTo>
                    <a:pt x="7258" y="1448"/>
                  </a:lnTo>
                  <a:lnTo>
                    <a:pt x="7258" y="1466"/>
                  </a:lnTo>
                  <a:lnTo>
                    <a:pt x="7277" y="1486"/>
                  </a:lnTo>
                  <a:lnTo>
                    <a:pt x="7296" y="1505"/>
                  </a:lnTo>
                  <a:lnTo>
                    <a:pt x="7334" y="1505"/>
                  </a:lnTo>
                  <a:lnTo>
                    <a:pt x="7334" y="1486"/>
                  </a:lnTo>
                  <a:lnTo>
                    <a:pt x="7353" y="1466"/>
                  </a:lnTo>
                  <a:lnTo>
                    <a:pt x="7372" y="1505"/>
                  </a:lnTo>
                  <a:lnTo>
                    <a:pt x="7391" y="1524"/>
                  </a:lnTo>
                  <a:lnTo>
                    <a:pt x="7391" y="1543"/>
                  </a:lnTo>
                  <a:lnTo>
                    <a:pt x="7391" y="1562"/>
                  </a:lnTo>
                  <a:lnTo>
                    <a:pt x="7410" y="1600"/>
                  </a:lnTo>
                  <a:lnTo>
                    <a:pt x="7410" y="1619"/>
                  </a:lnTo>
                  <a:lnTo>
                    <a:pt x="7391" y="1619"/>
                  </a:lnTo>
                  <a:lnTo>
                    <a:pt x="7372" y="1619"/>
                  </a:lnTo>
                  <a:lnTo>
                    <a:pt x="7353" y="1619"/>
                  </a:lnTo>
                  <a:lnTo>
                    <a:pt x="7334" y="1619"/>
                  </a:lnTo>
                  <a:lnTo>
                    <a:pt x="7315" y="1619"/>
                  </a:lnTo>
                  <a:lnTo>
                    <a:pt x="7315" y="1638"/>
                  </a:lnTo>
                  <a:lnTo>
                    <a:pt x="7296" y="1695"/>
                  </a:lnTo>
                  <a:lnTo>
                    <a:pt x="7277" y="1695"/>
                  </a:lnTo>
                  <a:lnTo>
                    <a:pt x="7277" y="1715"/>
                  </a:lnTo>
                  <a:lnTo>
                    <a:pt x="7258" y="1715"/>
                  </a:lnTo>
                  <a:lnTo>
                    <a:pt x="7239" y="1715"/>
                  </a:lnTo>
                  <a:lnTo>
                    <a:pt x="7220" y="1752"/>
                  </a:lnTo>
                  <a:lnTo>
                    <a:pt x="7220" y="1733"/>
                  </a:lnTo>
                  <a:lnTo>
                    <a:pt x="7200" y="1733"/>
                  </a:lnTo>
                  <a:lnTo>
                    <a:pt x="7200" y="1752"/>
                  </a:lnTo>
                  <a:lnTo>
                    <a:pt x="7200" y="1771"/>
                  </a:lnTo>
                  <a:lnTo>
                    <a:pt x="7200" y="1791"/>
                  </a:lnTo>
                  <a:lnTo>
                    <a:pt x="7182" y="1791"/>
                  </a:lnTo>
                  <a:lnTo>
                    <a:pt x="7182" y="1810"/>
                  </a:lnTo>
                  <a:lnTo>
                    <a:pt x="7163" y="1810"/>
                  </a:lnTo>
                  <a:lnTo>
                    <a:pt x="7163" y="1847"/>
                  </a:lnTo>
                  <a:lnTo>
                    <a:pt x="7163" y="1886"/>
                  </a:lnTo>
                  <a:lnTo>
                    <a:pt x="7182" y="1981"/>
                  </a:lnTo>
                  <a:lnTo>
                    <a:pt x="7182" y="2000"/>
                  </a:lnTo>
                  <a:lnTo>
                    <a:pt x="7163" y="2000"/>
                  </a:lnTo>
                  <a:lnTo>
                    <a:pt x="7163" y="2038"/>
                  </a:lnTo>
                  <a:lnTo>
                    <a:pt x="7144" y="2076"/>
                  </a:lnTo>
                  <a:lnTo>
                    <a:pt x="7124" y="2095"/>
                  </a:lnTo>
                  <a:lnTo>
                    <a:pt x="7124" y="2114"/>
                  </a:lnTo>
                  <a:lnTo>
                    <a:pt x="7124" y="2133"/>
                  </a:lnTo>
                  <a:lnTo>
                    <a:pt x="7124" y="2152"/>
                  </a:lnTo>
                  <a:lnTo>
                    <a:pt x="7105" y="2152"/>
                  </a:lnTo>
                  <a:lnTo>
                    <a:pt x="7086" y="2152"/>
                  </a:lnTo>
                  <a:lnTo>
                    <a:pt x="7068" y="2133"/>
                  </a:lnTo>
                  <a:lnTo>
                    <a:pt x="7048" y="2133"/>
                  </a:lnTo>
                  <a:lnTo>
                    <a:pt x="7048" y="2152"/>
                  </a:lnTo>
                  <a:lnTo>
                    <a:pt x="7048" y="2172"/>
                  </a:lnTo>
                  <a:lnTo>
                    <a:pt x="7029" y="2191"/>
                  </a:lnTo>
                  <a:lnTo>
                    <a:pt x="6991" y="2228"/>
                  </a:lnTo>
                  <a:lnTo>
                    <a:pt x="6972" y="2228"/>
                  </a:lnTo>
                  <a:lnTo>
                    <a:pt x="6972" y="2248"/>
                  </a:lnTo>
                  <a:lnTo>
                    <a:pt x="6972" y="2267"/>
                  </a:lnTo>
                  <a:lnTo>
                    <a:pt x="6972" y="2286"/>
                  </a:lnTo>
                  <a:lnTo>
                    <a:pt x="6972" y="2324"/>
                  </a:lnTo>
                  <a:lnTo>
                    <a:pt x="6972" y="2343"/>
                  </a:lnTo>
                  <a:lnTo>
                    <a:pt x="6991" y="2362"/>
                  </a:lnTo>
                  <a:lnTo>
                    <a:pt x="7048" y="2381"/>
                  </a:lnTo>
                  <a:lnTo>
                    <a:pt x="7048" y="2400"/>
                  </a:lnTo>
                  <a:lnTo>
                    <a:pt x="7068" y="2400"/>
                  </a:lnTo>
                  <a:lnTo>
                    <a:pt x="7068" y="2419"/>
                  </a:lnTo>
                  <a:lnTo>
                    <a:pt x="7086" y="2419"/>
                  </a:lnTo>
                  <a:lnTo>
                    <a:pt x="7086" y="2400"/>
                  </a:lnTo>
                  <a:lnTo>
                    <a:pt x="7105" y="2381"/>
                  </a:lnTo>
                  <a:lnTo>
                    <a:pt x="7086" y="2362"/>
                  </a:lnTo>
                  <a:lnTo>
                    <a:pt x="7086" y="2343"/>
                  </a:lnTo>
                  <a:lnTo>
                    <a:pt x="7048" y="2324"/>
                  </a:lnTo>
                  <a:lnTo>
                    <a:pt x="7048" y="2305"/>
                  </a:lnTo>
                  <a:lnTo>
                    <a:pt x="7048" y="2286"/>
                  </a:lnTo>
                  <a:lnTo>
                    <a:pt x="7086" y="2286"/>
                  </a:lnTo>
                  <a:lnTo>
                    <a:pt x="7105" y="2286"/>
                  </a:lnTo>
                  <a:lnTo>
                    <a:pt x="7124" y="2267"/>
                  </a:lnTo>
                  <a:lnTo>
                    <a:pt x="7144" y="2267"/>
                  </a:lnTo>
                  <a:lnTo>
                    <a:pt x="7163" y="2267"/>
                  </a:lnTo>
                  <a:lnTo>
                    <a:pt x="7163" y="2248"/>
                  </a:lnTo>
                  <a:lnTo>
                    <a:pt x="7200" y="2248"/>
                  </a:lnTo>
                  <a:lnTo>
                    <a:pt x="7239" y="2267"/>
                  </a:lnTo>
                  <a:lnTo>
                    <a:pt x="7258" y="2267"/>
                  </a:lnTo>
                  <a:lnTo>
                    <a:pt x="7258" y="2286"/>
                  </a:lnTo>
                  <a:lnTo>
                    <a:pt x="7296" y="2324"/>
                  </a:lnTo>
                  <a:lnTo>
                    <a:pt x="7315" y="2343"/>
                  </a:lnTo>
                  <a:lnTo>
                    <a:pt x="7353" y="2343"/>
                  </a:lnTo>
                  <a:lnTo>
                    <a:pt x="7372" y="2343"/>
                  </a:lnTo>
                  <a:lnTo>
                    <a:pt x="7372" y="2362"/>
                  </a:lnTo>
                  <a:lnTo>
                    <a:pt x="7372" y="2381"/>
                  </a:lnTo>
                  <a:lnTo>
                    <a:pt x="7391" y="2381"/>
                  </a:lnTo>
                  <a:lnTo>
                    <a:pt x="7296" y="2514"/>
                  </a:lnTo>
                  <a:lnTo>
                    <a:pt x="7258" y="2609"/>
                  </a:lnTo>
                  <a:lnTo>
                    <a:pt x="7182" y="2705"/>
                  </a:lnTo>
                  <a:lnTo>
                    <a:pt x="7124" y="2857"/>
                  </a:lnTo>
                  <a:lnTo>
                    <a:pt x="7086" y="2914"/>
                  </a:lnTo>
                  <a:lnTo>
                    <a:pt x="6934" y="3333"/>
                  </a:lnTo>
                  <a:lnTo>
                    <a:pt x="6896" y="3467"/>
                  </a:lnTo>
                  <a:lnTo>
                    <a:pt x="6839" y="3600"/>
                  </a:lnTo>
                  <a:lnTo>
                    <a:pt x="6572" y="4038"/>
                  </a:lnTo>
                  <a:lnTo>
                    <a:pt x="6572" y="4057"/>
                  </a:lnTo>
                  <a:lnTo>
                    <a:pt x="6458" y="4248"/>
                  </a:lnTo>
                  <a:lnTo>
                    <a:pt x="6343" y="4343"/>
                  </a:lnTo>
                  <a:lnTo>
                    <a:pt x="6306" y="4438"/>
                  </a:lnTo>
                  <a:lnTo>
                    <a:pt x="6153" y="4610"/>
                  </a:lnTo>
                  <a:lnTo>
                    <a:pt x="6058" y="4724"/>
                  </a:lnTo>
                  <a:lnTo>
                    <a:pt x="5886" y="4857"/>
                  </a:lnTo>
                  <a:lnTo>
                    <a:pt x="5658" y="5047"/>
                  </a:lnTo>
                  <a:lnTo>
                    <a:pt x="5391" y="5219"/>
                  </a:lnTo>
                  <a:lnTo>
                    <a:pt x="5353" y="5238"/>
                  </a:lnTo>
                  <a:lnTo>
                    <a:pt x="5219" y="5410"/>
                  </a:lnTo>
                  <a:lnTo>
                    <a:pt x="5201" y="5467"/>
                  </a:lnTo>
                  <a:lnTo>
                    <a:pt x="5182" y="5467"/>
                  </a:lnTo>
                  <a:lnTo>
                    <a:pt x="5182" y="5448"/>
                  </a:lnTo>
                  <a:lnTo>
                    <a:pt x="5182" y="5428"/>
                  </a:lnTo>
                  <a:lnTo>
                    <a:pt x="5201" y="5391"/>
                  </a:lnTo>
                  <a:lnTo>
                    <a:pt x="5219" y="5372"/>
                  </a:lnTo>
                  <a:lnTo>
                    <a:pt x="5219" y="5352"/>
                  </a:lnTo>
                  <a:lnTo>
                    <a:pt x="5219" y="5314"/>
                  </a:lnTo>
                  <a:lnTo>
                    <a:pt x="5219" y="5296"/>
                  </a:lnTo>
                  <a:lnTo>
                    <a:pt x="5201" y="5276"/>
                  </a:lnTo>
                  <a:lnTo>
                    <a:pt x="5219" y="5257"/>
                  </a:lnTo>
                  <a:lnTo>
                    <a:pt x="5239" y="5257"/>
                  </a:lnTo>
                  <a:lnTo>
                    <a:pt x="5239" y="5238"/>
                  </a:lnTo>
                  <a:lnTo>
                    <a:pt x="5239" y="5200"/>
                  </a:lnTo>
                  <a:lnTo>
                    <a:pt x="5182" y="5143"/>
                  </a:lnTo>
                  <a:lnTo>
                    <a:pt x="5182" y="5105"/>
                  </a:lnTo>
                  <a:lnTo>
                    <a:pt x="5219" y="5086"/>
                  </a:lnTo>
                  <a:lnTo>
                    <a:pt x="5258" y="5086"/>
                  </a:lnTo>
                  <a:lnTo>
                    <a:pt x="5334" y="5143"/>
                  </a:lnTo>
                  <a:lnTo>
                    <a:pt x="5372" y="5143"/>
                  </a:lnTo>
                  <a:lnTo>
                    <a:pt x="5410" y="5124"/>
                  </a:lnTo>
                  <a:lnTo>
                    <a:pt x="5429" y="5105"/>
                  </a:lnTo>
                  <a:lnTo>
                    <a:pt x="5410" y="5067"/>
                  </a:lnTo>
                  <a:lnTo>
                    <a:pt x="5448" y="5067"/>
                  </a:lnTo>
                  <a:lnTo>
                    <a:pt x="5505" y="5067"/>
                  </a:lnTo>
                  <a:lnTo>
                    <a:pt x="5524" y="5067"/>
                  </a:lnTo>
                  <a:lnTo>
                    <a:pt x="5563" y="5029"/>
                  </a:lnTo>
                  <a:lnTo>
                    <a:pt x="5677" y="4933"/>
                  </a:lnTo>
                  <a:lnTo>
                    <a:pt x="5677" y="4895"/>
                  </a:lnTo>
                  <a:lnTo>
                    <a:pt x="5715" y="4876"/>
                  </a:lnTo>
                  <a:lnTo>
                    <a:pt x="5715" y="4857"/>
                  </a:lnTo>
                  <a:lnTo>
                    <a:pt x="5734" y="4819"/>
                  </a:lnTo>
                  <a:lnTo>
                    <a:pt x="5734" y="4838"/>
                  </a:lnTo>
                  <a:lnTo>
                    <a:pt x="5772" y="4876"/>
                  </a:lnTo>
                  <a:lnTo>
                    <a:pt x="5772" y="4857"/>
                  </a:lnTo>
                  <a:lnTo>
                    <a:pt x="5772" y="4838"/>
                  </a:lnTo>
                  <a:lnTo>
                    <a:pt x="5753" y="4800"/>
                  </a:lnTo>
                  <a:lnTo>
                    <a:pt x="5753" y="4781"/>
                  </a:lnTo>
                  <a:lnTo>
                    <a:pt x="5772" y="4762"/>
                  </a:lnTo>
                  <a:lnTo>
                    <a:pt x="5791" y="4743"/>
                  </a:lnTo>
                  <a:lnTo>
                    <a:pt x="5791" y="4724"/>
                  </a:lnTo>
                  <a:lnTo>
                    <a:pt x="5810" y="4762"/>
                  </a:lnTo>
                  <a:lnTo>
                    <a:pt x="5829" y="4762"/>
                  </a:lnTo>
                  <a:lnTo>
                    <a:pt x="5886" y="4762"/>
                  </a:lnTo>
                  <a:lnTo>
                    <a:pt x="5905" y="4743"/>
                  </a:lnTo>
                  <a:lnTo>
                    <a:pt x="5925" y="4724"/>
                  </a:lnTo>
                  <a:lnTo>
                    <a:pt x="5944" y="4705"/>
                  </a:lnTo>
                  <a:lnTo>
                    <a:pt x="5962" y="4705"/>
                  </a:lnTo>
                  <a:lnTo>
                    <a:pt x="6001" y="4648"/>
                  </a:lnTo>
                  <a:lnTo>
                    <a:pt x="6020" y="4590"/>
                  </a:lnTo>
                  <a:lnTo>
                    <a:pt x="6039" y="4514"/>
                  </a:lnTo>
                  <a:lnTo>
                    <a:pt x="6039" y="4419"/>
                  </a:lnTo>
                  <a:lnTo>
                    <a:pt x="6020" y="4362"/>
                  </a:lnTo>
                  <a:lnTo>
                    <a:pt x="6039" y="4343"/>
                  </a:lnTo>
                  <a:lnTo>
                    <a:pt x="6039" y="4286"/>
                  </a:lnTo>
                  <a:lnTo>
                    <a:pt x="6039" y="4267"/>
                  </a:lnTo>
                  <a:lnTo>
                    <a:pt x="6058" y="4267"/>
                  </a:lnTo>
                  <a:lnTo>
                    <a:pt x="6096" y="4286"/>
                  </a:lnTo>
                  <a:lnTo>
                    <a:pt x="6115" y="4286"/>
                  </a:lnTo>
                  <a:lnTo>
                    <a:pt x="6153" y="4267"/>
                  </a:lnTo>
                  <a:lnTo>
                    <a:pt x="6172" y="4267"/>
                  </a:lnTo>
                  <a:lnTo>
                    <a:pt x="6191" y="4267"/>
                  </a:lnTo>
                  <a:lnTo>
                    <a:pt x="6191" y="4324"/>
                  </a:lnTo>
                  <a:lnTo>
                    <a:pt x="6191" y="4343"/>
                  </a:lnTo>
                  <a:lnTo>
                    <a:pt x="6210" y="4343"/>
                  </a:lnTo>
                  <a:lnTo>
                    <a:pt x="6210" y="4324"/>
                  </a:lnTo>
                  <a:lnTo>
                    <a:pt x="6229" y="4305"/>
                  </a:lnTo>
                  <a:lnTo>
                    <a:pt x="6248" y="4286"/>
                  </a:lnTo>
                  <a:lnTo>
                    <a:pt x="6248" y="4267"/>
                  </a:lnTo>
                  <a:lnTo>
                    <a:pt x="6229" y="4286"/>
                  </a:lnTo>
                  <a:lnTo>
                    <a:pt x="6210" y="4267"/>
                  </a:lnTo>
                  <a:lnTo>
                    <a:pt x="6210" y="4248"/>
                  </a:lnTo>
                  <a:lnTo>
                    <a:pt x="6210" y="4209"/>
                  </a:lnTo>
                  <a:lnTo>
                    <a:pt x="6229" y="4153"/>
                  </a:lnTo>
                  <a:lnTo>
                    <a:pt x="6229" y="4114"/>
                  </a:lnTo>
                  <a:lnTo>
                    <a:pt x="6210" y="4095"/>
                  </a:lnTo>
                  <a:lnTo>
                    <a:pt x="6210" y="4076"/>
                  </a:lnTo>
                  <a:lnTo>
                    <a:pt x="6229" y="4076"/>
                  </a:lnTo>
                  <a:lnTo>
                    <a:pt x="6248" y="4076"/>
                  </a:lnTo>
                  <a:lnTo>
                    <a:pt x="6267" y="4076"/>
                  </a:lnTo>
                  <a:lnTo>
                    <a:pt x="6286" y="4076"/>
                  </a:lnTo>
                  <a:lnTo>
                    <a:pt x="6362" y="4019"/>
                  </a:lnTo>
                  <a:lnTo>
                    <a:pt x="6401" y="4000"/>
                  </a:lnTo>
                  <a:lnTo>
                    <a:pt x="6420" y="4000"/>
                  </a:lnTo>
                  <a:lnTo>
                    <a:pt x="6439" y="3981"/>
                  </a:lnTo>
                  <a:lnTo>
                    <a:pt x="6439" y="3962"/>
                  </a:lnTo>
                  <a:lnTo>
                    <a:pt x="6477" y="3905"/>
                  </a:lnTo>
                  <a:lnTo>
                    <a:pt x="6496" y="3810"/>
                  </a:lnTo>
                  <a:lnTo>
                    <a:pt x="6477" y="3619"/>
                  </a:lnTo>
                  <a:lnTo>
                    <a:pt x="6477" y="3600"/>
                  </a:lnTo>
                  <a:lnTo>
                    <a:pt x="6458" y="3543"/>
                  </a:lnTo>
                  <a:lnTo>
                    <a:pt x="6458" y="3524"/>
                  </a:lnTo>
                  <a:lnTo>
                    <a:pt x="6439" y="3505"/>
                  </a:lnTo>
                  <a:lnTo>
                    <a:pt x="6458" y="3486"/>
                  </a:lnTo>
                  <a:lnTo>
                    <a:pt x="6477" y="3486"/>
                  </a:lnTo>
                  <a:lnTo>
                    <a:pt x="6496" y="3505"/>
                  </a:lnTo>
                  <a:lnTo>
                    <a:pt x="6515" y="3524"/>
                  </a:lnTo>
                  <a:lnTo>
                    <a:pt x="6534" y="3543"/>
                  </a:lnTo>
                  <a:lnTo>
                    <a:pt x="6515" y="3543"/>
                  </a:lnTo>
                  <a:lnTo>
                    <a:pt x="6515" y="3562"/>
                  </a:lnTo>
                  <a:lnTo>
                    <a:pt x="6515" y="3581"/>
                  </a:lnTo>
                  <a:lnTo>
                    <a:pt x="6534" y="3600"/>
                  </a:lnTo>
                  <a:lnTo>
                    <a:pt x="6553" y="3619"/>
                  </a:lnTo>
                  <a:lnTo>
                    <a:pt x="6553" y="3638"/>
                  </a:lnTo>
                  <a:lnTo>
                    <a:pt x="6591" y="3600"/>
                  </a:lnTo>
                  <a:lnTo>
                    <a:pt x="6591" y="3581"/>
                  </a:lnTo>
                  <a:lnTo>
                    <a:pt x="6591" y="3543"/>
                  </a:lnTo>
                  <a:lnTo>
                    <a:pt x="6610" y="3524"/>
                  </a:lnTo>
                  <a:lnTo>
                    <a:pt x="6629" y="3447"/>
                  </a:lnTo>
                  <a:lnTo>
                    <a:pt x="6629" y="3429"/>
                  </a:lnTo>
                  <a:lnTo>
                    <a:pt x="6629" y="3391"/>
                  </a:lnTo>
                  <a:lnTo>
                    <a:pt x="6610" y="3371"/>
                  </a:lnTo>
                  <a:lnTo>
                    <a:pt x="6572" y="3352"/>
                  </a:lnTo>
                  <a:lnTo>
                    <a:pt x="6572" y="3333"/>
                  </a:lnTo>
                  <a:lnTo>
                    <a:pt x="6553" y="3315"/>
                  </a:lnTo>
                  <a:lnTo>
                    <a:pt x="6534" y="3315"/>
                  </a:lnTo>
                  <a:lnTo>
                    <a:pt x="6515" y="3315"/>
                  </a:lnTo>
                  <a:lnTo>
                    <a:pt x="6496" y="3352"/>
                  </a:lnTo>
                  <a:lnTo>
                    <a:pt x="6515" y="3371"/>
                  </a:lnTo>
                  <a:lnTo>
                    <a:pt x="6515" y="3391"/>
                  </a:lnTo>
                  <a:lnTo>
                    <a:pt x="6515" y="3410"/>
                  </a:lnTo>
                  <a:lnTo>
                    <a:pt x="6496" y="3429"/>
                  </a:lnTo>
                  <a:lnTo>
                    <a:pt x="6477" y="3429"/>
                  </a:lnTo>
                  <a:lnTo>
                    <a:pt x="6420" y="3429"/>
                  </a:lnTo>
                  <a:lnTo>
                    <a:pt x="6401" y="3429"/>
                  </a:lnTo>
                  <a:lnTo>
                    <a:pt x="6382" y="3429"/>
                  </a:lnTo>
                  <a:lnTo>
                    <a:pt x="6382" y="3467"/>
                  </a:lnTo>
                  <a:lnTo>
                    <a:pt x="6325" y="3447"/>
                  </a:lnTo>
                  <a:lnTo>
                    <a:pt x="6306" y="3447"/>
                  </a:lnTo>
                  <a:lnTo>
                    <a:pt x="6286" y="3447"/>
                  </a:lnTo>
                  <a:lnTo>
                    <a:pt x="6267" y="3447"/>
                  </a:lnTo>
                  <a:lnTo>
                    <a:pt x="6267" y="3467"/>
                  </a:lnTo>
                  <a:lnTo>
                    <a:pt x="6267" y="3486"/>
                  </a:lnTo>
                  <a:lnTo>
                    <a:pt x="6248" y="3524"/>
                  </a:lnTo>
                  <a:lnTo>
                    <a:pt x="6248" y="3543"/>
                  </a:lnTo>
                  <a:lnTo>
                    <a:pt x="6267" y="3581"/>
                  </a:lnTo>
                  <a:lnTo>
                    <a:pt x="6248" y="3581"/>
                  </a:lnTo>
                  <a:lnTo>
                    <a:pt x="6210" y="3543"/>
                  </a:lnTo>
                  <a:lnTo>
                    <a:pt x="6191" y="3524"/>
                  </a:lnTo>
                  <a:lnTo>
                    <a:pt x="6172" y="3524"/>
                  </a:lnTo>
                  <a:lnTo>
                    <a:pt x="6153" y="3524"/>
                  </a:lnTo>
                  <a:lnTo>
                    <a:pt x="6153" y="3486"/>
                  </a:lnTo>
                  <a:lnTo>
                    <a:pt x="6153" y="3467"/>
                  </a:lnTo>
                  <a:lnTo>
                    <a:pt x="6172" y="3447"/>
                  </a:lnTo>
                  <a:lnTo>
                    <a:pt x="6172" y="3429"/>
                  </a:lnTo>
                  <a:lnTo>
                    <a:pt x="6172" y="3410"/>
                  </a:lnTo>
                  <a:lnTo>
                    <a:pt x="6172" y="3391"/>
                  </a:lnTo>
                  <a:lnTo>
                    <a:pt x="6153" y="3391"/>
                  </a:lnTo>
                  <a:lnTo>
                    <a:pt x="6134" y="3391"/>
                  </a:lnTo>
                  <a:lnTo>
                    <a:pt x="6134" y="3371"/>
                  </a:lnTo>
                  <a:lnTo>
                    <a:pt x="6115" y="3371"/>
                  </a:lnTo>
                  <a:lnTo>
                    <a:pt x="6096" y="3371"/>
                  </a:lnTo>
                  <a:lnTo>
                    <a:pt x="6077" y="3371"/>
                  </a:lnTo>
                  <a:lnTo>
                    <a:pt x="6077" y="3391"/>
                  </a:lnTo>
                  <a:lnTo>
                    <a:pt x="6058" y="3371"/>
                  </a:lnTo>
                  <a:lnTo>
                    <a:pt x="6020" y="3352"/>
                  </a:lnTo>
                  <a:lnTo>
                    <a:pt x="6039" y="3333"/>
                  </a:lnTo>
                  <a:lnTo>
                    <a:pt x="6020" y="3333"/>
                  </a:lnTo>
                  <a:lnTo>
                    <a:pt x="6001" y="3315"/>
                  </a:lnTo>
                  <a:lnTo>
                    <a:pt x="5981" y="3315"/>
                  </a:lnTo>
                  <a:lnTo>
                    <a:pt x="5962" y="3315"/>
                  </a:lnTo>
                  <a:lnTo>
                    <a:pt x="5962" y="3295"/>
                  </a:lnTo>
                  <a:lnTo>
                    <a:pt x="5981" y="3295"/>
                  </a:lnTo>
                  <a:lnTo>
                    <a:pt x="5981" y="3276"/>
                  </a:lnTo>
                  <a:lnTo>
                    <a:pt x="5981" y="3257"/>
                  </a:lnTo>
                  <a:lnTo>
                    <a:pt x="5981" y="3238"/>
                  </a:lnTo>
                  <a:lnTo>
                    <a:pt x="5962" y="3238"/>
                  </a:lnTo>
                  <a:lnTo>
                    <a:pt x="5962" y="3219"/>
                  </a:lnTo>
                  <a:lnTo>
                    <a:pt x="5962" y="3200"/>
                  </a:lnTo>
                  <a:lnTo>
                    <a:pt x="5962" y="3181"/>
                  </a:lnTo>
                  <a:lnTo>
                    <a:pt x="5962" y="3143"/>
                  </a:lnTo>
                  <a:lnTo>
                    <a:pt x="5944" y="3162"/>
                  </a:lnTo>
                  <a:lnTo>
                    <a:pt x="5944" y="3143"/>
                  </a:lnTo>
                  <a:lnTo>
                    <a:pt x="5944" y="3124"/>
                  </a:lnTo>
                  <a:lnTo>
                    <a:pt x="5944" y="3105"/>
                  </a:lnTo>
                  <a:lnTo>
                    <a:pt x="5925" y="3124"/>
                  </a:lnTo>
                  <a:lnTo>
                    <a:pt x="5925" y="3143"/>
                  </a:lnTo>
                  <a:lnTo>
                    <a:pt x="5905" y="3181"/>
                  </a:lnTo>
                  <a:lnTo>
                    <a:pt x="5905" y="3200"/>
                  </a:lnTo>
                  <a:lnTo>
                    <a:pt x="5925" y="3200"/>
                  </a:lnTo>
                  <a:lnTo>
                    <a:pt x="5905" y="3219"/>
                  </a:lnTo>
                  <a:lnTo>
                    <a:pt x="5905" y="3238"/>
                  </a:lnTo>
                  <a:lnTo>
                    <a:pt x="5905" y="3257"/>
                  </a:lnTo>
                  <a:lnTo>
                    <a:pt x="5905" y="3276"/>
                  </a:lnTo>
                  <a:lnTo>
                    <a:pt x="5905" y="3295"/>
                  </a:lnTo>
                  <a:lnTo>
                    <a:pt x="5905" y="3315"/>
                  </a:lnTo>
                  <a:lnTo>
                    <a:pt x="5886" y="3352"/>
                  </a:lnTo>
                  <a:lnTo>
                    <a:pt x="5905" y="3352"/>
                  </a:lnTo>
                  <a:lnTo>
                    <a:pt x="5925" y="3352"/>
                  </a:lnTo>
                  <a:lnTo>
                    <a:pt x="5944" y="3371"/>
                  </a:lnTo>
                  <a:lnTo>
                    <a:pt x="5925" y="3410"/>
                  </a:lnTo>
                  <a:lnTo>
                    <a:pt x="5925" y="3429"/>
                  </a:lnTo>
                  <a:lnTo>
                    <a:pt x="5962" y="3429"/>
                  </a:lnTo>
                  <a:lnTo>
                    <a:pt x="5962" y="3447"/>
                  </a:lnTo>
                  <a:lnTo>
                    <a:pt x="5981" y="3447"/>
                  </a:lnTo>
                  <a:lnTo>
                    <a:pt x="6001" y="3429"/>
                  </a:lnTo>
                  <a:lnTo>
                    <a:pt x="6001" y="3410"/>
                  </a:lnTo>
                  <a:lnTo>
                    <a:pt x="6001" y="3429"/>
                  </a:lnTo>
                  <a:lnTo>
                    <a:pt x="6001" y="3447"/>
                  </a:lnTo>
                  <a:lnTo>
                    <a:pt x="6001" y="3467"/>
                  </a:lnTo>
                  <a:lnTo>
                    <a:pt x="6020" y="3505"/>
                  </a:lnTo>
                  <a:lnTo>
                    <a:pt x="6039" y="3505"/>
                  </a:lnTo>
                  <a:lnTo>
                    <a:pt x="6077" y="3486"/>
                  </a:lnTo>
                  <a:lnTo>
                    <a:pt x="6096" y="3486"/>
                  </a:lnTo>
                  <a:lnTo>
                    <a:pt x="6115" y="3486"/>
                  </a:lnTo>
                  <a:lnTo>
                    <a:pt x="6096" y="3505"/>
                  </a:lnTo>
                  <a:lnTo>
                    <a:pt x="6096" y="3524"/>
                  </a:lnTo>
                  <a:lnTo>
                    <a:pt x="6096" y="3543"/>
                  </a:lnTo>
                  <a:lnTo>
                    <a:pt x="6077" y="3543"/>
                  </a:lnTo>
                  <a:lnTo>
                    <a:pt x="6058" y="3543"/>
                  </a:lnTo>
                  <a:lnTo>
                    <a:pt x="6039" y="3543"/>
                  </a:lnTo>
                  <a:lnTo>
                    <a:pt x="6001" y="3543"/>
                  </a:lnTo>
                  <a:lnTo>
                    <a:pt x="5981" y="3562"/>
                  </a:lnTo>
                  <a:lnTo>
                    <a:pt x="5962" y="3600"/>
                  </a:lnTo>
                  <a:lnTo>
                    <a:pt x="5925" y="3696"/>
                  </a:lnTo>
                  <a:lnTo>
                    <a:pt x="5925" y="3733"/>
                  </a:lnTo>
                  <a:lnTo>
                    <a:pt x="5925" y="3791"/>
                  </a:lnTo>
                  <a:lnTo>
                    <a:pt x="5925" y="3828"/>
                  </a:lnTo>
                  <a:lnTo>
                    <a:pt x="5944" y="3905"/>
                  </a:lnTo>
                  <a:lnTo>
                    <a:pt x="5944" y="3924"/>
                  </a:lnTo>
                  <a:lnTo>
                    <a:pt x="5944" y="3962"/>
                  </a:lnTo>
                  <a:lnTo>
                    <a:pt x="5925" y="3981"/>
                  </a:lnTo>
                  <a:lnTo>
                    <a:pt x="5905" y="3962"/>
                  </a:lnTo>
                  <a:lnTo>
                    <a:pt x="5905" y="3943"/>
                  </a:lnTo>
                  <a:lnTo>
                    <a:pt x="5925" y="3943"/>
                  </a:lnTo>
                  <a:lnTo>
                    <a:pt x="5925" y="3905"/>
                  </a:lnTo>
                  <a:lnTo>
                    <a:pt x="5905" y="3848"/>
                  </a:lnTo>
                  <a:lnTo>
                    <a:pt x="5886" y="3810"/>
                  </a:lnTo>
                  <a:lnTo>
                    <a:pt x="5886" y="3791"/>
                  </a:lnTo>
                  <a:lnTo>
                    <a:pt x="5848" y="3791"/>
                  </a:lnTo>
                  <a:lnTo>
                    <a:pt x="5848" y="3810"/>
                  </a:lnTo>
                  <a:lnTo>
                    <a:pt x="5829" y="3828"/>
                  </a:lnTo>
                  <a:lnTo>
                    <a:pt x="5829" y="3943"/>
                  </a:lnTo>
                  <a:lnTo>
                    <a:pt x="5829" y="3962"/>
                  </a:lnTo>
                  <a:lnTo>
                    <a:pt x="5848" y="4019"/>
                  </a:lnTo>
                  <a:lnTo>
                    <a:pt x="5848" y="4038"/>
                  </a:lnTo>
                  <a:lnTo>
                    <a:pt x="5848" y="4057"/>
                  </a:lnTo>
                  <a:lnTo>
                    <a:pt x="5848" y="4076"/>
                  </a:lnTo>
                  <a:lnTo>
                    <a:pt x="5810" y="4057"/>
                  </a:lnTo>
                  <a:lnTo>
                    <a:pt x="5791" y="4076"/>
                  </a:lnTo>
                  <a:lnTo>
                    <a:pt x="5772" y="4076"/>
                  </a:lnTo>
                  <a:lnTo>
                    <a:pt x="5753" y="4095"/>
                  </a:lnTo>
                  <a:lnTo>
                    <a:pt x="5753" y="4114"/>
                  </a:lnTo>
                  <a:lnTo>
                    <a:pt x="5734" y="4153"/>
                  </a:lnTo>
                  <a:lnTo>
                    <a:pt x="5734" y="4209"/>
                  </a:lnTo>
                  <a:lnTo>
                    <a:pt x="5753" y="4248"/>
                  </a:lnTo>
                  <a:lnTo>
                    <a:pt x="5772" y="4286"/>
                  </a:lnTo>
                  <a:lnTo>
                    <a:pt x="5658" y="4324"/>
                  </a:lnTo>
                  <a:lnTo>
                    <a:pt x="5639" y="4324"/>
                  </a:lnTo>
                  <a:lnTo>
                    <a:pt x="5600" y="4343"/>
                  </a:lnTo>
                  <a:lnTo>
                    <a:pt x="5581" y="4381"/>
                  </a:lnTo>
                  <a:lnTo>
                    <a:pt x="5581" y="4419"/>
                  </a:lnTo>
                  <a:lnTo>
                    <a:pt x="5581" y="4457"/>
                  </a:lnTo>
                  <a:lnTo>
                    <a:pt x="5600" y="4476"/>
                  </a:lnTo>
                  <a:lnTo>
                    <a:pt x="5581" y="4476"/>
                  </a:lnTo>
                  <a:lnTo>
                    <a:pt x="5563" y="4476"/>
                  </a:lnTo>
                  <a:lnTo>
                    <a:pt x="5544" y="4476"/>
                  </a:lnTo>
                  <a:lnTo>
                    <a:pt x="5524" y="4476"/>
                  </a:lnTo>
                  <a:lnTo>
                    <a:pt x="5505" y="4495"/>
                  </a:lnTo>
                  <a:lnTo>
                    <a:pt x="5467" y="4476"/>
                  </a:lnTo>
                  <a:lnTo>
                    <a:pt x="5448" y="4476"/>
                  </a:lnTo>
                  <a:lnTo>
                    <a:pt x="5429" y="4495"/>
                  </a:lnTo>
                  <a:lnTo>
                    <a:pt x="5410" y="4495"/>
                  </a:lnTo>
                  <a:lnTo>
                    <a:pt x="5391" y="4533"/>
                  </a:lnTo>
                  <a:lnTo>
                    <a:pt x="5372" y="4533"/>
                  </a:lnTo>
                  <a:lnTo>
                    <a:pt x="5353" y="4533"/>
                  </a:lnTo>
                  <a:lnTo>
                    <a:pt x="5334" y="4533"/>
                  </a:lnTo>
                  <a:lnTo>
                    <a:pt x="5315" y="4533"/>
                  </a:lnTo>
                  <a:lnTo>
                    <a:pt x="5315" y="4553"/>
                  </a:lnTo>
                  <a:lnTo>
                    <a:pt x="5296" y="4553"/>
                  </a:lnTo>
                  <a:lnTo>
                    <a:pt x="5296" y="4571"/>
                  </a:lnTo>
                  <a:lnTo>
                    <a:pt x="5315" y="4590"/>
                  </a:lnTo>
                  <a:lnTo>
                    <a:pt x="5296" y="4590"/>
                  </a:lnTo>
                  <a:lnTo>
                    <a:pt x="5277" y="4629"/>
                  </a:lnTo>
                  <a:lnTo>
                    <a:pt x="5258" y="4629"/>
                  </a:lnTo>
                  <a:lnTo>
                    <a:pt x="5258" y="4648"/>
                  </a:lnTo>
                  <a:lnTo>
                    <a:pt x="5258" y="4667"/>
                  </a:lnTo>
                  <a:lnTo>
                    <a:pt x="5258" y="4743"/>
                  </a:lnTo>
                  <a:lnTo>
                    <a:pt x="5258" y="4762"/>
                  </a:lnTo>
                  <a:lnTo>
                    <a:pt x="5258" y="4781"/>
                  </a:lnTo>
                  <a:lnTo>
                    <a:pt x="5258" y="4800"/>
                  </a:lnTo>
                  <a:lnTo>
                    <a:pt x="5258" y="4819"/>
                  </a:lnTo>
                  <a:lnTo>
                    <a:pt x="5277" y="4819"/>
                  </a:lnTo>
                  <a:lnTo>
                    <a:pt x="5258" y="4876"/>
                  </a:lnTo>
                  <a:lnTo>
                    <a:pt x="5258" y="4895"/>
                  </a:lnTo>
                  <a:lnTo>
                    <a:pt x="5239" y="4895"/>
                  </a:lnTo>
                  <a:lnTo>
                    <a:pt x="5239" y="4876"/>
                  </a:lnTo>
                  <a:lnTo>
                    <a:pt x="5219" y="4838"/>
                  </a:lnTo>
                  <a:lnTo>
                    <a:pt x="5219" y="4819"/>
                  </a:lnTo>
                  <a:lnTo>
                    <a:pt x="5201" y="4819"/>
                  </a:lnTo>
                  <a:lnTo>
                    <a:pt x="5201" y="4800"/>
                  </a:lnTo>
                  <a:lnTo>
                    <a:pt x="5182" y="4800"/>
                  </a:lnTo>
                  <a:lnTo>
                    <a:pt x="5163" y="4819"/>
                  </a:lnTo>
                  <a:lnTo>
                    <a:pt x="5182" y="4857"/>
                  </a:lnTo>
                  <a:lnTo>
                    <a:pt x="5201" y="4857"/>
                  </a:lnTo>
                  <a:lnTo>
                    <a:pt x="5219" y="4857"/>
                  </a:lnTo>
                  <a:lnTo>
                    <a:pt x="5219" y="4876"/>
                  </a:lnTo>
                  <a:lnTo>
                    <a:pt x="5219" y="4895"/>
                  </a:lnTo>
                  <a:lnTo>
                    <a:pt x="5201" y="4915"/>
                  </a:lnTo>
                  <a:lnTo>
                    <a:pt x="5182" y="4933"/>
                  </a:lnTo>
                  <a:lnTo>
                    <a:pt x="5163" y="4952"/>
                  </a:lnTo>
                  <a:lnTo>
                    <a:pt x="5067" y="4991"/>
                  </a:lnTo>
                  <a:lnTo>
                    <a:pt x="5048" y="5010"/>
                  </a:lnTo>
                  <a:lnTo>
                    <a:pt x="5048" y="5029"/>
                  </a:lnTo>
                  <a:lnTo>
                    <a:pt x="5048" y="5047"/>
                  </a:lnTo>
                  <a:lnTo>
                    <a:pt x="5067" y="5067"/>
                  </a:lnTo>
                  <a:lnTo>
                    <a:pt x="5048" y="5086"/>
                  </a:lnTo>
                  <a:lnTo>
                    <a:pt x="5048" y="5105"/>
                  </a:lnTo>
                  <a:lnTo>
                    <a:pt x="5048" y="5124"/>
                  </a:lnTo>
                  <a:lnTo>
                    <a:pt x="5029" y="5124"/>
                  </a:lnTo>
                  <a:lnTo>
                    <a:pt x="5029" y="5143"/>
                  </a:lnTo>
                  <a:lnTo>
                    <a:pt x="5029" y="5162"/>
                  </a:lnTo>
                  <a:lnTo>
                    <a:pt x="5067" y="5143"/>
                  </a:lnTo>
                  <a:lnTo>
                    <a:pt x="5087" y="5181"/>
                  </a:lnTo>
                  <a:lnTo>
                    <a:pt x="5105" y="5181"/>
                  </a:lnTo>
                  <a:lnTo>
                    <a:pt x="5124" y="5200"/>
                  </a:lnTo>
                  <a:lnTo>
                    <a:pt x="5124" y="5219"/>
                  </a:lnTo>
                  <a:lnTo>
                    <a:pt x="5105" y="5219"/>
                  </a:lnTo>
                  <a:lnTo>
                    <a:pt x="5087" y="5219"/>
                  </a:lnTo>
                  <a:lnTo>
                    <a:pt x="5067" y="5238"/>
                  </a:lnTo>
                  <a:lnTo>
                    <a:pt x="5048" y="5238"/>
                  </a:lnTo>
                  <a:lnTo>
                    <a:pt x="5029" y="5257"/>
                  </a:lnTo>
                  <a:lnTo>
                    <a:pt x="5029" y="5276"/>
                  </a:lnTo>
                  <a:lnTo>
                    <a:pt x="5029" y="5314"/>
                  </a:lnTo>
                  <a:lnTo>
                    <a:pt x="5029" y="5333"/>
                  </a:lnTo>
                  <a:lnTo>
                    <a:pt x="5010" y="5352"/>
                  </a:lnTo>
                  <a:lnTo>
                    <a:pt x="5048" y="5352"/>
                  </a:lnTo>
                  <a:lnTo>
                    <a:pt x="5067" y="5352"/>
                  </a:lnTo>
                  <a:lnTo>
                    <a:pt x="5067" y="5372"/>
                  </a:lnTo>
                  <a:lnTo>
                    <a:pt x="5029" y="5372"/>
                  </a:lnTo>
                  <a:lnTo>
                    <a:pt x="5048" y="5391"/>
                  </a:lnTo>
                  <a:lnTo>
                    <a:pt x="5087" y="5372"/>
                  </a:lnTo>
                  <a:lnTo>
                    <a:pt x="5105" y="5372"/>
                  </a:lnTo>
                  <a:lnTo>
                    <a:pt x="5124" y="5352"/>
                  </a:lnTo>
                  <a:lnTo>
                    <a:pt x="5124" y="5333"/>
                  </a:lnTo>
                  <a:lnTo>
                    <a:pt x="5143" y="5314"/>
                  </a:lnTo>
                  <a:lnTo>
                    <a:pt x="5163" y="5314"/>
                  </a:lnTo>
                  <a:lnTo>
                    <a:pt x="5182" y="5333"/>
                  </a:lnTo>
                  <a:lnTo>
                    <a:pt x="5163" y="5352"/>
                  </a:lnTo>
                  <a:lnTo>
                    <a:pt x="5124" y="5372"/>
                  </a:lnTo>
                  <a:lnTo>
                    <a:pt x="5105" y="5410"/>
                  </a:lnTo>
                  <a:lnTo>
                    <a:pt x="5105" y="5428"/>
                  </a:lnTo>
                  <a:lnTo>
                    <a:pt x="5124" y="5428"/>
                  </a:lnTo>
                  <a:lnTo>
                    <a:pt x="5163" y="5372"/>
                  </a:lnTo>
                  <a:lnTo>
                    <a:pt x="5182" y="5372"/>
                  </a:lnTo>
                  <a:lnTo>
                    <a:pt x="5163" y="5410"/>
                  </a:lnTo>
                  <a:lnTo>
                    <a:pt x="5163" y="5428"/>
                  </a:lnTo>
                  <a:lnTo>
                    <a:pt x="5163" y="5467"/>
                  </a:lnTo>
                  <a:lnTo>
                    <a:pt x="5143" y="5486"/>
                  </a:lnTo>
                  <a:lnTo>
                    <a:pt x="5048" y="5562"/>
                  </a:lnTo>
                  <a:lnTo>
                    <a:pt x="5010" y="5600"/>
                  </a:lnTo>
                  <a:lnTo>
                    <a:pt x="4915" y="5848"/>
                  </a:lnTo>
                  <a:lnTo>
                    <a:pt x="4838" y="6057"/>
                  </a:lnTo>
                  <a:lnTo>
                    <a:pt x="4820" y="6171"/>
                  </a:lnTo>
                  <a:lnTo>
                    <a:pt x="4667" y="6515"/>
                  </a:lnTo>
                  <a:lnTo>
                    <a:pt x="4648" y="6552"/>
                  </a:lnTo>
                  <a:lnTo>
                    <a:pt x="4553" y="6686"/>
                  </a:lnTo>
                  <a:lnTo>
                    <a:pt x="4496" y="6762"/>
                  </a:lnTo>
                  <a:lnTo>
                    <a:pt x="4401" y="6857"/>
                  </a:lnTo>
                  <a:lnTo>
                    <a:pt x="4229" y="6991"/>
                  </a:lnTo>
                  <a:lnTo>
                    <a:pt x="4134" y="7086"/>
                  </a:lnTo>
                  <a:lnTo>
                    <a:pt x="4077" y="7162"/>
                  </a:lnTo>
                  <a:lnTo>
                    <a:pt x="3963" y="7219"/>
                  </a:lnTo>
                  <a:lnTo>
                    <a:pt x="3963" y="7238"/>
                  </a:lnTo>
                  <a:lnTo>
                    <a:pt x="3944" y="7238"/>
                  </a:lnTo>
                  <a:lnTo>
                    <a:pt x="3924" y="7219"/>
                  </a:lnTo>
                  <a:lnTo>
                    <a:pt x="3924" y="7200"/>
                  </a:lnTo>
                  <a:lnTo>
                    <a:pt x="3905" y="7181"/>
                  </a:lnTo>
                  <a:lnTo>
                    <a:pt x="3886" y="7162"/>
                  </a:lnTo>
                  <a:lnTo>
                    <a:pt x="3867" y="7181"/>
                  </a:lnTo>
                  <a:lnTo>
                    <a:pt x="3848" y="7181"/>
                  </a:lnTo>
                  <a:lnTo>
                    <a:pt x="3810" y="7124"/>
                  </a:lnTo>
                  <a:lnTo>
                    <a:pt x="3810" y="7028"/>
                  </a:lnTo>
                  <a:lnTo>
                    <a:pt x="3848" y="6838"/>
                  </a:lnTo>
                  <a:lnTo>
                    <a:pt x="3829" y="6667"/>
                  </a:lnTo>
                  <a:lnTo>
                    <a:pt x="3810" y="6591"/>
                  </a:lnTo>
                  <a:lnTo>
                    <a:pt x="3829" y="6534"/>
                  </a:lnTo>
                  <a:lnTo>
                    <a:pt x="3848" y="6515"/>
                  </a:lnTo>
                  <a:lnTo>
                    <a:pt x="3867" y="6476"/>
                  </a:lnTo>
                  <a:lnTo>
                    <a:pt x="3905" y="6438"/>
                  </a:lnTo>
                  <a:lnTo>
                    <a:pt x="4020" y="6362"/>
                  </a:lnTo>
                  <a:lnTo>
                    <a:pt x="4039" y="6343"/>
                  </a:lnTo>
                  <a:lnTo>
                    <a:pt x="4039" y="6305"/>
                  </a:lnTo>
                  <a:lnTo>
                    <a:pt x="4039" y="6267"/>
                  </a:lnTo>
                  <a:lnTo>
                    <a:pt x="4077" y="6248"/>
                  </a:lnTo>
                  <a:lnTo>
                    <a:pt x="4134" y="6210"/>
                  </a:lnTo>
                  <a:lnTo>
                    <a:pt x="4153" y="6171"/>
                  </a:lnTo>
                  <a:lnTo>
                    <a:pt x="4172" y="6153"/>
                  </a:lnTo>
                  <a:lnTo>
                    <a:pt x="4210" y="6134"/>
                  </a:lnTo>
                  <a:lnTo>
                    <a:pt x="4210" y="6114"/>
                  </a:lnTo>
                  <a:lnTo>
                    <a:pt x="4210" y="6095"/>
                  </a:lnTo>
                  <a:lnTo>
                    <a:pt x="4210" y="6076"/>
                  </a:lnTo>
                  <a:lnTo>
                    <a:pt x="4153" y="6000"/>
                  </a:lnTo>
                  <a:lnTo>
                    <a:pt x="4134" y="6000"/>
                  </a:lnTo>
                  <a:lnTo>
                    <a:pt x="4096" y="5981"/>
                  </a:lnTo>
                  <a:lnTo>
                    <a:pt x="4077" y="5962"/>
                  </a:lnTo>
                  <a:lnTo>
                    <a:pt x="4039" y="5962"/>
                  </a:lnTo>
                  <a:lnTo>
                    <a:pt x="4020" y="5962"/>
                  </a:lnTo>
                  <a:lnTo>
                    <a:pt x="3981" y="5924"/>
                  </a:lnTo>
                  <a:lnTo>
                    <a:pt x="3924" y="5924"/>
                  </a:lnTo>
                  <a:lnTo>
                    <a:pt x="3886" y="5848"/>
                  </a:lnTo>
                  <a:lnTo>
                    <a:pt x="3810" y="5809"/>
                  </a:lnTo>
                  <a:lnTo>
                    <a:pt x="3791" y="5791"/>
                  </a:lnTo>
                  <a:lnTo>
                    <a:pt x="3772" y="5753"/>
                  </a:lnTo>
                  <a:lnTo>
                    <a:pt x="3753" y="5733"/>
                  </a:lnTo>
                  <a:lnTo>
                    <a:pt x="3753" y="5714"/>
                  </a:lnTo>
                  <a:lnTo>
                    <a:pt x="3734" y="5695"/>
                  </a:lnTo>
                  <a:lnTo>
                    <a:pt x="3715" y="5677"/>
                  </a:lnTo>
                  <a:lnTo>
                    <a:pt x="3715" y="5657"/>
                  </a:lnTo>
                  <a:lnTo>
                    <a:pt x="3715" y="5600"/>
                  </a:lnTo>
                  <a:lnTo>
                    <a:pt x="3715" y="5562"/>
                  </a:lnTo>
                  <a:lnTo>
                    <a:pt x="3696" y="5543"/>
                  </a:lnTo>
                  <a:lnTo>
                    <a:pt x="3639" y="5467"/>
                  </a:lnTo>
                  <a:lnTo>
                    <a:pt x="3619" y="5410"/>
                  </a:lnTo>
                  <a:lnTo>
                    <a:pt x="3619" y="5372"/>
                  </a:lnTo>
                  <a:lnTo>
                    <a:pt x="3619" y="5352"/>
                  </a:lnTo>
                  <a:lnTo>
                    <a:pt x="3600" y="5333"/>
                  </a:lnTo>
                  <a:lnTo>
                    <a:pt x="3543" y="5333"/>
                  </a:lnTo>
                  <a:lnTo>
                    <a:pt x="3524" y="5314"/>
                  </a:lnTo>
                  <a:lnTo>
                    <a:pt x="3505" y="5296"/>
                  </a:lnTo>
                  <a:lnTo>
                    <a:pt x="3486" y="5276"/>
                  </a:lnTo>
                  <a:lnTo>
                    <a:pt x="3486" y="5257"/>
                  </a:lnTo>
                  <a:lnTo>
                    <a:pt x="3467" y="5238"/>
                  </a:lnTo>
                  <a:lnTo>
                    <a:pt x="3448" y="5219"/>
                  </a:lnTo>
                  <a:lnTo>
                    <a:pt x="3429" y="5219"/>
                  </a:lnTo>
                  <a:lnTo>
                    <a:pt x="3410" y="5219"/>
                  </a:lnTo>
                  <a:lnTo>
                    <a:pt x="3391" y="5219"/>
                  </a:lnTo>
                  <a:lnTo>
                    <a:pt x="3372" y="5200"/>
                  </a:lnTo>
                  <a:lnTo>
                    <a:pt x="3353" y="5181"/>
                  </a:lnTo>
                  <a:lnTo>
                    <a:pt x="3334" y="5162"/>
                  </a:lnTo>
                  <a:lnTo>
                    <a:pt x="3315" y="5162"/>
                  </a:lnTo>
                  <a:lnTo>
                    <a:pt x="3296" y="5162"/>
                  </a:lnTo>
                  <a:lnTo>
                    <a:pt x="3277" y="5162"/>
                  </a:lnTo>
                  <a:lnTo>
                    <a:pt x="3277" y="5181"/>
                  </a:lnTo>
                  <a:lnTo>
                    <a:pt x="3258" y="5181"/>
                  </a:lnTo>
                  <a:lnTo>
                    <a:pt x="3258" y="5200"/>
                  </a:lnTo>
                  <a:lnTo>
                    <a:pt x="3219" y="5181"/>
                  </a:lnTo>
                  <a:lnTo>
                    <a:pt x="3182" y="5124"/>
                  </a:lnTo>
                  <a:lnTo>
                    <a:pt x="3124" y="5105"/>
                  </a:lnTo>
                  <a:lnTo>
                    <a:pt x="3067" y="5029"/>
                  </a:lnTo>
                  <a:lnTo>
                    <a:pt x="3029" y="5010"/>
                  </a:lnTo>
                  <a:lnTo>
                    <a:pt x="3010" y="4971"/>
                  </a:lnTo>
                  <a:lnTo>
                    <a:pt x="2972" y="4952"/>
                  </a:lnTo>
                  <a:lnTo>
                    <a:pt x="2953" y="4933"/>
                  </a:lnTo>
                  <a:lnTo>
                    <a:pt x="2953" y="4915"/>
                  </a:lnTo>
                  <a:lnTo>
                    <a:pt x="2934" y="4895"/>
                  </a:lnTo>
                  <a:lnTo>
                    <a:pt x="2934" y="4857"/>
                  </a:lnTo>
                  <a:lnTo>
                    <a:pt x="2934" y="4838"/>
                  </a:lnTo>
                  <a:lnTo>
                    <a:pt x="2915" y="4819"/>
                  </a:lnTo>
                  <a:lnTo>
                    <a:pt x="2915" y="4800"/>
                  </a:lnTo>
                  <a:lnTo>
                    <a:pt x="2857" y="4762"/>
                  </a:lnTo>
                  <a:lnTo>
                    <a:pt x="2857" y="4743"/>
                  </a:lnTo>
                  <a:lnTo>
                    <a:pt x="2839" y="4705"/>
                  </a:lnTo>
                  <a:lnTo>
                    <a:pt x="2820" y="4705"/>
                  </a:lnTo>
                  <a:lnTo>
                    <a:pt x="2801" y="4686"/>
                  </a:lnTo>
                  <a:lnTo>
                    <a:pt x="2781" y="4686"/>
                  </a:lnTo>
                  <a:lnTo>
                    <a:pt x="2610" y="4667"/>
                  </a:lnTo>
                  <a:lnTo>
                    <a:pt x="2591" y="4667"/>
                  </a:lnTo>
                  <a:lnTo>
                    <a:pt x="2572" y="4648"/>
                  </a:lnTo>
                  <a:lnTo>
                    <a:pt x="2572" y="4629"/>
                  </a:lnTo>
                  <a:lnTo>
                    <a:pt x="2553" y="4629"/>
                  </a:lnTo>
                  <a:lnTo>
                    <a:pt x="2553" y="4610"/>
                  </a:lnTo>
                  <a:lnTo>
                    <a:pt x="2515" y="4590"/>
                  </a:lnTo>
                  <a:lnTo>
                    <a:pt x="2476" y="4571"/>
                  </a:lnTo>
                  <a:lnTo>
                    <a:pt x="2458" y="4533"/>
                  </a:lnTo>
                  <a:lnTo>
                    <a:pt x="2439" y="4514"/>
                  </a:lnTo>
                  <a:lnTo>
                    <a:pt x="2420" y="4495"/>
                  </a:lnTo>
                  <a:lnTo>
                    <a:pt x="2400" y="4533"/>
                  </a:lnTo>
                  <a:lnTo>
                    <a:pt x="2381" y="4553"/>
                  </a:lnTo>
                  <a:lnTo>
                    <a:pt x="2362" y="4553"/>
                  </a:lnTo>
                  <a:lnTo>
                    <a:pt x="2344" y="4533"/>
                  </a:lnTo>
                  <a:lnTo>
                    <a:pt x="2286" y="4495"/>
                  </a:lnTo>
                  <a:lnTo>
                    <a:pt x="2267" y="4476"/>
                  </a:lnTo>
                  <a:lnTo>
                    <a:pt x="2229" y="4476"/>
                  </a:lnTo>
                  <a:lnTo>
                    <a:pt x="2229" y="4457"/>
                  </a:lnTo>
                  <a:lnTo>
                    <a:pt x="2210" y="4438"/>
                  </a:lnTo>
                  <a:lnTo>
                    <a:pt x="2191" y="4419"/>
                  </a:lnTo>
                  <a:lnTo>
                    <a:pt x="2191" y="4381"/>
                  </a:lnTo>
                  <a:lnTo>
                    <a:pt x="2172" y="4362"/>
                  </a:lnTo>
                  <a:lnTo>
                    <a:pt x="2153" y="4343"/>
                  </a:lnTo>
                  <a:lnTo>
                    <a:pt x="2134" y="4324"/>
                  </a:lnTo>
                  <a:lnTo>
                    <a:pt x="2134" y="4305"/>
                  </a:lnTo>
                  <a:lnTo>
                    <a:pt x="2134" y="4267"/>
                  </a:lnTo>
                  <a:lnTo>
                    <a:pt x="2115" y="4248"/>
                  </a:lnTo>
                  <a:lnTo>
                    <a:pt x="2115" y="4229"/>
                  </a:lnTo>
                  <a:lnTo>
                    <a:pt x="2039" y="4153"/>
                  </a:lnTo>
                  <a:lnTo>
                    <a:pt x="2000" y="4114"/>
                  </a:lnTo>
                  <a:lnTo>
                    <a:pt x="1981" y="4095"/>
                  </a:lnTo>
                  <a:lnTo>
                    <a:pt x="1963" y="4076"/>
                  </a:lnTo>
                  <a:lnTo>
                    <a:pt x="1924" y="4057"/>
                  </a:lnTo>
                  <a:lnTo>
                    <a:pt x="1905" y="4019"/>
                  </a:lnTo>
                  <a:lnTo>
                    <a:pt x="1886" y="4019"/>
                  </a:lnTo>
                  <a:lnTo>
                    <a:pt x="1867" y="4019"/>
                  </a:lnTo>
                  <a:lnTo>
                    <a:pt x="1848" y="4038"/>
                  </a:lnTo>
                  <a:lnTo>
                    <a:pt x="1848" y="4057"/>
                  </a:lnTo>
                  <a:lnTo>
                    <a:pt x="1848" y="4114"/>
                  </a:lnTo>
                  <a:lnTo>
                    <a:pt x="1848" y="4133"/>
                  </a:lnTo>
                  <a:lnTo>
                    <a:pt x="1829" y="4133"/>
                  </a:lnTo>
                  <a:lnTo>
                    <a:pt x="1810" y="4133"/>
                  </a:lnTo>
                  <a:lnTo>
                    <a:pt x="1791" y="4133"/>
                  </a:lnTo>
                  <a:lnTo>
                    <a:pt x="1772" y="4133"/>
                  </a:lnTo>
                  <a:lnTo>
                    <a:pt x="1753" y="4153"/>
                  </a:lnTo>
                  <a:lnTo>
                    <a:pt x="1753" y="4190"/>
                  </a:lnTo>
                  <a:lnTo>
                    <a:pt x="1734" y="4209"/>
                  </a:lnTo>
                  <a:lnTo>
                    <a:pt x="1715" y="4209"/>
                  </a:lnTo>
                  <a:lnTo>
                    <a:pt x="1677" y="4248"/>
                  </a:lnTo>
                  <a:lnTo>
                    <a:pt x="1658" y="4248"/>
                  </a:lnTo>
                  <a:lnTo>
                    <a:pt x="1658" y="4267"/>
                  </a:lnTo>
                  <a:lnTo>
                    <a:pt x="1638" y="4286"/>
                  </a:lnTo>
                  <a:lnTo>
                    <a:pt x="1619" y="4286"/>
                  </a:lnTo>
                  <a:lnTo>
                    <a:pt x="1601" y="4286"/>
                  </a:lnTo>
                  <a:lnTo>
                    <a:pt x="1524" y="4286"/>
                  </a:lnTo>
                  <a:lnTo>
                    <a:pt x="1505" y="4286"/>
                  </a:lnTo>
                  <a:lnTo>
                    <a:pt x="1505" y="4267"/>
                  </a:lnTo>
                  <a:lnTo>
                    <a:pt x="1486" y="4267"/>
                  </a:lnTo>
                  <a:lnTo>
                    <a:pt x="1486" y="4248"/>
                  </a:lnTo>
                  <a:lnTo>
                    <a:pt x="1505" y="4190"/>
                  </a:lnTo>
                  <a:lnTo>
                    <a:pt x="1505" y="4114"/>
                  </a:lnTo>
                  <a:lnTo>
                    <a:pt x="1505" y="4095"/>
                  </a:lnTo>
                  <a:lnTo>
                    <a:pt x="1524" y="4076"/>
                  </a:lnTo>
                  <a:lnTo>
                    <a:pt x="1524" y="4038"/>
                  </a:lnTo>
                  <a:lnTo>
                    <a:pt x="1524" y="4000"/>
                  </a:lnTo>
                  <a:lnTo>
                    <a:pt x="1505" y="3981"/>
                  </a:lnTo>
                  <a:lnTo>
                    <a:pt x="1448" y="3924"/>
                  </a:lnTo>
                  <a:lnTo>
                    <a:pt x="1429" y="3905"/>
                  </a:lnTo>
                  <a:lnTo>
                    <a:pt x="1391" y="3848"/>
                  </a:lnTo>
                  <a:lnTo>
                    <a:pt x="1391" y="3828"/>
                  </a:lnTo>
                  <a:lnTo>
                    <a:pt x="1372" y="3810"/>
                  </a:lnTo>
                  <a:lnTo>
                    <a:pt x="1353" y="3810"/>
                  </a:lnTo>
                  <a:lnTo>
                    <a:pt x="1353" y="3791"/>
                  </a:lnTo>
                  <a:lnTo>
                    <a:pt x="1353" y="3772"/>
                  </a:lnTo>
                  <a:lnTo>
                    <a:pt x="1315" y="3733"/>
                  </a:lnTo>
                  <a:lnTo>
                    <a:pt x="1296" y="3714"/>
                  </a:lnTo>
                  <a:lnTo>
                    <a:pt x="1257" y="3714"/>
                  </a:lnTo>
                  <a:lnTo>
                    <a:pt x="1220" y="3657"/>
                  </a:lnTo>
                  <a:lnTo>
                    <a:pt x="1162" y="3638"/>
                  </a:lnTo>
                  <a:lnTo>
                    <a:pt x="1162" y="3619"/>
                  </a:lnTo>
                  <a:lnTo>
                    <a:pt x="1143" y="3600"/>
                  </a:lnTo>
                  <a:lnTo>
                    <a:pt x="1124" y="3562"/>
                  </a:lnTo>
                  <a:lnTo>
                    <a:pt x="1105" y="3543"/>
                  </a:lnTo>
                  <a:lnTo>
                    <a:pt x="1048" y="3524"/>
                  </a:lnTo>
                  <a:lnTo>
                    <a:pt x="1029" y="3505"/>
                  </a:lnTo>
                  <a:lnTo>
                    <a:pt x="1029" y="3486"/>
                  </a:lnTo>
                  <a:lnTo>
                    <a:pt x="991" y="3447"/>
                  </a:lnTo>
                  <a:lnTo>
                    <a:pt x="972" y="3429"/>
                  </a:lnTo>
                  <a:lnTo>
                    <a:pt x="953" y="3429"/>
                  </a:lnTo>
                  <a:lnTo>
                    <a:pt x="934" y="3429"/>
                  </a:lnTo>
                  <a:lnTo>
                    <a:pt x="934" y="3410"/>
                  </a:lnTo>
                  <a:lnTo>
                    <a:pt x="915" y="3410"/>
                  </a:lnTo>
                  <a:lnTo>
                    <a:pt x="934" y="3391"/>
                  </a:lnTo>
                  <a:lnTo>
                    <a:pt x="915" y="3371"/>
                  </a:lnTo>
                  <a:lnTo>
                    <a:pt x="915" y="3352"/>
                  </a:lnTo>
                  <a:lnTo>
                    <a:pt x="896" y="3352"/>
                  </a:lnTo>
                  <a:lnTo>
                    <a:pt x="876" y="3333"/>
                  </a:lnTo>
                  <a:lnTo>
                    <a:pt x="857" y="3315"/>
                  </a:lnTo>
                  <a:lnTo>
                    <a:pt x="800" y="3276"/>
                  </a:lnTo>
                  <a:lnTo>
                    <a:pt x="781" y="3276"/>
                  </a:lnTo>
                  <a:lnTo>
                    <a:pt x="781" y="3238"/>
                  </a:lnTo>
                  <a:lnTo>
                    <a:pt x="744" y="3219"/>
                  </a:lnTo>
                  <a:lnTo>
                    <a:pt x="705" y="3219"/>
                  </a:lnTo>
                  <a:lnTo>
                    <a:pt x="667" y="3219"/>
                  </a:lnTo>
                  <a:lnTo>
                    <a:pt x="629" y="3219"/>
                  </a:lnTo>
                  <a:lnTo>
                    <a:pt x="610" y="3219"/>
                  </a:lnTo>
                  <a:lnTo>
                    <a:pt x="572" y="3219"/>
                  </a:lnTo>
                  <a:lnTo>
                    <a:pt x="553" y="3238"/>
                  </a:lnTo>
                  <a:lnTo>
                    <a:pt x="534" y="3238"/>
                  </a:lnTo>
                  <a:lnTo>
                    <a:pt x="515" y="3219"/>
                  </a:lnTo>
                  <a:lnTo>
                    <a:pt x="477" y="3238"/>
                  </a:lnTo>
                  <a:lnTo>
                    <a:pt x="458" y="3276"/>
                  </a:lnTo>
                  <a:lnTo>
                    <a:pt x="439" y="3315"/>
                  </a:lnTo>
                  <a:lnTo>
                    <a:pt x="439" y="3333"/>
                  </a:lnTo>
                  <a:lnTo>
                    <a:pt x="419" y="3371"/>
                  </a:lnTo>
                  <a:lnTo>
                    <a:pt x="400" y="3391"/>
                  </a:lnTo>
                  <a:lnTo>
                    <a:pt x="381" y="3429"/>
                  </a:lnTo>
                  <a:lnTo>
                    <a:pt x="343" y="3429"/>
                  </a:lnTo>
                  <a:lnTo>
                    <a:pt x="343" y="3410"/>
                  </a:lnTo>
                  <a:lnTo>
                    <a:pt x="324" y="3410"/>
                  </a:lnTo>
                  <a:lnTo>
                    <a:pt x="305" y="3429"/>
                  </a:lnTo>
                  <a:lnTo>
                    <a:pt x="286" y="3429"/>
                  </a:lnTo>
                  <a:lnTo>
                    <a:pt x="286" y="3410"/>
                  </a:lnTo>
                  <a:lnTo>
                    <a:pt x="267" y="3410"/>
                  </a:lnTo>
                  <a:lnTo>
                    <a:pt x="248" y="3410"/>
                  </a:lnTo>
                  <a:lnTo>
                    <a:pt x="229" y="3410"/>
                  </a:lnTo>
                  <a:lnTo>
                    <a:pt x="210" y="3429"/>
                  </a:lnTo>
                  <a:lnTo>
                    <a:pt x="191" y="3429"/>
                  </a:lnTo>
                  <a:lnTo>
                    <a:pt x="172" y="3410"/>
                  </a:lnTo>
                  <a:lnTo>
                    <a:pt x="172" y="3391"/>
                  </a:lnTo>
                  <a:lnTo>
                    <a:pt x="153" y="3410"/>
                  </a:lnTo>
                  <a:lnTo>
                    <a:pt x="96" y="3410"/>
                  </a:lnTo>
                  <a:lnTo>
                    <a:pt x="77" y="3410"/>
                  </a:lnTo>
                  <a:lnTo>
                    <a:pt x="58" y="3391"/>
                  </a:lnTo>
                  <a:lnTo>
                    <a:pt x="38" y="3333"/>
                  </a:lnTo>
                  <a:lnTo>
                    <a:pt x="0" y="3315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2" name="Freeform 3">
              <a:extLst>
                <a:ext uri="{FF2B5EF4-FFF2-40B4-BE49-F238E27FC236}">
                  <a16:creationId xmlns:a16="http://schemas.microsoft.com/office/drawing/2014/main" id="{B1FC9C9A-B2A8-68CE-F5C1-DCBF130D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00" y="641350"/>
              <a:ext cx="1001713" cy="1128713"/>
            </a:xfrm>
            <a:custGeom>
              <a:avLst/>
              <a:gdLst>
                <a:gd name="T0" fmla="*/ 2147483646 w 5563"/>
                <a:gd name="T1" fmla="*/ 2147483646 h 6268"/>
                <a:gd name="T2" fmla="*/ 2147483646 w 5563"/>
                <a:gd name="T3" fmla="*/ 2147483646 h 6268"/>
                <a:gd name="T4" fmla="*/ 2147483646 w 5563"/>
                <a:gd name="T5" fmla="*/ 2147483646 h 6268"/>
                <a:gd name="T6" fmla="*/ 2147483646 w 5563"/>
                <a:gd name="T7" fmla="*/ 2147483646 h 6268"/>
                <a:gd name="T8" fmla="*/ 2147483646 w 5563"/>
                <a:gd name="T9" fmla="*/ 2147483646 h 6268"/>
                <a:gd name="T10" fmla="*/ 2147483646 w 5563"/>
                <a:gd name="T11" fmla="*/ 2147483646 h 6268"/>
                <a:gd name="T12" fmla="*/ 2147483646 w 5563"/>
                <a:gd name="T13" fmla="*/ 2147483646 h 6268"/>
                <a:gd name="T14" fmla="*/ 2147483646 w 5563"/>
                <a:gd name="T15" fmla="*/ 2147483646 h 6268"/>
                <a:gd name="T16" fmla="*/ 2147483646 w 5563"/>
                <a:gd name="T17" fmla="*/ 2147483646 h 6268"/>
                <a:gd name="T18" fmla="*/ 2147483646 w 5563"/>
                <a:gd name="T19" fmla="*/ 2147483646 h 6268"/>
                <a:gd name="T20" fmla="*/ 2147483646 w 5563"/>
                <a:gd name="T21" fmla="*/ 2147483646 h 6268"/>
                <a:gd name="T22" fmla="*/ 2147483646 w 5563"/>
                <a:gd name="T23" fmla="*/ 2147483646 h 6268"/>
                <a:gd name="T24" fmla="*/ 2147483646 w 5563"/>
                <a:gd name="T25" fmla="*/ 2147483646 h 6268"/>
                <a:gd name="T26" fmla="*/ 2147483646 w 5563"/>
                <a:gd name="T27" fmla="*/ 2147483646 h 6268"/>
                <a:gd name="T28" fmla="*/ 2147483646 w 5563"/>
                <a:gd name="T29" fmla="*/ 2147483646 h 6268"/>
                <a:gd name="T30" fmla="*/ 2147483646 w 5563"/>
                <a:gd name="T31" fmla="*/ 2147483646 h 6268"/>
                <a:gd name="T32" fmla="*/ 2147483646 w 5563"/>
                <a:gd name="T33" fmla="*/ 2147483646 h 6268"/>
                <a:gd name="T34" fmla="*/ 2147483646 w 5563"/>
                <a:gd name="T35" fmla="*/ 2147483646 h 6268"/>
                <a:gd name="T36" fmla="*/ 2147483646 w 5563"/>
                <a:gd name="T37" fmla="*/ 2147483646 h 6268"/>
                <a:gd name="T38" fmla="*/ 2147483646 w 5563"/>
                <a:gd name="T39" fmla="*/ 2147483646 h 6268"/>
                <a:gd name="T40" fmla="*/ 2147483646 w 5563"/>
                <a:gd name="T41" fmla="*/ 2147483646 h 6268"/>
                <a:gd name="T42" fmla="*/ 2147483646 w 5563"/>
                <a:gd name="T43" fmla="*/ 2147483646 h 6268"/>
                <a:gd name="T44" fmla="*/ 2147483646 w 5563"/>
                <a:gd name="T45" fmla="*/ 2147483646 h 6268"/>
                <a:gd name="T46" fmla="*/ 2147483646 w 5563"/>
                <a:gd name="T47" fmla="*/ 2147483646 h 6268"/>
                <a:gd name="T48" fmla="*/ 2147483646 w 5563"/>
                <a:gd name="T49" fmla="*/ 2147483646 h 6268"/>
                <a:gd name="T50" fmla="*/ 2147483646 w 5563"/>
                <a:gd name="T51" fmla="*/ 2147483646 h 6268"/>
                <a:gd name="T52" fmla="*/ 2147483646 w 5563"/>
                <a:gd name="T53" fmla="*/ 2147483646 h 6268"/>
                <a:gd name="T54" fmla="*/ 2147483646 w 5563"/>
                <a:gd name="T55" fmla="*/ 2147483646 h 6268"/>
                <a:gd name="T56" fmla="*/ 2147483646 w 5563"/>
                <a:gd name="T57" fmla="*/ 2147483646 h 6268"/>
                <a:gd name="T58" fmla="*/ 2147483646 w 5563"/>
                <a:gd name="T59" fmla="*/ 2147483646 h 6268"/>
                <a:gd name="T60" fmla="*/ 2147483646 w 5563"/>
                <a:gd name="T61" fmla="*/ 2147483646 h 6268"/>
                <a:gd name="T62" fmla="*/ 2147483646 w 5563"/>
                <a:gd name="T63" fmla="*/ 2147483646 h 6268"/>
                <a:gd name="T64" fmla="*/ 2147483646 w 5563"/>
                <a:gd name="T65" fmla="*/ 2147483646 h 6268"/>
                <a:gd name="T66" fmla="*/ 2147483646 w 5563"/>
                <a:gd name="T67" fmla="*/ 2147483646 h 6268"/>
                <a:gd name="T68" fmla="*/ 2147483646 w 5563"/>
                <a:gd name="T69" fmla="*/ 2147483646 h 6268"/>
                <a:gd name="T70" fmla="*/ 2147483646 w 5563"/>
                <a:gd name="T71" fmla="*/ 2147483646 h 6268"/>
                <a:gd name="T72" fmla="*/ 2147483646 w 5563"/>
                <a:gd name="T73" fmla="*/ 2147483646 h 6268"/>
                <a:gd name="T74" fmla="*/ 2147483646 w 5563"/>
                <a:gd name="T75" fmla="*/ 2147483646 h 6268"/>
                <a:gd name="T76" fmla="*/ 2147483646 w 5563"/>
                <a:gd name="T77" fmla="*/ 2147483646 h 6268"/>
                <a:gd name="T78" fmla="*/ 2147483646 w 5563"/>
                <a:gd name="T79" fmla="*/ 2147483646 h 6268"/>
                <a:gd name="T80" fmla="*/ 2147483646 w 5563"/>
                <a:gd name="T81" fmla="*/ 2147483646 h 6268"/>
                <a:gd name="T82" fmla="*/ 2147483646 w 5563"/>
                <a:gd name="T83" fmla="*/ 2147483646 h 6268"/>
                <a:gd name="T84" fmla="*/ 2147483646 w 5563"/>
                <a:gd name="T85" fmla="*/ 2147483646 h 6268"/>
                <a:gd name="T86" fmla="*/ 2147483646 w 5563"/>
                <a:gd name="T87" fmla="*/ 2147483646 h 6268"/>
                <a:gd name="T88" fmla="*/ 2147483646 w 5563"/>
                <a:gd name="T89" fmla="*/ 2147483646 h 6268"/>
                <a:gd name="T90" fmla="*/ 2147483646 w 5563"/>
                <a:gd name="T91" fmla="*/ 2147483646 h 6268"/>
                <a:gd name="T92" fmla="*/ 2147483646 w 5563"/>
                <a:gd name="T93" fmla="*/ 2147483646 h 6268"/>
                <a:gd name="T94" fmla="*/ 2147483646 w 5563"/>
                <a:gd name="T95" fmla="*/ 2147483646 h 6268"/>
                <a:gd name="T96" fmla="*/ 2147483646 w 5563"/>
                <a:gd name="T97" fmla="*/ 2147483646 h 6268"/>
                <a:gd name="T98" fmla="*/ 2147483646 w 5563"/>
                <a:gd name="T99" fmla="*/ 2147483646 h 6268"/>
                <a:gd name="T100" fmla="*/ 2147483646 w 5563"/>
                <a:gd name="T101" fmla="*/ 2147483646 h 6268"/>
                <a:gd name="T102" fmla="*/ 2147483646 w 5563"/>
                <a:gd name="T103" fmla="*/ 2147483646 h 6268"/>
                <a:gd name="T104" fmla="*/ 2147483646 w 5563"/>
                <a:gd name="T105" fmla="*/ 2147483646 h 6268"/>
                <a:gd name="T106" fmla="*/ 2147483646 w 5563"/>
                <a:gd name="T107" fmla="*/ 2147483646 h 6268"/>
                <a:gd name="T108" fmla="*/ 2147483646 w 5563"/>
                <a:gd name="T109" fmla="*/ 2147483646 h 6268"/>
                <a:gd name="T110" fmla="*/ 2147483646 w 5563"/>
                <a:gd name="T111" fmla="*/ 2147483646 h 6268"/>
                <a:gd name="T112" fmla="*/ 2147483646 w 5563"/>
                <a:gd name="T113" fmla="*/ 2147483646 h 6268"/>
                <a:gd name="T114" fmla="*/ 2147483646 w 5563"/>
                <a:gd name="T115" fmla="*/ 2147483646 h 6268"/>
                <a:gd name="T116" fmla="*/ 2147483646 w 5563"/>
                <a:gd name="T117" fmla="*/ 2147483646 h 6268"/>
                <a:gd name="T118" fmla="*/ 2147483646 w 5563"/>
                <a:gd name="T119" fmla="*/ 2147483646 h 6268"/>
                <a:gd name="T120" fmla="*/ 2147483646 w 5563"/>
                <a:gd name="T121" fmla="*/ 2147483646 h 6268"/>
                <a:gd name="T122" fmla="*/ 2147483646 w 5563"/>
                <a:gd name="T123" fmla="*/ 2147483646 h 6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563" h="6268">
                  <a:moveTo>
                    <a:pt x="3809" y="57"/>
                  </a:moveTo>
                  <a:lnTo>
                    <a:pt x="3847" y="57"/>
                  </a:lnTo>
                  <a:lnTo>
                    <a:pt x="3866" y="57"/>
                  </a:lnTo>
                  <a:lnTo>
                    <a:pt x="3923" y="57"/>
                  </a:lnTo>
                  <a:lnTo>
                    <a:pt x="3942" y="57"/>
                  </a:lnTo>
                  <a:lnTo>
                    <a:pt x="3962" y="76"/>
                  </a:lnTo>
                  <a:lnTo>
                    <a:pt x="3981" y="76"/>
                  </a:lnTo>
                  <a:lnTo>
                    <a:pt x="4038" y="76"/>
                  </a:lnTo>
                  <a:lnTo>
                    <a:pt x="4057" y="76"/>
                  </a:lnTo>
                  <a:lnTo>
                    <a:pt x="4076" y="95"/>
                  </a:lnTo>
                  <a:lnTo>
                    <a:pt x="4094" y="76"/>
                  </a:lnTo>
                  <a:lnTo>
                    <a:pt x="4094" y="57"/>
                  </a:lnTo>
                  <a:lnTo>
                    <a:pt x="4114" y="57"/>
                  </a:lnTo>
                  <a:lnTo>
                    <a:pt x="4133" y="57"/>
                  </a:lnTo>
                  <a:lnTo>
                    <a:pt x="4171" y="76"/>
                  </a:lnTo>
                  <a:lnTo>
                    <a:pt x="4190" y="76"/>
                  </a:lnTo>
                  <a:lnTo>
                    <a:pt x="4209" y="57"/>
                  </a:lnTo>
                  <a:lnTo>
                    <a:pt x="4247" y="19"/>
                  </a:lnTo>
                  <a:lnTo>
                    <a:pt x="4266" y="19"/>
                  </a:lnTo>
                  <a:lnTo>
                    <a:pt x="4304" y="0"/>
                  </a:lnTo>
                  <a:lnTo>
                    <a:pt x="4323" y="19"/>
                  </a:lnTo>
                  <a:lnTo>
                    <a:pt x="4343" y="38"/>
                  </a:lnTo>
                  <a:lnTo>
                    <a:pt x="4380" y="19"/>
                  </a:lnTo>
                  <a:lnTo>
                    <a:pt x="4380" y="38"/>
                  </a:lnTo>
                  <a:lnTo>
                    <a:pt x="4419" y="95"/>
                  </a:lnTo>
                  <a:lnTo>
                    <a:pt x="4419" y="114"/>
                  </a:lnTo>
                  <a:lnTo>
                    <a:pt x="4438" y="134"/>
                  </a:lnTo>
                  <a:lnTo>
                    <a:pt x="4495" y="153"/>
                  </a:lnTo>
                  <a:lnTo>
                    <a:pt x="4514" y="171"/>
                  </a:lnTo>
                  <a:lnTo>
                    <a:pt x="4514" y="190"/>
                  </a:lnTo>
                  <a:lnTo>
                    <a:pt x="4495" y="248"/>
                  </a:lnTo>
                  <a:lnTo>
                    <a:pt x="4495" y="286"/>
                  </a:lnTo>
                  <a:lnTo>
                    <a:pt x="4495" y="305"/>
                  </a:lnTo>
                  <a:lnTo>
                    <a:pt x="4495" y="324"/>
                  </a:lnTo>
                  <a:lnTo>
                    <a:pt x="4475" y="362"/>
                  </a:lnTo>
                  <a:lnTo>
                    <a:pt x="4475" y="419"/>
                  </a:lnTo>
                  <a:lnTo>
                    <a:pt x="4457" y="457"/>
                  </a:lnTo>
                  <a:lnTo>
                    <a:pt x="4475" y="495"/>
                  </a:lnTo>
                  <a:lnTo>
                    <a:pt x="4475" y="515"/>
                  </a:lnTo>
                  <a:lnTo>
                    <a:pt x="4457" y="533"/>
                  </a:lnTo>
                  <a:lnTo>
                    <a:pt x="4419" y="571"/>
                  </a:lnTo>
                  <a:lnTo>
                    <a:pt x="4419" y="591"/>
                  </a:lnTo>
                  <a:lnTo>
                    <a:pt x="4419" y="610"/>
                  </a:lnTo>
                  <a:lnTo>
                    <a:pt x="4419" y="629"/>
                  </a:lnTo>
                  <a:lnTo>
                    <a:pt x="4399" y="629"/>
                  </a:lnTo>
                  <a:lnTo>
                    <a:pt x="4380" y="629"/>
                  </a:lnTo>
                  <a:lnTo>
                    <a:pt x="4343" y="667"/>
                  </a:lnTo>
                  <a:lnTo>
                    <a:pt x="4343" y="686"/>
                  </a:lnTo>
                  <a:lnTo>
                    <a:pt x="4343" y="705"/>
                  </a:lnTo>
                  <a:lnTo>
                    <a:pt x="4361" y="705"/>
                  </a:lnTo>
                  <a:lnTo>
                    <a:pt x="4380" y="724"/>
                  </a:lnTo>
                  <a:lnTo>
                    <a:pt x="4399" y="724"/>
                  </a:lnTo>
                  <a:lnTo>
                    <a:pt x="4399" y="705"/>
                  </a:lnTo>
                  <a:lnTo>
                    <a:pt x="4419" y="705"/>
                  </a:lnTo>
                  <a:lnTo>
                    <a:pt x="4438" y="705"/>
                  </a:lnTo>
                  <a:lnTo>
                    <a:pt x="4438" y="724"/>
                  </a:lnTo>
                  <a:lnTo>
                    <a:pt x="4457" y="724"/>
                  </a:lnTo>
                  <a:lnTo>
                    <a:pt x="4475" y="724"/>
                  </a:lnTo>
                  <a:lnTo>
                    <a:pt x="4495" y="724"/>
                  </a:lnTo>
                  <a:lnTo>
                    <a:pt x="4514" y="724"/>
                  </a:lnTo>
                  <a:lnTo>
                    <a:pt x="4533" y="724"/>
                  </a:lnTo>
                  <a:lnTo>
                    <a:pt x="4552" y="724"/>
                  </a:lnTo>
                  <a:lnTo>
                    <a:pt x="4571" y="743"/>
                  </a:lnTo>
                  <a:lnTo>
                    <a:pt x="4590" y="743"/>
                  </a:lnTo>
                  <a:lnTo>
                    <a:pt x="4609" y="743"/>
                  </a:lnTo>
                  <a:lnTo>
                    <a:pt x="4628" y="743"/>
                  </a:lnTo>
                  <a:lnTo>
                    <a:pt x="4609" y="743"/>
                  </a:lnTo>
                  <a:lnTo>
                    <a:pt x="4628" y="762"/>
                  </a:lnTo>
                  <a:lnTo>
                    <a:pt x="4647" y="762"/>
                  </a:lnTo>
                  <a:lnTo>
                    <a:pt x="4666" y="762"/>
                  </a:lnTo>
                  <a:lnTo>
                    <a:pt x="4685" y="762"/>
                  </a:lnTo>
                  <a:lnTo>
                    <a:pt x="4742" y="800"/>
                  </a:lnTo>
                  <a:lnTo>
                    <a:pt x="4761" y="819"/>
                  </a:lnTo>
                  <a:lnTo>
                    <a:pt x="4780" y="838"/>
                  </a:lnTo>
                  <a:lnTo>
                    <a:pt x="4800" y="838"/>
                  </a:lnTo>
                  <a:lnTo>
                    <a:pt x="4800" y="857"/>
                  </a:lnTo>
                  <a:lnTo>
                    <a:pt x="4780" y="876"/>
                  </a:lnTo>
                  <a:lnTo>
                    <a:pt x="4761" y="896"/>
                  </a:lnTo>
                  <a:lnTo>
                    <a:pt x="4742" y="914"/>
                  </a:lnTo>
                  <a:lnTo>
                    <a:pt x="4742" y="933"/>
                  </a:lnTo>
                  <a:lnTo>
                    <a:pt x="4761" y="933"/>
                  </a:lnTo>
                  <a:lnTo>
                    <a:pt x="4761" y="952"/>
                  </a:lnTo>
                  <a:lnTo>
                    <a:pt x="4742" y="952"/>
                  </a:lnTo>
                  <a:lnTo>
                    <a:pt x="4742" y="972"/>
                  </a:lnTo>
                  <a:lnTo>
                    <a:pt x="4742" y="991"/>
                  </a:lnTo>
                  <a:lnTo>
                    <a:pt x="4742" y="1010"/>
                  </a:lnTo>
                  <a:lnTo>
                    <a:pt x="4761" y="1028"/>
                  </a:lnTo>
                  <a:lnTo>
                    <a:pt x="4800" y="1048"/>
                  </a:lnTo>
                  <a:lnTo>
                    <a:pt x="4838" y="1067"/>
                  </a:lnTo>
                  <a:lnTo>
                    <a:pt x="4819" y="1086"/>
                  </a:lnTo>
                  <a:lnTo>
                    <a:pt x="4819" y="1124"/>
                  </a:lnTo>
                  <a:lnTo>
                    <a:pt x="4856" y="1162"/>
                  </a:lnTo>
                  <a:lnTo>
                    <a:pt x="4876" y="1181"/>
                  </a:lnTo>
                  <a:lnTo>
                    <a:pt x="4876" y="1200"/>
                  </a:lnTo>
                  <a:lnTo>
                    <a:pt x="4876" y="1219"/>
                  </a:lnTo>
                  <a:lnTo>
                    <a:pt x="4895" y="1219"/>
                  </a:lnTo>
                  <a:lnTo>
                    <a:pt x="4914" y="1219"/>
                  </a:lnTo>
                  <a:lnTo>
                    <a:pt x="4933" y="1238"/>
                  </a:lnTo>
                  <a:lnTo>
                    <a:pt x="4933" y="1257"/>
                  </a:lnTo>
                  <a:lnTo>
                    <a:pt x="4914" y="1277"/>
                  </a:lnTo>
                  <a:lnTo>
                    <a:pt x="4895" y="1277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76" y="1353"/>
                  </a:lnTo>
                  <a:lnTo>
                    <a:pt x="4876" y="1372"/>
                  </a:lnTo>
                  <a:lnTo>
                    <a:pt x="4856" y="1391"/>
                  </a:lnTo>
                  <a:lnTo>
                    <a:pt x="4819" y="1409"/>
                  </a:lnTo>
                  <a:lnTo>
                    <a:pt x="4800" y="1409"/>
                  </a:lnTo>
                  <a:lnTo>
                    <a:pt x="4800" y="1448"/>
                  </a:lnTo>
                  <a:lnTo>
                    <a:pt x="4800" y="1467"/>
                  </a:lnTo>
                  <a:lnTo>
                    <a:pt x="4800" y="1486"/>
                  </a:lnTo>
                  <a:lnTo>
                    <a:pt x="4780" y="1486"/>
                  </a:lnTo>
                  <a:lnTo>
                    <a:pt x="4761" y="1505"/>
                  </a:lnTo>
                  <a:lnTo>
                    <a:pt x="4724" y="1524"/>
                  </a:lnTo>
                  <a:lnTo>
                    <a:pt x="4647" y="1562"/>
                  </a:lnTo>
                  <a:lnTo>
                    <a:pt x="4628" y="1581"/>
                  </a:lnTo>
                  <a:lnTo>
                    <a:pt x="4628" y="1619"/>
                  </a:lnTo>
                  <a:lnTo>
                    <a:pt x="4647" y="1638"/>
                  </a:lnTo>
                  <a:lnTo>
                    <a:pt x="4666" y="1657"/>
                  </a:lnTo>
                  <a:lnTo>
                    <a:pt x="4666" y="1676"/>
                  </a:lnTo>
                  <a:lnTo>
                    <a:pt x="4647" y="1714"/>
                  </a:lnTo>
                  <a:lnTo>
                    <a:pt x="4647" y="1734"/>
                  </a:lnTo>
                  <a:lnTo>
                    <a:pt x="4666" y="1714"/>
                  </a:lnTo>
                  <a:lnTo>
                    <a:pt x="4666" y="1771"/>
                  </a:lnTo>
                  <a:lnTo>
                    <a:pt x="4666" y="1790"/>
                  </a:lnTo>
                  <a:lnTo>
                    <a:pt x="4647" y="1790"/>
                  </a:lnTo>
                  <a:lnTo>
                    <a:pt x="4647" y="1810"/>
                  </a:lnTo>
                  <a:lnTo>
                    <a:pt x="4628" y="1829"/>
                  </a:lnTo>
                  <a:lnTo>
                    <a:pt x="4609" y="1867"/>
                  </a:lnTo>
                  <a:lnTo>
                    <a:pt x="4609" y="1886"/>
                  </a:lnTo>
                  <a:lnTo>
                    <a:pt x="4590" y="1924"/>
                  </a:lnTo>
                  <a:lnTo>
                    <a:pt x="4590" y="1943"/>
                  </a:lnTo>
                  <a:lnTo>
                    <a:pt x="4571" y="1943"/>
                  </a:lnTo>
                  <a:lnTo>
                    <a:pt x="4571" y="1962"/>
                  </a:lnTo>
                  <a:lnTo>
                    <a:pt x="4590" y="1981"/>
                  </a:lnTo>
                  <a:lnTo>
                    <a:pt x="4571" y="1981"/>
                  </a:lnTo>
                  <a:lnTo>
                    <a:pt x="4571" y="2000"/>
                  </a:lnTo>
                  <a:lnTo>
                    <a:pt x="4590" y="2000"/>
                  </a:lnTo>
                  <a:lnTo>
                    <a:pt x="4571" y="2019"/>
                  </a:lnTo>
                  <a:lnTo>
                    <a:pt x="4552" y="2019"/>
                  </a:lnTo>
                  <a:lnTo>
                    <a:pt x="4533" y="2057"/>
                  </a:lnTo>
                  <a:lnTo>
                    <a:pt x="4533" y="2095"/>
                  </a:lnTo>
                  <a:lnTo>
                    <a:pt x="4514" y="2115"/>
                  </a:lnTo>
                  <a:lnTo>
                    <a:pt x="4533" y="2171"/>
                  </a:lnTo>
                  <a:lnTo>
                    <a:pt x="4514" y="2190"/>
                  </a:lnTo>
                  <a:lnTo>
                    <a:pt x="4495" y="2267"/>
                  </a:lnTo>
                  <a:lnTo>
                    <a:pt x="4495" y="2419"/>
                  </a:lnTo>
                  <a:lnTo>
                    <a:pt x="4495" y="2438"/>
                  </a:lnTo>
                  <a:lnTo>
                    <a:pt x="4533" y="2496"/>
                  </a:lnTo>
                  <a:lnTo>
                    <a:pt x="4533" y="2514"/>
                  </a:lnTo>
                  <a:lnTo>
                    <a:pt x="4552" y="2514"/>
                  </a:lnTo>
                  <a:lnTo>
                    <a:pt x="4552" y="2533"/>
                  </a:lnTo>
                  <a:lnTo>
                    <a:pt x="4552" y="2552"/>
                  </a:lnTo>
                  <a:lnTo>
                    <a:pt x="4552" y="2572"/>
                  </a:lnTo>
                  <a:lnTo>
                    <a:pt x="4590" y="2628"/>
                  </a:lnTo>
                  <a:lnTo>
                    <a:pt x="4590" y="2648"/>
                  </a:lnTo>
                  <a:lnTo>
                    <a:pt x="4590" y="2667"/>
                  </a:lnTo>
                  <a:lnTo>
                    <a:pt x="4590" y="2686"/>
                  </a:lnTo>
                  <a:lnTo>
                    <a:pt x="4571" y="2705"/>
                  </a:lnTo>
                  <a:lnTo>
                    <a:pt x="4590" y="2724"/>
                  </a:lnTo>
                  <a:lnTo>
                    <a:pt x="4609" y="2743"/>
                  </a:lnTo>
                  <a:lnTo>
                    <a:pt x="4647" y="2762"/>
                  </a:lnTo>
                  <a:lnTo>
                    <a:pt x="4666" y="2781"/>
                  </a:lnTo>
                  <a:lnTo>
                    <a:pt x="4685" y="2781"/>
                  </a:lnTo>
                  <a:lnTo>
                    <a:pt x="4685" y="2800"/>
                  </a:lnTo>
                  <a:lnTo>
                    <a:pt x="4704" y="2800"/>
                  </a:lnTo>
                  <a:lnTo>
                    <a:pt x="4724" y="2800"/>
                  </a:lnTo>
                  <a:lnTo>
                    <a:pt x="4742" y="2819"/>
                  </a:lnTo>
                  <a:lnTo>
                    <a:pt x="4742" y="2857"/>
                  </a:lnTo>
                  <a:lnTo>
                    <a:pt x="4742" y="2877"/>
                  </a:lnTo>
                  <a:lnTo>
                    <a:pt x="4742" y="2914"/>
                  </a:lnTo>
                  <a:lnTo>
                    <a:pt x="4742" y="2953"/>
                  </a:lnTo>
                  <a:lnTo>
                    <a:pt x="4742" y="2972"/>
                  </a:lnTo>
                  <a:lnTo>
                    <a:pt x="4724" y="2991"/>
                  </a:lnTo>
                  <a:lnTo>
                    <a:pt x="4724" y="3009"/>
                  </a:lnTo>
                  <a:lnTo>
                    <a:pt x="4742" y="3029"/>
                  </a:lnTo>
                  <a:lnTo>
                    <a:pt x="4742" y="3048"/>
                  </a:lnTo>
                  <a:lnTo>
                    <a:pt x="4742" y="3067"/>
                  </a:lnTo>
                  <a:lnTo>
                    <a:pt x="4742" y="3086"/>
                  </a:lnTo>
                  <a:lnTo>
                    <a:pt x="4742" y="3105"/>
                  </a:lnTo>
                  <a:lnTo>
                    <a:pt x="4724" y="3124"/>
                  </a:lnTo>
                  <a:lnTo>
                    <a:pt x="4724" y="3143"/>
                  </a:lnTo>
                  <a:lnTo>
                    <a:pt x="4724" y="3162"/>
                  </a:lnTo>
                  <a:lnTo>
                    <a:pt x="4724" y="3181"/>
                  </a:lnTo>
                  <a:lnTo>
                    <a:pt x="4724" y="3200"/>
                  </a:lnTo>
                  <a:lnTo>
                    <a:pt x="4742" y="3200"/>
                  </a:lnTo>
                  <a:lnTo>
                    <a:pt x="4761" y="3200"/>
                  </a:lnTo>
                  <a:lnTo>
                    <a:pt x="4780" y="3200"/>
                  </a:lnTo>
                  <a:lnTo>
                    <a:pt x="4800" y="3219"/>
                  </a:lnTo>
                  <a:lnTo>
                    <a:pt x="4819" y="3219"/>
                  </a:lnTo>
                  <a:lnTo>
                    <a:pt x="4838" y="3219"/>
                  </a:lnTo>
                  <a:lnTo>
                    <a:pt x="4819" y="3258"/>
                  </a:lnTo>
                  <a:lnTo>
                    <a:pt x="4800" y="3276"/>
                  </a:lnTo>
                  <a:lnTo>
                    <a:pt x="4800" y="3295"/>
                  </a:lnTo>
                  <a:lnTo>
                    <a:pt x="4819" y="3314"/>
                  </a:lnTo>
                  <a:lnTo>
                    <a:pt x="4838" y="3314"/>
                  </a:lnTo>
                  <a:lnTo>
                    <a:pt x="4838" y="3334"/>
                  </a:lnTo>
                  <a:lnTo>
                    <a:pt x="4856" y="3334"/>
                  </a:lnTo>
                  <a:lnTo>
                    <a:pt x="4876" y="3314"/>
                  </a:lnTo>
                  <a:lnTo>
                    <a:pt x="4895" y="3314"/>
                  </a:lnTo>
                  <a:lnTo>
                    <a:pt x="4914" y="3334"/>
                  </a:lnTo>
                  <a:lnTo>
                    <a:pt x="4933" y="3334"/>
                  </a:lnTo>
                  <a:lnTo>
                    <a:pt x="4971" y="3390"/>
                  </a:lnTo>
                  <a:lnTo>
                    <a:pt x="4971" y="3410"/>
                  </a:lnTo>
                  <a:lnTo>
                    <a:pt x="5009" y="3429"/>
                  </a:lnTo>
                  <a:lnTo>
                    <a:pt x="5028" y="3467"/>
                  </a:lnTo>
                  <a:lnTo>
                    <a:pt x="5047" y="3486"/>
                  </a:lnTo>
                  <a:lnTo>
                    <a:pt x="5066" y="3486"/>
                  </a:lnTo>
                  <a:lnTo>
                    <a:pt x="5066" y="3505"/>
                  </a:lnTo>
                  <a:lnTo>
                    <a:pt x="5085" y="3505"/>
                  </a:lnTo>
                  <a:lnTo>
                    <a:pt x="5105" y="3505"/>
                  </a:lnTo>
                  <a:lnTo>
                    <a:pt x="5123" y="3505"/>
                  </a:lnTo>
                  <a:lnTo>
                    <a:pt x="5123" y="3524"/>
                  </a:lnTo>
                  <a:lnTo>
                    <a:pt x="5123" y="3543"/>
                  </a:lnTo>
                  <a:lnTo>
                    <a:pt x="5142" y="3562"/>
                  </a:lnTo>
                  <a:lnTo>
                    <a:pt x="5161" y="3581"/>
                  </a:lnTo>
                  <a:lnTo>
                    <a:pt x="5181" y="3619"/>
                  </a:lnTo>
                  <a:lnTo>
                    <a:pt x="5200" y="3638"/>
                  </a:lnTo>
                  <a:lnTo>
                    <a:pt x="5276" y="3657"/>
                  </a:lnTo>
                  <a:lnTo>
                    <a:pt x="5428" y="3695"/>
                  </a:lnTo>
                  <a:lnTo>
                    <a:pt x="5466" y="3715"/>
                  </a:lnTo>
                  <a:lnTo>
                    <a:pt x="5562" y="4724"/>
                  </a:lnTo>
                  <a:lnTo>
                    <a:pt x="4704" y="4724"/>
                  </a:lnTo>
                  <a:lnTo>
                    <a:pt x="4475" y="4724"/>
                  </a:lnTo>
                  <a:lnTo>
                    <a:pt x="4457" y="4743"/>
                  </a:lnTo>
                  <a:lnTo>
                    <a:pt x="4438" y="4762"/>
                  </a:lnTo>
                  <a:lnTo>
                    <a:pt x="4438" y="4781"/>
                  </a:lnTo>
                  <a:lnTo>
                    <a:pt x="4419" y="4781"/>
                  </a:lnTo>
                  <a:lnTo>
                    <a:pt x="4399" y="4800"/>
                  </a:lnTo>
                  <a:lnTo>
                    <a:pt x="4380" y="4800"/>
                  </a:lnTo>
                  <a:lnTo>
                    <a:pt x="4380" y="4819"/>
                  </a:lnTo>
                  <a:lnTo>
                    <a:pt x="4361" y="4838"/>
                  </a:lnTo>
                  <a:lnTo>
                    <a:pt x="4380" y="4858"/>
                  </a:lnTo>
                  <a:lnTo>
                    <a:pt x="4361" y="4876"/>
                  </a:lnTo>
                  <a:lnTo>
                    <a:pt x="4343" y="4934"/>
                  </a:lnTo>
                  <a:lnTo>
                    <a:pt x="4304" y="4972"/>
                  </a:lnTo>
                  <a:lnTo>
                    <a:pt x="4285" y="4972"/>
                  </a:lnTo>
                  <a:lnTo>
                    <a:pt x="4285" y="4990"/>
                  </a:lnTo>
                  <a:lnTo>
                    <a:pt x="4285" y="5010"/>
                  </a:lnTo>
                  <a:lnTo>
                    <a:pt x="4266" y="5029"/>
                  </a:lnTo>
                  <a:lnTo>
                    <a:pt x="4266" y="5048"/>
                  </a:lnTo>
                  <a:lnTo>
                    <a:pt x="4266" y="5067"/>
                  </a:lnTo>
                  <a:lnTo>
                    <a:pt x="4228" y="5124"/>
                  </a:lnTo>
                  <a:lnTo>
                    <a:pt x="4209" y="5143"/>
                  </a:lnTo>
                  <a:lnTo>
                    <a:pt x="4209" y="5162"/>
                  </a:lnTo>
                  <a:lnTo>
                    <a:pt x="4209" y="5200"/>
                  </a:lnTo>
                  <a:lnTo>
                    <a:pt x="4209" y="5219"/>
                  </a:lnTo>
                  <a:lnTo>
                    <a:pt x="4190" y="5257"/>
                  </a:lnTo>
                  <a:lnTo>
                    <a:pt x="4171" y="5295"/>
                  </a:lnTo>
                  <a:lnTo>
                    <a:pt x="4152" y="5315"/>
                  </a:lnTo>
                  <a:lnTo>
                    <a:pt x="4152" y="5334"/>
                  </a:lnTo>
                  <a:lnTo>
                    <a:pt x="4152" y="5353"/>
                  </a:lnTo>
                  <a:lnTo>
                    <a:pt x="4133" y="5353"/>
                  </a:lnTo>
                  <a:lnTo>
                    <a:pt x="4133" y="5371"/>
                  </a:lnTo>
                  <a:lnTo>
                    <a:pt x="4133" y="5410"/>
                  </a:lnTo>
                  <a:lnTo>
                    <a:pt x="4133" y="5429"/>
                  </a:lnTo>
                  <a:lnTo>
                    <a:pt x="4133" y="5448"/>
                  </a:lnTo>
                  <a:lnTo>
                    <a:pt x="4152" y="5448"/>
                  </a:lnTo>
                  <a:lnTo>
                    <a:pt x="4209" y="5524"/>
                  </a:lnTo>
                  <a:lnTo>
                    <a:pt x="4209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00"/>
                  </a:lnTo>
                  <a:lnTo>
                    <a:pt x="4152" y="5600"/>
                  </a:lnTo>
                  <a:lnTo>
                    <a:pt x="4114" y="5619"/>
                  </a:lnTo>
                  <a:lnTo>
                    <a:pt x="4057" y="5619"/>
                  </a:lnTo>
                  <a:lnTo>
                    <a:pt x="4057" y="5638"/>
                  </a:lnTo>
                  <a:lnTo>
                    <a:pt x="4038" y="5638"/>
                  </a:lnTo>
                  <a:lnTo>
                    <a:pt x="4038" y="5657"/>
                  </a:lnTo>
                  <a:lnTo>
                    <a:pt x="4038" y="5676"/>
                  </a:lnTo>
                  <a:lnTo>
                    <a:pt x="4018" y="5696"/>
                  </a:lnTo>
                  <a:lnTo>
                    <a:pt x="4018" y="5715"/>
                  </a:lnTo>
                  <a:lnTo>
                    <a:pt x="3999" y="5715"/>
                  </a:lnTo>
                  <a:lnTo>
                    <a:pt x="3981" y="5715"/>
                  </a:lnTo>
                  <a:lnTo>
                    <a:pt x="3962" y="5715"/>
                  </a:lnTo>
                  <a:lnTo>
                    <a:pt x="3942" y="5715"/>
                  </a:lnTo>
                  <a:lnTo>
                    <a:pt x="3923" y="5715"/>
                  </a:lnTo>
                  <a:lnTo>
                    <a:pt x="3923" y="5733"/>
                  </a:lnTo>
                  <a:lnTo>
                    <a:pt x="3904" y="5733"/>
                  </a:lnTo>
                  <a:lnTo>
                    <a:pt x="3885" y="5733"/>
                  </a:lnTo>
                  <a:lnTo>
                    <a:pt x="3866" y="5733"/>
                  </a:lnTo>
                  <a:lnTo>
                    <a:pt x="3809" y="5733"/>
                  </a:lnTo>
                  <a:lnTo>
                    <a:pt x="3790" y="5733"/>
                  </a:lnTo>
                  <a:lnTo>
                    <a:pt x="3790" y="5715"/>
                  </a:lnTo>
                  <a:lnTo>
                    <a:pt x="3790" y="5696"/>
                  </a:lnTo>
                  <a:lnTo>
                    <a:pt x="3790" y="5676"/>
                  </a:lnTo>
                  <a:lnTo>
                    <a:pt x="3771" y="5657"/>
                  </a:lnTo>
                  <a:lnTo>
                    <a:pt x="3771" y="5638"/>
                  </a:lnTo>
                  <a:lnTo>
                    <a:pt x="3752" y="5581"/>
                  </a:lnTo>
                  <a:lnTo>
                    <a:pt x="3733" y="5581"/>
                  </a:lnTo>
                  <a:lnTo>
                    <a:pt x="3714" y="5562"/>
                  </a:lnTo>
                  <a:lnTo>
                    <a:pt x="3695" y="5524"/>
                  </a:lnTo>
                  <a:lnTo>
                    <a:pt x="3676" y="5524"/>
                  </a:lnTo>
                  <a:lnTo>
                    <a:pt x="3657" y="5505"/>
                  </a:lnTo>
                  <a:lnTo>
                    <a:pt x="3637" y="5505"/>
                  </a:lnTo>
                  <a:lnTo>
                    <a:pt x="3637" y="5486"/>
                  </a:lnTo>
                  <a:lnTo>
                    <a:pt x="3637" y="5467"/>
                  </a:lnTo>
                  <a:lnTo>
                    <a:pt x="3618" y="5448"/>
                  </a:lnTo>
                  <a:lnTo>
                    <a:pt x="3600" y="5448"/>
                  </a:lnTo>
                  <a:lnTo>
                    <a:pt x="3561" y="5448"/>
                  </a:lnTo>
                  <a:lnTo>
                    <a:pt x="3504" y="5429"/>
                  </a:lnTo>
                  <a:lnTo>
                    <a:pt x="3485" y="5410"/>
                  </a:lnTo>
                  <a:lnTo>
                    <a:pt x="3466" y="5410"/>
                  </a:lnTo>
                  <a:lnTo>
                    <a:pt x="3466" y="5391"/>
                  </a:lnTo>
                  <a:lnTo>
                    <a:pt x="3447" y="5391"/>
                  </a:lnTo>
                  <a:lnTo>
                    <a:pt x="3428" y="5391"/>
                  </a:lnTo>
                  <a:lnTo>
                    <a:pt x="3409" y="5391"/>
                  </a:lnTo>
                  <a:lnTo>
                    <a:pt x="3390" y="5391"/>
                  </a:lnTo>
                  <a:lnTo>
                    <a:pt x="3371" y="5391"/>
                  </a:lnTo>
                  <a:lnTo>
                    <a:pt x="3352" y="5391"/>
                  </a:lnTo>
                  <a:lnTo>
                    <a:pt x="3352" y="5410"/>
                  </a:lnTo>
                  <a:lnTo>
                    <a:pt x="3352" y="5429"/>
                  </a:lnTo>
                  <a:lnTo>
                    <a:pt x="3333" y="5448"/>
                  </a:lnTo>
                  <a:lnTo>
                    <a:pt x="3314" y="5448"/>
                  </a:lnTo>
                  <a:lnTo>
                    <a:pt x="3237" y="5486"/>
                  </a:lnTo>
                  <a:lnTo>
                    <a:pt x="3219" y="5486"/>
                  </a:lnTo>
                  <a:lnTo>
                    <a:pt x="3200" y="5486"/>
                  </a:lnTo>
                  <a:lnTo>
                    <a:pt x="3142" y="5524"/>
                  </a:lnTo>
                  <a:lnTo>
                    <a:pt x="3123" y="5543"/>
                  </a:lnTo>
                  <a:lnTo>
                    <a:pt x="3104" y="5562"/>
                  </a:lnTo>
                  <a:lnTo>
                    <a:pt x="3104" y="5581"/>
                  </a:lnTo>
                  <a:lnTo>
                    <a:pt x="3085" y="5600"/>
                  </a:lnTo>
                  <a:lnTo>
                    <a:pt x="3066" y="5600"/>
                  </a:lnTo>
                  <a:lnTo>
                    <a:pt x="3066" y="5619"/>
                  </a:lnTo>
                  <a:lnTo>
                    <a:pt x="3047" y="5657"/>
                  </a:lnTo>
                  <a:lnTo>
                    <a:pt x="3047" y="5715"/>
                  </a:lnTo>
                  <a:lnTo>
                    <a:pt x="3028" y="5772"/>
                  </a:lnTo>
                  <a:lnTo>
                    <a:pt x="3028" y="5791"/>
                  </a:lnTo>
                  <a:lnTo>
                    <a:pt x="3009" y="5791"/>
                  </a:lnTo>
                  <a:lnTo>
                    <a:pt x="3028" y="5810"/>
                  </a:lnTo>
                  <a:lnTo>
                    <a:pt x="3047" y="5886"/>
                  </a:lnTo>
                  <a:lnTo>
                    <a:pt x="3047" y="5905"/>
                  </a:lnTo>
                  <a:lnTo>
                    <a:pt x="3028" y="5924"/>
                  </a:lnTo>
                  <a:lnTo>
                    <a:pt x="3028" y="5943"/>
                  </a:lnTo>
                  <a:lnTo>
                    <a:pt x="3028" y="5962"/>
                  </a:lnTo>
                  <a:lnTo>
                    <a:pt x="3028" y="6000"/>
                  </a:lnTo>
                  <a:lnTo>
                    <a:pt x="3009" y="6057"/>
                  </a:lnTo>
                  <a:lnTo>
                    <a:pt x="2990" y="6133"/>
                  </a:lnTo>
                  <a:lnTo>
                    <a:pt x="2990" y="6153"/>
                  </a:lnTo>
                  <a:lnTo>
                    <a:pt x="3009" y="6248"/>
                  </a:lnTo>
                  <a:lnTo>
                    <a:pt x="3009" y="6267"/>
                  </a:lnTo>
                  <a:lnTo>
                    <a:pt x="2990" y="6248"/>
                  </a:lnTo>
                  <a:lnTo>
                    <a:pt x="2971" y="6248"/>
                  </a:lnTo>
                  <a:lnTo>
                    <a:pt x="2933" y="6248"/>
                  </a:lnTo>
                  <a:lnTo>
                    <a:pt x="2895" y="6248"/>
                  </a:lnTo>
                  <a:lnTo>
                    <a:pt x="2895" y="6229"/>
                  </a:lnTo>
                  <a:lnTo>
                    <a:pt x="2875" y="6229"/>
                  </a:lnTo>
                  <a:lnTo>
                    <a:pt x="2875" y="6210"/>
                  </a:lnTo>
                  <a:lnTo>
                    <a:pt x="2857" y="6210"/>
                  </a:lnTo>
                  <a:lnTo>
                    <a:pt x="2838" y="6210"/>
                  </a:lnTo>
                  <a:lnTo>
                    <a:pt x="2799" y="6229"/>
                  </a:lnTo>
                  <a:lnTo>
                    <a:pt x="2780" y="6229"/>
                  </a:lnTo>
                  <a:lnTo>
                    <a:pt x="2761" y="6229"/>
                  </a:lnTo>
                  <a:lnTo>
                    <a:pt x="2743" y="6229"/>
                  </a:lnTo>
                  <a:lnTo>
                    <a:pt x="2743" y="6210"/>
                  </a:lnTo>
                  <a:lnTo>
                    <a:pt x="2685" y="6096"/>
                  </a:lnTo>
                  <a:lnTo>
                    <a:pt x="2666" y="6077"/>
                  </a:lnTo>
                  <a:lnTo>
                    <a:pt x="2647" y="6077"/>
                  </a:lnTo>
                  <a:lnTo>
                    <a:pt x="2628" y="6057"/>
                  </a:lnTo>
                  <a:lnTo>
                    <a:pt x="2628" y="6038"/>
                  </a:lnTo>
                  <a:lnTo>
                    <a:pt x="2609" y="6019"/>
                  </a:lnTo>
                  <a:lnTo>
                    <a:pt x="2609" y="6000"/>
                  </a:lnTo>
                  <a:lnTo>
                    <a:pt x="2590" y="6000"/>
                  </a:lnTo>
                  <a:lnTo>
                    <a:pt x="2552" y="5981"/>
                  </a:lnTo>
                  <a:lnTo>
                    <a:pt x="2494" y="5924"/>
                  </a:lnTo>
                  <a:lnTo>
                    <a:pt x="2476" y="5924"/>
                  </a:lnTo>
                  <a:lnTo>
                    <a:pt x="2457" y="5924"/>
                  </a:lnTo>
                  <a:lnTo>
                    <a:pt x="2438" y="5924"/>
                  </a:lnTo>
                  <a:lnTo>
                    <a:pt x="2438" y="5905"/>
                  </a:lnTo>
                  <a:lnTo>
                    <a:pt x="2399" y="5848"/>
                  </a:lnTo>
                  <a:lnTo>
                    <a:pt x="2380" y="5848"/>
                  </a:lnTo>
                  <a:lnTo>
                    <a:pt x="2380" y="5829"/>
                  </a:lnTo>
                  <a:lnTo>
                    <a:pt x="2362" y="5829"/>
                  </a:lnTo>
                  <a:lnTo>
                    <a:pt x="2342" y="5829"/>
                  </a:lnTo>
                  <a:lnTo>
                    <a:pt x="2323" y="5810"/>
                  </a:lnTo>
                  <a:lnTo>
                    <a:pt x="2266" y="5752"/>
                  </a:lnTo>
                  <a:lnTo>
                    <a:pt x="2247" y="5715"/>
                  </a:lnTo>
                  <a:lnTo>
                    <a:pt x="2228" y="5715"/>
                  </a:lnTo>
                  <a:lnTo>
                    <a:pt x="2228" y="5696"/>
                  </a:lnTo>
                  <a:lnTo>
                    <a:pt x="2171" y="5676"/>
                  </a:lnTo>
                  <a:lnTo>
                    <a:pt x="2152" y="5676"/>
                  </a:lnTo>
                  <a:lnTo>
                    <a:pt x="2152" y="5657"/>
                  </a:lnTo>
                  <a:lnTo>
                    <a:pt x="2152" y="5638"/>
                  </a:lnTo>
                  <a:lnTo>
                    <a:pt x="2152" y="5619"/>
                  </a:lnTo>
                  <a:lnTo>
                    <a:pt x="2152" y="5600"/>
                  </a:lnTo>
                  <a:lnTo>
                    <a:pt x="2152" y="5581"/>
                  </a:lnTo>
                  <a:lnTo>
                    <a:pt x="2171" y="5581"/>
                  </a:lnTo>
                  <a:lnTo>
                    <a:pt x="2190" y="5581"/>
                  </a:lnTo>
                  <a:lnTo>
                    <a:pt x="2228" y="5600"/>
                  </a:lnTo>
                  <a:lnTo>
                    <a:pt x="2247" y="5600"/>
                  </a:lnTo>
                  <a:lnTo>
                    <a:pt x="2266" y="5600"/>
                  </a:lnTo>
                  <a:lnTo>
                    <a:pt x="2285" y="5600"/>
                  </a:lnTo>
                  <a:lnTo>
                    <a:pt x="2285" y="5581"/>
                  </a:lnTo>
                  <a:lnTo>
                    <a:pt x="2304" y="5562"/>
                  </a:lnTo>
                  <a:lnTo>
                    <a:pt x="2323" y="5562"/>
                  </a:lnTo>
                  <a:lnTo>
                    <a:pt x="2342" y="5524"/>
                  </a:lnTo>
                  <a:lnTo>
                    <a:pt x="2342" y="5505"/>
                  </a:lnTo>
                  <a:lnTo>
                    <a:pt x="2323" y="5429"/>
                  </a:lnTo>
                  <a:lnTo>
                    <a:pt x="2323" y="5410"/>
                  </a:lnTo>
                  <a:lnTo>
                    <a:pt x="2323" y="5391"/>
                  </a:lnTo>
                  <a:lnTo>
                    <a:pt x="2285" y="5391"/>
                  </a:lnTo>
                  <a:lnTo>
                    <a:pt x="2285" y="5371"/>
                  </a:lnTo>
                  <a:lnTo>
                    <a:pt x="2285" y="5353"/>
                  </a:lnTo>
                  <a:lnTo>
                    <a:pt x="2285" y="5295"/>
                  </a:lnTo>
                  <a:lnTo>
                    <a:pt x="2285" y="5276"/>
                  </a:lnTo>
                  <a:lnTo>
                    <a:pt x="2285" y="5257"/>
                  </a:lnTo>
                  <a:lnTo>
                    <a:pt x="2285" y="5239"/>
                  </a:lnTo>
                  <a:lnTo>
                    <a:pt x="2266" y="5219"/>
                  </a:lnTo>
                  <a:lnTo>
                    <a:pt x="2247" y="5181"/>
                  </a:lnTo>
                  <a:lnTo>
                    <a:pt x="2228" y="5162"/>
                  </a:lnTo>
                  <a:lnTo>
                    <a:pt x="2209" y="5162"/>
                  </a:lnTo>
                  <a:lnTo>
                    <a:pt x="2190" y="5143"/>
                  </a:lnTo>
                  <a:lnTo>
                    <a:pt x="2171" y="5124"/>
                  </a:lnTo>
                  <a:lnTo>
                    <a:pt x="2171" y="5105"/>
                  </a:lnTo>
                  <a:lnTo>
                    <a:pt x="2152" y="5048"/>
                  </a:lnTo>
                  <a:lnTo>
                    <a:pt x="2152" y="5029"/>
                  </a:lnTo>
                  <a:lnTo>
                    <a:pt x="2133" y="5010"/>
                  </a:lnTo>
                  <a:lnTo>
                    <a:pt x="2113" y="4990"/>
                  </a:lnTo>
                  <a:lnTo>
                    <a:pt x="2095" y="4972"/>
                  </a:lnTo>
                  <a:lnTo>
                    <a:pt x="2076" y="4953"/>
                  </a:lnTo>
                  <a:lnTo>
                    <a:pt x="2076" y="4934"/>
                  </a:lnTo>
                  <a:lnTo>
                    <a:pt x="2095" y="4914"/>
                  </a:lnTo>
                  <a:lnTo>
                    <a:pt x="2113" y="4914"/>
                  </a:lnTo>
                  <a:lnTo>
                    <a:pt x="2113" y="4895"/>
                  </a:lnTo>
                  <a:lnTo>
                    <a:pt x="2133" y="4838"/>
                  </a:lnTo>
                  <a:lnTo>
                    <a:pt x="2133" y="4819"/>
                  </a:lnTo>
                  <a:lnTo>
                    <a:pt x="2113" y="4800"/>
                  </a:lnTo>
                  <a:lnTo>
                    <a:pt x="2095" y="4781"/>
                  </a:lnTo>
                  <a:lnTo>
                    <a:pt x="2095" y="4762"/>
                  </a:lnTo>
                  <a:lnTo>
                    <a:pt x="2095" y="4705"/>
                  </a:lnTo>
                  <a:lnTo>
                    <a:pt x="2095" y="4686"/>
                  </a:lnTo>
                  <a:lnTo>
                    <a:pt x="2133" y="4648"/>
                  </a:lnTo>
                  <a:lnTo>
                    <a:pt x="2133" y="4629"/>
                  </a:lnTo>
                  <a:lnTo>
                    <a:pt x="2133" y="4609"/>
                  </a:lnTo>
                  <a:lnTo>
                    <a:pt x="2133" y="4553"/>
                  </a:lnTo>
                  <a:lnTo>
                    <a:pt x="2133" y="4533"/>
                  </a:lnTo>
                  <a:lnTo>
                    <a:pt x="2152" y="4514"/>
                  </a:lnTo>
                  <a:lnTo>
                    <a:pt x="2171" y="4495"/>
                  </a:lnTo>
                  <a:lnTo>
                    <a:pt x="2171" y="4477"/>
                  </a:lnTo>
                  <a:lnTo>
                    <a:pt x="2171" y="4457"/>
                  </a:lnTo>
                  <a:lnTo>
                    <a:pt x="2171" y="4419"/>
                  </a:lnTo>
                  <a:lnTo>
                    <a:pt x="2133" y="4305"/>
                  </a:lnTo>
                  <a:lnTo>
                    <a:pt x="2113" y="4286"/>
                  </a:lnTo>
                  <a:lnTo>
                    <a:pt x="2113" y="4267"/>
                  </a:lnTo>
                  <a:lnTo>
                    <a:pt x="2133" y="4248"/>
                  </a:lnTo>
                  <a:lnTo>
                    <a:pt x="2152" y="4229"/>
                  </a:lnTo>
                  <a:lnTo>
                    <a:pt x="2171" y="4210"/>
                  </a:lnTo>
                  <a:lnTo>
                    <a:pt x="2190" y="4210"/>
                  </a:lnTo>
                  <a:lnTo>
                    <a:pt x="2209" y="4191"/>
                  </a:lnTo>
                  <a:lnTo>
                    <a:pt x="2209" y="4172"/>
                  </a:lnTo>
                  <a:lnTo>
                    <a:pt x="2209" y="4133"/>
                  </a:lnTo>
                  <a:lnTo>
                    <a:pt x="2152" y="4057"/>
                  </a:lnTo>
                  <a:lnTo>
                    <a:pt x="2152" y="4038"/>
                  </a:lnTo>
                  <a:lnTo>
                    <a:pt x="2152" y="3943"/>
                  </a:lnTo>
                  <a:lnTo>
                    <a:pt x="2133" y="3924"/>
                  </a:lnTo>
                  <a:lnTo>
                    <a:pt x="2113" y="3867"/>
                  </a:lnTo>
                  <a:lnTo>
                    <a:pt x="2113" y="3848"/>
                  </a:lnTo>
                  <a:lnTo>
                    <a:pt x="2113" y="3829"/>
                  </a:lnTo>
                  <a:lnTo>
                    <a:pt x="2057" y="3657"/>
                  </a:lnTo>
                  <a:lnTo>
                    <a:pt x="2057" y="3638"/>
                  </a:lnTo>
                  <a:lnTo>
                    <a:pt x="2057" y="3619"/>
                  </a:lnTo>
                  <a:lnTo>
                    <a:pt x="2037" y="3619"/>
                  </a:lnTo>
                  <a:lnTo>
                    <a:pt x="2018" y="3581"/>
                  </a:lnTo>
                  <a:lnTo>
                    <a:pt x="1999" y="3581"/>
                  </a:lnTo>
                  <a:lnTo>
                    <a:pt x="1999" y="3562"/>
                  </a:lnTo>
                  <a:lnTo>
                    <a:pt x="1981" y="3562"/>
                  </a:lnTo>
                  <a:lnTo>
                    <a:pt x="1961" y="3543"/>
                  </a:lnTo>
                  <a:lnTo>
                    <a:pt x="1942" y="3505"/>
                  </a:lnTo>
                  <a:lnTo>
                    <a:pt x="1923" y="3486"/>
                  </a:lnTo>
                  <a:lnTo>
                    <a:pt x="1885" y="3429"/>
                  </a:lnTo>
                  <a:lnTo>
                    <a:pt x="1885" y="3410"/>
                  </a:lnTo>
                  <a:lnTo>
                    <a:pt x="1904" y="3390"/>
                  </a:lnTo>
                  <a:lnTo>
                    <a:pt x="1923" y="3390"/>
                  </a:lnTo>
                  <a:lnTo>
                    <a:pt x="1923" y="3353"/>
                  </a:lnTo>
                  <a:lnTo>
                    <a:pt x="1923" y="3334"/>
                  </a:lnTo>
                  <a:lnTo>
                    <a:pt x="1961" y="3334"/>
                  </a:lnTo>
                  <a:lnTo>
                    <a:pt x="1961" y="3314"/>
                  </a:lnTo>
                  <a:lnTo>
                    <a:pt x="1961" y="3276"/>
                  </a:lnTo>
                  <a:lnTo>
                    <a:pt x="1942" y="3238"/>
                  </a:lnTo>
                  <a:lnTo>
                    <a:pt x="1942" y="3219"/>
                  </a:lnTo>
                  <a:lnTo>
                    <a:pt x="1942" y="3200"/>
                  </a:lnTo>
                  <a:lnTo>
                    <a:pt x="1961" y="3200"/>
                  </a:lnTo>
                  <a:lnTo>
                    <a:pt x="1981" y="3162"/>
                  </a:lnTo>
                  <a:lnTo>
                    <a:pt x="1981" y="3143"/>
                  </a:lnTo>
                  <a:lnTo>
                    <a:pt x="1981" y="3124"/>
                  </a:lnTo>
                  <a:lnTo>
                    <a:pt x="1961" y="3105"/>
                  </a:lnTo>
                  <a:lnTo>
                    <a:pt x="1942" y="3105"/>
                  </a:lnTo>
                  <a:lnTo>
                    <a:pt x="1923" y="3086"/>
                  </a:lnTo>
                  <a:lnTo>
                    <a:pt x="1866" y="3048"/>
                  </a:lnTo>
                  <a:lnTo>
                    <a:pt x="1828" y="3048"/>
                  </a:lnTo>
                  <a:lnTo>
                    <a:pt x="1790" y="3048"/>
                  </a:lnTo>
                  <a:lnTo>
                    <a:pt x="1771" y="3048"/>
                  </a:lnTo>
                  <a:lnTo>
                    <a:pt x="1752" y="3048"/>
                  </a:lnTo>
                  <a:lnTo>
                    <a:pt x="1733" y="3048"/>
                  </a:lnTo>
                  <a:lnTo>
                    <a:pt x="1714" y="3048"/>
                  </a:lnTo>
                  <a:lnTo>
                    <a:pt x="1695" y="3048"/>
                  </a:lnTo>
                  <a:lnTo>
                    <a:pt x="1656" y="3029"/>
                  </a:lnTo>
                  <a:lnTo>
                    <a:pt x="1637" y="3029"/>
                  </a:lnTo>
                  <a:lnTo>
                    <a:pt x="1619" y="3009"/>
                  </a:lnTo>
                  <a:lnTo>
                    <a:pt x="1600" y="2972"/>
                  </a:lnTo>
                  <a:lnTo>
                    <a:pt x="1580" y="2953"/>
                  </a:lnTo>
                  <a:lnTo>
                    <a:pt x="1561" y="2933"/>
                  </a:lnTo>
                  <a:lnTo>
                    <a:pt x="1561" y="2914"/>
                  </a:lnTo>
                  <a:lnTo>
                    <a:pt x="1561" y="2895"/>
                  </a:lnTo>
                  <a:lnTo>
                    <a:pt x="1523" y="2895"/>
                  </a:lnTo>
                  <a:lnTo>
                    <a:pt x="1504" y="2895"/>
                  </a:lnTo>
                  <a:lnTo>
                    <a:pt x="1485" y="2914"/>
                  </a:lnTo>
                  <a:lnTo>
                    <a:pt x="1466" y="2914"/>
                  </a:lnTo>
                  <a:lnTo>
                    <a:pt x="1447" y="2914"/>
                  </a:lnTo>
                  <a:lnTo>
                    <a:pt x="1428" y="2914"/>
                  </a:lnTo>
                  <a:lnTo>
                    <a:pt x="1409" y="2914"/>
                  </a:lnTo>
                  <a:lnTo>
                    <a:pt x="1390" y="2895"/>
                  </a:lnTo>
                  <a:lnTo>
                    <a:pt x="1333" y="2857"/>
                  </a:lnTo>
                  <a:lnTo>
                    <a:pt x="1333" y="2838"/>
                  </a:lnTo>
                  <a:lnTo>
                    <a:pt x="1352" y="2819"/>
                  </a:lnTo>
                  <a:lnTo>
                    <a:pt x="1352" y="2800"/>
                  </a:lnTo>
                  <a:lnTo>
                    <a:pt x="1352" y="2743"/>
                  </a:lnTo>
                  <a:lnTo>
                    <a:pt x="1352" y="2724"/>
                  </a:lnTo>
                  <a:lnTo>
                    <a:pt x="1352" y="2686"/>
                  </a:lnTo>
                  <a:lnTo>
                    <a:pt x="1333" y="2667"/>
                  </a:lnTo>
                  <a:lnTo>
                    <a:pt x="1219" y="2667"/>
                  </a:lnTo>
                  <a:lnTo>
                    <a:pt x="1161" y="2648"/>
                  </a:lnTo>
                  <a:lnTo>
                    <a:pt x="1028" y="2648"/>
                  </a:lnTo>
                  <a:lnTo>
                    <a:pt x="971" y="2667"/>
                  </a:lnTo>
                  <a:lnTo>
                    <a:pt x="914" y="2667"/>
                  </a:lnTo>
                  <a:lnTo>
                    <a:pt x="799" y="2628"/>
                  </a:lnTo>
                  <a:lnTo>
                    <a:pt x="742" y="2628"/>
                  </a:lnTo>
                  <a:lnTo>
                    <a:pt x="723" y="2628"/>
                  </a:lnTo>
                  <a:lnTo>
                    <a:pt x="704" y="2628"/>
                  </a:lnTo>
                  <a:lnTo>
                    <a:pt x="704" y="2610"/>
                  </a:lnTo>
                  <a:lnTo>
                    <a:pt x="704" y="2591"/>
                  </a:lnTo>
                  <a:lnTo>
                    <a:pt x="704" y="2572"/>
                  </a:lnTo>
                  <a:lnTo>
                    <a:pt x="742" y="2496"/>
                  </a:lnTo>
                  <a:lnTo>
                    <a:pt x="742" y="2476"/>
                  </a:lnTo>
                  <a:lnTo>
                    <a:pt x="761" y="2419"/>
                  </a:lnTo>
                  <a:lnTo>
                    <a:pt x="761" y="2400"/>
                  </a:lnTo>
                  <a:lnTo>
                    <a:pt x="761" y="2381"/>
                  </a:lnTo>
                  <a:lnTo>
                    <a:pt x="742" y="2362"/>
                  </a:lnTo>
                  <a:lnTo>
                    <a:pt x="723" y="2324"/>
                  </a:lnTo>
                  <a:lnTo>
                    <a:pt x="666" y="2171"/>
                  </a:lnTo>
                  <a:lnTo>
                    <a:pt x="628" y="2134"/>
                  </a:lnTo>
                  <a:lnTo>
                    <a:pt x="590" y="2076"/>
                  </a:lnTo>
                  <a:lnTo>
                    <a:pt x="571" y="2038"/>
                  </a:lnTo>
                  <a:lnTo>
                    <a:pt x="552" y="2019"/>
                  </a:lnTo>
                  <a:lnTo>
                    <a:pt x="552" y="1981"/>
                  </a:lnTo>
                  <a:lnTo>
                    <a:pt x="552" y="1886"/>
                  </a:lnTo>
                  <a:lnTo>
                    <a:pt x="552" y="1848"/>
                  </a:lnTo>
                  <a:lnTo>
                    <a:pt x="533" y="1734"/>
                  </a:lnTo>
                  <a:lnTo>
                    <a:pt x="533" y="1714"/>
                  </a:lnTo>
                  <a:lnTo>
                    <a:pt x="533" y="1695"/>
                  </a:lnTo>
                  <a:lnTo>
                    <a:pt x="571" y="1657"/>
                  </a:lnTo>
                  <a:lnTo>
                    <a:pt x="571" y="1638"/>
                  </a:lnTo>
                  <a:lnTo>
                    <a:pt x="571" y="1619"/>
                  </a:lnTo>
                  <a:lnTo>
                    <a:pt x="571" y="1600"/>
                  </a:lnTo>
                  <a:lnTo>
                    <a:pt x="571" y="1562"/>
                  </a:lnTo>
                  <a:lnTo>
                    <a:pt x="552" y="1543"/>
                  </a:lnTo>
                  <a:lnTo>
                    <a:pt x="513" y="1524"/>
                  </a:lnTo>
                  <a:lnTo>
                    <a:pt x="457" y="1448"/>
                  </a:lnTo>
                  <a:lnTo>
                    <a:pt x="437" y="1429"/>
                  </a:lnTo>
                  <a:lnTo>
                    <a:pt x="381" y="1409"/>
                  </a:lnTo>
                  <a:lnTo>
                    <a:pt x="342" y="1391"/>
                  </a:lnTo>
                  <a:lnTo>
                    <a:pt x="266" y="1333"/>
                  </a:lnTo>
                  <a:lnTo>
                    <a:pt x="228" y="1277"/>
                  </a:lnTo>
                  <a:lnTo>
                    <a:pt x="209" y="1257"/>
                  </a:lnTo>
                  <a:lnTo>
                    <a:pt x="152" y="1219"/>
                  </a:lnTo>
                  <a:lnTo>
                    <a:pt x="132" y="1200"/>
                  </a:lnTo>
                  <a:lnTo>
                    <a:pt x="95" y="1105"/>
                  </a:lnTo>
                  <a:lnTo>
                    <a:pt x="76" y="1067"/>
                  </a:lnTo>
                  <a:lnTo>
                    <a:pt x="56" y="1048"/>
                  </a:lnTo>
                  <a:lnTo>
                    <a:pt x="37" y="1028"/>
                  </a:lnTo>
                  <a:lnTo>
                    <a:pt x="18" y="1028"/>
                  </a:lnTo>
                  <a:lnTo>
                    <a:pt x="0" y="1010"/>
                  </a:lnTo>
                  <a:lnTo>
                    <a:pt x="0" y="991"/>
                  </a:lnTo>
                  <a:lnTo>
                    <a:pt x="0" y="972"/>
                  </a:lnTo>
                  <a:lnTo>
                    <a:pt x="0" y="952"/>
                  </a:lnTo>
                  <a:lnTo>
                    <a:pt x="0" y="933"/>
                  </a:lnTo>
                  <a:lnTo>
                    <a:pt x="18" y="914"/>
                  </a:lnTo>
                  <a:lnTo>
                    <a:pt x="56" y="914"/>
                  </a:lnTo>
                  <a:lnTo>
                    <a:pt x="95" y="933"/>
                  </a:lnTo>
                  <a:lnTo>
                    <a:pt x="132" y="972"/>
                  </a:lnTo>
                  <a:lnTo>
                    <a:pt x="152" y="991"/>
                  </a:lnTo>
                  <a:lnTo>
                    <a:pt x="171" y="1010"/>
                  </a:lnTo>
                  <a:lnTo>
                    <a:pt x="171" y="1048"/>
                  </a:lnTo>
                  <a:lnTo>
                    <a:pt x="190" y="1067"/>
                  </a:lnTo>
                  <a:lnTo>
                    <a:pt x="209" y="1086"/>
                  </a:lnTo>
                  <a:lnTo>
                    <a:pt x="418" y="1048"/>
                  </a:lnTo>
                  <a:lnTo>
                    <a:pt x="533" y="1048"/>
                  </a:lnTo>
                  <a:lnTo>
                    <a:pt x="590" y="1067"/>
                  </a:lnTo>
                  <a:lnTo>
                    <a:pt x="628" y="1086"/>
                  </a:lnTo>
                  <a:lnTo>
                    <a:pt x="647" y="1105"/>
                  </a:lnTo>
                  <a:lnTo>
                    <a:pt x="647" y="1143"/>
                  </a:lnTo>
                  <a:lnTo>
                    <a:pt x="666" y="1162"/>
                  </a:lnTo>
                  <a:lnTo>
                    <a:pt x="685" y="1238"/>
                  </a:lnTo>
                  <a:lnTo>
                    <a:pt x="704" y="1277"/>
                  </a:lnTo>
                  <a:lnTo>
                    <a:pt x="723" y="1295"/>
                  </a:lnTo>
                  <a:lnTo>
                    <a:pt x="761" y="1295"/>
                  </a:lnTo>
                  <a:lnTo>
                    <a:pt x="799" y="1277"/>
                  </a:lnTo>
                  <a:lnTo>
                    <a:pt x="838" y="1257"/>
                  </a:lnTo>
                  <a:lnTo>
                    <a:pt x="875" y="1238"/>
                  </a:lnTo>
                  <a:lnTo>
                    <a:pt x="914" y="1238"/>
                  </a:lnTo>
                  <a:lnTo>
                    <a:pt x="952" y="1257"/>
                  </a:lnTo>
                  <a:lnTo>
                    <a:pt x="971" y="1257"/>
                  </a:lnTo>
                  <a:lnTo>
                    <a:pt x="990" y="1257"/>
                  </a:lnTo>
                  <a:lnTo>
                    <a:pt x="1047" y="1238"/>
                  </a:lnTo>
                  <a:lnTo>
                    <a:pt x="1066" y="1238"/>
                  </a:lnTo>
                  <a:lnTo>
                    <a:pt x="1104" y="1257"/>
                  </a:lnTo>
                  <a:lnTo>
                    <a:pt x="1180" y="1314"/>
                  </a:lnTo>
                  <a:lnTo>
                    <a:pt x="1219" y="1333"/>
                  </a:lnTo>
                  <a:lnTo>
                    <a:pt x="1256" y="1314"/>
                  </a:lnTo>
                  <a:lnTo>
                    <a:pt x="1275" y="1277"/>
                  </a:lnTo>
                  <a:lnTo>
                    <a:pt x="1275" y="1238"/>
                  </a:lnTo>
                  <a:lnTo>
                    <a:pt x="1295" y="1219"/>
                  </a:lnTo>
                  <a:lnTo>
                    <a:pt x="1333" y="1219"/>
                  </a:lnTo>
                  <a:lnTo>
                    <a:pt x="1371" y="1238"/>
                  </a:lnTo>
                  <a:lnTo>
                    <a:pt x="1428" y="1257"/>
                  </a:lnTo>
                  <a:lnTo>
                    <a:pt x="1466" y="1295"/>
                  </a:lnTo>
                  <a:lnTo>
                    <a:pt x="1504" y="1372"/>
                  </a:lnTo>
                  <a:lnTo>
                    <a:pt x="1561" y="1409"/>
                  </a:lnTo>
                  <a:lnTo>
                    <a:pt x="1676" y="1524"/>
                  </a:lnTo>
                  <a:lnTo>
                    <a:pt x="1676" y="1543"/>
                  </a:lnTo>
                  <a:lnTo>
                    <a:pt x="1695" y="1562"/>
                  </a:lnTo>
                  <a:lnTo>
                    <a:pt x="1714" y="1581"/>
                  </a:lnTo>
                  <a:lnTo>
                    <a:pt x="1733" y="1600"/>
                  </a:lnTo>
                  <a:lnTo>
                    <a:pt x="1752" y="1600"/>
                  </a:lnTo>
                  <a:lnTo>
                    <a:pt x="1771" y="1600"/>
                  </a:lnTo>
                  <a:lnTo>
                    <a:pt x="1790" y="1600"/>
                  </a:lnTo>
                  <a:lnTo>
                    <a:pt x="1809" y="1600"/>
                  </a:lnTo>
                  <a:lnTo>
                    <a:pt x="1828" y="1581"/>
                  </a:lnTo>
                  <a:lnTo>
                    <a:pt x="1847" y="1562"/>
                  </a:lnTo>
                  <a:lnTo>
                    <a:pt x="1866" y="1562"/>
                  </a:lnTo>
                  <a:lnTo>
                    <a:pt x="1885" y="1562"/>
                  </a:lnTo>
                  <a:lnTo>
                    <a:pt x="1904" y="1543"/>
                  </a:lnTo>
                  <a:lnTo>
                    <a:pt x="1923" y="1505"/>
                  </a:lnTo>
                  <a:lnTo>
                    <a:pt x="1942" y="1467"/>
                  </a:lnTo>
                  <a:lnTo>
                    <a:pt x="1942" y="1429"/>
                  </a:lnTo>
                  <a:lnTo>
                    <a:pt x="1923" y="1391"/>
                  </a:lnTo>
                  <a:lnTo>
                    <a:pt x="1904" y="1353"/>
                  </a:lnTo>
                  <a:lnTo>
                    <a:pt x="1904" y="1333"/>
                  </a:lnTo>
                  <a:lnTo>
                    <a:pt x="1904" y="1314"/>
                  </a:lnTo>
                  <a:lnTo>
                    <a:pt x="1885" y="1314"/>
                  </a:lnTo>
                  <a:lnTo>
                    <a:pt x="1885" y="1277"/>
                  </a:lnTo>
                  <a:lnTo>
                    <a:pt x="1904" y="1257"/>
                  </a:lnTo>
                  <a:lnTo>
                    <a:pt x="1904" y="1238"/>
                  </a:lnTo>
                  <a:lnTo>
                    <a:pt x="1904" y="1219"/>
                  </a:lnTo>
                  <a:lnTo>
                    <a:pt x="1904" y="1200"/>
                  </a:lnTo>
                  <a:lnTo>
                    <a:pt x="1904" y="1181"/>
                  </a:lnTo>
                  <a:lnTo>
                    <a:pt x="1904" y="1162"/>
                  </a:lnTo>
                  <a:lnTo>
                    <a:pt x="1923" y="1162"/>
                  </a:lnTo>
                  <a:lnTo>
                    <a:pt x="1942" y="1162"/>
                  </a:lnTo>
                  <a:lnTo>
                    <a:pt x="1999" y="1143"/>
                  </a:lnTo>
                  <a:lnTo>
                    <a:pt x="2076" y="1162"/>
                  </a:lnTo>
                  <a:lnTo>
                    <a:pt x="2095" y="1162"/>
                  </a:lnTo>
                  <a:lnTo>
                    <a:pt x="2113" y="1124"/>
                  </a:lnTo>
                  <a:lnTo>
                    <a:pt x="2113" y="1105"/>
                  </a:lnTo>
                  <a:lnTo>
                    <a:pt x="2113" y="1086"/>
                  </a:lnTo>
                  <a:lnTo>
                    <a:pt x="2133" y="1067"/>
                  </a:lnTo>
                  <a:lnTo>
                    <a:pt x="2152" y="1067"/>
                  </a:lnTo>
                  <a:lnTo>
                    <a:pt x="2171" y="1067"/>
                  </a:lnTo>
                  <a:lnTo>
                    <a:pt x="2190" y="1048"/>
                  </a:lnTo>
                  <a:lnTo>
                    <a:pt x="2190" y="1028"/>
                  </a:lnTo>
                  <a:lnTo>
                    <a:pt x="2228" y="1010"/>
                  </a:lnTo>
                  <a:lnTo>
                    <a:pt x="2266" y="1028"/>
                  </a:lnTo>
                  <a:lnTo>
                    <a:pt x="2457" y="1105"/>
                  </a:lnTo>
                  <a:lnTo>
                    <a:pt x="2476" y="1105"/>
                  </a:lnTo>
                  <a:lnTo>
                    <a:pt x="2533" y="1086"/>
                  </a:lnTo>
                  <a:lnTo>
                    <a:pt x="2590" y="1048"/>
                  </a:lnTo>
                  <a:lnTo>
                    <a:pt x="2628" y="1028"/>
                  </a:lnTo>
                  <a:lnTo>
                    <a:pt x="2666" y="1048"/>
                  </a:lnTo>
                  <a:lnTo>
                    <a:pt x="2685" y="1048"/>
                  </a:lnTo>
                  <a:lnTo>
                    <a:pt x="2704" y="1048"/>
                  </a:lnTo>
                  <a:lnTo>
                    <a:pt x="2723" y="1048"/>
                  </a:lnTo>
                  <a:lnTo>
                    <a:pt x="2761" y="1048"/>
                  </a:lnTo>
                  <a:lnTo>
                    <a:pt x="2761" y="1028"/>
                  </a:lnTo>
                  <a:lnTo>
                    <a:pt x="2780" y="1028"/>
                  </a:lnTo>
                  <a:lnTo>
                    <a:pt x="2838" y="972"/>
                  </a:lnTo>
                  <a:lnTo>
                    <a:pt x="2857" y="952"/>
                  </a:lnTo>
                  <a:lnTo>
                    <a:pt x="2875" y="952"/>
                  </a:lnTo>
                  <a:lnTo>
                    <a:pt x="2895" y="952"/>
                  </a:lnTo>
                  <a:lnTo>
                    <a:pt x="2933" y="952"/>
                  </a:lnTo>
                  <a:lnTo>
                    <a:pt x="2952" y="972"/>
                  </a:lnTo>
                  <a:lnTo>
                    <a:pt x="2971" y="972"/>
                  </a:lnTo>
                  <a:lnTo>
                    <a:pt x="2990" y="952"/>
                  </a:lnTo>
                  <a:lnTo>
                    <a:pt x="3009" y="952"/>
                  </a:lnTo>
                  <a:lnTo>
                    <a:pt x="3028" y="952"/>
                  </a:lnTo>
                  <a:lnTo>
                    <a:pt x="3047" y="952"/>
                  </a:lnTo>
                  <a:lnTo>
                    <a:pt x="3066" y="933"/>
                  </a:lnTo>
                  <a:lnTo>
                    <a:pt x="3066" y="914"/>
                  </a:lnTo>
                  <a:lnTo>
                    <a:pt x="3085" y="838"/>
                  </a:lnTo>
                  <a:lnTo>
                    <a:pt x="3085" y="819"/>
                  </a:lnTo>
                  <a:lnTo>
                    <a:pt x="3142" y="800"/>
                  </a:lnTo>
                  <a:lnTo>
                    <a:pt x="3161" y="800"/>
                  </a:lnTo>
                  <a:lnTo>
                    <a:pt x="3200" y="800"/>
                  </a:lnTo>
                  <a:lnTo>
                    <a:pt x="3219" y="800"/>
                  </a:lnTo>
                  <a:lnTo>
                    <a:pt x="3256" y="800"/>
                  </a:lnTo>
                  <a:lnTo>
                    <a:pt x="3276" y="781"/>
                  </a:lnTo>
                  <a:lnTo>
                    <a:pt x="3295" y="762"/>
                  </a:lnTo>
                  <a:lnTo>
                    <a:pt x="3295" y="743"/>
                  </a:lnTo>
                  <a:lnTo>
                    <a:pt x="3256" y="705"/>
                  </a:lnTo>
                  <a:lnTo>
                    <a:pt x="3276" y="705"/>
                  </a:lnTo>
                  <a:lnTo>
                    <a:pt x="3333" y="705"/>
                  </a:lnTo>
                  <a:lnTo>
                    <a:pt x="3352" y="705"/>
                  </a:lnTo>
                  <a:lnTo>
                    <a:pt x="3390" y="724"/>
                  </a:lnTo>
                  <a:lnTo>
                    <a:pt x="3409" y="724"/>
                  </a:lnTo>
                  <a:lnTo>
                    <a:pt x="3428" y="724"/>
                  </a:lnTo>
                  <a:lnTo>
                    <a:pt x="3466" y="705"/>
                  </a:lnTo>
                  <a:lnTo>
                    <a:pt x="3542" y="705"/>
                  </a:lnTo>
                  <a:lnTo>
                    <a:pt x="3581" y="686"/>
                  </a:lnTo>
                  <a:lnTo>
                    <a:pt x="3618" y="647"/>
                  </a:lnTo>
                  <a:lnTo>
                    <a:pt x="3618" y="629"/>
                  </a:lnTo>
                  <a:lnTo>
                    <a:pt x="3618" y="591"/>
                  </a:lnTo>
                  <a:lnTo>
                    <a:pt x="3657" y="533"/>
                  </a:lnTo>
                  <a:lnTo>
                    <a:pt x="3676" y="515"/>
                  </a:lnTo>
                  <a:lnTo>
                    <a:pt x="3695" y="515"/>
                  </a:lnTo>
                  <a:lnTo>
                    <a:pt x="3790" y="476"/>
                  </a:lnTo>
                  <a:lnTo>
                    <a:pt x="3828" y="457"/>
                  </a:lnTo>
                  <a:lnTo>
                    <a:pt x="3866" y="419"/>
                  </a:lnTo>
                  <a:lnTo>
                    <a:pt x="3923" y="343"/>
                  </a:lnTo>
                  <a:lnTo>
                    <a:pt x="3942" y="305"/>
                  </a:lnTo>
                  <a:lnTo>
                    <a:pt x="3942" y="248"/>
                  </a:lnTo>
                  <a:lnTo>
                    <a:pt x="3885" y="95"/>
                  </a:lnTo>
                  <a:lnTo>
                    <a:pt x="3866" y="76"/>
                  </a:lnTo>
                  <a:lnTo>
                    <a:pt x="3828" y="57"/>
                  </a:lnTo>
                  <a:lnTo>
                    <a:pt x="3809" y="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3" name="Freeform 4">
              <a:extLst>
                <a:ext uri="{FF2B5EF4-FFF2-40B4-BE49-F238E27FC236}">
                  <a16:creationId xmlns:a16="http://schemas.microsoft.com/office/drawing/2014/main" id="{252E69F4-7F3C-051A-4A9A-C97E04750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2750" y="1090613"/>
              <a:ext cx="2170113" cy="2105025"/>
            </a:xfrm>
            <a:custGeom>
              <a:avLst/>
              <a:gdLst>
                <a:gd name="T0" fmla="*/ 2147483646 w 12059"/>
                <a:gd name="T1" fmla="*/ 2147483646 h 11696"/>
                <a:gd name="T2" fmla="*/ 2147483646 w 12059"/>
                <a:gd name="T3" fmla="*/ 2147483646 h 11696"/>
                <a:gd name="T4" fmla="*/ 2147483646 w 12059"/>
                <a:gd name="T5" fmla="*/ 2147483646 h 11696"/>
                <a:gd name="T6" fmla="*/ 2147483646 w 12059"/>
                <a:gd name="T7" fmla="*/ 2147483646 h 11696"/>
                <a:gd name="T8" fmla="*/ 2147483646 w 12059"/>
                <a:gd name="T9" fmla="*/ 2147483646 h 11696"/>
                <a:gd name="T10" fmla="*/ 2147483646 w 12059"/>
                <a:gd name="T11" fmla="*/ 2147483646 h 11696"/>
                <a:gd name="T12" fmla="*/ 2147483646 w 12059"/>
                <a:gd name="T13" fmla="*/ 2147483646 h 11696"/>
                <a:gd name="T14" fmla="*/ 2147483646 w 12059"/>
                <a:gd name="T15" fmla="*/ 2147483646 h 11696"/>
                <a:gd name="T16" fmla="*/ 2147483646 w 12059"/>
                <a:gd name="T17" fmla="*/ 2147483646 h 11696"/>
                <a:gd name="T18" fmla="*/ 2147483646 w 12059"/>
                <a:gd name="T19" fmla="*/ 2147483646 h 11696"/>
                <a:gd name="T20" fmla="*/ 2147483646 w 12059"/>
                <a:gd name="T21" fmla="*/ 2147483646 h 11696"/>
                <a:gd name="T22" fmla="*/ 2147483646 w 12059"/>
                <a:gd name="T23" fmla="*/ 2147483646 h 11696"/>
                <a:gd name="T24" fmla="*/ 2147483646 w 12059"/>
                <a:gd name="T25" fmla="*/ 2147483646 h 11696"/>
                <a:gd name="T26" fmla="*/ 2147483646 w 12059"/>
                <a:gd name="T27" fmla="*/ 2147483646 h 11696"/>
                <a:gd name="T28" fmla="*/ 2147483646 w 12059"/>
                <a:gd name="T29" fmla="*/ 2147483646 h 11696"/>
                <a:gd name="T30" fmla="*/ 2147483646 w 12059"/>
                <a:gd name="T31" fmla="*/ 2147483646 h 11696"/>
                <a:gd name="T32" fmla="*/ 2147483646 w 12059"/>
                <a:gd name="T33" fmla="*/ 2147483646 h 11696"/>
                <a:gd name="T34" fmla="*/ 2147483646 w 12059"/>
                <a:gd name="T35" fmla="*/ 2147483646 h 11696"/>
                <a:gd name="T36" fmla="*/ 2147483646 w 12059"/>
                <a:gd name="T37" fmla="*/ 2147483646 h 11696"/>
                <a:gd name="T38" fmla="*/ 2147483646 w 12059"/>
                <a:gd name="T39" fmla="*/ 2147483646 h 11696"/>
                <a:gd name="T40" fmla="*/ 2147483646 w 12059"/>
                <a:gd name="T41" fmla="*/ 2147483646 h 11696"/>
                <a:gd name="T42" fmla="*/ 2147483646 w 12059"/>
                <a:gd name="T43" fmla="*/ 2147483646 h 11696"/>
                <a:gd name="T44" fmla="*/ 2147483646 w 12059"/>
                <a:gd name="T45" fmla="*/ 2147483646 h 11696"/>
                <a:gd name="T46" fmla="*/ 2147483646 w 12059"/>
                <a:gd name="T47" fmla="*/ 2147483646 h 11696"/>
                <a:gd name="T48" fmla="*/ 2147483646 w 12059"/>
                <a:gd name="T49" fmla="*/ 2147483646 h 11696"/>
                <a:gd name="T50" fmla="*/ 2147483646 w 12059"/>
                <a:gd name="T51" fmla="*/ 2147483646 h 11696"/>
                <a:gd name="T52" fmla="*/ 2147483646 w 12059"/>
                <a:gd name="T53" fmla="*/ 2147483646 h 11696"/>
                <a:gd name="T54" fmla="*/ 2147483646 w 12059"/>
                <a:gd name="T55" fmla="*/ 2147483646 h 11696"/>
                <a:gd name="T56" fmla="*/ 2147483646 w 12059"/>
                <a:gd name="T57" fmla="*/ 2147483646 h 11696"/>
                <a:gd name="T58" fmla="*/ 2147483646 w 12059"/>
                <a:gd name="T59" fmla="*/ 2147483646 h 11696"/>
                <a:gd name="T60" fmla="*/ 2147483646 w 12059"/>
                <a:gd name="T61" fmla="*/ 2147483646 h 11696"/>
                <a:gd name="T62" fmla="*/ 2147483646 w 12059"/>
                <a:gd name="T63" fmla="*/ 2147483646 h 11696"/>
                <a:gd name="T64" fmla="*/ 2147483646 w 12059"/>
                <a:gd name="T65" fmla="*/ 2147483646 h 11696"/>
                <a:gd name="T66" fmla="*/ 2147483646 w 12059"/>
                <a:gd name="T67" fmla="*/ 2147483646 h 11696"/>
                <a:gd name="T68" fmla="*/ 2147483646 w 12059"/>
                <a:gd name="T69" fmla="*/ 2147483646 h 11696"/>
                <a:gd name="T70" fmla="*/ 2147483646 w 12059"/>
                <a:gd name="T71" fmla="*/ 2147483646 h 11696"/>
                <a:gd name="T72" fmla="*/ 2147483646 w 12059"/>
                <a:gd name="T73" fmla="*/ 2147483646 h 11696"/>
                <a:gd name="T74" fmla="*/ 2147483646 w 12059"/>
                <a:gd name="T75" fmla="*/ 2147483646 h 11696"/>
                <a:gd name="T76" fmla="*/ 2147483646 w 12059"/>
                <a:gd name="T77" fmla="*/ 2147483646 h 11696"/>
                <a:gd name="T78" fmla="*/ 2147483646 w 12059"/>
                <a:gd name="T79" fmla="*/ 2147483646 h 11696"/>
                <a:gd name="T80" fmla="*/ 2147483646 w 12059"/>
                <a:gd name="T81" fmla="*/ 2147483646 h 11696"/>
                <a:gd name="T82" fmla="*/ 2147483646 w 12059"/>
                <a:gd name="T83" fmla="*/ 2147483646 h 11696"/>
                <a:gd name="T84" fmla="*/ 2147483646 w 12059"/>
                <a:gd name="T85" fmla="*/ 2147483646 h 11696"/>
                <a:gd name="T86" fmla="*/ 2147483646 w 12059"/>
                <a:gd name="T87" fmla="*/ 2147483646 h 11696"/>
                <a:gd name="T88" fmla="*/ 2147483646 w 12059"/>
                <a:gd name="T89" fmla="*/ 2147483646 h 11696"/>
                <a:gd name="T90" fmla="*/ 2147483646 w 12059"/>
                <a:gd name="T91" fmla="*/ 2147483646 h 11696"/>
                <a:gd name="T92" fmla="*/ 2147483646 w 12059"/>
                <a:gd name="T93" fmla="*/ 2147483646 h 11696"/>
                <a:gd name="T94" fmla="*/ 2147483646 w 12059"/>
                <a:gd name="T95" fmla="*/ 2147483646 h 11696"/>
                <a:gd name="T96" fmla="*/ 2147483646 w 12059"/>
                <a:gd name="T97" fmla="*/ 2147483646 h 11696"/>
                <a:gd name="T98" fmla="*/ 2147483646 w 12059"/>
                <a:gd name="T99" fmla="*/ 2147483646 h 11696"/>
                <a:gd name="T100" fmla="*/ 2147483646 w 12059"/>
                <a:gd name="T101" fmla="*/ 2147483646 h 11696"/>
                <a:gd name="T102" fmla="*/ 2147483646 w 12059"/>
                <a:gd name="T103" fmla="*/ 2147483646 h 11696"/>
                <a:gd name="T104" fmla="*/ 2147483646 w 12059"/>
                <a:gd name="T105" fmla="*/ 2147483646 h 11696"/>
                <a:gd name="T106" fmla="*/ 2147483646 w 12059"/>
                <a:gd name="T107" fmla="*/ 2147483646 h 11696"/>
                <a:gd name="T108" fmla="*/ 2147483646 w 12059"/>
                <a:gd name="T109" fmla="*/ 2147483646 h 11696"/>
                <a:gd name="T110" fmla="*/ 2147483646 w 12059"/>
                <a:gd name="T111" fmla="*/ 2147483646 h 11696"/>
                <a:gd name="T112" fmla="*/ 2147483646 w 12059"/>
                <a:gd name="T113" fmla="*/ 2147483646 h 11696"/>
                <a:gd name="T114" fmla="*/ 2147483646 w 12059"/>
                <a:gd name="T115" fmla="*/ 2147483646 h 11696"/>
                <a:gd name="T116" fmla="*/ 2147483646 w 12059"/>
                <a:gd name="T117" fmla="*/ 2147483646 h 11696"/>
                <a:gd name="T118" fmla="*/ 2147483646 w 12059"/>
                <a:gd name="T119" fmla="*/ 2147483646 h 11696"/>
                <a:gd name="T120" fmla="*/ 2147483646 w 12059"/>
                <a:gd name="T121" fmla="*/ 2147483646 h 11696"/>
                <a:gd name="T122" fmla="*/ 2147483646 w 12059"/>
                <a:gd name="T123" fmla="*/ 2147483646 h 11696"/>
                <a:gd name="T124" fmla="*/ 2147483646 w 12059"/>
                <a:gd name="T125" fmla="*/ 2147483646 h 1169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059" h="11696">
                  <a:moveTo>
                    <a:pt x="438" y="1085"/>
                  </a:moveTo>
                  <a:lnTo>
                    <a:pt x="438" y="1066"/>
                  </a:lnTo>
                  <a:lnTo>
                    <a:pt x="496" y="1066"/>
                  </a:lnTo>
                  <a:lnTo>
                    <a:pt x="514" y="1066"/>
                  </a:lnTo>
                  <a:lnTo>
                    <a:pt x="533" y="1047"/>
                  </a:lnTo>
                  <a:lnTo>
                    <a:pt x="533" y="1028"/>
                  </a:lnTo>
                  <a:lnTo>
                    <a:pt x="533" y="1009"/>
                  </a:lnTo>
                  <a:lnTo>
                    <a:pt x="553" y="1009"/>
                  </a:lnTo>
                  <a:lnTo>
                    <a:pt x="572" y="990"/>
                  </a:lnTo>
                  <a:lnTo>
                    <a:pt x="572" y="971"/>
                  </a:lnTo>
                  <a:lnTo>
                    <a:pt x="591" y="952"/>
                  </a:lnTo>
                  <a:lnTo>
                    <a:pt x="610" y="933"/>
                  </a:lnTo>
                  <a:lnTo>
                    <a:pt x="610" y="952"/>
                  </a:lnTo>
                  <a:lnTo>
                    <a:pt x="629" y="971"/>
                  </a:lnTo>
                  <a:lnTo>
                    <a:pt x="648" y="971"/>
                  </a:lnTo>
                  <a:lnTo>
                    <a:pt x="667" y="971"/>
                  </a:lnTo>
                  <a:lnTo>
                    <a:pt x="686" y="990"/>
                  </a:lnTo>
                  <a:lnTo>
                    <a:pt x="705" y="990"/>
                  </a:lnTo>
                  <a:lnTo>
                    <a:pt x="705" y="971"/>
                  </a:lnTo>
                  <a:lnTo>
                    <a:pt x="724" y="971"/>
                  </a:lnTo>
                  <a:lnTo>
                    <a:pt x="743" y="971"/>
                  </a:lnTo>
                  <a:lnTo>
                    <a:pt x="743" y="990"/>
                  </a:lnTo>
                  <a:lnTo>
                    <a:pt x="762" y="1009"/>
                  </a:lnTo>
                  <a:lnTo>
                    <a:pt x="800" y="1028"/>
                  </a:lnTo>
                  <a:lnTo>
                    <a:pt x="838" y="1028"/>
                  </a:lnTo>
                  <a:lnTo>
                    <a:pt x="877" y="1028"/>
                  </a:lnTo>
                  <a:lnTo>
                    <a:pt x="895" y="1009"/>
                  </a:lnTo>
                  <a:lnTo>
                    <a:pt x="914" y="971"/>
                  </a:lnTo>
                  <a:lnTo>
                    <a:pt x="914" y="952"/>
                  </a:lnTo>
                  <a:lnTo>
                    <a:pt x="914" y="933"/>
                  </a:lnTo>
                  <a:lnTo>
                    <a:pt x="914" y="914"/>
                  </a:lnTo>
                  <a:lnTo>
                    <a:pt x="914" y="894"/>
                  </a:lnTo>
                  <a:lnTo>
                    <a:pt x="934" y="894"/>
                  </a:lnTo>
                  <a:lnTo>
                    <a:pt x="953" y="894"/>
                  </a:lnTo>
                  <a:lnTo>
                    <a:pt x="972" y="894"/>
                  </a:lnTo>
                  <a:lnTo>
                    <a:pt x="990" y="894"/>
                  </a:lnTo>
                  <a:lnTo>
                    <a:pt x="1029" y="876"/>
                  </a:lnTo>
                  <a:lnTo>
                    <a:pt x="1105" y="838"/>
                  </a:lnTo>
                  <a:lnTo>
                    <a:pt x="1124" y="838"/>
                  </a:lnTo>
                  <a:lnTo>
                    <a:pt x="1162" y="838"/>
                  </a:lnTo>
                  <a:lnTo>
                    <a:pt x="1239" y="857"/>
                  </a:lnTo>
                  <a:lnTo>
                    <a:pt x="1276" y="857"/>
                  </a:lnTo>
                  <a:lnTo>
                    <a:pt x="1315" y="838"/>
                  </a:lnTo>
                  <a:lnTo>
                    <a:pt x="1334" y="818"/>
                  </a:lnTo>
                  <a:lnTo>
                    <a:pt x="1410" y="742"/>
                  </a:lnTo>
                  <a:lnTo>
                    <a:pt x="1410" y="723"/>
                  </a:lnTo>
                  <a:lnTo>
                    <a:pt x="1429" y="666"/>
                  </a:lnTo>
                  <a:lnTo>
                    <a:pt x="1448" y="647"/>
                  </a:lnTo>
                  <a:lnTo>
                    <a:pt x="1467" y="647"/>
                  </a:lnTo>
                  <a:lnTo>
                    <a:pt x="1486" y="628"/>
                  </a:lnTo>
                  <a:lnTo>
                    <a:pt x="1505" y="609"/>
                  </a:lnTo>
                  <a:lnTo>
                    <a:pt x="1524" y="590"/>
                  </a:lnTo>
                  <a:lnTo>
                    <a:pt x="1543" y="590"/>
                  </a:lnTo>
                  <a:lnTo>
                    <a:pt x="1562" y="590"/>
                  </a:lnTo>
                  <a:lnTo>
                    <a:pt x="1600" y="609"/>
                  </a:lnTo>
                  <a:lnTo>
                    <a:pt x="1620" y="609"/>
                  </a:lnTo>
                  <a:lnTo>
                    <a:pt x="1696" y="571"/>
                  </a:lnTo>
                  <a:lnTo>
                    <a:pt x="1734" y="552"/>
                  </a:lnTo>
                  <a:lnTo>
                    <a:pt x="1772" y="571"/>
                  </a:lnTo>
                  <a:lnTo>
                    <a:pt x="1772" y="590"/>
                  </a:lnTo>
                  <a:lnTo>
                    <a:pt x="1791" y="609"/>
                  </a:lnTo>
                  <a:lnTo>
                    <a:pt x="1810" y="628"/>
                  </a:lnTo>
                  <a:lnTo>
                    <a:pt x="1829" y="647"/>
                  </a:lnTo>
                  <a:lnTo>
                    <a:pt x="1848" y="647"/>
                  </a:lnTo>
                  <a:lnTo>
                    <a:pt x="1867" y="647"/>
                  </a:lnTo>
                  <a:lnTo>
                    <a:pt x="1886" y="647"/>
                  </a:lnTo>
                  <a:lnTo>
                    <a:pt x="1905" y="647"/>
                  </a:lnTo>
                  <a:lnTo>
                    <a:pt x="1924" y="647"/>
                  </a:lnTo>
                  <a:lnTo>
                    <a:pt x="1924" y="666"/>
                  </a:lnTo>
                  <a:lnTo>
                    <a:pt x="1943" y="666"/>
                  </a:lnTo>
                  <a:lnTo>
                    <a:pt x="2019" y="685"/>
                  </a:lnTo>
                  <a:lnTo>
                    <a:pt x="2038" y="685"/>
                  </a:lnTo>
                  <a:lnTo>
                    <a:pt x="2077" y="647"/>
                  </a:lnTo>
                  <a:lnTo>
                    <a:pt x="2096" y="647"/>
                  </a:lnTo>
                  <a:lnTo>
                    <a:pt x="2114" y="647"/>
                  </a:lnTo>
                  <a:lnTo>
                    <a:pt x="2133" y="647"/>
                  </a:lnTo>
                  <a:lnTo>
                    <a:pt x="2153" y="647"/>
                  </a:lnTo>
                  <a:lnTo>
                    <a:pt x="2153" y="628"/>
                  </a:lnTo>
                  <a:lnTo>
                    <a:pt x="2172" y="628"/>
                  </a:lnTo>
                  <a:lnTo>
                    <a:pt x="2191" y="628"/>
                  </a:lnTo>
                  <a:lnTo>
                    <a:pt x="2210" y="647"/>
                  </a:lnTo>
                  <a:lnTo>
                    <a:pt x="2229" y="647"/>
                  </a:lnTo>
                  <a:lnTo>
                    <a:pt x="2248" y="647"/>
                  </a:lnTo>
                  <a:lnTo>
                    <a:pt x="2286" y="647"/>
                  </a:lnTo>
                  <a:lnTo>
                    <a:pt x="2324" y="628"/>
                  </a:lnTo>
                  <a:lnTo>
                    <a:pt x="2362" y="647"/>
                  </a:lnTo>
                  <a:lnTo>
                    <a:pt x="2381" y="647"/>
                  </a:lnTo>
                  <a:lnTo>
                    <a:pt x="2400" y="647"/>
                  </a:lnTo>
                  <a:lnTo>
                    <a:pt x="2438" y="628"/>
                  </a:lnTo>
                  <a:lnTo>
                    <a:pt x="2458" y="647"/>
                  </a:lnTo>
                  <a:lnTo>
                    <a:pt x="2495" y="666"/>
                  </a:lnTo>
                  <a:lnTo>
                    <a:pt x="2514" y="666"/>
                  </a:lnTo>
                  <a:lnTo>
                    <a:pt x="2534" y="666"/>
                  </a:lnTo>
                  <a:lnTo>
                    <a:pt x="2572" y="666"/>
                  </a:lnTo>
                  <a:lnTo>
                    <a:pt x="2629" y="685"/>
                  </a:lnTo>
                  <a:lnTo>
                    <a:pt x="2686" y="704"/>
                  </a:lnTo>
                  <a:lnTo>
                    <a:pt x="2762" y="723"/>
                  </a:lnTo>
                  <a:lnTo>
                    <a:pt x="2819" y="704"/>
                  </a:lnTo>
                  <a:lnTo>
                    <a:pt x="2839" y="666"/>
                  </a:lnTo>
                  <a:lnTo>
                    <a:pt x="2858" y="647"/>
                  </a:lnTo>
                  <a:lnTo>
                    <a:pt x="2839" y="609"/>
                  </a:lnTo>
                  <a:lnTo>
                    <a:pt x="2839" y="552"/>
                  </a:lnTo>
                  <a:lnTo>
                    <a:pt x="2858" y="533"/>
                  </a:lnTo>
                  <a:lnTo>
                    <a:pt x="2858" y="513"/>
                  </a:lnTo>
                  <a:lnTo>
                    <a:pt x="2839" y="513"/>
                  </a:lnTo>
                  <a:lnTo>
                    <a:pt x="2819" y="476"/>
                  </a:lnTo>
                  <a:lnTo>
                    <a:pt x="2781" y="437"/>
                  </a:lnTo>
                  <a:lnTo>
                    <a:pt x="2762" y="437"/>
                  </a:lnTo>
                  <a:lnTo>
                    <a:pt x="2743" y="418"/>
                  </a:lnTo>
                  <a:lnTo>
                    <a:pt x="2724" y="399"/>
                  </a:lnTo>
                  <a:lnTo>
                    <a:pt x="2724" y="361"/>
                  </a:lnTo>
                  <a:lnTo>
                    <a:pt x="2705" y="342"/>
                  </a:lnTo>
                  <a:lnTo>
                    <a:pt x="2686" y="342"/>
                  </a:lnTo>
                  <a:lnTo>
                    <a:pt x="2648" y="342"/>
                  </a:lnTo>
                  <a:lnTo>
                    <a:pt x="2629" y="323"/>
                  </a:lnTo>
                  <a:lnTo>
                    <a:pt x="2629" y="304"/>
                  </a:lnTo>
                  <a:lnTo>
                    <a:pt x="2648" y="285"/>
                  </a:lnTo>
                  <a:lnTo>
                    <a:pt x="2667" y="247"/>
                  </a:lnTo>
                  <a:lnTo>
                    <a:pt x="2686" y="247"/>
                  </a:lnTo>
                  <a:lnTo>
                    <a:pt x="2705" y="247"/>
                  </a:lnTo>
                  <a:lnTo>
                    <a:pt x="2724" y="247"/>
                  </a:lnTo>
                  <a:lnTo>
                    <a:pt x="2724" y="228"/>
                  </a:lnTo>
                  <a:lnTo>
                    <a:pt x="2762" y="190"/>
                  </a:lnTo>
                  <a:lnTo>
                    <a:pt x="2762" y="171"/>
                  </a:lnTo>
                  <a:lnTo>
                    <a:pt x="2762" y="132"/>
                  </a:lnTo>
                  <a:lnTo>
                    <a:pt x="2781" y="95"/>
                  </a:lnTo>
                  <a:lnTo>
                    <a:pt x="2781" y="76"/>
                  </a:lnTo>
                  <a:lnTo>
                    <a:pt x="2800" y="76"/>
                  </a:lnTo>
                  <a:lnTo>
                    <a:pt x="2819" y="76"/>
                  </a:lnTo>
                  <a:lnTo>
                    <a:pt x="2839" y="76"/>
                  </a:lnTo>
                  <a:lnTo>
                    <a:pt x="2895" y="132"/>
                  </a:lnTo>
                  <a:lnTo>
                    <a:pt x="2915" y="132"/>
                  </a:lnTo>
                  <a:lnTo>
                    <a:pt x="2972" y="152"/>
                  </a:lnTo>
                  <a:lnTo>
                    <a:pt x="2991" y="152"/>
                  </a:lnTo>
                  <a:lnTo>
                    <a:pt x="2991" y="171"/>
                  </a:lnTo>
                  <a:lnTo>
                    <a:pt x="3010" y="190"/>
                  </a:lnTo>
                  <a:lnTo>
                    <a:pt x="3029" y="190"/>
                  </a:lnTo>
                  <a:lnTo>
                    <a:pt x="3105" y="171"/>
                  </a:lnTo>
                  <a:lnTo>
                    <a:pt x="3143" y="152"/>
                  </a:lnTo>
                  <a:lnTo>
                    <a:pt x="3162" y="171"/>
                  </a:lnTo>
                  <a:lnTo>
                    <a:pt x="3181" y="171"/>
                  </a:lnTo>
                  <a:lnTo>
                    <a:pt x="3238" y="152"/>
                  </a:lnTo>
                  <a:lnTo>
                    <a:pt x="3257" y="152"/>
                  </a:lnTo>
                  <a:lnTo>
                    <a:pt x="3296" y="171"/>
                  </a:lnTo>
                  <a:lnTo>
                    <a:pt x="3334" y="171"/>
                  </a:lnTo>
                  <a:lnTo>
                    <a:pt x="3352" y="152"/>
                  </a:lnTo>
                  <a:lnTo>
                    <a:pt x="3372" y="132"/>
                  </a:lnTo>
                  <a:lnTo>
                    <a:pt x="3372" y="114"/>
                  </a:lnTo>
                  <a:lnTo>
                    <a:pt x="3391" y="95"/>
                  </a:lnTo>
                  <a:lnTo>
                    <a:pt x="3410" y="76"/>
                  </a:lnTo>
                  <a:lnTo>
                    <a:pt x="3429" y="76"/>
                  </a:lnTo>
                  <a:lnTo>
                    <a:pt x="3448" y="95"/>
                  </a:lnTo>
                  <a:lnTo>
                    <a:pt x="3467" y="95"/>
                  </a:lnTo>
                  <a:lnTo>
                    <a:pt x="3543" y="37"/>
                  </a:lnTo>
                  <a:lnTo>
                    <a:pt x="3581" y="37"/>
                  </a:lnTo>
                  <a:lnTo>
                    <a:pt x="3581" y="56"/>
                  </a:lnTo>
                  <a:lnTo>
                    <a:pt x="3581" y="76"/>
                  </a:lnTo>
                  <a:lnTo>
                    <a:pt x="3601" y="76"/>
                  </a:lnTo>
                  <a:lnTo>
                    <a:pt x="3638" y="56"/>
                  </a:lnTo>
                  <a:lnTo>
                    <a:pt x="3677" y="18"/>
                  </a:lnTo>
                  <a:lnTo>
                    <a:pt x="3696" y="18"/>
                  </a:lnTo>
                  <a:lnTo>
                    <a:pt x="3733" y="0"/>
                  </a:lnTo>
                  <a:lnTo>
                    <a:pt x="3753" y="0"/>
                  </a:lnTo>
                  <a:lnTo>
                    <a:pt x="3753" y="18"/>
                  </a:lnTo>
                  <a:lnTo>
                    <a:pt x="3733" y="37"/>
                  </a:lnTo>
                  <a:lnTo>
                    <a:pt x="3715" y="56"/>
                  </a:lnTo>
                  <a:lnTo>
                    <a:pt x="3733" y="56"/>
                  </a:lnTo>
                  <a:lnTo>
                    <a:pt x="3829" y="152"/>
                  </a:lnTo>
                  <a:lnTo>
                    <a:pt x="3848" y="171"/>
                  </a:lnTo>
                  <a:lnTo>
                    <a:pt x="3905" y="152"/>
                  </a:lnTo>
                  <a:lnTo>
                    <a:pt x="3924" y="132"/>
                  </a:lnTo>
                  <a:lnTo>
                    <a:pt x="3943" y="171"/>
                  </a:lnTo>
                  <a:lnTo>
                    <a:pt x="3962" y="171"/>
                  </a:lnTo>
                  <a:lnTo>
                    <a:pt x="3962" y="209"/>
                  </a:lnTo>
                  <a:lnTo>
                    <a:pt x="3962" y="228"/>
                  </a:lnTo>
                  <a:lnTo>
                    <a:pt x="3962" y="285"/>
                  </a:lnTo>
                  <a:lnTo>
                    <a:pt x="3982" y="304"/>
                  </a:lnTo>
                  <a:lnTo>
                    <a:pt x="3982" y="323"/>
                  </a:lnTo>
                  <a:lnTo>
                    <a:pt x="3962" y="342"/>
                  </a:lnTo>
                  <a:lnTo>
                    <a:pt x="3943" y="381"/>
                  </a:lnTo>
                  <a:lnTo>
                    <a:pt x="3943" y="399"/>
                  </a:lnTo>
                  <a:lnTo>
                    <a:pt x="3924" y="399"/>
                  </a:lnTo>
                  <a:lnTo>
                    <a:pt x="3905" y="399"/>
                  </a:lnTo>
                  <a:lnTo>
                    <a:pt x="3905" y="418"/>
                  </a:lnTo>
                  <a:lnTo>
                    <a:pt x="3905" y="437"/>
                  </a:lnTo>
                  <a:lnTo>
                    <a:pt x="3905" y="457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43" y="476"/>
                  </a:lnTo>
                  <a:lnTo>
                    <a:pt x="3943" y="495"/>
                  </a:lnTo>
                  <a:lnTo>
                    <a:pt x="3943" y="513"/>
                  </a:lnTo>
                  <a:lnTo>
                    <a:pt x="3924" y="513"/>
                  </a:lnTo>
                  <a:lnTo>
                    <a:pt x="3905" y="533"/>
                  </a:lnTo>
                  <a:lnTo>
                    <a:pt x="3905" y="552"/>
                  </a:lnTo>
                  <a:lnTo>
                    <a:pt x="3905" y="571"/>
                  </a:lnTo>
                  <a:lnTo>
                    <a:pt x="3924" y="571"/>
                  </a:lnTo>
                  <a:lnTo>
                    <a:pt x="3924" y="590"/>
                  </a:lnTo>
                  <a:lnTo>
                    <a:pt x="3924" y="666"/>
                  </a:lnTo>
                  <a:lnTo>
                    <a:pt x="3924" y="685"/>
                  </a:lnTo>
                  <a:lnTo>
                    <a:pt x="3943" y="742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82" y="780"/>
                  </a:lnTo>
                  <a:lnTo>
                    <a:pt x="4000" y="780"/>
                  </a:lnTo>
                  <a:lnTo>
                    <a:pt x="4019" y="780"/>
                  </a:lnTo>
                  <a:lnTo>
                    <a:pt x="4038" y="780"/>
                  </a:lnTo>
                  <a:lnTo>
                    <a:pt x="4058" y="780"/>
                  </a:lnTo>
                  <a:lnTo>
                    <a:pt x="4096" y="762"/>
                  </a:lnTo>
                  <a:lnTo>
                    <a:pt x="4096" y="780"/>
                  </a:lnTo>
                  <a:lnTo>
                    <a:pt x="4114" y="780"/>
                  </a:lnTo>
                  <a:lnTo>
                    <a:pt x="4134" y="780"/>
                  </a:lnTo>
                  <a:lnTo>
                    <a:pt x="4153" y="780"/>
                  </a:lnTo>
                  <a:lnTo>
                    <a:pt x="4153" y="799"/>
                  </a:lnTo>
                  <a:lnTo>
                    <a:pt x="4172" y="799"/>
                  </a:lnTo>
                  <a:lnTo>
                    <a:pt x="4191" y="799"/>
                  </a:lnTo>
                  <a:lnTo>
                    <a:pt x="4210" y="799"/>
                  </a:lnTo>
                  <a:lnTo>
                    <a:pt x="4229" y="799"/>
                  </a:lnTo>
                  <a:lnTo>
                    <a:pt x="4248" y="799"/>
                  </a:lnTo>
                  <a:lnTo>
                    <a:pt x="4248" y="780"/>
                  </a:lnTo>
                  <a:lnTo>
                    <a:pt x="4267" y="780"/>
                  </a:lnTo>
                  <a:lnTo>
                    <a:pt x="4286" y="799"/>
                  </a:lnTo>
                  <a:lnTo>
                    <a:pt x="4305" y="799"/>
                  </a:lnTo>
                  <a:lnTo>
                    <a:pt x="4305" y="780"/>
                  </a:lnTo>
                  <a:lnTo>
                    <a:pt x="4305" y="799"/>
                  </a:lnTo>
                  <a:lnTo>
                    <a:pt x="4324" y="799"/>
                  </a:lnTo>
                  <a:lnTo>
                    <a:pt x="4343" y="799"/>
                  </a:lnTo>
                  <a:lnTo>
                    <a:pt x="4343" y="818"/>
                  </a:lnTo>
                  <a:lnTo>
                    <a:pt x="4363" y="818"/>
                  </a:lnTo>
                  <a:lnTo>
                    <a:pt x="4381" y="838"/>
                  </a:lnTo>
                  <a:lnTo>
                    <a:pt x="4400" y="838"/>
                  </a:lnTo>
                  <a:lnTo>
                    <a:pt x="4400" y="857"/>
                  </a:lnTo>
                  <a:lnTo>
                    <a:pt x="4419" y="857"/>
                  </a:lnTo>
                  <a:lnTo>
                    <a:pt x="4439" y="876"/>
                  </a:lnTo>
                  <a:lnTo>
                    <a:pt x="4458" y="894"/>
                  </a:lnTo>
                  <a:lnTo>
                    <a:pt x="4476" y="876"/>
                  </a:lnTo>
                  <a:lnTo>
                    <a:pt x="4476" y="894"/>
                  </a:lnTo>
                  <a:lnTo>
                    <a:pt x="4495" y="894"/>
                  </a:lnTo>
                  <a:lnTo>
                    <a:pt x="4515" y="914"/>
                  </a:lnTo>
                  <a:lnTo>
                    <a:pt x="4515" y="933"/>
                  </a:lnTo>
                  <a:lnTo>
                    <a:pt x="4534" y="933"/>
                  </a:lnTo>
                  <a:lnTo>
                    <a:pt x="4553" y="933"/>
                  </a:lnTo>
                  <a:lnTo>
                    <a:pt x="4534" y="952"/>
                  </a:lnTo>
                  <a:lnTo>
                    <a:pt x="4534" y="971"/>
                  </a:lnTo>
                  <a:lnTo>
                    <a:pt x="4553" y="971"/>
                  </a:lnTo>
                  <a:lnTo>
                    <a:pt x="4553" y="990"/>
                  </a:lnTo>
                  <a:lnTo>
                    <a:pt x="4572" y="990"/>
                  </a:lnTo>
                  <a:lnTo>
                    <a:pt x="4572" y="1009"/>
                  </a:lnTo>
                  <a:lnTo>
                    <a:pt x="4553" y="1009"/>
                  </a:lnTo>
                  <a:lnTo>
                    <a:pt x="4572" y="1028"/>
                  </a:lnTo>
                  <a:lnTo>
                    <a:pt x="4591" y="1028"/>
                  </a:lnTo>
                  <a:lnTo>
                    <a:pt x="4610" y="1028"/>
                  </a:lnTo>
                  <a:lnTo>
                    <a:pt x="4629" y="1009"/>
                  </a:lnTo>
                  <a:lnTo>
                    <a:pt x="4648" y="1009"/>
                  </a:lnTo>
                  <a:lnTo>
                    <a:pt x="4648" y="1028"/>
                  </a:lnTo>
                  <a:lnTo>
                    <a:pt x="4667" y="1028"/>
                  </a:lnTo>
                  <a:lnTo>
                    <a:pt x="4667" y="1047"/>
                  </a:lnTo>
                  <a:lnTo>
                    <a:pt x="4686" y="1047"/>
                  </a:lnTo>
                  <a:lnTo>
                    <a:pt x="4705" y="1066"/>
                  </a:lnTo>
                  <a:lnTo>
                    <a:pt x="4724" y="1085"/>
                  </a:lnTo>
                  <a:lnTo>
                    <a:pt x="4743" y="1104"/>
                  </a:lnTo>
                  <a:lnTo>
                    <a:pt x="4743" y="1123"/>
                  </a:lnTo>
                  <a:lnTo>
                    <a:pt x="4762" y="1123"/>
                  </a:lnTo>
                  <a:lnTo>
                    <a:pt x="4781" y="1123"/>
                  </a:lnTo>
                  <a:lnTo>
                    <a:pt x="4781" y="1142"/>
                  </a:lnTo>
                  <a:lnTo>
                    <a:pt x="4800" y="1142"/>
                  </a:lnTo>
                  <a:lnTo>
                    <a:pt x="4800" y="1123"/>
                  </a:lnTo>
                  <a:lnTo>
                    <a:pt x="4820" y="1123"/>
                  </a:lnTo>
                  <a:lnTo>
                    <a:pt x="4839" y="1123"/>
                  </a:lnTo>
                  <a:lnTo>
                    <a:pt x="4857" y="1123"/>
                  </a:lnTo>
                  <a:lnTo>
                    <a:pt x="4876" y="1142"/>
                  </a:lnTo>
                  <a:lnTo>
                    <a:pt x="4876" y="1123"/>
                  </a:lnTo>
                  <a:lnTo>
                    <a:pt x="4876" y="1104"/>
                  </a:lnTo>
                  <a:lnTo>
                    <a:pt x="4896" y="1104"/>
                  </a:lnTo>
                  <a:lnTo>
                    <a:pt x="4896" y="1085"/>
                  </a:lnTo>
                  <a:lnTo>
                    <a:pt x="4915" y="1104"/>
                  </a:lnTo>
                  <a:lnTo>
                    <a:pt x="4896" y="1104"/>
                  </a:lnTo>
                  <a:lnTo>
                    <a:pt x="4915" y="1104"/>
                  </a:lnTo>
                  <a:lnTo>
                    <a:pt x="4915" y="1123"/>
                  </a:lnTo>
                  <a:lnTo>
                    <a:pt x="4934" y="1123"/>
                  </a:lnTo>
                  <a:lnTo>
                    <a:pt x="4934" y="1104"/>
                  </a:lnTo>
                  <a:lnTo>
                    <a:pt x="4953" y="1104"/>
                  </a:lnTo>
                  <a:lnTo>
                    <a:pt x="4953" y="1123"/>
                  </a:lnTo>
                  <a:lnTo>
                    <a:pt x="4953" y="1142"/>
                  </a:lnTo>
                  <a:lnTo>
                    <a:pt x="4953" y="1161"/>
                  </a:lnTo>
                  <a:lnTo>
                    <a:pt x="4972" y="1161"/>
                  </a:lnTo>
                  <a:lnTo>
                    <a:pt x="4991" y="1161"/>
                  </a:lnTo>
                  <a:lnTo>
                    <a:pt x="5010" y="1161"/>
                  </a:lnTo>
                  <a:lnTo>
                    <a:pt x="5029" y="1161"/>
                  </a:lnTo>
                  <a:lnTo>
                    <a:pt x="5048" y="1161"/>
                  </a:lnTo>
                  <a:lnTo>
                    <a:pt x="5067" y="1161"/>
                  </a:lnTo>
                  <a:lnTo>
                    <a:pt x="5067" y="1180"/>
                  </a:lnTo>
                  <a:lnTo>
                    <a:pt x="5048" y="1180"/>
                  </a:lnTo>
                  <a:lnTo>
                    <a:pt x="5048" y="1199"/>
                  </a:lnTo>
                  <a:lnTo>
                    <a:pt x="5048" y="1219"/>
                  </a:lnTo>
                  <a:lnTo>
                    <a:pt x="5067" y="1238"/>
                  </a:lnTo>
                  <a:lnTo>
                    <a:pt x="5067" y="1256"/>
                  </a:lnTo>
                  <a:lnTo>
                    <a:pt x="5067" y="1275"/>
                  </a:lnTo>
                  <a:lnTo>
                    <a:pt x="5086" y="1275"/>
                  </a:lnTo>
                  <a:lnTo>
                    <a:pt x="5124" y="1256"/>
                  </a:lnTo>
                  <a:lnTo>
                    <a:pt x="5143" y="1256"/>
                  </a:lnTo>
                  <a:lnTo>
                    <a:pt x="5162" y="1256"/>
                  </a:lnTo>
                  <a:lnTo>
                    <a:pt x="5181" y="1256"/>
                  </a:lnTo>
                  <a:lnTo>
                    <a:pt x="5181" y="1275"/>
                  </a:lnTo>
                  <a:lnTo>
                    <a:pt x="5181" y="1295"/>
                  </a:lnTo>
                  <a:lnTo>
                    <a:pt x="5201" y="1314"/>
                  </a:lnTo>
                  <a:lnTo>
                    <a:pt x="5201" y="1333"/>
                  </a:lnTo>
                  <a:lnTo>
                    <a:pt x="5181" y="1333"/>
                  </a:lnTo>
                  <a:lnTo>
                    <a:pt x="5162" y="1352"/>
                  </a:lnTo>
                  <a:lnTo>
                    <a:pt x="5143" y="1352"/>
                  </a:lnTo>
                  <a:lnTo>
                    <a:pt x="5143" y="1371"/>
                  </a:lnTo>
                  <a:lnTo>
                    <a:pt x="5143" y="1390"/>
                  </a:lnTo>
                  <a:lnTo>
                    <a:pt x="5143" y="1409"/>
                  </a:lnTo>
                  <a:lnTo>
                    <a:pt x="5181" y="1466"/>
                  </a:lnTo>
                  <a:lnTo>
                    <a:pt x="5162" y="1485"/>
                  </a:lnTo>
                  <a:lnTo>
                    <a:pt x="5181" y="1504"/>
                  </a:lnTo>
                  <a:lnTo>
                    <a:pt x="5181" y="1542"/>
                  </a:lnTo>
                  <a:lnTo>
                    <a:pt x="5181" y="1561"/>
                  </a:lnTo>
                  <a:lnTo>
                    <a:pt x="5201" y="1561"/>
                  </a:lnTo>
                  <a:lnTo>
                    <a:pt x="5201" y="1580"/>
                  </a:lnTo>
                  <a:lnTo>
                    <a:pt x="5238" y="1600"/>
                  </a:lnTo>
                  <a:lnTo>
                    <a:pt x="5257" y="1619"/>
                  </a:lnTo>
                  <a:lnTo>
                    <a:pt x="5257" y="1637"/>
                  </a:lnTo>
                  <a:lnTo>
                    <a:pt x="5277" y="1656"/>
                  </a:lnTo>
                  <a:lnTo>
                    <a:pt x="5277" y="1676"/>
                  </a:lnTo>
                  <a:lnTo>
                    <a:pt x="5296" y="1695"/>
                  </a:lnTo>
                  <a:lnTo>
                    <a:pt x="5315" y="1695"/>
                  </a:lnTo>
                  <a:lnTo>
                    <a:pt x="5334" y="1714"/>
                  </a:lnTo>
                  <a:lnTo>
                    <a:pt x="5372" y="1714"/>
                  </a:lnTo>
                  <a:lnTo>
                    <a:pt x="5448" y="1733"/>
                  </a:lnTo>
                  <a:lnTo>
                    <a:pt x="5467" y="1733"/>
                  </a:lnTo>
                  <a:lnTo>
                    <a:pt x="5467" y="1752"/>
                  </a:lnTo>
                  <a:lnTo>
                    <a:pt x="5467" y="1771"/>
                  </a:lnTo>
                  <a:lnTo>
                    <a:pt x="5467" y="1790"/>
                  </a:lnTo>
                  <a:lnTo>
                    <a:pt x="5467" y="1809"/>
                  </a:lnTo>
                  <a:lnTo>
                    <a:pt x="5467" y="1847"/>
                  </a:lnTo>
                  <a:lnTo>
                    <a:pt x="5448" y="1885"/>
                  </a:lnTo>
                  <a:lnTo>
                    <a:pt x="5448" y="1904"/>
                  </a:lnTo>
                  <a:lnTo>
                    <a:pt x="5448" y="1942"/>
                  </a:lnTo>
                  <a:lnTo>
                    <a:pt x="5448" y="1961"/>
                  </a:lnTo>
                  <a:lnTo>
                    <a:pt x="5448" y="1981"/>
                  </a:lnTo>
                  <a:lnTo>
                    <a:pt x="5448" y="2018"/>
                  </a:lnTo>
                  <a:lnTo>
                    <a:pt x="5448" y="2057"/>
                  </a:lnTo>
                  <a:lnTo>
                    <a:pt x="5467" y="2076"/>
                  </a:lnTo>
                  <a:lnTo>
                    <a:pt x="5505" y="2171"/>
                  </a:lnTo>
                  <a:lnTo>
                    <a:pt x="5524" y="2190"/>
                  </a:lnTo>
                  <a:lnTo>
                    <a:pt x="5543" y="2209"/>
                  </a:lnTo>
                  <a:lnTo>
                    <a:pt x="5543" y="2228"/>
                  </a:lnTo>
                  <a:lnTo>
                    <a:pt x="5543" y="2247"/>
                  </a:lnTo>
                  <a:lnTo>
                    <a:pt x="5562" y="2285"/>
                  </a:lnTo>
                  <a:lnTo>
                    <a:pt x="5562" y="2304"/>
                  </a:lnTo>
                  <a:lnTo>
                    <a:pt x="5582" y="2323"/>
                  </a:lnTo>
                  <a:lnTo>
                    <a:pt x="5582" y="2342"/>
                  </a:lnTo>
                  <a:lnTo>
                    <a:pt x="5562" y="2342"/>
                  </a:lnTo>
                  <a:lnTo>
                    <a:pt x="5562" y="2380"/>
                  </a:lnTo>
                  <a:lnTo>
                    <a:pt x="5562" y="2399"/>
                  </a:lnTo>
                  <a:lnTo>
                    <a:pt x="5582" y="2438"/>
                  </a:lnTo>
                  <a:lnTo>
                    <a:pt x="5600" y="2457"/>
                  </a:lnTo>
                  <a:lnTo>
                    <a:pt x="5658" y="2609"/>
                  </a:lnTo>
                  <a:lnTo>
                    <a:pt x="5677" y="2628"/>
                  </a:lnTo>
                  <a:lnTo>
                    <a:pt x="5696" y="2628"/>
                  </a:lnTo>
                  <a:lnTo>
                    <a:pt x="5714" y="2628"/>
                  </a:lnTo>
                  <a:lnTo>
                    <a:pt x="5734" y="2609"/>
                  </a:lnTo>
                  <a:lnTo>
                    <a:pt x="5753" y="2609"/>
                  </a:lnTo>
                  <a:lnTo>
                    <a:pt x="5772" y="2628"/>
                  </a:lnTo>
                  <a:lnTo>
                    <a:pt x="5772" y="2647"/>
                  </a:lnTo>
                  <a:lnTo>
                    <a:pt x="5867" y="2723"/>
                  </a:lnTo>
                  <a:lnTo>
                    <a:pt x="5867" y="2761"/>
                  </a:lnTo>
                  <a:lnTo>
                    <a:pt x="5886" y="2761"/>
                  </a:lnTo>
                  <a:lnTo>
                    <a:pt x="5924" y="2799"/>
                  </a:lnTo>
                  <a:lnTo>
                    <a:pt x="5924" y="2819"/>
                  </a:lnTo>
                  <a:lnTo>
                    <a:pt x="5924" y="2875"/>
                  </a:lnTo>
                  <a:lnTo>
                    <a:pt x="5924" y="2895"/>
                  </a:lnTo>
                  <a:lnTo>
                    <a:pt x="5924" y="2914"/>
                  </a:lnTo>
                  <a:lnTo>
                    <a:pt x="5924" y="2933"/>
                  </a:lnTo>
                  <a:lnTo>
                    <a:pt x="5924" y="2952"/>
                  </a:lnTo>
                  <a:lnTo>
                    <a:pt x="5943" y="2990"/>
                  </a:lnTo>
                  <a:lnTo>
                    <a:pt x="5943" y="3009"/>
                  </a:lnTo>
                  <a:lnTo>
                    <a:pt x="5963" y="3009"/>
                  </a:lnTo>
                  <a:lnTo>
                    <a:pt x="5981" y="3009"/>
                  </a:lnTo>
                  <a:lnTo>
                    <a:pt x="6000" y="3028"/>
                  </a:lnTo>
                  <a:lnTo>
                    <a:pt x="6019" y="3028"/>
                  </a:lnTo>
                  <a:lnTo>
                    <a:pt x="6019" y="3047"/>
                  </a:lnTo>
                  <a:lnTo>
                    <a:pt x="6019" y="3085"/>
                  </a:lnTo>
                  <a:lnTo>
                    <a:pt x="6039" y="3123"/>
                  </a:lnTo>
                  <a:lnTo>
                    <a:pt x="6039" y="3142"/>
                  </a:lnTo>
                  <a:lnTo>
                    <a:pt x="6039" y="3161"/>
                  </a:lnTo>
                  <a:lnTo>
                    <a:pt x="6039" y="3180"/>
                  </a:lnTo>
                  <a:lnTo>
                    <a:pt x="6019" y="3180"/>
                  </a:lnTo>
                  <a:lnTo>
                    <a:pt x="6019" y="3200"/>
                  </a:lnTo>
                  <a:lnTo>
                    <a:pt x="6039" y="3200"/>
                  </a:lnTo>
                  <a:lnTo>
                    <a:pt x="6039" y="3219"/>
                  </a:lnTo>
                  <a:lnTo>
                    <a:pt x="6039" y="3237"/>
                  </a:lnTo>
                  <a:lnTo>
                    <a:pt x="6019" y="3237"/>
                  </a:lnTo>
                  <a:lnTo>
                    <a:pt x="6019" y="3256"/>
                  </a:lnTo>
                  <a:lnTo>
                    <a:pt x="6039" y="3256"/>
                  </a:lnTo>
                  <a:lnTo>
                    <a:pt x="6095" y="3237"/>
                  </a:lnTo>
                  <a:lnTo>
                    <a:pt x="6115" y="3237"/>
                  </a:lnTo>
                  <a:lnTo>
                    <a:pt x="6134" y="3237"/>
                  </a:lnTo>
                  <a:lnTo>
                    <a:pt x="6134" y="3256"/>
                  </a:lnTo>
                  <a:lnTo>
                    <a:pt x="6153" y="3276"/>
                  </a:lnTo>
                  <a:lnTo>
                    <a:pt x="6172" y="3276"/>
                  </a:lnTo>
                  <a:lnTo>
                    <a:pt x="6172" y="3295"/>
                  </a:lnTo>
                  <a:lnTo>
                    <a:pt x="6172" y="3314"/>
                  </a:lnTo>
                  <a:lnTo>
                    <a:pt x="6153" y="3333"/>
                  </a:lnTo>
                  <a:lnTo>
                    <a:pt x="6153" y="3352"/>
                  </a:lnTo>
                  <a:lnTo>
                    <a:pt x="6153" y="3371"/>
                  </a:lnTo>
                  <a:lnTo>
                    <a:pt x="6172" y="3371"/>
                  </a:lnTo>
                  <a:lnTo>
                    <a:pt x="6172" y="3390"/>
                  </a:lnTo>
                  <a:lnTo>
                    <a:pt x="6172" y="3409"/>
                  </a:lnTo>
                  <a:lnTo>
                    <a:pt x="6172" y="3428"/>
                  </a:lnTo>
                  <a:lnTo>
                    <a:pt x="6172" y="3447"/>
                  </a:lnTo>
                  <a:lnTo>
                    <a:pt x="6191" y="3447"/>
                  </a:lnTo>
                  <a:lnTo>
                    <a:pt x="6210" y="3447"/>
                  </a:lnTo>
                  <a:lnTo>
                    <a:pt x="6229" y="3466"/>
                  </a:lnTo>
                  <a:lnTo>
                    <a:pt x="6248" y="3485"/>
                  </a:lnTo>
                  <a:lnTo>
                    <a:pt x="6267" y="3504"/>
                  </a:lnTo>
                  <a:lnTo>
                    <a:pt x="6286" y="3504"/>
                  </a:lnTo>
                  <a:lnTo>
                    <a:pt x="6381" y="3523"/>
                  </a:lnTo>
                  <a:lnTo>
                    <a:pt x="6400" y="3523"/>
                  </a:lnTo>
                  <a:lnTo>
                    <a:pt x="6420" y="3523"/>
                  </a:lnTo>
                  <a:lnTo>
                    <a:pt x="6420" y="3542"/>
                  </a:lnTo>
                  <a:lnTo>
                    <a:pt x="6439" y="3561"/>
                  </a:lnTo>
                  <a:lnTo>
                    <a:pt x="6439" y="3581"/>
                  </a:lnTo>
                  <a:lnTo>
                    <a:pt x="6458" y="3581"/>
                  </a:lnTo>
                  <a:lnTo>
                    <a:pt x="6458" y="3561"/>
                  </a:lnTo>
                  <a:lnTo>
                    <a:pt x="6458" y="3542"/>
                  </a:lnTo>
                  <a:lnTo>
                    <a:pt x="6476" y="3542"/>
                  </a:lnTo>
                  <a:lnTo>
                    <a:pt x="6476" y="3523"/>
                  </a:lnTo>
                  <a:lnTo>
                    <a:pt x="6496" y="3523"/>
                  </a:lnTo>
                  <a:lnTo>
                    <a:pt x="6515" y="3523"/>
                  </a:lnTo>
                  <a:lnTo>
                    <a:pt x="6534" y="3504"/>
                  </a:lnTo>
                  <a:lnTo>
                    <a:pt x="6553" y="3504"/>
                  </a:lnTo>
                  <a:lnTo>
                    <a:pt x="6553" y="3523"/>
                  </a:lnTo>
                  <a:lnTo>
                    <a:pt x="6572" y="3523"/>
                  </a:lnTo>
                  <a:lnTo>
                    <a:pt x="6572" y="3504"/>
                  </a:lnTo>
                  <a:lnTo>
                    <a:pt x="6591" y="3523"/>
                  </a:lnTo>
                  <a:lnTo>
                    <a:pt x="6572" y="3542"/>
                  </a:lnTo>
                  <a:lnTo>
                    <a:pt x="6572" y="3581"/>
                  </a:lnTo>
                  <a:lnTo>
                    <a:pt x="6591" y="3657"/>
                  </a:lnTo>
                  <a:lnTo>
                    <a:pt x="6591" y="3676"/>
                  </a:lnTo>
                  <a:lnTo>
                    <a:pt x="6572" y="3695"/>
                  </a:lnTo>
                  <a:lnTo>
                    <a:pt x="6553" y="3714"/>
                  </a:lnTo>
                  <a:lnTo>
                    <a:pt x="6515" y="3752"/>
                  </a:lnTo>
                  <a:lnTo>
                    <a:pt x="6458" y="3752"/>
                  </a:lnTo>
                  <a:lnTo>
                    <a:pt x="6439" y="3752"/>
                  </a:lnTo>
                  <a:lnTo>
                    <a:pt x="6362" y="3733"/>
                  </a:lnTo>
                  <a:lnTo>
                    <a:pt x="6362" y="3714"/>
                  </a:lnTo>
                  <a:lnTo>
                    <a:pt x="6344" y="3714"/>
                  </a:lnTo>
                  <a:lnTo>
                    <a:pt x="6324" y="3695"/>
                  </a:lnTo>
                  <a:lnTo>
                    <a:pt x="6305" y="3695"/>
                  </a:lnTo>
                  <a:lnTo>
                    <a:pt x="6286" y="3695"/>
                  </a:lnTo>
                  <a:lnTo>
                    <a:pt x="6248" y="3733"/>
                  </a:lnTo>
                  <a:lnTo>
                    <a:pt x="6229" y="3733"/>
                  </a:lnTo>
                  <a:lnTo>
                    <a:pt x="6210" y="3752"/>
                  </a:lnTo>
                  <a:lnTo>
                    <a:pt x="6134" y="3771"/>
                  </a:lnTo>
                  <a:lnTo>
                    <a:pt x="6115" y="3771"/>
                  </a:lnTo>
                  <a:lnTo>
                    <a:pt x="6095" y="3790"/>
                  </a:lnTo>
                  <a:lnTo>
                    <a:pt x="6077" y="3809"/>
                  </a:lnTo>
                  <a:lnTo>
                    <a:pt x="6077" y="3828"/>
                  </a:lnTo>
                  <a:lnTo>
                    <a:pt x="6000" y="3866"/>
                  </a:lnTo>
                  <a:lnTo>
                    <a:pt x="5981" y="3866"/>
                  </a:lnTo>
                  <a:lnTo>
                    <a:pt x="5943" y="3866"/>
                  </a:lnTo>
                  <a:lnTo>
                    <a:pt x="5867" y="3885"/>
                  </a:lnTo>
                  <a:lnTo>
                    <a:pt x="5848" y="3904"/>
                  </a:lnTo>
                  <a:lnTo>
                    <a:pt x="5848" y="3923"/>
                  </a:lnTo>
                  <a:lnTo>
                    <a:pt x="5848" y="3942"/>
                  </a:lnTo>
                  <a:lnTo>
                    <a:pt x="5867" y="3942"/>
                  </a:lnTo>
                  <a:lnTo>
                    <a:pt x="5867" y="3923"/>
                  </a:lnTo>
                  <a:lnTo>
                    <a:pt x="5886" y="3923"/>
                  </a:lnTo>
                  <a:lnTo>
                    <a:pt x="5905" y="3923"/>
                  </a:lnTo>
                  <a:lnTo>
                    <a:pt x="5963" y="3904"/>
                  </a:lnTo>
                  <a:lnTo>
                    <a:pt x="6115" y="3904"/>
                  </a:lnTo>
                  <a:lnTo>
                    <a:pt x="6191" y="3885"/>
                  </a:lnTo>
                  <a:lnTo>
                    <a:pt x="6210" y="3885"/>
                  </a:lnTo>
                  <a:lnTo>
                    <a:pt x="6248" y="3866"/>
                  </a:lnTo>
                  <a:lnTo>
                    <a:pt x="6267" y="3866"/>
                  </a:lnTo>
                  <a:lnTo>
                    <a:pt x="6286" y="3885"/>
                  </a:lnTo>
                  <a:lnTo>
                    <a:pt x="6286" y="3904"/>
                  </a:lnTo>
                  <a:lnTo>
                    <a:pt x="6286" y="3923"/>
                  </a:lnTo>
                  <a:lnTo>
                    <a:pt x="6305" y="3942"/>
                  </a:lnTo>
                  <a:lnTo>
                    <a:pt x="6286" y="3962"/>
                  </a:lnTo>
                  <a:lnTo>
                    <a:pt x="6286" y="3980"/>
                  </a:lnTo>
                  <a:lnTo>
                    <a:pt x="6267" y="3980"/>
                  </a:lnTo>
                  <a:lnTo>
                    <a:pt x="6267" y="3999"/>
                  </a:lnTo>
                  <a:lnTo>
                    <a:pt x="6267" y="4018"/>
                  </a:lnTo>
                  <a:lnTo>
                    <a:pt x="6286" y="4038"/>
                  </a:lnTo>
                  <a:lnTo>
                    <a:pt x="6305" y="4018"/>
                  </a:lnTo>
                  <a:lnTo>
                    <a:pt x="6324" y="4018"/>
                  </a:lnTo>
                  <a:lnTo>
                    <a:pt x="6324" y="3999"/>
                  </a:lnTo>
                  <a:lnTo>
                    <a:pt x="6362" y="3962"/>
                  </a:lnTo>
                  <a:lnTo>
                    <a:pt x="6381" y="3962"/>
                  </a:lnTo>
                  <a:lnTo>
                    <a:pt x="6400" y="3962"/>
                  </a:lnTo>
                  <a:lnTo>
                    <a:pt x="6439" y="3962"/>
                  </a:lnTo>
                  <a:lnTo>
                    <a:pt x="6458" y="3942"/>
                  </a:lnTo>
                  <a:lnTo>
                    <a:pt x="6476" y="3942"/>
                  </a:lnTo>
                  <a:lnTo>
                    <a:pt x="6496" y="3942"/>
                  </a:lnTo>
                  <a:lnTo>
                    <a:pt x="6515" y="3942"/>
                  </a:lnTo>
                  <a:lnTo>
                    <a:pt x="6553" y="3923"/>
                  </a:lnTo>
                  <a:lnTo>
                    <a:pt x="6591" y="3904"/>
                  </a:lnTo>
                  <a:lnTo>
                    <a:pt x="6820" y="3752"/>
                  </a:lnTo>
                  <a:lnTo>
                    <a:pt x="6896" y="3733"/>
                  </a:lnTo>
                  <a:lnTo>
                    <a:pt x="6915" y="3733"/>
                  </a:lnTo>
                  <a:lnTo>
                    <a:pt x="6934" y="3714"/>
                  </a:lnTo>
                  <a:lnTo>
                    <a:pt x="6991" y="3695"/>
                  </a:lnTo>
                  <a:lnTo>
                    <a:pt x="7010" y="3676"/>
                  </a:lnTo>
                  <a:lnTo>
                    <a:pt x="7048" y="3657"/>
                  </a:lnTo>
                  <a:lnTo>
                    <a:pt x="7067" y="3637"/>
                  </a:lnTo>
                  <a:lnTo>
                    <a:pt x="7067" y="3618"/>
                  </a:lnTo>
                  <a:lnTo>
                    <a:pt x="7067" y="3600"/>
                  </a:lnTo>
                  <a:lnTo>
                    <a:pt x="7105" y="3600"/>
                  </a:lnTo>
                  <a:lnTo>
                    <a:pt x="7143" y="3581"/>
                  </a:lnTo>
                  <a:lnTo>
                    <a:pt x="7143" y="3600"/>
                  </a:lnTo>
                  <a:lnTo>
                    <a:pt x="7124" y="3600"/>
                  </a:lnTo>
                  <a:lnTo>
                    <a:pt x="7124" y="3618"/>
                  </a:lnTo>
                  <a:lnTo>
                    <a:pt x="7143" y="3618"/>
                  </a:lnTo>
                  <a:lnTo>
                    <a:pt x="7162" y="3600"/>
                  </a:lnTo>
                  <a:lnTo>
                    <a:pt x="7182" y="3581"/>
                  </a:lnTo>
                  <a:lnTo>
                    <a:pt x="7201" y="3581"/>
                  </a:lnTo>
                  <a:lnTo>
                    <a:pt x="7219" y="3561"/>
                  </a:lnTo>
                  <a:lnTo>
                    <a:pt x="7238" y="3523"/>
                  </a:lnTo>
                  <a:lnTo>
                    <a:pt x="7258" y="3504"/>
                  </a:lnTo>
                  <a:lnTo>
                    <a:pt x="7277" y="3485"/>
                  </a:lnTo>
                  <a:lnTo>
                    <a:pt x="7296" y="3466"/>
                  </a:lnTo>
                  <a:lnTo>
                    <a:pt x="7410" y="3409"/>
                  </a:lnTo>
                  <a:lnTo>
                    <a:pt x="7448" y="3390"/>
                  </a:lnTo>
                  <a:lnTo>
                    <a:pt x="7448" y="3352"/>
                  </a:lnTo>
                  <a:lnTo>
                    <a:pt x="7448" y="3333"/>
                  </a:lnTo>
                  <a:lnTo>
                    <a:pt x="7448" y="3314"/>
                  </a:lnTo>
                  <a:lnTo>
                    <a:pt x="7448" y="3295"/>
                  </a:lnTo>
                  <a:lnTo>
                    <a:pt x="7467" y="3295"/>
                  </a:lnTo>
                  <a:lnTo>
                    <a:pt x="7486" y="3333"/>
                  </a:lnTo>
                  <a:lnTo>
                    <a:pt x="7505" y="3333"/>
                  </a:lnTo>
                  <a:lnTo>
                    <a:pt x="7505" y="3314"/>
                  </a:lnTo>
                  <a:lnTo>
                    <a:pt x="7486" y="3314"/>
                  </a:lnTo>
                  <a:lnTo>
                    <a:pt x="7486" y="3295"/>
                  </a:lnTo>
                  <a:lnTo>
                    <a:pt x="7505" y="3295"/>
                  </a:lnTo>
                  <a:lnTo>
                    <a:pt x="7524" y="3276"/>
                  </a:lnTo>
                  <a:lnTo>
                    <a:pt x="7563" y="3295"/>
                  </a:lnTo>
                  <a:lnTo>
                    <a:pt x="7582" y="3295"/>
                  </a:lnTo>
                  <a:lnTo>
                    <a:pt x="7600" y="3295"/>
                  </a:lnTo>
                  <a:lnTo>
                    <a:pt x="7619" y="3295"/>
                  </a:lnTo>
                  <a:lnTo>
                    <a:pt x="7619" y="3314"/>
                  </a:lnTo>
                  <a:lnTo>
                    <a:pt x="7619" y="3333"/>
                  </a:lnTo>
                  <a:lnTo>
                    <a:pt x="7619" y="3352"/>
                  </a:lnTo>
                  <a:lnTo>
                    <a:pt x="7619" y="3409"/>
                  </a:lnTo>
                  <a:lnTo>
                    <a:pt x="7600" y="3428"/>
                  </a:lnTo>
                  <a:lnTo>
                    <a:pt x="7582" y="3447"/>
                  </a:lnTo>
                  <a:lnTo>
                    <a:pt x="7543" y="3485"/>
                  </a:lnTo>
                  <a:lnTo>
                    <a:pt x="7524" y="3485"/>
                  </a:lnTo>
                  <a:lnTo>
                    <a:pt x="7486" y="3485"/>
                  </a:lnTo>
                  <a:lnTo>
                    <a:pt x="7600" y="3561"/>
                  </a:lnTo>
                  <a:lnTo>
                    <a:pt x="7600" y="3581"/>
                  </a:lnTo>
                  <a:lnTo>
                    <a:pt x="7619" y="3600"/>
                  </a:lnTo>
                  <a:lnTo>
                    <a:pt x="7619" y="3618"/>
                  </a:lnTo>
                  <a:lnTo>
                    <a:pt x="7600" y="3657"/>
                  </a:lnTo>
                  <a:lnTo>
                    <a:pt x="7619" y="3714"/>
                  </a:lnTo>
                  <a:lnTo>
                    <a:pt x="7619" y="3733"/>
                  </a:lnTo>
                  <a:lnTo>
                    <a:pt x="7639" y="3752"/>
                  </a:lnTo>
                  <a:lnTo>
                    <a:pt x="7619" y="3752"/>
                  </a:lnTo>
                  <a:lnTo>
                    <a:pt x="7619" y="3771"/>
                  </a:lnTo>
                  <a:lnTo>
                    <a:pt x="7619" y="3790"/>
                  </a:lnTo>
                  <a:lnTo>
                    <a:pt x="7619" y="3809"/>
                  </a:lnTo>
                  <a:lnTo>
                    <a:pt x="7658" y="3847"/>
                  </a:lnTo>
                  <a:lnTo>
                    <a:pt x="7658" y="3885"/>
                  </a:lnTo>
                  <a:lnTo>
                    <a:pt x="7677" y="3885"/>
                  </a:lnTo>
                  <a:lnTo>
                    <a:pt x="7734" y="3942"/>
                  </a:lnTo>
                  <a:lnTo>
                    <a:pt x="7753" y="3962"/>
                  </a:lnTo>
                  <a:lnTo>
                    <a:pt x="7753" y="4018"/>
                  </a:lnTo>
                  <a:lnTo>
                    <a:pt x="7772" y="4038"/>
                  </a:lnTo>
                  <a:lnTo>
                    <a:pt x="7772" y="4057"/>
                  </a:lnTo>
                  <a:lnTo>
                    <a:pt x="7753" y="4094"/>
                  </a:lnTo>
                  <a:lnTo>
                    <a:pt x="7734" y="4094"/>
                  </a:lnTo>
                  <a:lnTo>
                    <a:pt x="7696" y="4057"/>
                  </a:lnTo>
                  <a:lnTo>
                    <a:pt x="7696" y="4094"/>
                  </a:lnTo>
                  <a:lnTo>
                    <a:pt x="7715" y="4094"/>
                  </a:lnTo>
                  <a:lnTo>
                    <a:pt x="7715" y="4114"/>
                  </a:lnTo>
                  <a:lnTo>
                    <a:pt x="7715" y="4152"/>
                  </a:lnTo>
                  <a:lnTo>
                    <a:pt x="7696" y="4152"/>
                  </a:lnTo>
                  <a:lnTo>
                    <a:pt x="7677" y="4171"/>
                  </a:lnTo>
                  <a:lnTo>
                    <a:pt x="7658" y="4190"/>
                  </a:lnTo>
                  <a:lnTo>
                    <a:pt x="7639" y="4209"/>
                  </a:lnTo>
                  <a:lnTo>
                    <a:pt x="7619" y="4209"/>
                  </a:lnTo>
                  <a:lnTo>
                    <a:pt x="7600" y="4190"/>
                  </a:lnTo>
                  <a:lnTo>
                    <a:pt x="7582" y="4190"/>
                  </a:lnTo>
                  <a:lnTo>
                    <a:pt x="7563" y="4171"/>
                  </a:lnTo>
                  <a:lnTo>
                    <a:pt x="7563" y="4190"/>
                  </a:lnTo>
                  <a:lnTo>
                    <a:pt x="7543" y="4190"/>
                  </a:lnTo>
                  <a:lnTo>
                    <a:pt x="7563" y="4190"/>
                  </a:lnTo>
                  <a:lnTo>
                    <a:pt x="7563" y="4209"/>
                  </a:lnTo>
                  <a:lnTo>
                    <a:pt x="7582" y="4228"/>
                  </a:lnTo>
                  <a:lnTo>
                    <a:pt x="7582" y="4247"/>
                  </a:lnTo>
                  <a:lnTo>
                    <a:pt x="7600" y="4266"/>
                  </a:lnTo>
                  <a:lnTo>
                    <a:pt x="7619" y="4285"/>
                  </a:lnTo>
                  <a:lnTo>
                    <a:pt x="7619" y="4266"/>
                  </a:lnTo>
                  <a:lnTo>
                    <a:pt x="7619" y="4247"/>
                  </a:lnTo>
                  <a:lnTo>
                    <a:pt x="7639" y="4247"/>
                  </a:lnTo>
                  <a:lnTo>
                    <a:pt x="7696" y="4228"/>
                  </a:lnTo>
                  <a:lnTo>
                    <a:pt x="7715" y="4228"/>
                  </a:lnTo>
                  <a:lnTo>
                    <a:pt x="7734" y="4228"/>
                  </a:lnTo>
                  <a:lnTo>
                    <a:pt x="7734" y="4209"/>
                  </a:lnTo>
                  <a:lnTo>
                    <a:pt x="7734" y="4190"/>
                  </a:lnTo>
                  <a:lnTo>
                    <a:pt x="7734" y="4171"/>
                  </a:lnTo>
                  <a:lnTo>
                    <a:pt x="7753" y="4152"/>
                  </a:lnTo>
                  <a:lnTo>
                    <a:pt x="7753" y="4133"/>
                  </a:lnTo>
                  <a:lnTo>
                    <a:pt x="7772" y="4133"/>
                  </a:lnTo>
                  <a:lnTo>
                    <a:pt x="7791" y="4133"/>
                  </a:lnTo>
                  <a:lnTo>
                    <a:pt x="7810" y="4133"/>
                  </a:lnTo>
                  <a:lnTo>
                    <a:pt x="7829" y="4171"/>
                  </a:lnTo>
                  <a:lnTo>
                    <a:pt x="7848" y="4209"/>
                  </a:lnTo>
                  <a:lnTo>
                    <a:pt x="7867" y="4228"/>
                  </a:lnTo>
                  <a:lnTo>
                    <a:pt x="7886" y="4228"/>
                  </a:lnTo>
                  <a:lnTo>
                    <a:pt x="7905" y="4247"/>
                  </a:lnTo>
                  <a:lnTo>
                    <a:pt x="7924" y="4247"/>
                  </a:lnTo>
                  <a:lnTo>
                    <a:pt x="7944" y="4247"/>
                  </a:lnTo>
                  <a:lnTo>
                    <a:pt x="7944" y="4266"/>
                  </a:lnTo>
                  <a:lnTo>
                    <a:pt x="7944" y="4285"/>
                  </a:lnTo>
                  <a:lnTo>
                    <a:pt x="7924" y="4285"/>
                  </a:lnTo>
                  <a:lnTo>
                    <a:pt x="7944" y="4285"/>
                  </a:lnTo>
                  <a:lnTo>
                    <a:pt x="7962" y="4247"/>
                  </a:lnTo>
                  <a:lnTo>
                    <a:pt x="7962" y="4266"/>
                  </a:lnTo>
                  <a:lnTo>
                    <a:pt x="7962" y="4285"/>
                  </a:lnTo>
                  <a:lnTo>
                    <a:pt x="7962" y="4304"/>
                  </a:lnTo>
                  <a:lnTo>
                    <a:pt x="7962" y="4323"/>
                  </a:lnTo>
                  <a:lnTo>
                    <a:pt x="7981" y="4343"/>
                  </a:lnTo>
                  <a:lnTo>
                    <a:pt x="7981" y="4361"/>
                  </a:lnTo>
                  <a:lnTo>
                    <a:pt x="8000" y="4380"/>
                  </a:lnTo>
                  <a:lnTo>
                    <a:pt x="8000" y="4361"/>
                  </a:lnTo>
                  <a:lnTo>
                    <a:pt x="8000" y="4343"/>
                  </a:lnTo>
                  <a:lnTo>
                    <a:pt x="8020" y="4323"/>
                  </a:lnTo>
                  <a:lnTo>
                    <a:pt x="8039" y="4323"/>
                  </a:lnTo>
                  <a:lnTo>
                    <a:pt x="8039" y="4304"/>
                  </a:lnTo>
                  <a:lnTo>
                    <a:pt x="8039" y="4285"/>
                  </a:lnTo>
                  <a:lnTo>
                    <a:pt x="8039" y="4266"/>
                  </a:lnTo>
                  <a:lnTo>
                    <a:pt x="8058" y="4247"/>
                  </a:lnTo>
                  <a:lnTo>
                    <a:pt x="8096" y="4228"/>
                  </a:lnTo>
                  <a:lnTo>
                    <a:pt x="8115" y="4209"/>
                  </a:lnTo>
                  <a:lnTo>
                    <a:pt x="8153" y="4209"/>
                  </a:lnTo>
                  <a:lnTo>
                    <a:pt x="8172" y="4209"/>
                  </a:lnTo>
                  <a:lnTo>
                    <a:pt x="8191" y="4209"/>
                  </a:lnTo>
                  <a:lnTo>
                    <a:pt x="8210" y="4228"/>
                  </a:lnTo>
                  <a:lnTo>
                    <a:pt x="8229" y="4228"/>
                  </a:lnTo>
                  <a:lnTo>
                    <a:pt x="8248" y="4190"/>
                  </a:lnTo>
                  <a:lnTo>
                    <a:pt x="8248" y="4171"/>
                  </a:lnTo>
                  <a:lnTo>
                    <a:pt x="8286" y="4171"/>
                  </a:lnTo>
                  <a:lnTo>
                    <a:pt x="8362" y="4152"/>
                  </a:lnTo>
                  <a:lnTo>
                    <a:pt x="8381" y="4152"/>
                  </a:lnTo>
                  <a:lnTo>
                    <a:pt x="8401" y="4152"/>
                  </a:lnTo>
                  <a:lnTo>
                    <a:pt x="8420" y="4152"/>
                  </a:lnTo>
                  <a:lnTo>
                    <a:pt x="8439" y="4171"/>
                  </a:lnTo>
                  <a:lnTo>
                    <a:pt x="8496" y="4190"/>
                  </a:lnTo>
                  <a:lnTo>
                    <a:pt x="8515" y="4209"/>
                  </a:lnTo>
                  <a:lnTo>
                    <a:pt x="8515" y="4228"/>
                  </a:lnTo>
                  <a:lnTo>
                    <a:pt x="8496" y="4228"/>
                  </a:lnTo>
                  <a:lnTo>
                    <a:pt x="8477" y="4266"/>
                  </a:lnTo>
                  <a:lnTo>
                    <a:pt x="8496" y="4247"/>
                  </a:lnTo>
                  <a:lnTo>
                    <a:pt x="8515" y="4228"/>
                  </a:lnTo>
                  <a:lnTo>
                    <a:pt x="8515" y="4247"/>
                  </a:lnTo>
                  <a:lnTo>
                    <a:pt x="8515" y="4266"/>
                  </a:lnTo>
                  <a:lnTo>
                    <a:pt x="8515" y="4285"/>
                  </a:lnTo>
                  <a:lnTo>
                    <a:pt x="8515" y="4304"/>
                  </a:lnTo>
                  <a:lnTo>
                    <a:pt x="8515" y="4343"/>
                  </a:lnTo>
                  <a:lnTo>
                    <a:pt x="8496" y="4380"/>
                  </a:lnTo>
                  <a:lnTo>
                    <a:pt x="8496" y="4399"/>
                  </a:lnTo>
                  <a:lnTo>
                    <a:pt x="8515" y="4343"/>
                  </a:lnTo>
                  <a:lnTo>
                    <a:pt x="8534" y="4361"/>
                  </a:lnTo>
                  <a:lnTo>
                    <a:pt x="8534" y="4380"/>
                  </a:lnTo>
                  <a:lnTo>
                    <a:pt x="8553" y="4399"/>
                  </a:lnTo>
                  <a:lnTo>
                    <a:pt x="8553" y="4419"/>
                  </a:lnTo>
                  <a:lnTo>
                    <a:pt x="8553" y="4361"/>
                  </a:lnTo>
                  <a:lnTo>
                    <a:pt x="8534" y="4304"/>
                  </a:lnTo>
                  <a:lnTo>
                    <a:pt x="8534" y="4247"/>
                  </a:lnTo>
                  <a:lnTo>
                    <a:pt x="8534" y="4228"/>
                  </a:lnTo>
                  <a:lnTo>
                    <a:pt x="8534" y="4209"/>
                  </a:lnTo>
                  <a:lnTo>
                    <a:pt x="8534" y="4228"/>
                  </a:lnTo>
                  <a:lnTo>
                    <a:pt x="8534" y="4266"/>
                  </a:lnTo>
                  <a:lnTo>
                    <a:pt x="8553" y="4247"/>
                  </a:lnTo>
                  <a:lnTo>
                    <a:pt x="8553" y="4228"/>
                  </a:lnTo>
                  <a:lnTo>
                    <a:pt x="8553" y="4209"/>
                  </a:lnTo>
                  <a:lnTo>
                    <a:pt x="8591" y="4209"/>
                  </a:lnTo>
                  <a:lnTo>
                    <a:pt x="8610" y="4209"/>
                  </a:lnTo>
                  <a:lnTo>
                    <a:pt x="8629" y="4228"/>
                  </a:lnTo>
                  <a:lnTo>
                    <a:pt x="8648" y="4247"/>
                  </a:lnTo>
                  <a:lnTo>
                    <a:pt x="8629" y="4228"/>
                  </a:lnTo>
                  <a:lnTo>
                    <a:pt x="8648" y="4228"/>
                  </a:lnTo>
                  <a:lnTo>
                    <a:pt x="8667" y="4228"/>
                  </a:lnTo>
                  <a:lnTo>
                    <a:pt x="8686" y="4228"/>
                  </a:lnTo>
                  <a:lnTo>
                    <a:pt x="8706" y="4228"/>
                  </a:lnTo>
                  <a:lnTo>
                    <a:pt x="8743" y="4266"/>
                  </a:lnTo>
                  <a:lnTo>
                    <a:pt x="8762" y="4285"/>
                  </a:lnTo>
                  <a:lnTo>
                    <a:pt x="8762" y="4304"/>
                  </a:lnTo>
                  <a:lnTo>
                    <a:pt x="8762" y="4323"/>
                  </a:lnTo>
                  <a:lnTo>
                    <a:pt x="8782" y="4304"/>
                  </a:lnTo>
                  <a:lnTo>
                    <a:pt x="8762" y="4266"/>
                  </a:lnTo>
                  <a:lnTo>
                    <a:pt x="8724" y="4228"/>
                  </a:lnTo>
                  <a:lnTo>
                    <a:pt x="8706" y="4228"/>
                  </a:lnTo>
                  <a:lnTo>
                    <a:pt x="8706" y="4209"/>
                  </a:lnTo>
                  <a:lnTo>
                    <a:pt x="8724" y="4190"/>
                  </a:lnTo>
                  <a:lnTo>
                    <a:pt x="8762" y="4171"/>
                  </a:lnTo>
                  <a:lnTo>
                    <a:pt x="8801" y="4152"/>
                  </a:lnTo>
                  <a:lnTo>
                    <a:pt x="8820" y="4171"/>
                  </a:lnTo>
                  <a:lnTo>
                    <a:pt x="8838" y="4114"/>
                  </a:lnTo>
                  <a:lnTo>
                    <a:pt x="8838" y="4094"/>
                  </a:lnTo>
                  <a:lnTo>
                    <a:pt x="8858" y="4094"/>
                  </a:lnTo>
                  <a:lnTo>
                    <a:pt x="8877" y="4094"/>
                  </a:lnTo>
                  <a:lnTo>
                    <a:pt x="8896" y="4094"/>
                  </a:lnTo>
                  <a:lnTo>
                    <a:pt x="8877" y="4133"/>
                  </a:lnTo>
                  <a:lnTo>
                    <a:pt x="8896" y="4114"/>
                  </a:lnTo>
                  <a:lnTo>
                    <a:pt x="8915" y="4114"/>
                  </a:lnTo>
                  <a:lnTo>
                    <a:pt x="8915" y="4094"/>
                  </a:lnTo>
                  <a:lnTo>
                    <a:pt x="8915" y="4114"/>
                  </a:lnTo>
                  <a:lnTo>
                    <a:pt x="8896" y="4152"/>
                  </a:lnTo>
                  <a:lnTo>
                    <a:pt x="8896" y="4171"/>
                  </a:lnTo>
                  <a:lnTo>
                    <a:pt x="8896" y="4190"/>
                  </a:lnTo>
                  <a:lnTo>
                    <a:pt x="8915" y="4190"/>
                  </a:lnTo>
                  <a:lnTo>
                    <a:pt x="8934" y="4209"/>
                  </a:lnTo>
                  <a:lnTo>
                    <a:pt x="8972" y="4209"/>
                  </a:lnTo>
                  <a:lnTo>
                    <a:pt x="8972" y="4228"/>
                  </a:lnTo>
                  <a:lnTo>
                    <a:pt x="8972" y="4247"/>
                  </a:lnTo>
                  <a:lnTo>
                    <a:pt x="8972" y="4266"/>
                  </a:lnTo>
                  <a:lnTo>
                    <a:pt x="8953" y="4285"/>
                  </a:lnTo>
                  <a:lnTo>
                    <a:pt x="8953" y="4304"/>
                  </a:lnTo>
                  <a:lnTo>
                    <a:pt x="8972" y="4304"/>
                  </a:lnTo>
                  <a:lnTo>
                    <a:pt x="8953" y="4323"/>
                  </a:lnTo>
                  <a:lnTo>
                    <a:pt x="8934" y="4343"/>
                  </a:lnTo>
                  <a:lnTo>
                    <a:pt x="8915" y="4343"/>
                  </a:lnTo>
                  <a:lnTo>
                    <a:pt x="8915" y="4361"/>
                  </a:lnTo>
                  <a:lnTo>
                    <a:pt x="8915" y="4438"/>
                  </a:lnTo>
                  <a:lnTo>
                    <a:pt x="8915" y="4457"/>
                  </a:lnTo>
                  <a:lnTo>
                    <a:pt x="8896" y="4475"/>
                  </a:lnTo>
                  <a:lnTo>
                    <a:pt x="8896" y="4495"/>
                  </a:lnTo>
                  <a:lnTo>
                    <a:pt x="8877" y="4495"/>
                  </a:lnTo>
                  <a:lnTo>
                    <a:pt x="8858" y="4533"/>
                  </a:lnTo>
                  <a:lnTo>
                    <a:pt x="8858" y="4552"/>
                  </a:lnTo>
                  <a:lnTo>
                    <a:pt x="8838" y="4590"/>
                  </a:lnTo>
                  <a:lnTo>
                    <a:pt x="8838" y="4609"/>
                  </a:lnTo>
                  <a:lnTo>
                    <a:pt x="8838" y="4628"/>
                  </a:lnTo>
                  <a:lnTo>
                    <a:pt x="8820" y="4628"/>
                  </a:lnTo>
                  <a:lnTo>
                    <a:pt x="8820" y="4647"/>
                  </a:lnTo>
                  <a:lnTo>
                    <a:pt x="8820" y="4666"/>
                  </a:lnTo>
                  <a:lnTo>
                    <a:pt x="8801" y="4685"/>
                  </a:lnTo>
                  <a:lnTo>
                    <a:pt x="8801" y="4704"/>
                  </a:lnTo>
                  <a:lnTo>
                    <a:pt x="8801" y="4724"/>
                  </a:lnTo>
                  <a:lnTo>
                    <a:pt x="8820" y="4780"/>
                  </a:lnTo>
                  <a:lnTo>
                    <a:pt x="8801" y="4800"/>
                  </a:lnTo>
                  <a:lnTo>
                    <a:pt x="8743" y="4876"/>
                  </a:lnTo>
                  <a:lnTo>
                    <a:pt x="8724" y="4895"/>
                  </a:lnTo>
                  <a:lnTo>
                    <a:pt x="8706" y="4895"/>
                  </a:lnTo>
                  <a:lnTo>
                    <a:pt x="8686" y="4914"/>
                  </a:lnTo>
                  <a:lnTo>
                    <a:pt x="8667" y="4933"/>
                  </a:lnTo>
                  <a:lnTo>
                    <a:pt x="8706" y="4952"/>
                  </a:lnTo>
                  <a:lnTo>
                    <a:pt x="8743" y="4933"/>
                  </a:lnTo>
                  <a:lnTo>
                    <a:pt x="8801" y="4914"/>
                  </a:lnTo>
                  <a:lnTo>
                    <a:pt x="8820" y="4895"/>
                  </a:lnTo>
                  <a:lnTo>
                    <a:pt x="8838" y="4876"/>
                  </a:lnTo>
                  <a:lnTo>
                    <a:pt x="8820" y="4876"/>
                  </a:lnTo>
                  <a:lnTo>
                    <a:pt x="8838" y="4856"/>
                  </a:lnTo>
                  <a:lnTo>
                    <a:pt x="8838" y="4838"/>
                  </a:lnTo>
                  <a:lnTo>
                    <a:pt x="8858" y="4838"/>
                  </a:lnTo>
                  <a:lnTo>
                    <a:pt x="8877" y="4838"/>
                  </a:lnTo>
                  <a:lnTo>
                    <a:pt x="8877" y="4819"/>
                  </a:lnTo>
                  <a:lnTo>
                    <a:pt x="8877" y="4800"/>
                  </a:lnTo>
                  <a:lnTo>
                    <a:pt x="8896" y="4780"/>
                  </a:lnTo>
                  <a:lnTo>
                    <a:pt x="8896" y="4761"/>
                  </a:lnTo>
                  <a:lnTo>
                    <a:pt x="8915" y="4742"/>
                  </a:lnTo>
                  <a:lnTo>
                    <a:pt x="8915" y="4724"/>
                  </a:lnTo>
                  <a:lnTo>
                    <a:pt x="8915" y="4704"/>
                  </a:lnTo>
                  <a:lnTo>
                    <a:pt x="8915" y="4685"/>
                  </a:lnTo>
                  <a:lnTo>
                    <a:pt x="8915" y="4647"/>
                  </a:lnTo>
                  <a:lnTo>
                    <a:pt x="9010" y="4495"/>
                  </a:lnTo>
                  <a:lnTo>
                    <a:pt x="9029" y="4457"/>
                  </a:lnTo>
                  <a:lnTo>
                    <a:pt x="9029" y="4419"/>
                  </a:lnTo>
                  <a:lnTo>
                    <a:pt x="9029" y="4399"/>
                  </a:lnTo>
                  <a:lnTo>
                    <a:pt x="9105" y="4266"/>
                  </a:lnTo>
                  <a:lnTo>
                    <a:pt x="9124" y="4228"/>
                  </a:lnTo>
                  <a:lnTo>
                    <a:pt x="9163" y="4190"/>
                  </a:lnTo>
                  <a:lnTo>
                    <a:pt x="9182" y="4171"/>
                  </a:lnTo>
                  <a:lnTo>
                    <a:pt x="9182" y="4152"/>
                  </a:lnTo>
                  <a:lnTo>
                    <a:pt x="9200" y="4114"/>
                  </a:lnTo>
                  <a:lnTo>
                    <a:pt x="9200" y="4094"/>
                  </a:lnTo>
                  <a:lnTo>
                    <a:pt x="9239" y="4076"/>
                  </a:lnTo>
                  <a:lnTo>
                    <a:pt x="9277" y="4057"/>
                  </a:lnTo>
                  <a:lnTo>
                    <a:pt x="9315" y="4018"/>
                  </a:lnTo>
                  <a:lnTo>
                    <a:pt x="9334" y="3962"/>
                  </a:lnTo>
                  <a:lnTo>
                    <a:pt x="9353" y="3942"/>
                  </a:lnTo>
                  <a:lnTo>
                    <a:pt x="9391" y="3923"/>
                  </a:lnTo>
                  <a:lnTo>
                    <a:pt x="9410" y="3923"/>
                  </a:lnTo>
                  <a:lnTo>
                    <a:pt x="9429" y="3904"/>
                  </a:lnTo>
                  <a:lnTo>
                    <a:pt x="9448" y="3904"/>
                  </a:lnTo>
                  <a:lnTo>
                    <a:pt x="9429" y="3923"/>
                  </a:lnTo>
                  <a:lnTo>
                    <a:pt x="9410" y="3942"/>
                  </a:lnTo>
                  <a:lnTo>
                    <a:pt x="9410" y="3962"/>
                  </a:lnTo>
                  <a:lnTo>
                    <a:pt x="9410" y="3999"/>
                  </a:lnTo>
                  <a:lnTo>
                    <a:pt x="9391" y="4018"/>
                  </a:lnTo>
                  <a:lnTo>
                    <a:pt x="9372" y="4018"/>
                  </a:lnTo>
                  <a:lnTo>
                    <a:pt x="9372" y="4038"/>
                  </a:lnTo>
                  <a:lnTo>
                    <a:pt x="9372" y="4076"/>
                  </a:lnTo>
                  <a:lnTo>
                    <a:pt x="9353" y="4094"/>
                  </a:lnTo>
                  <a:lnTo>
                    <a:pt x="9353" y="4114"/>
                  </a:lnTo>
                  <a:lnTo>
                    <a:pt x="9315" y="4114"/>
                  </a:lnTo>
                  <a:lnTo>
                    <a:pt x="9315" y="4133"/>
                  </a:lnTo>
                  <a:lnTo>
                    <a:pt x="9296" y="4152"/>
                  </a:lnTo>
                  <a:lnTo>
                    <a:pt x="9296" y="4171"/>
                  </a:lnTo>
                  <a:lnTo>
                    <a:pt x="9315" y="4171"/>
                  </a:lnTo>
                  <a:lnTo>
                    <a:pt x="9334" y="4152"/>
                  </a:lnTo>
                  <a:lnTo>
                    <a:pt x="9334" y="4133"/>
                  </a:lnTo>
                  <a:lnTo>
                    <a:pt x="9353" y="4133"/>
                  </a:lnTo>
                  <a:lnTo>
                    <a:pt x="9391" y="4114"/>
                  </a:lnTo>
                  <a:lnTo>
                    <a:pt x="9391" y="4094"/>
                  </a:lnTo>
                  <a:lnTo>
                    <a:pt x="9410" y="4076"/>
                  </a:lnTo>
                  <a:lnTo>
                    <a:pt x="9410" y="4057"/>
                  </a:lnTo>
                  <a:lnTo>
                    <a:pt x="9429" y="4038"/>
                  </a:lnTo>
                  <a:lnTo>
                    <a:pt x="9429" y="4018"/>
                  </a:lnTo>
                  <a:lnTo>
                    <a:pt x="9429" y="3999"/>
                  </a:lnTo>
                  <a:lnTo>
                    <a:pt x="9448" y="3999"/>
                  </a:lnTo>
                  <a:lnTo>
                    <a:pt x="9467" y="3980"/>
                  </a:lnTo>
                  <a:lnTo>
                    <a:pt x="9486" y="3980"/>
                  </a:lnTo>
                  <a:lnTo>
                    <a:pt x="9486" y="3962"/>
                  </a:lnTo>
                  <a:lnTo>
                    <a:pt x="9563" y="3847"/>
                  </a:lnTo>
                  <a:lnTo>
                    <a:pt x="9563" y="3828"/>
                  </a:lnTo>
                  <a:lnTo>
                    <a:pt x="9581" y="3828"/>
                  </a:lnTo>
                  <a:lnTo>
                    <a:pt x="9600" y="3828"/>
                  </a:lnTo>
                  <a:lnTo>
                    <a:pt x="9600" y="3809"/>
                  </a:lnTo>
                  <a:lnTo>
                    <a:pt x="9620" y="3771"/>
                  </a:lnTo>
                  <a:lnTo>
                    <a:pt x="9639" y="3733"/>
                  </a:lnTo>
                  <a:lnTo>
                    <a:pt x="9658" y="3733"/>
                  </a:lnTo>
                  <a:lnTo>
                    <a:pt x="9658" y="3752"/>
                  </a:lnTo>
                  <a:lnTo>
                    <a:pt x="9677" y="3771"/>
                  </a:lnTo>
                  <a:lnTo>
                    <a:pt x="9696" y="3809"/>
                  </a:lnTo>
                  <a:lnTo>
                    <a:pt x="9715" y="3847"/>
                  </a:lnTo>
                  <a:lnTo>
                    <a:pt x="9734" y="3866"/>
                  </a:lnTo>
                  <a:lnTo>
                    <a:pt x="9734" y="3885"/>
                  </a:lnTo>
                  <a:lnTo>
                    <a:pt x="9753" y="3904"/>
                  </a:lnTo>
                  <a:lnTo>
                    <a:pt x="9753" y="3923"/>
                  </a:lnTo>
                  <a:lnTo>
                    <a:pt x="9772" y="3923"/>
                  </a:lnTo>
                  <a:lnTo>
                    <a:pt x="9791" y="3942"/>
                  </a:lnTo>
                  <a:lnTo>
                    <a:pt x="9791" y="3962"/>
                  </a:lnTo>
                  <a:lnTo>
                    <a:pt x="9810" y="3962"/>
                  </a:lnTo>
                  <a:lnTo>
                    <a:pt x="9829" y="3962"/>
                  </a:lnTo>
                  <a:lnTo>
                    <a:pt x="9848" y="3962"/>
                  </a:lnTo>
                  <a:lnTo>
                    <a:pt x="9848" y="3980"/>
                  </a:lnTo>
                  <a:lnTo>
                    <a:pt x="9848" y="3999"/>
                  </a:lnTo>
                  <a:lnTo>
                    <a:pt x="9867" y="3980"/>
                  </a:lnTo>
                  <a:lnTo>
                    <a:pt x="9848" y="3962"/>
                  </a:lnTo>
                  <a:lnTo>
                    <a:pt x="9848" y="3942"/>
                  </a:lnTo>
                  <a:lnTo>
                    <a:pt x="9848" y="3923"/>
                  </a:lnTo>
                  <a:lnTo>
                    <a:pt x="9848" y="3904"/>
                  </a:lnTo>
                  <a:lnTo>
                    <a:pt x="9810" y="3866"/>
                  </a:lnTo>
                  <a:lnTo>
                    <a:pt x="9810" y="3847"/>
                  </a:lnTo>
                  <a:lnTo>
                    <a:pt x="9810" y="3866"/>
                  </a:lnTo>
                  <a:lnTo>
                    <a:pt x="9829" y="3866"/>
                  </a:lnTo>
                  <a:lnTo>
                    <a:pt x="9848" y="3866"/>
                  </a:lnTo>
                  <a:lnTo>
                    <a:pt x="9905" y="3847"/>
                  </a:lnTo>
                  <a:lnTo>
                    <a:pt x="9925" y="3847"/>
                  </a:lnTo>
                  <a:lnTo>
                    <a:pt x="9944" y="3828"/>
                  </a:lnTo>
                  <a:lnTo>
                    <a:pt x="9944" y="3809"/>
                  </a:lnTo>
                  <a:lnTo>
                    <a:pt x="9905" y="3809"/>
                  </a:lnTo>
                  <a:lnTo>
                    <a:pt x="9886" y="3809"/>
                  </a:lnTo>
                  <a:lnTo>
                    <a:pt x="9867" y="3809"/>
                  </a:lnTo>
                  <a:lnTo>
                    <a:pt x="9848" y="3809"/>
                  </a:lnTo>
                  <a:lnTo>
                    <a:pt x="9829" y="3809"/>
                  </a:lnTo>
                  <a:lnTo>
                    <a:pt x="9810" y="3809"/>
                  </a:lnTo>
                  <a:lnTo>
                    <a:pt x="9791" y="3809"/>
                  </a:lnTo>
                  <a:lnTo>
                    <a:pt x="9791" y="3790"/>
                  </a:lnTo>
                  <a:lnTo>
                    <a:pt x="9791" y="3771"/>
                  </a:lnTo>
                  <a:lnTo>
                    <a:pt x="9791" y="3752"/>
                  </a:lnTo>
                  <a:lnTo>
                    <a:pt x="9791" y="3676"/>
                  </a:lnTo>
                  <a:lnTo>
                    <a:pt x="9810" y="3637"/>
                  </a:lnTo>
                  <a:lnTo>
                    <a:pt x="9829" y="3600"/>
                  </a:lnTo>
                  <a:lnTo>
                    <a:pt x="9848" y="3581"/>
                  </a:lnTo>
                  <a:lnTo>
                    <a:pt x="9867" y="3600"/>
                  </a:lnTo>
                  <a:lnTo>
                    <a:pt x="9848" y="3618"/>
                  </a:lnTo>
                  <a:lnTo>
                    <a:pt x="9848" y="3657"/>
                  </a:lnTo>
                  <a:lnTo>
                    <a:pt x="9867" y="3657"/>
                  </a:lnTo>
                  <a:lnTo>
                    <a:pt x="9944" y="3676"/>
                  </a:lnTo>
                  <a:lnTo>
                    <a:pt x="9944" y="3657"/>
                  </a:lnTo>
                  <a:lnTo>
                    <a:pt x="9944" y="3637"/>
                  </a:lnTo>
                  <a:lnTo>
                    <a:pt x="9962" y="3581"/>
                  </a:lnTo>
                  <a:lnTo>
                    <a:pt x="9962" y="3542"/>
                  </a:lnTo>
                  <a:lnTo>
                    <a:pt x="9981" y="3523"/>
                  </a:lnTo>
                  <a:lnTo>
                    <a:pt x="10020" y="3542"/>
                  </a:lnTo>
                  <a:lnTo>
                    <a:pt x="10001" y="3523"/>
                  </a:lnTo>
                  <a:lnTo>
                    <a:pt x="10001" y="3504"/>
                  </a:lnTo>
                  <a:lnTo>
                    <a:pt x="10001" y="3485"/>
                  </a:lnTo>
                  <a:lnTo>
                    <a:pt x="10020" y="3485"/>
                  </a:lnTo>
                  <a:lnTo>
                    <a:pt x="10039" y="3485"/>
                  </a:lnTo>
                  <a:lnTo>
                    <a:pt x="10039" y="3466"/>
                  </a:lnTo>
                  <a:lnTo>
                    <a:pt x="10020" y="3466"/>
                  </a:lnTo>
                  <a:lnTo>
                    <a:pt x="10001" y="3485"/>
                  </a:lnTo>
                  <a:lnTo>
                    <a:pt x="10001" y="3466"/>
                  </a:lnTo>
                  <a:lnTo>
                    <a:pt x="9981" y="3447"/>
                  </a:lnTo>
                  <a:lnTo>
                    <a:pt x="9981" y="3428"/>
                  </a:lnTo>
                  <a:lnTo>
                    <a:pt x="9981" y="3409"/>
                  </a:lnTo>
                  <a:lnTo>
                    <a:pt x="10001" y="3409"/>
                  </a:lnTo>
                  <a:lnTo>
                    <a:pt x="10039" y="3409"/>
                  </a:lnTo>
                  <a:lnTo>
                    <a:pt x="10057" y="3409"/>
                  </a:lnTo>
                  <a:lnTo>
                    <a:pt x="10077" y="3409"/>
                  </a:lnTo>
                  <a:lnTo>
                    <a:pt x="10077" y="3390"/>
                  </a:lnTo>
                  <a:lnTo>
                    <a:pt x="10077" y="3371"/>
                  </a:lnTo>
                  <a:lnTo>
                    <a:pt x="10096" y="3352"/>
                  </a:lnTo>
                  <a:lnTo>
                    <a:pt x="10096" y="3333"/>
                  </a:lnTo>
                  <a:lnTo>
                    <a:pt x="10115" y="3314"/>
                  </a:lnTo>
                  <a:lnTo>
                    <a:pt x="10115" y="3295"/>
                  </a:lnTo>
                  <a:lnTo>
                    <a:pt x="10115" y="3276"/>
                  </a:lnTo>
                  <a:lnTo>
                    <a:pt x="10115" y="3256"/>
                  </a:lnTo>
                  <a:lnTo>
                    <a:pt x="10115" y="3237"/>
                  </a:lnTo>
                  <a:lnTo>
                    <a:pt x="10115" y="3219"/>
                  </a:lnTo>
                  <a:lnTo>
                    <a:pt x="10115" y="3200"/>
                  </a:lnTo>
                  <a:lnTo>
                    <a:pt x="10096" y="3200"/>
                  </a:lnTo>
                  <a:lnTo>
                    <a:pt x="10096" y="3180"/>
                  </a:lnTo>
                  <a:lnTo>
                    <a:pt x="10115" y="3161"/>
                  </a:lnTo>
                  <a:lnTo>
                    <a:pt x="10153" y="3123"/>
                  </a:lnTo>
                  <a:lnTo>
                    <a:pt x="10210" y="3066"/>
                  </a:lnTo>
                  <a:lnTo>
                    <a:pt x="10229" y="3066"/>
                  </a:lnTo>
                  <a:lnTo>
                    <a:pt x="10229" y="3085"/>
                  </a:lnTo>
                  <a:lnTo>
                    <a:pt x="10229" y="3104"/>
                  </a:lnTo>
                  <a:lnTo>
                    <a:pt x="10229" y="3123"/>
                  </a:lnTo>
                  <a:lnTo>
                    <a:pt x="10248" y="3123"/>
                  </a:lnTo>
                  <a:lnTo>
                    <a:pt x="10248" y="3142"/>
                  </a:lnTo>
                  <a:lnTo>
                    <a:pt x="10286" y="3161"/>
                  </a:lnTo>
                  <a:lnTo>
                    <a:pt x="10306" y="3123"/>
                  </a:lnTo>
                  <a:lnTo>
                    <a:pt x="10362" y="3085"/>
                  </a:lnTo>
                  <a:lnTo>
                    <a:pt x="10382" y="3066"/>
                  </a:lnTo>
                  <a:lnTo>
                    <a:pt x="10401" y="3066"/>
                  </a:lnTo>
                  <a:lnTo>
                    <a:pt x="10420" y="3066"/>
                  </a:lnTo>
                  <a:lnTo>
                    <a:pt x="10438" y="3085"/>
                  </a:lnTo>
                  <a:lnTo>
                    <a:pt x="10438" y="3066"/>
                  </a:lnTo>
                  <a:lnTo>
                    <a:pt x="10420" y="3066"/>
                  </a:lnTo>
                  <a:lnTo>
                    <a:pt x="10420" y="3028"/>
                  </a:lnTo>
                  <a:lnTo>
                    <a:pt x="10420" y="3009"/>
                  </a:lnTo>
                  <a:lnTo>
                    <a:pt x="10420" y="2990"/>
                  </a:lnTo>
                  <a:lnTo>
                    <a:pt x="10420" y="2971"/>
                  </a:lnTo>
                  <a:lnTo>
                    <a:pt x="10438" y="2971"/>
                  </a:lnTo>
                  <a:lnTo>
                    <a:pt x="10458" y="2990"/>
                  </a:lnTo>
                  <a:lnTo>
                    <a:pt x="10477" y="3009"/>
                  </a:lnTo>
                  <a:lnTo>
                    <a:pt x="10477" y="3028"/>
                  </a:lnTo>
                  <a:lnTo>
                    <a:pt x="10496" y="3028"/>
                  </a:lnTo>
                  <a:lnTo>
                    <a:pt x="10515" y="3047"/>
                  </a:lnTo>
                  <a:lnTo>
                    <a:pt x="10515" y="3066"/>
                  </a:lnTo>
                  <a:lnTo>
                    <a:pt x="10515" y="3104"/>
                  </a:lnTo>
                  <a:lnTo>
                    <a:pt x="10515" y="3123"/>
                  </a:lnTo>
                  <a:lnTo>
                    <a:pt x="10496" y="3123"/>
                  </a:lnTo>
                  <a:lnTo>
                    <a:pt x="10496" y="3142"/>
                  </a:lnTo>
                  <a:lnTo>
                    <a:pt x="10515" y="3142"/>
                  </a:lnTo>
                  <a:lnTo>
                    <a:pt x="10572" y="3123"/>
                  </a:lnTo>
                  <a:lnTo>
                    <a:pt x="10610" y="3104"/>
                  </a:lnTo>
                  <a:lnTo>
                    <a:pt x="10610" y="3085"/>
                  </a:lnTo>
                  <a:lnTo>
                    <a:pt x="10629" y="3066"/>
                  </a:lnTo>
                  <a:lnTo>
                    <a:pt x="10648" y="3047"/>
                  </a:lnTo>
                  <a:lnTo>
                    <a:pt x="10648" y="3028"/>
                  </a:lnTo>
                  <a:lnTo>
                    <a:pt x="10648" y="3009"/>
                  </a:lnTo>
                  <a:lnTo>
                    <a:pt x="10648" y="2971"/>
                  </a:lnTo>
                  <a:lnTo>
                    <a:pt x="10648" y="2990"/>
                  </a:lnTo>
                  <a:lnTo>
                    <a:pt x="10667" y="2990"/>
                  </a:lnTo>
                  <a:lnTo>
                    <a:pt x="10687" y="3009"/>
                  </a:lnTo>
                  <a:lnTo>
                    <a:pt x="10687" y="3028"/>
                  </a:lnTo>
                  <a:lnTo>
                    <a:pt x="10687" y="3047"/>
                  </a:lnTo>
                  <a:lnTo>
                    <a:pt x="10705" y="3047"/>
                  </a:lnTo>
                  <a:lnTo>
                    <a:pt x="10705" y="3066"/>
                  </a:lnTo>
                  <a:lnTo>
                    <a:pt x="10705" y="3085"/>
                  </a:lnTo>
                  <a:lnTo>
                    <a:pt x="10724" y="3104"/>
                  </a:lnTo>
                  <a:lnTo>
                    <a:pt x="10724" y="3123"/>
                  </a:lnTo>
                  <a:lnTo>
                    <a:pt x="10724" y="3142"/>
                  </a:lnTo>
                  <a:lnTo>
                    <a:pt x="10724" y="3161"/>
                  </a:lnTo>
                  <a:lnTo>
                    <a:pt x="10801" y="3161"/>
                  </a:lnTo>
                  <a:lnTo>
                    <a:pt x="10801" y="3180"/>
                  </a:lnTo>
                  <a:lnTo>
                    <a:pt x="10819" y="3200"/>
                  </a:lnTo>
                  <a:lnTo>
                    <a:pt x="10819" y="3180"/>
                  </a:lnTo>
                  <a:lnTo>
                    <a:pt x="10819" y="3161"/>
                  </a:lnTo>
                  <a:lnTo>
                    <a:pt x="10839" y="3161"/>
                  </a:lnTo>
                  <a:lnTo>
                    <a:pt x="10819" y="3142"/>
                  </a:lnTo>
                  <a:lnTo>
                    <a:pt x="10801" y="3123"/>
                  </a:lnTo>
                  <a:lnTo>
                    <a:pt x="10782" y="3104"/>
                  </a:lnTo>
                  <a:lnTo>
                    <a:pt x="10763" y="3085"/>
                  </a:lnTo>
                  <a:lnTo>
                    <a:pt x="10763" y="3104"/>
                  </a:lnTo>
                  <a:lnTo>
                    <a:pt x="10763" y="3123"/>
                  </a:lnTo>
                  <a:lnTo>
                    <a:pt x="10743" y="3123"/>
                  </a:lnTo>
                  <a:lnTo>
                    <a:pt x="10743" y="3028"/>
                  </a:lnTo>
                  <a:lnTo>
                    <a:pt x="10763" y="3009"/>
                  </a:lnTo>
                  <a:lnTo>
                    <a:pt x="10763" y="2990"/>
                  </a:lnTo>
                  <a:lnTo>
                    <a:pt x="10782" y="2990"/>
                  </a:lnTo>
                  <a:lnTo>
                    <a:pt x="10801" y="2990"/>
                  </a:lnTo>
                  <a:lnTo>
                    <a:pt x="10819" y="2990"/>
                  </a:lnTo>
                  <a:lnTo>
                    <a:pt x="10801" y="3009"/>
                  </a:lnTo>
                  <a:lnTo>
                    <a:pt x="10801" y="3028"/>
                  </a:lnTo>
                  <a:lnTo>
                    <a:pt x="10801" y="3047"/>
                  </a:lnTo>
                  <a:lnTo>
                    <a:pt x="10801" y="3066"/>
                  </a:lnTo>
                  <a:lnTo>
                    <a:pt x="10801" y="3047"/>
                  </a:lnTo>
                  <a:lnTo>
                    <a:pt x="10819" y="3047"/>
                  </a:lnTo>
                  <a:lnTo>
                    <a:pt x="10819" y="3066"/>
                  </a:lnTo>
                  <a:lnTo>
                    <a:pt x="10839" y="3066"/>
                  </a:lnTo>
                  <a:lnTo>
                    <a:pt x="10839" y="3047"/>
                  </a:lnTo>
                  <a:lnTo>
                    <a:pt x="10839" y="3028"/>
                  </a:lnTo>
                  <a:lnTo>
                    <a:pt x="10858" y="3028"/>
                  </a:lnTo>
                  <a:lnTo>
                    <a:pt x="10877" y="3047"/>
                  </a:lnTo>
                  <a:lnTo>
                    <a:pt x="10877" y="3028"/>
                  </a:lnTo>
                  <a:lnTo>
                    <a:pt x="10877" y="3009"/>
                  </a:lnTo>
                  <a:lnTo>
                    <a:pt x="10858" y="3009"/>
                  </a:lnTo>
                  <a:lnTo>
                    <a:pt x="10877" y="3009"/>
                  </a:lnTo>
                  <a:lnTo>
                    <a:pt x="10896" y="3009"/>
                  </a:lnTo>
                  <a:lnTo>
                    <a:pt x="10896" y="2990"/>
                  </a:lnTo>
                  <a:lnTo>
                    <a:pt x="10915" y="2990"/>
                  </a:lnTo>
                  <a:lnTo>
                    <a:pt x="10934" y="2990"/>
                  </a:lnTo>
                  <a:lnTo>
                    <a:pt x="10934" y="3009"/>
                  </a:lnTo>
                  <a:lnTo>
                    <a:pt x="10934" y="3028"/>
                  </a:lnTo>
                  <a:lnTo>
                    <a:pt x="10934" y="3047"/>
                  </a:lnTo>
                  <a:lnTo>
                    <a:pt x="10953" y="3028"/>
                  </a:lnTo>
                  <a:lnTo>
                    <a:pt x="10953" y="3047"/>
                  </a:lnTo>
                  <a:lnTo>
                    <a:pt x="10953" y="3066"/>
                  </a:lnTo>
                  <a:lnTo>
                    <a:pt x="10972" y="3066"/>
                  </a:lnTo>
                  <a:lnTo>
                    <a:pt x="10972" y="3047"/>
                  </a:lnTo>
                  <a:lnTo>
                    <a:pt x="10972" y="3028"/>
                  </a:lnTo>
                  <a:lnTo>
                    <a:pt x="10953" y="3009"/>
                  </a:lnTo>
                  <a:lnTo>
                    <a:pt x="11010" y="3047"/>
                  </a:lnTo>
                  <a:lnTo>
                    <a:pt x="11010" y="3066"/>
                  </a:lnTo>
                  <a:lnTo>
                    <a:pt x="10991" y="3085"/>
                  </a:lnTo>
                  <a:lnTo>
                    <a:pt x="10991" y="3066"/>
                  </a:lnTo>
                  <a:lnTo>
                    <a:pt x="10972" y="3066"/>
                  </a:lnTo>
                  <a:lnTo>
                    <a:pt x="10972" y="3085"/>
                  </a:lnTo>
                  <a:lnTo>
                    <a:pt x="10953" y="3085"/>
                  </a:lnTo>
                  <a:lnTo>
                    <a:pt x="10953" y="3104"/>
                  </a:lnTo>
                  <a:lnTo>
                    <a:pt x="10972" y="3104"/>
                  </a:lnTo>
                  <a:lnTo>
                    <a:pt x="10991" y="3085"/>
                  </a:lnTo>
                  <a:lnTo>
                    <a:pt x="11010" y="3104"/>
                  </a:lnTo>
                  <a:lnTo>
                    <a:pt x="11029" y="3104"/>
                  </a:lnTo>
                  <a:lnTo>
                    <a:pt x="11029" y="3085"/>
                  </a:lnTo>
                  <a:lnTo>
                    <a:pt x="11048" y="3066"/>
                  </a:lnTo>
                  <a:lnTo>
                    <a:pt x="11048" y="3085"/>
                  </a:lnTo>
                  <a:lnTo>
                    <a:pt x="11048" y="3104"/>
                  </a:lnTo>
                  <a:lnTo>
                    <a:pt x="11048" y="3123"/>
                  </a:lnTo>
                  <a:lnTo>
                    <a:pt x="11029" y="3142"/>
                  </a:lnTo>
                  <a:lnTo>
                    <a:pt x="11010" y="3142"/>
                  </a:lnTo>
                  <a:lnTo>
                    <a:pt x="11010" y="3161"/>
                  </a:lnTo>
                  <a:lnTo>
                    <a:pt x="11029" y="3161"/>
                  </a:lnTo>
                  <a:lnTo>
                    <a:pt x="11029" y="3142"/>
                  </a:lnTo>
                  <a:lnTo>
                    <a:pt x="11048" y="3161"/>
                  </a:lnTo>
                  <a:lnTo>
                    <a:pt x="11048" y="3180"/>
                  </a:lnTo>
                  <a:lnTo>
                    <a:pt x="11068" y="3180"/>
                  </a:lnTo>
                  <a:lnTo>
                    <a:pt x="11068" y="3161"/>
                  </a:lnTo>
                  <a:lnTo>
                    <a:pt x="11068" y="3142"/>
                  </a:lnTo>
                  <a:lnTo>
                    <a:pt x="11068" y="3123"/>
                  </a:lnTo>
                  <a:lnTo>
                    <a:pt x="11068" y="3142"/>
                  </a:lnTo>
                  <a:lnTo>
                    <a:pt x="11086" y="3142"/>
                  </a:lnTo>
                  <a:lnTo>
                    <a:pt x="11086" y="3123"/>
                  </a:lnTo>
                  <a:lnTo>
                    <a:pt x="11086" y="3104"/>
                  </a:lnTo>
                  <a:lnTo>
                    <a:pt x="11086" y="3085"/>
                  </a:lnTo>
                  <a:lnTo>
                    <a:pt x="11086" y="3066"/>
                  </a:lnTo>
                  <a:lnTo>
                    <a:pt x="11105" y="3066"/>
                  </a:lnTo>
                  <a:lnTo>
                    <a:pt x="11124" y="3066"/>
                  </a:lnTo>
                  <a:lnTo>
                    <a:pt x="11124" y="3085"/>
                  </a:lnTo>
                  <a:lnTo>
                    <a:pt x="11124" y="3104"/>
                  </a:lnTo>
                  <a:lnTo>
                    <a:pt x="11105" y="3104"/>
                  </a:lnTo>
                  <a:lnTo>
                    <a:pt x="11105" y="3123"/>
                  </a:lnTo>
                  <a:lnTo>
                    <a:pt x="11105" y="3142"/>
                  </a:lnTo>
                  <a:lnTo>
                    <a:pt x="11124" y="3142"/>
                  </a:lnTo>
                  <a:lnTo>
                    <a:pt x="11124" y="3161"/>
                  </a:lnTo>
                  <a:lnTo>
                    <a:pt x="11124" y="3180"/>
                  </a:lnTo>
                  <a:lnTo>
                    <a:pt x="11144" y="3180"/>
                  </a:lnTo>
                  <a:lnTo>
                    <a:pt x="11124" y="3200"/>
                  </a:lnTo>
                  <a:lnTo>
                    <a:pt x="11124" y="3219"/>
                  </a:lnTo>
                  <a:lnTo>
                    <a:pt x="11124" y="3237"/>
                  </a:lnTo>
                  <a:lnTo>
                    <a:pt x="11144" y="3256"/>
                  </a:lnTo>
                  <a:lnTo>
                    <a:pt x="11144" y="3237"/>
                  </a:lnTo>
                  <a:lnTo>
                    <a:pt x="11144" y="3200"/>
                  </a:lnTo>
                  <a:lnTo>
                    <a:pt x="11144" y="3180"/>
                  </a:lnTo>
                  <a:lnTo>
                    <a:pt x="11163" y="3180"/>
                  </a:lnTo>
                  <a:lnTo>
                    <a:pt x="11181" y="3180"/>
                  </a:lnTo>
                  <a:lnTo>
                    <a:pt x="11181" y="3161"/>
                  </a:lnTo>
                  <a:lnTo>
                    <a:pt x="11181" y="3142"/>
                  </a:lnTo>
                  <a:lnTo>
                    <a:pt x="11200" y="3142"/>
                  </a:lnTo>
                  <a:lnTo>
                    <a:pt x="11220" y="3123"/>
                  </a:lnTo>
                  <a:lnTo>
                    <a:pt x="11220" y="3085"/>
                  </a:lnTo>
                  <a:lnTo>
                    <a:pt x="11239" y="3104"/>
                  </a:lnTo>
                  <a:lnTo>
                    <a:pt x="11239" y="3123"/>
                  </a:lnTo>
                  <a:lnTo>
                    <a:pt x="11220" y="3180"/>
                  </a:lnTo>
                  <a:lnTo>
                    <a:pt x="11239" y="3161"/>
                  </a:lnTo>
                  <a:lnTo>
                    <a:pt x="11239" y="3180"/>
                  </a:lnTo>
                  <a:lnTo>
                    <a:pt x="11258" y="3180"/>
                  </a:lnTo>
                  <a:lnTo>
                    <a:pt x="11258" y="3200"/>
                  </a:lnTo>
                  <a:lnTo>
                    <a:pt x="11239" y="3200"/>
                  </a:lnTo>
                  <a:lnTo>
                    <a:pt x="11239" y="3219"/>
                  </a:lnTo>
                  <a:lnTo>
                    <a:pt x="11258" y="3200"/>
                  </a:lnTo>
                  <a:lnTo>
                    <a:pt x="11258" y="3219"/>
                  </a:lnTo>
                  <a:lnTo>
                    <a:pt x="11239" y="3237"/>
                  </a:lnTo>
                  <a:lnTo>
                    <a:pt x="11220" y="3237"/>
                  </a:lnTo>
                  <a:lnTo>
                    <a:pt x="11220" y="3256"/>
                  </a:lnTo>
                  <a:lnTo>
                    <a:pt x="11220" y="3276"/>
                  </a:lnTo>
                  <a:lnTo>
                    <a:pt x="11239" y="3276"/>
                  </a:lnTo>
                  <a:lnTo>
                    <a:pt x="11239" y="3256"/>
                  </a:lnTo>
                  <a:lnTo>
                    <a:pt x="11239" y="3237"/>
                  </a:lnTo>
                  <a:lnTo>
                    <a:pt x="11258" y="3237"/>
                  </a:lnTo>
                  <a:lnTo>
                    <a:pt x="11277" y="3237"/>
                  </a:lnTo>
                  <a:lnTo>
                    <a:pt x="11277" y="3219"/>
                  </a:lnTo>
                  <a:lnTo>
                    <a:pt x="11296" y="3237"/>
                  </a:lnTo>
                  <a:lnTo>
                    <a:pt x="11296" y="3219"/>
                  </a:lnTo>
                  <a:lnTo>
                    <a:pt x="11296" y="3180"/>
                  </a:lnTo>
                  <a:lnTo>
                    <a:pt x="11315" y="3180"/>
                  </a:lnTo>
                  <a:lnTo>
                    <a:pt x="11315" y="3200"/>
                  </a:lnTo>
                  <a:lnTo>
                    <a:pt x="11315" y="3180"/>
                  </a:lnTo>
                  <a:lnTo>
                    <a:pt x="11334" y="3180"/>
                  </a:lnTo>
                  <a:lnTo>
                    <a:pt x="11315" y="3180"/>
                  </a:lnTo>
                  <a:lnTo>
                    <a:pt x="11315" y="3161"/>
                  </a:lnTo>
                  <a:lnTo>
                    <a:pt x="11353" y="3123"/>
                  </a:lnTo>
                  <a:lnTo>
                    <a:pt x="11353" y="3104"/>
                  </a:lnTo>
                  <a:lnTo>
                    <a:pt x="11372" y="3104"/>
                  </a:lnTo>
                  <a:lnTo>
                    <a:pt x="11372" y="3123"/>
                  </a:lnTo>
                  <a:lnTo>
                    <a:pt x="11372" y="3142"/>
                  </a:lnTo>
                  <a:lnTo>
                    <a:pt x="11372" y="3161"/>
                  </a:lnTo>
                  <a:lnTo>
                    <a:pt x="11353" y="3161"/>
                  </a:lnTo>
                  <a:lnTo>
                    <a:pt x="11372" y="3180"/>
                  </a:lnTo>
                  <a:lnTo>
                    <a:pt x="11353" y="3180"/>
                  </a:lnTo>
                  <a:lnTo>
                    <a:pt x="11353" y="3200"/>
                  </a:lnTo>
                  <a:lnTo>
                    <a:pt x="11353" y="3219"/>
                  </a:lnTo>
                  <a:lnTo>
                    <a:pt x="11372" y="3219"/>
                  </a:lnTo>
                  <a:lnTo>
                    <a:pt x="11372" y="3200"/>
                  </a:lnTo>
                  <a:lnTo>
                    <a:pt x="11391" y="3200"/>
                  </a:lnTo>
                  <a:lnTo>
                    <a:pt x="11372" y="3237"/>
                  </a:lnTo>
                  <a:lnTo>
                    <a:pt x="11372" y="3256"/>
                  </a:lnTo>
                  <a:lnTo>
                    <a:pt x="11391" y="3276"/>
                  </a:lnTo>
                  <a:lnTo>
                    <a:pt x="11391" y="3256"/>
                  </a:lnTo>
                  <a:lnTo>
                    <a:pt x="11391" y="3237"/>
                  </a:lnTo>
                  <a:lnTo>
                    <a:pt x="11410" y="3237"/>
                  </a:lnTo>
                  <a:lnTo>
                    <a:pt x="11410" y="3256"/>
                  </a:lnTo>
                  <a:lnTo>
                    <a:pt x="11410" y="3237"/>
                  </a:lnTo>
                  <a:lnTo>
                    <a:pt x="11410" y="3200"/>
                  </a:lnTo>
                  <a:lnTo>
                    <a:pt x="11429" y="3219"/>
                  </a:lnTo>
                  <a:lnTo>
                    <a:pt x="11448" y="3237"/>
                  </a:lnTo>
                  <a:lnTo>
                    <a:pt x="11448" y="3256"/>
                  </a:lnTo>
                  <a:lnTo>
                    <a:pt x="11448" y="3276"/>
                  </a:lnTo>
                  <a:lnTo>
                    <a:pt x="11429" y="3314"/>
                  </a:lnTo>
                  <a:lnTo>
                    <a:pt x="11467" y="3276"/>
                  </a:lnTo>
                  <a:lnTo>
                    <a:pt x="11467" y="3256"/>
                  </a:lnTo>
                  <a:lnTo>
                    <a:pt x="11467" y="3219"/>
                  </a:lnTo>
                  <a:lnTo>
                    <a:pt x="11486" y="3219"/>
                  </a:lnTo>
                  <a:lnTo>
                    <a:pt x="11505" y="3219"/>
                  </a:lnTo>
                  <a:lnTo>
                    <a:pt x="11505" y="3237"/>
                  </a:lnTo>
                  <a:lnTo>
                    <a:pt x="11525" y="3256"/>
                  </a:lnTo>
                  <a:lnTo>
                    <a:pt x="11525" y="3237"/>
                  </a:lnTo>
                  <a:lnTo>
                    <a:pt x="11505" y="3200"/>
                  </a:lnTo>
                  <a:lnTo>
                    <a:pt x="11505" y="3180"/>
                  </a:lnTo>
                  <a:lnTo>
                    <a:pt x="11525" y="3180"/>
                  </a:lnTo>
                  <a:lnTo>
                    <a:pt x="11544" y="3200"/>
                  </a:lnTo>
                  <a:lnTo>
                    <a:pt x="11562" y="3256"/>
                  </a:lnTo>
                  <a:lnTo>
                    <a:pt x="11544" y="3276"/>
                  </a:lnTo>
                  <a:lnTo>
                    <a:pt x="11544" y="3295"/>
                  </a:lnTo>
                  <a:lnTo>
                    <a:pt x="11544" y="3276"/>
                  </a:lnTo>
                  <a:lnTo>
                    <a:pt x="11562" y="3295"/>
                  </a:lnTo>
                  <a:lnTo>
                    <a:pt x="11544" y="3295"/>
                  </a:lnTo>
                  <a:lnTo>
                    <a:pt x="11544" y="3314"/>
                  </a:lnTo>
                  <a:lnTo>
                    <a:pt x="11525" y="3314"/>
                  </a:lnTo>
                  <a:lnTo>
                    <a:pt x="11505" y="3314"/>
                  </a:lnTo>
                  <a:lnTo>
                    <a:pt x="11505" y="3295"/>
                  </a:lnTo>
                  <a:lnTo>
                    <a:pt x="11486" y="3314"/>
                  </a:lnTo>
                  <a:lnTo>
                    <a:pt x="11486" y="3333"/>
                  </a:lnTo>
                  <a:lnTo>
                    <a:pt x="11448" y="3352"/>
                  </a:lnTo>
                  <a:lnTo>
                    <a:pt x="11429" y="3352"/>
                  </a:lnTo>
                  <a:lnTo>
                    <a:pt x="11429" y="3371"/>
                  </a:lnTo>
                  <a:lnTo>
                    <a:pt x="11429" y="3390"/>
                  </a:lnTo>
                  <a:lnTo>
                    <a:pt x="11429" y="3371"/>
                  </a:lnTo>
                  <a:lnTo>
                    <a:pt x="11448" y="3352"/>
                  </a:lnTo>
                  <a:lnTo>
                    <a:pt x="11467" y="3352"/>
                  </a:lnTo>
                  <a:lnTo>
                    <a:pt x="11486" y="3333"/>
                  </a:lnTo>
                  <a:lnTo>
                    <a:pt x="11505" y="3352"/>
                  </a:lnTo>
                  <a:lnTo>
                    <a:pt x="11544" y="3333"/>
                  </a:lnTo>
                  <a:lnTo>
                    <a:pt x="11562" y="3333"/>
                  </a:lnTo>
                  <a:lnTo>
                    <a:pt x="11581" y="3352"/>
                  </a:lnTo>
                  <a:lnTo>
                    <a:pt x="11601" y="3333"/>
                  </a:lnTo>
                  <a:lnTo>
                    <a:pt x="11601" y="3314"/>
                  </a:lnTo>
                  <a:lnTo>
                    <a:pt x="11620" y="3295"/>
                  </a:lnTo>
                  <a:lnTo>
                    <a:pt x="11639" y="3276"/>
                  </a:lnTo>
                  <a:lnTo>
                    <a:pt x="11658" y="3256"/>
                  </a:lnTo>
                  <a:lnTo>
                    <a:pt x="11677" y="3256"/>
                  </a:lnTo>
                  <a:lnTo>
                    <a:pt x="11696" y="3256"/>
                  </a:lnTo>
                  <a:lnTo>
                    <a:pt x="11715" y="3256"/>
                  </a:lnTo>
                  <a:lnTo>
                    <a:pt x="11734" y="3256"/>
                  </a:lnTo>
                  <a:lnTo>
                    <a:pt x="11734" y="3276"/>
                  </a:lnTo>
                  <a:lnTo>
                    <a:pt x="11715" y="3276"/>
                  </a:lnTo>
                  <a:lnTo>
                    <a:pt x="11696" y="3295"/>
                  </a:lnTo>
                  <a:lnTo>
                    <a:pt x="11677" y="3295"/>
                  </a:lnTo>
                  <a:lnTo>
                    <a:pt x="11677" y="3314"/>
                  </a:lnTo>
                  <a:lnTo>
                    <a:pt x="11677" y="3333"/>
                  </a:lnTo>
                  <a:lnTo>
                    <a:pt x="11658" y="3333"/>
                  </a:lnTo>
                  <a:lnTo>
                    <a:pt x="11677" y="3352"/>
                  </a:lnTo>
                  <a:lnTo>
                    <a:pt x="11677" y="3371"/>
                  </a:lnTo>
                  <a:lnTo>
                    <a:pt x="11677" y="3390"/>
                  </a:lnTo>
                  <a:lnTo>
                    <a:pt x="11696" y="3390"/>
                  </a:lnTo>
                  <a:lnTo>
                    <a:pt x="11696" y="3409"/>
                  </a:lnTo>
                  <a:lnTo>
                    <a:pt x="11677" y="3409"/>
                  </a:lnTo>
                  <a:lnTo>
                    <a:pt x="11696" y="3409"/>
                  </a:lnTo>
                  <a:lnTo>
                    <a:pt x="11715" y="3409"/>
                  </a:lnTo>
                  <a:lnTo>
                    <a:pt x="11715" y="3390"/>
                  </a:lnTo>
                  <a:lnTo>
                    <a:pt x="11734" y="3409"/>
                  </a:lnTo>
                  <a:lnTo>
                    <a:pt x="11753" y="3409"/>
                  </a:lnTo>
                  <a:lnTo>
                    <a:pt x="11753" y="3390"/>
                  </a:lnTo>
                  <a:lnTo>
                    <a:pt x="11772" y="3390"/>
                  </a:lnTo>
                  <a:lnTo>
                    <a:pt x="11791" y="3390"/>
                  </a:lnTo>
                  <a:lnTo>
                    <a:pt x="11772" y="3390"/>
                  </a:lnTo>
                  <a:lnTo>
                    <a:pt x="11791" y="3409"/>
                  </a:lnTo>
                  <a:lnTo>
                    <a:pt x="11791" y="3428"/>
                  </a:lnTo>
                  <a:lnTo>
                    <a:pt x="11791" y="3447"/>
                  </a:lnTo>
                  <a:lnTo>
                    <a:pt x="11791" y="3428"/>
                  </a:lnTo>
                  <a:lnTo>
                    <a:pt x="11810" y="3409"/>
                  </a:lnTo>
                  <a:lnTo>
                    <a:pt x="11810" y="3390"/>
                  </a:lnTo>
                  <a:lnTo>
                    <a:pt x="11829" y="3390"/>
                  </a:lnTo>
                  <a:lnTo>
                    <a:pt x="11829" y="3409"/>
                  </a:lnTo>
                  <a:lnTo>
                    <a:pt x="11829" y="3447"/>
                  </a:lnTo>
                  <a:lnTo>
                    <a:pt x="11829" y="3466"/>
                  </a:lnTo>
                  <a:lnTo>
                    <a:pt x="11848" y="3447"/>
                  </a:lnTo>
                  <a:lnTo>
                    <a:pt x="11848" y="3428"/>
                  </a:lnTo>
                  <a:lnTo>
                    <a:pt x="11848" y="3409"/>
                  </a:lnTo>
                  <a:lnTo>
                    <a:pt x="11867" y="3428"/>
                  </a:lnTo>
                  <a:lnTo>
                    <a:pt x="11886" y="3447"/>
                  </a:lnTo>
                  <a:lnTo>
                    <a:pt x="11886" y="3466"/>
                  </a:lnTo>
                  <a:lnTo>
                    <a:pt x="11886" y="3447"/>
                  </a:lnTo>
                  <a:lnTo>
                    <a:pt x="11867" y="3428"/>
                  </a:lnTo>
                  <a:lnTo>
                    <a:pt x="11867" y="3409"/>
                  </a:lnTo>
                  <a:lnTo>
                    <a:pt x="11867" y="3390"/>
                  </a:lnTo>
                  <a:lnTo>
                    <a:pt x="11886" y="3390"/>
                  </a:lnTo>
                  <a:lnTo>
                    <a:pt x="11867" y="3371"/>
                  </a:lnTo>
                  <a:lnTo>
                    <a:pt x="11867" y="3352"/>
                  </a:lnTo>
                  <a:lnTo>
                    <a:pt x="11886" y="3333"/>
                  </a:lnTo>
                  <a:lnTo>
                    <a:pt x="11886" y="3314"/>
                  </a:lnTo>
                  <a:lnTo>
                    <a:pt x="11906" y="3295"/>
                  </a:lnTo>
                  <a:lnTo>
                    <a:pt x="11943" y="3295"/>
                  </a:lnTo>
                  <a:lnTo>
                    <a:pt x="11962" y="3295"/>
                  </a:lnTo>
                  <a:lnTo>
                    <a:pt x="11962" y="3333"/>
                  </a:lnTo>
                  <a:lnTo>
                    <a:pt x="11943" y="3333"/>
                  </a:lnTo>
                  <a:lnTo>
                    <a:pt x="11943" y="3352"/>
                  </a:lnTo>
                  <a:lnTo>
                    <a:pt x="11925" y="3371"/>
                  </a:lnTo>
                  <a:lnTo>
                    <a:pt x="11925" y="3390"/>
                  </a:lnTo>
                  <a:lnTo>
                    <a:pt x="11925" y="3371"/>
                  </a:lnTo>
                  <a:lnTo>
                    <a:pt x="11943" y="3390"/>
                  </a:lnTo>
                  <a:lnTo>
                    <a:pt x="11925" y="3390"/>
                  </a:lnTo>
                  <a:lnTo>
                    <a:pt x="11925" y="3409"/>
                  </a:lnTo>
                  <a:lnTo>
                    <a:pt x="11925" y="3428"/>
                  </a:lnTo>
                  <a:lnTo>
                    <a:pt x="11925" y="3447"/>
                  </a:lnTo>
                  <a:lnTo>
                    <a:pt x="11886" y="3542"/>
                  </a:lnTo>
                  <a:lnTo>
                    <a:pt x="11906" y="3504"/>
                  </a:lnTo>
                  <a:lnTo>
                    <a:pt x="11925" y="3504"/>
                  </a:lnTo>
                  <a:lnTo>
                    <a:pt x="11943" y="3504"/>
                  </a:lnTo>
                  <a:lnTo>
                    <a:pt x="11962" y="3523"/>
                  </a:lnTo>
                  <a:lnTo>
                    <a:pt x="11962" y="3504"/>
                  </a:lnTo>
                  <a:lnTo>
                    <a:pt x="11982" y="3485"/>
                  </a:lnTo>
                  <a:lnTo>
                    <a:pt x="12001" y="3485"/>
                  </a:lnTo>
                  <a:lnTo>
                    <a:pt x="11982" y="3523"/>
                  </a:lnTo>
                  <a:lnTo>
                    <a:pt x="11982" y="3542"/>
                  </a:lnTo>
                  <a:lnTo>
                    <a:pt x="12001" y="3523"/>
                  </a:lnTo>
                  <a:lnTo>
                    <a:pt x="12001" y="3504"/>
                  </a:lnTo>
                  <a:lnTo>
                    <a:pt x="12001" y="3466"/>
                  </a:lnTo>
                  <a:lnTo>
                    <a:pt x="12020" y="3447"/>
                  </a:lnTo>
                  <a:lnTo>
                    <a:pt x="12039" y="3447"/>
                  </a:lnTo>
                  <a:lnTo>
                    <a:pt x="12039" y="3466"/>
                  </a:lnTo>
                  <a:lnTo>
                    <a:pt x="12058" y="3504"/>
                  </a:lnTo>
                  <a:lnTo>
                    <a:pt x="12058" y="3523"/>
                  </a:lnTo>
                  <a:lnTo>
                    <a:pt x="12039" y="3523"/>
                  </a:lnTo>
                  <a:lnTo>
                    <a:pt x="12039" y="3542"/>
                  </a:lnTo>
                  <a:lnTo>
                    <a:pt x="12039" y="3561"/>
                  </a:lnTo>
                  <a:lnTo>
                    <a:pt x="12001" y="3581"/>
                  </a:lnTo>
                  <a:lnTo>
                    <a:pt x="12001" y="3600"/>
                  </a:lnTo>
                  <a:lnTo>
                    <a:pt x="11982" y="3600"/>
                  </a:lnTo>
                  <a:lnTo>
                    <a:pt x="11982" y="3618"/>
                  </a:lnTo>
                  <a:lnTo>
                    <a:pt x="11982" y="3637"/>
                  </a:lnTo>
                  <a:lnTo>
                    <a:pt x="11962" y="3637"/>
                  </a:lnTo>
                  <a:lnTo>
                    <a:pt x="11962" y="3657"/>
                  </a:lnTo>
                  <a:lnTo>
                    <a:pt x="11982" y="3676"/>
                  </a:lnTo>
                  <a:lnTo>
                    <a:pt x="12001" y="3695"/>
                  </a:lnTo>
                  <a:lnTo>
                    <a:pt x="12001" y="3714"/>
                  </a:lnTo>
                  <a:lnTo>
                    <a:pt x="11982" y="3733"/>
                  </a:lnTo>
                  <a:lnTo>
                    <a:pt x="11962" y="3752"/>
                  </a:lnTo>
                  <a:lnTo>
                    <a:pt x="11962" y="3771"/>
                  </a:lnTo>
                  <a:lnTo>
                    <a:pt x="11943" y="3809"/>
                  </a:lnTo>
                  <a:lnTo>
                    <a:pt x="11943" y="3828"/>
                  </a:lnTo>
                  <a:lnTo>
                    <a:pt x="11943" y="3885"/>
                  </a:lnTo>
                  <a:lnTo>
                    <a:pt x="11962" y="3904"/>
                  </a:lnTo>
                  <a:lnTo>
                    <a:pt x="11943" y="3923"/>
                  </a:lnTo>
                  <a:lnTo>
                    <a:pt x="11943" y="3942"/>
                  </a:lnTo>
                  <a:lnTo>
                    <a:pt x="11925" y="3942"/>
                  </a:lnTo>
                  <a:lnTo>
                    <a:pt x="11943" y="3962"/>
                  </a:lnTo>
                  <a:lnTo>
                    <a:pt x="11943" y="3999"/>
                  </a:lnTo>
                  <a:lnTo>
                    <a:pt x="11925" y="4018"/>
                  </a:lnTo>
                  <a:lnTo>
                    <a:pt x="11925" y="4038"/>
                  </a:lnTo>
                  <a:lnTo>
                    <a:pt x="11906" y="4038"/>
                  </a:lnTo>
                  <a:lnTo>
                    <a:pt x="11906" y="4057"/>
                  </a:lnTo>
                  <a:lnTo>
                    <a:pt x="11867" y="4057"/>
                  </a:lnTo>
                  <a:lnTo>
                    <a:pt x="11829" y="4057"/>
                  </a:lnTo>
                  <a:lnTo>
                    <a:pt x="11829" y="4076"/>
                  </a:lnTo>
                  <a:lnTo>
                    <a:pt x="11829" y="4114"/>
                  </a:lnTo>
                  <a:lnTo>
                    <a:pt x="11848" y="4133"/>
                  </a:lnTo>
                  <a:lnTo>
                    <a:pt x="11886" y="4114"/>
                  </a:lnTo>
                  <a:lnTo>
                    <a:pt x="11906" y="4114"/>
                  </a:lnTo>
                  <a:lnTo>
                    <a:pt x="11925" y="4133"/>
                  </a:lnTo>
                  <a:lnTo>
                    <a:pt x="11925" y="4152"/>
                  </a:lnTo>
                  <a:lnTo>
                    <a:pt x="11925" y="4171"/>
                  </a:lnTo>
                  <a:lnTo>
                    <a:pt x="11925" y="4190"/>
                  </a:lnTo>
                  <a:lnTo>
                    <a:pt x="11925" y="4209"/>
                  </a:lnTo>
                  <a:lnTo>
                    <a:pt x="11925" y="4247"/>
                  </a:lnTo>
                  <a:lnTo>
                    <a:pt x="11906" y="4285"/>
                  </a:lnTo>
                  <a:lnTo>
                    <a:pt x="11886" y="4361"/>
                  </a:lnTo>
                  <a:lnTo>
                    <a:pt x="11867" y="4438"/>
                  </a:lnTo>
                  <a:lnTo>
                    <a:pt x="11848" y="4475"/>
                  </a:lnTo>
                  <a:lnTo>
                    <a:pt x="11829" y="4495"/>
                  </a:lnTo>
                  <a:lnTo>
                    <a:pt x="11791" y="4514"/>
                  </a:lnTo>
                  <a:lnTo>
                    <a:pt x="11810" y="4514"/>
                  </a:lnTo>
                  <a:lnTo>
                    <a:pt x="11791" y="4533"/>
                  </a:lnTo>
                  <a:lnTo>
                    <a:pt x="11772" y="4533"/>
                  </a:lnTo>
                  <a:lnTo>
                    <a:pt x="11772" y="4552"/>
                  </a:lnTo>
                  <a:lnTo>
                    <a:pt x="11753" y="4533"/>
                  </a:lnTo>
                  <a:lnTo>
                    <a:pt x="11734" y="4533"/>
                  </a:lnTo>
                  <a:lnTo>
                    <a:pt x="11734" y="4552"/>
                  </a:lnTo>
                  <a:lnTo>
                    <a:pt x="11734" y="4571"/>
                  </a:lnTo>
                  <a:lnTo>
                    <a:pt x="11734" y="4609"/>
                  </a:lnTo>
                  <a:lnTo>
                    <a:pt x="11715" y="4647"/>
                  </a:lnTo>
                  <a:lnTo>
                    <a:pt x="11696" y="4666"/>
                  </a:lnTo>
                  <a:lnTo>
                    <a:pt x="11715" y="4666"/>
                  </a:lnTo>
                  <a:lnTo>
                    <a:pt x="11734" y="4647"/>
                  </a:lnTo>
                  <a:lnTo>
                    <a:pt x="11753" y="4666"/>
                  </a:lnTo>
                  <a:lnTo>
                    <a:pt x="11734" y="4666"/>
                  </a:lnTo>
                  <a:lnTo>
                    <a:pt x="11734" y="4685"/>
                  </a:lnTo>
                  <a:lnTo>
                    <a:pt x="11715" y="4685"/>
                  </a:lnTo>
                  <a:lnTo>
                    <a:pt x="11715" y="4704"/>
                  </a:lnTo>
                  <a:lnTo>
                    <a:pt x="11734" y="4761"/>
                  </a:lnTo>
                  <a:lnTo>
                    <a:pt x="11734" y="4780"/>
                  </a:lnTo>
                  <a:lnTo>
                    <a:pt x="11715" y="4800"/>
                  </a:lnTo>
                  <a:lnTo>
                    <a:pt x="11715" y="4819"/>
                  </a:lnTo>
                  <a:lnTo>
                    <a:pt x="11696" y="4819"/>
                  </a:lnTo>
                  <a:lnTo>
                    <a:pt x="11677" y="4819"/>
                  </a:lnTo>
                  <a:lnTo>
                    <a:pt x="11658" y="4819"/>
                  </a:lnTo>
                  <a:lnTo>
                    <a:pt x="11658" y="4838"/>
                  </a:lnTo>
                  <a:lnTo>
                    <a:pt x="11658" y="4856"/>
                  </a:lnTo>
                  <a:lnTo>
                    <a:pt x="11658" y="4876"/>
                  </a:lnTo>
                  <a:lnTo>
                    <a:pt x="11639" y="4895"/>
                  </a:lnTo>
                  <a:lnTo>
                    <a:pt x="11620" y="4914"/>
                  </a:lnTo>
                  <a:lnTo>
                    <a:pt x="11601" y="4914"/>
                  </a:lnTo>
                  <a:lnTo>
                    <a:pt x="11562" y="4933"/>
                  </a:lnTo>
                  <a:lnTo>
                    <a:pt x="11544" y="4914"/>
                  </a:lnTo>
                  <a:lnTo>
                    <a:pt x="11544" y="4952"/>
                  </a:lnTo>
                  <a:lnTo>
                    <a:pt x="11505" y="4971"/>
                  </a:lnTo>
                  <a:lnTo>
                    <a:pt x="11505" y="5009"/>
                  </a:lnTo>
                  <a:lnTo>
                    <a:pt x="11544" y="5066"/>
                  </a:lnTo>
                  <a:lnTo>
                    <a:pt x="11562" y="5066"/>
                  </a:lnTo>
                  <a:lnTo>
                    <a:pt x="11562" y="5085"/>
                  </a:lnTo>
                  <a:lnTo>
                    <a:pt x="11581" y="5104"/>
                  </a:lnTo>
                  <a:lnTo>
                    <a:pt x="11562" y="5123"/>
                  </a:lnTo>
                  <a:lnTo>
                    <a:pt x="11544" y="5123"/>
                  </a:lnTo>
                  <a:lnTo>
                    <a:pt x="11544" y="5142"/>
                  </a:lnTo>
                  <a:lnTo>
                    <a:pt x="11544" y="5161"/>
                  </a:lnTo>
                  <a:lnTo>
                    <a:pt x="11525" y="5142"/>
                  </a:lnTo>
                  <a:lnTo>
                    <a:pt x="11525" y="5161"/>
                  </a:lnTo>
                  <a:lnTo>
                    <a:pt x="11525" y="5237"/>
                  </a:lnTo>
                  <a:lnTo>
                    <a:pt x="11525" y="5257"/>
                  </a:lnTo>
                  <a:lnTo>
                    <a:pt x="11505" y="5276"/>
                  </a:lnTo>
                  <a:lnTo>
                    <a:pt x="11505" y="5333"/>
                  </a:lnTo>
                  <a:lnTo>
                    <a:pt x="11467" y="5371"/>
                  </a:lnTo>
                  <a:lnTo>
                    <a:pt x="11467" y="5390"/>
                  </a:lnTo>
                  <a:lnTo>
                    <a:pt x="11467" y="5371"/>
                  </a:lnTo>
                  <a:lnTo>
                    <a:pt x="11448" y="5371"/>
                  </a:lnTo>
                  <a:lnTo>
                    <a:pt x="11429" y="5390"/>
                  </a:lnTo>
                  <a:lnTo>
                    <a:pt x="11448" y="5390"/>
                  </a:lnTo>
                  <a:lnTo>
                    <a:pt x="11448" y="5409"/>
                  </a:lnTo>
                  <a:lnTo>
                    <a:pt x="11429" y="5428"/>
                  </a:lnTo>
                  <a:lnTo>
                    <a:pt x="11410" y="5428"/>
                  </a:lnTo>
                  <a:lnTo>
                    <a:pt x="11410" y="5447"/>
                  </a:lnTo>
                  <a:lnTo>
                    <a:pt x="11410" y="5466"/>
                  </a:lnTo>
                  <a:lnTo>
                    <a:pt x="11391" y="5466"/>
                  </a:lnTo>
                  <a:lnTo>
                    <a:pt x="11391" y="5485"/>
                  </a:lnTo>
                  <a:lnTo>
                    <a:pt x="11372" y="5504"/>
                  </a:lnTo>
                  <a:lnTo>
                    <a:pt x="11372" y="5523"/>
                  </a:lnTo>
                  <a:lnTo>
                    <a:pt x="11353" y="5542"/>
                  </a:lnTo>
                  <a:lnTo>
                    <a:pt x="11353" y="5562"/>
                  </a:lnTo>
                  <a:lnTo>
                    <a:pt x="11334" y="5562"/>
                  </a:lnTo>
                  <a:lnTo>
                    <a:pt x="11315" y="5562"/>
                  </a:lnTo>
                  <a:lnTo>
                    <a:pt x="11296" y="5562"/>
                  </a:lnTo>
                  <a:lnTo>
                    <a:pt x="11277" y="5581"/>
                  </a:lnTo>
                  <a:lnTo>
                    <a:pt x="11277" y="5599"/>
                  </a:lnTo>
                  <a:lnTo>
                    <a:pt x="11258" y="5599"/>
                  </a:lnTo>
                  <a:lnTo>
                    <a:pt x="11239" y="5618"/>
                  </a:lnTo>
                  <a:lnTo>
                    <a:pt x="11239" y="5638"/>
                  </a:lnTo>
                  <a:lnTo>
                    <a:pt x="11239" y="5657"/>
                  </a:lnTo>
                  <a:lnTo>
                    <a:pt x="11239" y="5695"/>
                  </a:lnTo>
                  <a:lnTo>
                    <a:pt x="11239" y="5714"/>
                  </a:lnTo>
                  <a:lnTo>
                    <a:pt x="11220" y="5714"/>
                  </a:lnTo>
                  <a:lnTo>
                    <a:pt x="11220" y="5733"/>
                  </a:lnTo>
                  <a:lnTo>
                    <a:pt x="11200" y="5752"/>
                  </a:lnTo>
                  <a:lnTo>
                    <a:pt x="11200" y="5771"/>
                  </a:lnTo>
                  <a:lnTo>
                    <a:pt x="11181" y="5771"/>
                  </a:lnTo>
                  <a:lnTo>
                    <a:pt x="11163" y="5771"/>
                  </a:lnTo>
                  <a:lnTo>
                    <a:pt x="11163" y="5790"/>
                  </a:lnTo>
                  <a:lnTo>
                    <a:pt x="11163" y="5809"/>
                  </a:lnTo>
                  <a:lnTo>
                    <a:pt x="11163" y="5828"/>
                  </a:lnTo>
                  <a:lnTo>
                    <a:pt x="11163" y="5847"/>
                  </a:lnTo>
                  <a:lnTo>
                    <a:pt x="11163" y="5866"/>
                  </a:lnTo>
                  <a:lnTo>
                    <a:pt x="11144" y="5866"/>
                  </a:lnTo>
                  <a:lnTo>
                    <a:pt x="11144" y="5885"/>
                  </a:lnTo>
                  <a:lnTo>
                    <a:pt x="11144" y="5904"/>
                  </a:lnTo>
                  <a:lnTo>
                    <a:pt x="11144" y="5923"/>
                  </a:lnTo>
                  <a:lnTo>
                    <a:pt x="11144" y="5943"/>
                  </a:lnTo>
                  <a:lnTo>
                    <a:pt x="11124" y="6038"/>
                  </a:lnTo>
                  <a:lnTo>
                    <a:pt x="11124" y="6057"/>
                  </a:lnTo>
                  <a:lnTo>
                    <a:pt x="11105" y="6095"/>
                  </a:lnTo>
                  <a:lnTo>
                    <a:pt x="11086" y="6095"/>
                  </a:lnTo>
                  <a:lnTo>
                    <a:pt x="11048" y="6114"/>
                  </a:lnTo>
                  <a:lnTo>
                    <a:pt x="11048" y="6133"/>
                  </a:lnTo>
                  <a:lnTo>
                    <a:pt x="11029" y="6152"/>
                  </a:lnTo>
                  <a:lnTo>
                    <a:pt x="11010" y="6190"/>
                  </a:lnTo>
                  <a:lnTo>
                    <a:pt x="10934" y="6228"/>
                  </a:lnTo>
                  <a:lnTo>
                    <a:pt x="10915" y="6247"/>
                  </a:lnTo>
                  <a:lnTo>
                    <a:pt x="10915" y="6266"/>
                  </a:lnTo>
                  <a:lnTo>
                    <a:pt x="10896" y="6247"/>
                  </a:lnTo>
                  <a:lnTo>
                    <a:pt x="10896" y="6266"/>
                  </a:lnTo>
                  <a:lnTo>
                    <a:pt x="10877" y="6285"/>
                  </a:lnTo>
                  <a:lnTo>
                    <a:pt x="10877" y="6304"/>
                  </a:lnTo>
                  <a:lnTo>
                    <a:pt x="10877" y="6324"/>
                  </a:lnTo>
                  <a:lnTo>
                    <a:pt x="10858" y="6324"/>
                  </a:lnTo>
                  <a:lnTo>
                    <a:pt x="10877" y="6342"/>
                  </a:lnTo>
                  <a:lnTo>
                    <a:pt x="10877" y="6361"/>
                  </a:lnTo>
                  <a:lnTo>
                    <a:pt x="10858" y="6361"/>
                  </a:lnTo>
                  <a:lnTo>
                    <a:pt x="10839" y="6400"/>
                  </a:lnTo>
                  <a:lnTo>
                    <a:pt x="10839" y="6419"/>
                  </a:lnTo>
                  <a:lnTo>
                    <a:pt x="10839" y="6438"/>
                  </a:lnTo>
                  <a:lnTo>
                    <a:pt x="10801" y="6456"/>
                  </a:lnTo>
                  <a:lnTo>
                    <a:pt x="10782" y="6476"/>
                  </a:lnTo>
                  <a:lnTo>
                    <a:pt x="10763" y="6495"/>
                  </a:lnTo>
                  <a:lnTo>
                    <a:pt x="10763" y="6514"/>
                  </a:lnTo>
                  <a:lnTo>
                    <a:pt x="10763" y="6533"/>
                  </a:lnTo>
                  <a:lnTo>
                    <a:pt x="10743" y="6552"/>
                  </a:lnTo>
                  <a:lnTo>
                    <a:pt x="10743" y="6571"/>
                  </a:lnTo>
                  <a:lnTo>
                    <a:pt x="10724" y="6571"/>
                  </a:lnTo>
                  <a:lnTo>
                    <a:pt x="10705" y="6609"/>
                  </a:lnTo>
                  <a:lnTo>
                    <a:pt x="10705" y="6628"/>
                  </a:lnTo>
                  <a:lnTo>
                    <a:pt x="10687" y="6628"/>
                  </a:lnTo>
                  <a:lnTo>
                    <a:pt x="10687" y="6647"/>
                  </a:lnTo>
                  <a:lnTo>
                    <a:pt x="10667" y="6647"/>
                  </a:lnTo>
                  <a:lnTo>
                    <a:pt x="10667" y="6666"/>
                  </a:lnTo>
                  <a:lnTo>
                    <a:pt x="10648" y="6685"/>
                  </a:lnTo>
                  <a:lnTo>
                    <a:pt x="10572" y="6742"/>
                  </a:lnTo>
                  <a:lnTo>
                    <a:pt x="10572" y="6761"/>
                  </a:lnTo>
                  <a:lnTo>
                    <a:pt x="10553" y="6761"/>
                  </a:lnTo>
                  <a:lnTo>
                    <a:pt x="10534" y="6761"/>
                  </a:lnTo>
                  <a:lnTo>
                    <a:pt x="10515" y="6742"/>
                  </a:lnTo>
                  <a:lnTo>
                    <a:pt x="10496" y="6742"/>
                  </a:lnTo>
                  <a:lnTo>
                    <a:pt x="10477" y="6742"/>
                  </a:lnTo>
                  <a:lnTo>
                    <a:pt x="10458" y="6742"/>
                  </a:lnTo>
                  <a:lnTo>
                    <a:pt x="10438" y="6742"/>
                  </a:lnTo>
                  <a:lnTo>
                    <a:pt x="10020" y="7066"/>
                  </a:lnTo>
                  <a:lnTo>
                    <a:pt x="9563" y="7447"/>
                  </a:lnTo>
                  <a:lnTo>
                    <a:pt x="9581" y="7447"/>
                  </a:lnTo>
                  <a:lnTo>
                    <a:pt x="9620" y="7447"/>
                  </a:lnTo>
                  <a:lnTo>
                    <a:pt x="9658" y="7485"/>
                  </a:lnTo>
                  <a:lnTo>
                    <a:pt x="9696" y="7504"/>
                  </a:lnTo>
                  <a:lnTo>
                    <a:pt x="9715" y="7504"/>
                  </a:lnTo>
                  <a:lnTo>
                    <a:pt x="9734" y="7504"/>
                  </a:lnTo>
                  <a:lnTo>
                    <a:pt x="9753" y="7504"/>
                  </a:lnTo>
                  <a:lnTo>
                    <a:pt x="9886" y="7485"/>
                  </a:lnTo>
                  <a:lnTo>
                    <a:pt x="9905" y="7485"/>
                  </a:lnTo>
                  <a:lnTo>
                    <a:pt x="9905" y="7504"/>
                  </a:lnTo>
                  <a:lnTo>
                    <a:pt x="9962" y="7580"/>
                  </a:lnTo>
                  <a:lnTo>
                    <a:pt x="9981" y="7599"/>
                  </a:lnTo>
                  <a:lnTo>
                    <a:pt x="10001" y="7619"/>
                  </a:lnTo>
                  <a:lnTo>
                    <a:pt x="10020" y="7619"/>
                  </a:lnTo>
                  <a:lnTo>
                    <a:pt x="10039" y="7619"/>
                  </a:lnTo>
                  <a:lnTo>
                    <a:pt x="10057" y="7619"/>
                  </a:lnTo>
                  <a:lnTo>
                    <a:pt x="10057" y="7638"/>
                  </a:lnTo>
                  <a:lnTo>
                    <a:pt x="10077" y="7657"/>
                  </a:lnTo>
                  <a:lnTo>
                    <a:pt x="10096" y="7676"/>
                  </a:lnTo>
                  <a:lnTo>
                    <a:pt x="10115" y="7695"/>
                  </a:lnTo>
                  <a:lnTo>
                    <a:pt x="10115" y="7714"/>
                  </a:lnTo>
                  <a:lnTo>
                    <a:pt x="10115" y="7733"/>
                  </a:lnTo>
                  <a:lnTo>
                    <a:pt x="10115" y="7752"/>
                  </a:lnTo>
                  <a:lnTo>
                    <a:pt x="10077" y="7771"/>
                  </a:lnTo>
                  <a:lnTo>
                    <a:pt x="10057" y="7790"/>
                  </a:lnTo>
                  <a:lnTo>
                    <a:pt x="10039" y="7790"/>
                  </a:lnTo>
                  <a:lnTo>
                    <a:pt x="10001" y="7790"/>
                  </a:lnTo>
                  <a:lnTo>
                    <a:pt x="9981" y="7809"/>
                  </a:lnTo>
                  <a:lnTo>
                    <a:pt x="9981" y="7828"/>
                  </a:lnTo>
                  <a:lnTo>
                    <a:pt x="9981" y="7885"/>
                  </a:lnTo>
                  <a:lnTo>
                    <a:pt x="9981" y="7904"/>
                  </a:lnTo>
                  <a:lnTo>
                    <a:pt x="10001" y="7924"/>
                  </a:lnTo>
                  <a:lnTo>
                    <a:pt x="10039" y="7961"/>
                  </a:lnTo>
                  <a:lnTo>
                    <a:pt x="10039" y="7980"/>
                  </a:lnTo>
                  <a:lnTo>
                    <a:pt x="10039" y="8000"/>
                  </a:lnTo>
                  <a:lnTo>
                    <a:pt x="10020" y="8000"/>
                  </a:lnTo>
                  <a:lnTo>
                    <a:pt x="9962" y="8019"/>
                  </a:lnTo>
                  <a:lnTo>
                    <a:pt x="9944" y="8038"/>
                  </a:lnTo>
                  <a:lnTo>
                    <a:pt x="9944" y="8056"/>
                  </a:lnTo>
                  <a:lnTo>
                    <a:pt x="9944" y="8076"/>
                  </a:lnTo>
                  <a:lnTo>
                    <a:pt x="9962" y="8095"/>
                  </a:lnTo>
                  <a:lnTo>
                    <a:pt x="9981" y="8114"/>
                  </a:lnTo>
                  <a:lnTo>
                    <a:pt x="9981" y="8152"/>
                  </a:lnTo>
                  <a:lnTo>
                    <a:pt x="9944" y="8171"/>
                  </a:lnTo>
                  <a:lnTo>
                    <a:pt x="9867" y="8190"/>
                  </a:lnTo>
                  <a:lnTo>
                    <a:pt x="9848" y="8209"/>
                  </a:lnTo>
                  <a:lnTo>
                    <a:pt x="9848" y="8228"/>
                  </a:lnTo>
                  <a:lnTo>
                    <a:pt x="9867" y="8285"/>
                  </a:lnTo>
                  <a:lnTo>
                    <a:pt x="9867" y="8323"/>
                  </a:lnTo>
                  <a:lnTo>
                    <a:pt x="9867" y="8342"/>
                  </a:lnTo>
                  <a:lnTo>
                    <a:pt x="9886" y="8342"/>
                  </a:lnTo>
                  <a:lnTo>
                    <a:pt x="9886" y="8361"/>
                  </a:lnTo>
                  <a:lnTo>
                    <a:pt x="9905" y="8361"/>
                  </a:lnTo>
                  <a:lnTo>
                    <a:pt x="9905" y="8381"/>
                  </a:lnTo>
                  <a:lnTo>
                    <a:pt x="9905" y="8400"/>
                  </a:lnTo>
                  <a:lnTo>
                    <a:pt x="9886" y="8400"/>
                  </a:lnTo>
                  <a:lnTo>
                    <a:pt x="9829" y="8381"/>
                  </a:lnTo>
                  <a:lnTo>
                    <a:pt x="9791" y="8381"/>
                  </a:lnTo>
                  <a:lnTo>
                    <a:pt x="9753" y="8400"/>
                  </a:lnTo>
                  <a:lnTo>
                    <a:pt x="9715" y="8457"/>
                  </a:lnTo>
                  <a:lnTo>
                    <a:pt x="9696" y="8476"/>
                  </a:lnTo>
                  <a:lnTo>
                    <a:pt x="9677" y="8476"/>
                  </a:lnTo>
                  <a:lnTo>
                    <a:pt x="9677" y="8495"/>
                  </a:lnTo>
                  <a:lnTo>
                    <a:pt x="9639" y="8533"/>
                  </a:lnTo>
                  <a:lnTo>
                    <a:pt x="9639" y="8552"/>
                  </a:lnTo>
                  <a:lnTo>
                    <a:pt x="9639" y="8571"/>
                  </a:lnTo>
                  <a:lnTo>
                    <a:pt x="9639" y="8590"/>
                  </a:lnTo>
                  <a:lnTo>
                    <a:pt x="9639" y="8628"/>
                  </a:lnTo>
                  <a:lnTo>
                    <a:pt x="9639" y="8647"/>
                  </a:lnTo>
                  <a:lnTo>
                    <a:pt x="9639" y="8666"/>
                  </a:lnTo>
                  <a:lnTo>
                    <a:pt x="9620" y="8686"/>
                  </a:lnTo>
                  <a:lnTo>
                    <a:pt x="9486" y="8742"/>
                  </a:lnTo>
                  <a:lnTo>
                    <a:pt x="9467" y="8762"/>
                  </a:lnTo>
                  <a:lnTo>
                    <a:pt x="9448" y="8762"/>
                  </a:lnTo>
                  <a:lnTo>
                    <a:pt x="9410" y="8762"/>
                  </a:lnTo>
                  <a:lnTo>
                    <a:pt x="9315" y="8800"/>
                  </a:lnTo>
                  <a:lnTo>
                    <a:pt x="9296" y="8800"/>
                  </a:lnTo>
                  <a:lnTo>
                    <a:pt x="9277" y="8818"/>
                  </a:lnTo>
                  <a:lnTo>
                    <a:pt x="9124" y="8914"/>
                  </a:lnTo>
                  <a:lnTo>
                    <a:pt x="9124" y="8933"/>
                  </a:lnTo>
                  <a:lnTo>
                    <a:pt x="9105" y="8971"/>
                  </a:lnTo>
                  <a:lnTo>
                    <a:pt x="9143" y="9085"/>
                  </a:lnTo>
                  <a:lnTo>
                    <a:pt x="9143" y="9219"/>
                  </a:lnTo>
                  <a:lnTo>
                    <a:pt x="9143" y="9238"/>
                  </a:lnTo>
                  <a:lnTo>
                    <a:pt x="9105" y="9295"/>
                  </a:lnTo>
                  <a:lnTo>
                    <a:pt x="8972" y="9466"/>
                  </a:lnTo>
                  <a:lnTo>
                    <a:pt x="8953" y="9485"/>
                  </a:lnTo>
                  <a:lnTo>
                    <a:pt x="8953" y="9524"/>
                  </a:lnTo>
                  <a:lnTo>
                    <a:pt x="8953" y="9561"/>
                  </a:lnTo>
                  <a:lnTo>
                    <a:pt x="8972" y="9600"/>
                  </a:lnTo>
                  <a:lnTo>
                    <a:pt x="8991" y="9638"/>
                  </a:lnTo>
                  <a:lnTo>
                    <a:pt x="9029" y="9676"/>
                  </a:lnTo>
                  <a:lnTo>
                    <a:pt x="9105" y="9733"/>
                  </a:lnTo>
                  <a:lnTo>
                    <a:pt x="9143" y="9733"/>
                  </a:lnTo>
                  <a:lnTo>
                    <a:pt x="9163" y="9752"/>
                  </a:lnTo>
                  <a:lnTo>
                    <a:pt x="9163" y="9771"/>
                  </a:lnTo>
                  <a:lnTo>
                    <a:pt x="9163" y="9790"/>
                  </a:lnTo>
                  <a:lnTo>
                    <a:pt x="9163" y="9828"/>
                  </a:lnTo>
                  <a:lnTo>
                    <a:pt x="9163" y="9847"/>
                  </a:lnTo>
                  <a:lnTo>
                    <a:pt x="9163" y="9866"/>
                  </a:lnTo>
                  <a:lnTo>
                    <a:pt x="9143" y="9905"/>
                  </a:lnTo>
                  <a:lnTo>
                    <a:pt x="9143" y="9923"/>
                  </a:lnTo>
                  <a:lnTo>
                    <a:pt x="9143" y="9981"/>
                  </a:lnTo>
                  <a:lnTo>
                    <a:pt x="9124" y="10000"/>
                  </a:lnTo>
                  <a:lnTo>
                    <a:pt x="9124" y="10019"/>
                  </a:lnTo>
                  <a:lnTo>
                    <a:pt x="9105" y="10019"/>
                  </a:lnTo>
                  <a:lnTo>
                    <a:pt x="9105" y="10037"/>
                  </a:lnTo>
                  <a:lnTo>
                    <a:pt x="9105" y="10057"/>
                  </a:lnTo>
                  <a:lnTo>
                    <a:pt x="9029" y="10266"/>
                  </a:lnTo>
                  <a:lnTo>
                    <a:pt x="9029" y="10286"/>
                  </a:lnTo>
                  <a:lnTo>
                    <a:pt x="9029" y="10304"/>
                  </a:lnTo>
                  <a:lnTo>
                    <a:pt x="9010" y="10323"/>
                  </a:lnTo>
                  <a:lnTo>
                    <a:pt x="8991" y="10342"/>
                  </a:lnTo>
                  <a:lnTo>
                    <a:pt x="8972" y="10362"/>
                  </a:lnTo>
                  <a:lnTo>
                    <a:pt x="8953" y="10381"/>
                  </a:lnTo>
                  <a:lnTo>
                    <a:pt x="8915" y="10457"/>
                  </a:lnTo>
                  <a:lnTo>
                    <a:pt x="8877" y="10514"/>
                  </a:lnTo>
                  <a:lnTo>
                    <a:pt x="8877" y="10533"/>
                  </a:lnTo>
                  <a:lnTo>
                    <a:pt x="8838" y="10571"/>
                  </a:lnTo>
                  <a:lnTo>
                    <a:pt x="8858" y="10590"/>
                  </a:lnTo>
                  <a:lnTo>
                    <a:pt x="8858" y="10609"/>
                  </a:lnTo>
                  <a:lnTo>
                    <a:pt x="8838" y="10609"/>
                  </a:lnTo>
                  <a:lnTo>
                    <a:pt x="8801" y="10685"/>
                  </a:lnTo>
                  <a:lnTo>
                    <a:pt x="8782" y="10704"/>
                  </a:lnTo>
                  <a:lnTo>
                    <a:pt x="8782" y="10723"/>
                  </a:lnTo>
                  <a:lnTo>
                    <a:pt x="8762" y="10743"/>
                  </a:lnTo>
                  <a:lnTo>
                    <a:pt x="8743" y="10762"/>
                  </a:lnTo>
                  <a:lnTo>
                    <a:pt x="8686" y="10762"/>
                  </a:lnTo>
                  <a:lnTo>
                    <a:pt x="8667" y="10781"/>
                  </a:lnTo>
                  <a:lnTo>
                    <a:pt x="8610" y="10819"/>
                  </a:lnTo>
                  <a:lnTo>
                    <a:pt x="8591" y="10838"/>
                  </a:lnTo>
                  <a:lnTo>
                    <a:pt x="8591" y="10857"/>
                  </a:lnTo>
                  <a:lnTo>
                    <a:pt x="8572" y="10876"/>
                  </a:lnTo>
                  <a:lnTo>
                    <a:pt x="8553" y="10895"/>
                  </a:lnTo>
                  <a:lnTo>
                    <a:pt x="8553" y="10914"/>
                  </a:lnTo>
                  <a:lnTo>
                    <a:pt x="8534" y="10933"/>
                  </a:lnTo>
                  <a:lnTo>
                    <a:pt x="8515" y="10971"/>
                  </a:lnTo>
                  <a:lnTo>
                    <a:pt x="8457" y="11047"/>
                  </a:lnTo>
                  <a:lnTo>
                    <a:pt x="8439" y="11066"/>
                  </a:lnTo>
                  <a:lnTo>
                    <a:pt x="8401" y="11085"/>
                  </a:lnTo>
                  <a:lnTo>
                    <a:pt x="8401" y="11104"/>
                  </a:lnTo>
                  <a:lnTo>
                    <a:pt x="8381" y="11124"/>
                  </a:lnTo>
                  <a:lnTo>
                    <a:pt x="8381" y="11143"/>
                  </a:lnTo>
                  <a:lnTo>
                    <a:pt x="8362" y="11161"/>
                  </a:lnTo>
                  <a:lnTo>
                    <a:pt x="8325" y="11200"/>
                  </a:lnTo>
                  <a:lnTo>
                    <a:pt x="8325" y="11219"/>
                  </a:lnTo>
                  <a:lnTo>
                    <a:pt x="8325" y="11238"/>
                  </a:lnTo>
                  <a:lnTo>
                    <a:pt x="8325" y="11257"/>
                  </a:lnTo>
                  <a:lnTo>
                    <a:pt x="8305" y="11276"/>
                  </a:lnTo>
                  <a:lnTo>
                    <a:pt x="8286" y="11352"/>
                  </a:lnTo>
                  <a:lnTo>
                    <a:pt x="8286" y="11428"/>
                  </a:lnTo>
                  <a:lnTo>
                    <a:pt x="8286" y="11447"/>
                  </a:lnTo>
                  <a:lnTo>
                    <a:pt x="8267" y="11485"/>
                  </a:lnTo>
                  <a:lnTo>
                    <a:pt x="8248" y="11505"/>
                  </a:lnTo>
                  <a:lnTo>
                    <a:pt x="8248" y="11524"/>
                  </a:lnTo>
                  <a:lnTo>
                    <a:pt x="8248" y="11542"/>
                  </a:lnTo>
                  <a:lnTo>
                    <a:pt x="8248" y="11561"/>
                  </a:lnTo>
                  <a:lnTo>
                    <a:pt x="8229" y="11561"/>
                  </a:lnTo>
                  <a:lnTo>
                    <a:pt x="8229" y="11581"/>
                  </a:lnTo>
                  <a:lnTo>
                    <a:pt x="8210" y="11581"/>
                  </a:lnTo>
                  <a:lnTo>
                    <a:pt x="8210" y="11600"/>
                  </a:lnTo>
                  <a:lnTo>
                    <a:pt x="8191" y="11638"/>
                  </a:lnTo>
                  <a:lnTo>
                    <a:pt x="8172" y="11657"/>
                  </a:lnTo>
                  <a:lnTo>
                    <a:pt x="8172" y="11695"/>
                  </a:lnTo>
                  <a:lnTo>
                    <a:pt x="7296" y="11638"/>
                  </a:lnTo>
                  <a:lnTo>
                    <a:pt x="7162" y="11638"/>
                  </a:lnTo>
                  <a:lnTo>
                    <a:pt x="3619" y="11428"/>
                  </a:lnTo>
                  <a:lnTo>
                    <a:pt x="2343" y="11333"/>
                  </a:lnTo>
                  <a:lnTo>
                    <a:pt x="2324" y="11333"/>
                  </a:lnTo>
                  <a:lnTo>
                    <a:pt x="2267" y="11314"/>
                  </a:lnTo>
                  <a:lnTo>
                    <a:pt x="2229" y="11276"/>
                  </a:lnTo>
                  <a:lnTo>
                    <a:pt x="2210" y="11276"/>
                  </a:lnTo>
                  <a:lnTo>
                    <a:pt x="2172" y="11257"/>
                  </a:lnTo>
                  <a:lnTo>
                    <a:pt x="2153" y="11257"/>
                  </a:lnTo>
                  <a:lnTo>
                    <a:pt x="2133" y="11238"/>
                  </a:lnTo>
                  <a:lnTo>
                    <a:pt x="2114" y="11238"/>
                  </a:lnTo>
                  <a:lnTo>
                    <a:pt x="2114" y="11257"/>
                  </a:lnTo>
                  <a:lnTo>
                    <a:pt x="2077" y="11257"/>
                  </a:lnTo>
                  <a:lnTo>
                    <a:pt x="2057" y="11257"/>
                  </a:lnTo>
                  <a:lnTo>
                    <a:pt x="2038" y="11257"/>
                  </a:lnTo>
                  <a:lnTo>
                    <a:pt x="2019" y="11238"/>
                  </a:lnTo>
                  <a:lnTo>
                    <a:pt x="2019" y="11219"/>
                  </a:lnTo>
                  <a:lnTo>
                    <a:pt x="2019" y="11180"/>
                  </a:lnTo>
                  <a:lnTo>
                    <a:pt x="2001" y="11161"/>
                  </a:lnTo>
                  <a:lnTo>
                    <a:pt x="1981" y="11143"/>
                  </a:lnTo>
                  <a:lnTo>
                    <a:pt x="1905" y="11124"/>
                  </a:lnTo>
                  <a:lnTo>
                    <a:pt x="1886" y="11124"/>
                  </a:lnTo>
                  <a:lnTo>
                    <a:pt x="1867" y="11124"/>
                  </a:lnTo>
                  <a:lnTo>
                    <a:pt x="1848" y="11124"/>
                  </a:lnTo>
                  <a:lnTo>
                    <a:pt x="1829" y="11124"/>
                  </a:lnTo>
                  <a:lnTo>
                    <a:pt x="1791" y="11104"/>
                  </a:lnTo>
                  <a:lnTo>
                    <a:pt x="1772" y="11085"/>
                  </a:lnTo>
                  <a:lnTo>
                    <a:pt x="1772" y="11066"/>
                  </a:lnTo>
                  <a:lnTo>
                    <a:pt x="1772" y="11009"/>
                  </a:lnTo>
                  <a:lnTo>
                    <a:pt x="1752" y="10971"/>
                  </a:lnTo>
                  <a:lnTo>
                    <a:pt x="1752" y="10952"/>
                  </a:lnTo>
                  <a:lnTo>
                    <a:pt x="1734" y="10933"/>
                  </a:lnTo>
                  <a:lnTo>
                    <a:pt x="1676" y="10914"/>
                  </a:lnTo>
                  <a:lnTo>
                    <a:pt x="1657" y="10895"/>
                  </a:lnTo>
                  <a:lnTo>
                    <a:pt x="1620" y="10876"/>
                  </a:lnTo>
                  <a:lnTo>
                    <a:pt x="1562" y="10857"/>
                  </a:lnTo>
                  <a:lnTo>
                    <a:pt x="1543" y="10838"/>
                  </a:lnTo>
                  <a:lnTo>
                    <a:pt x="1505" y="10799"/>
                  </a:lnTo>
                  <a:lnTo>
                    <a:pt x="1486" y="10781"/>
                  </a:lnTo>
                  <a:lnTo>
                    <a:pt x="1486" y="10762"/>
                  </a:lnTo>
                  <a:lnTo>
                    <a:pt x="1448" y="10743"/>
                  </a:lnTo>
                  <a:lnTo>
                    <a:pt x="1429" y="10723"/>
                  </a:lnTo>
                  <a:lnTo>
                    <a:pt x="1391" y="10685"/>
                  </a:lnTo>
                  <a:lnTo>
                    <a:pt x="1371" y="10685"/>
                  </a:lnTo>
                  <a:lnTo>
                    <a:pt x="1353" y="10685"/>
                  </a:lnTo>
                  <a:lnTo>
                    <a:pt x="1295" y="10667"/>
                  </a:lnTo>
                  <a:lnTo>
                    <a:pt x="1276" y="10647"/>
                  </a:lnTo>
                  <a:lnTo>
                    <a:pt x="1276" y="10628"/>
                  </a:lnTo>
                  <a:lnTo>
                    <a:pt x="1276" y="10609"/>
                  </a:lnTo>
                  <a:lnTo>
                    <a:pt x="1276" y="10590"/>
                  </a:lnTo>
                  <a:lnTo>
                    <a:pt x="1276" y="10552"/>
                  </a:lnTo>
                  <a:lnTo>
                    <a:pt x="1257" y="10552"/>
                  </a:lnTo>
                  <a:lnTo>
                    <a:pt x="1257" y="10533"/>
                  </a:lnTo>
                  <a:lnTo>
                    <a:pt x="1239" y="10533"/>
                  </a:lnTo>
                  <a:lnTo>
                    <a:pt x="1239" y="10514"/>
                  </a:lnTo>
                  <a:lnTo>
                    <a:pt x="1239" y="10495"/>
                  </a:lnTo>
                  <a:lnTo>
                    <a:pt x="1239" y="10476"/>
                  </a:lnTo>
                  <a:lnTo>
                    <a:pt x="1219" y="10438"/>
                  </a:lnTo>
                  <a:lnTo>
                    <a:pt x="1219" y="10418"/>
                  </a:lnTo>
                  <a:lnTo>
                    <a:pt x="1219" y="10400"/>
                  </a:lnTo>
                  <a:lnTo>
                    <a:pt x="1200" y="10381"/>
                  </a:lnTo>
                  <a:lnTo>
                    <a:pt x="1200" y="10362"/>
                  </a:lnTo>
                  <a:lnTo>
                    <a:pt x="1200" y="10342"/>
                  </a:lnTo>
                  <a:lnTo>
                    <a:pt x="1219" y="10323"/>
                  </a:lnTo>
                  <a:lnTo>
                    <a:pt x="1219" y="10266"/>
                  </a:lnTo>
                  <a:lnTo>
                    <a:pt x="1219" y="10247"/>
                  </a:lnTo>
                  <a:lnTo>
                    <a:pt x="1219" y="10228"/>
                  </a:lnTo>
                  <a:lnTo>
                    <a:pt x="1219" y="10209"/>
                  </a:lnTo>
                  <a:lnTo>
                    <a:pt x="1219" y="10190"/>
                  </a:lnTo>
                  <a:lnTo>
                    <a:pt x="1239" y="10152"/>
                  </a:lnTo>
                  <a:lnTo>
                    <a:pt x="1219" y="10133"/>
                  </a:lnTo>
                  <a:lnTo>
                    <a:pt x="1181" y="10095"/>
                  </a:lnTo>
                  <a:lnTo>
                    <a:pt x="1181" y="10076"/>
                  </a:lnTo>
                  <a:lnTo>
                    <a:pt x="1162" y="10076"/>
                  </a:lnTo>
                  <a:lnTo>
                    <a:pt x="1162" y="10057"/>
                  </a:lnTo>
                  <a:lnTo>
                    <a:pt x="1162" y="10037"/>
                  </a:lnTo>
                  <a:lnTo>
                    <a:pt x="1143" y="10037"/>
                  </a:lnTo>
                  <a:lnTo>
                    <a:pt x="1105" y="9981"/>
                  </a:lnTo>
                  <a:lnTo>
                    <a:pt x="1105" y="9961"/>
                  </a:lnTo>
                  <a:lnTo>
                    <a:pt x="1086" y="9961"/>
                  </a:lnTo>
                  <a:lnTo>
                    <a:pt x="1086" y="9923"/>
                  </a:lnTo>
                  <a:lnTo>
                    <a:pt x="1067" y="9905"/>
                  </a:lnTo>
                  <a:lnTo>
                    <a:pt x="1067" y="9885"/>
                  </a:lnTo>
                  <a:lnTo>
                    <a:pt x="1067" y="9866"/>
                  </a:lnTo>
                  <a:lnTo>
                    <a:pt x="1048" y="9828"/>
                  </a:lnTo>
                  <a:lnTo>
                    <a:pt x="1048" y="9809"/>
                  </a:lnTo>
                  <a:lnTo>
                    <a:pt x="1029" y="9771"/>
                  </a:lnTo>
                  <a:lnTo>
                    <a:pt x="1010" y="9733"/>
                  </a:lnTo>
                  <a:lnTo>
                    <a:pt x="1010" y="9657"/>
                  </a:lnTo>
                  <a:lnTo>
                    <a:pt x="990" y="9638"/>
                  </a:lnTo>
                  <a:lnTo>
                    <a:pt x="990" y="9619"/>
                  </a:lnTo>
                  <a:lnTo>
                    <a:pt x="972" y="9600"/>
                  </a:lnTo>
                  <a:lnTo>
                    <a:pt x="953" y="9600"/>
                  </a:lnTo>
                  <a:lnTo>
                    <a:pt x="953" y="9580"/>
                  </a:lnTo>
                  <a:lnTo>
                    <a:pt x="934" y="9543"/>
                  </a:lnTo>
                  <a:lnTo>
                    <a:pt x="914" y="9504"/>
                  </a:lnTo>
                  <a:lnTo>
                    <a:pt x="838" y="9390"/>
                  </a:lnTo>
                  <a:lnTo>
                    <a:pt x="781" y="9314"/>
                  </a:lnTo>
                  <a:lnTo>
                    <a:pt x="762" y="9295"/>
                  </a:lnTo>
                  <a:lnTo>
                    <a:pt x="743" y="9276"/>
                  </a:lnTo>
                  <a:lnTo>
                    <a:pt x="743" y="9257"/>
                  </a:lnTo>
                  <a:lnTo>
                    <a:pt x="743" y="9238"/>
                  </a:lnTo>
                  <a:lnTo>
                    <a:pt x="743" y="9219"/>
                  </a:lnTo>
                  <a:lnTo>
                    <a:pt x="743" y="9199"/>
                  </a:lnTo>
                  <a:lnTo>
                    <a:pt x="724" y="9162"/>
                  </a:lnTo>
                  <a:lnTo>
                    <a:pt x="724" y="9143"/>
                  </a:lnTo>
                  <a:lnTo>
                    <a:pt x="705" y="9104"/>
                  </a:lnTo>
                  <a:lnTo>
                    <a:pt x="686" y="9085"/>
                  </a:lnTo>
                  <a:lnTo>
                    <a:pt x="648" y="9066"/>
                  </a:lnTo>
                  <a:lnTo>
                    <a:pt x="610" y="9009"/>
                  </a:lnTo>
                  <a:lnTo>
                    <a:pt x="591" y="8990"/>
                  </a:lnTo>
                  <a:lnTo>
                    <a:pt x="553" y="8971"/>
                  </a:lnTo>
                  <a:lnTo>
                    <a:pt x="533" y="8952"/>
                  </a:lnTo>
                  <a:lnTo>
                    <a:pt x="514" y="8933"/>
                  </a:lnTo>
                  <a:lnTo>
                    <a:pt x="514" y="8914"/>
                  </a:lnTo>
                  <a:lnTo>
                    <a:pt x="496" y="8895"/>
                  </a:lnTo>
                  <a:lnTo>
                    <a:pt x="457" y="8800"/>
                  </a:lnTo>
                  <a:lnTo>
                    <a:pt x="457" y="8781"/>
                  </a:lnTo>
                  <a:lnTo>
                    <a:pt x="457" y="8762"/>
                  </a:lnTo>
                  <a:lnTo>
                    <a:pt x="457" y="8742"/>
                  </a:lnTo>
                  <a:lnTo>
                    <a:pt x="457" y="8723"/>
                  </a:lnTo>
                  <a:lnTo>
                    <a:pt x="477" y="8686"/>
                  </a:lnTo>
                  <a:lnTo>
                    <a:pt x="496" y="8666"/>
                  </a:lnTo>
                  <a:lnTo>
                    <a:pt x="514" y="8647"/>
                  </a:lnTo>
                  <a:lnTo>
                    <a:pt x="591" y="8590"/>
                  </a:lnTo>
                  <a:lnTo>
                    <a:pt x="629" y="8533"/>
                  </a:lnTo>
                  <a:lnTo>
                    <a:pt x="2057" y="5428"/>
                  </a:lnTo>
                  <a:lnTo>
                    <a:pt x="2400" y="4666"/>
                  </a:lnTo>
                  <a:lnTo>
                    <a:pt x="2419" y="4647"/>
                  </a:lnTo>
                  <a:lnTo>
                    <a:pt x="2419" y="4628"/>
                  </a:lnTo>
                  <a:lnTo>
                    <a:pt x="2400" y="4609"/>
                  </a:lnTo>
                  <a:lnTo>
                    <a:pt x="2400" y="4590"/>
                  </a:lnTo>
                  <a:lnTo>
                    <a:pt x="2419" y="4571"/>
                  </a:lnTo>
                  <a:lnTo>
                    <a:pt x="2458" y="4552"/>
                  </a:lnTo>
                  <a:lnTo>
                    <a:pt x="2477" y="4533"/>
                  </a:lnTo>
                  <a:lnTo>
                    <a:pt x="2419" y="4552"/>
                  </a:lnTo>
                  <a:lnTo>
                    <a:pt x="2400" y="4571"/>
                  </a:lnTo>
                  <a:lnTo>
                    <a:pt x="2381" y="4552"/>
                  </a:lnTo>
                  <a:lnTo>
                    <a:pt x="2362" y="4552"/>
                  </a:lnTo>
                  <a:lnTo>
                    <a:pt x="2343" y="4552"/>
                  </a:lnTo>
                  <a:lnTo>
                    <a:pt x="2324" y="4552"/>
                  </a:lnTo>
                  <a:lnTo>
                    <a:pt x="2324" y="4533"/>
                  </a:lnTo>
                  <a:lnTo>
                    <a:pt x="2324" y="4514"/>
                  </a:lnTo>
                  <a:lnTo>
                    <a:pt x="2324" y="4495"/>
                  </a:lnTo>
                  <a:lnTo>
                    <a:pt x="2324" y="4475"/>
                  </a:lnTo>
                  <a:lnTo>
                    <a:pt x="2324" y="4457"/>
                  </a:lnTo>
                  <a:lnTo>
                    <a:pt x="2305" y="4457"/>
                  </a:lnTo>
                  <a:lnTo>
                    <a:pt x="2286" y="4457"/>
                  </a:lnTo>
                  <a:lnTo>
                    <a:pt x="2229" y="4475"/>
                  </a:lnTo>
                  <a:lnTo>
                    <a:pt x="2191" y="4514"/>
                  </a:lnTo>
                  <a:lnTo>
                    <a:pt x="2172" y="4514"/>
                  </a:lnTo>
                  <a:lnTo>
                    <a:pt x="2153" y="4514"/>
                  </a:lnTo>
                  <a:lnTo>
                    <a:pt x="2133" y="4495"/>
                  </a:lnTo>
                  <a:lnTo>
                    <a:pt x="2114" y="4495"/>
                  </a:lnTo>
                  <a:lnTo>
                    <a:pt x="2096" y="4495"/>
                  </a:lnTo>
                  <a:lnTo>
                    <a:pt x="2096" y="4475"/>
                  </a:lnTo>
                  <a:lnTo>
                    <a:pt x="2077" y="4475"/>
                  </a:lnTo>
                  <a:lnTo>
                    <a:pt x="2057" y="4457"/>
                  </a:lnTo>
                  <a:lnTo>
                    <a:pt x="2057" y="4438"/>
                  </a:lnTo>
                  <a:lnTo>
                    <a:pt x="2077" y="4380"/>
                  </a:lnTo>
                  <a:lnTo>
                    <a:pt x="2077" y="4361"/>
                  </a:lnTo>
                  <a:lnTo>
                    <a:pt x="2077" y="4343"/>
                  </a:lnTo>
                  <a:lnTo>
                    <a:pt x="2057" y="4343"/>
                  </a:lnTo>
                  <a:lnTo>
                    <a:pt x="2038" y="4343"/>
                  </a:lnTo>
                  <a:lnTo>
                    <a:pt x="2019" y="4343"/>
                  </a:lnTo>
                  <a:lnTo>
                    <a:pt x="2001" y="4343"/>
                  </a:lnTo>
                  <a:lnTo>
                    <a:pt x="1981" y="4343"/>
                  </a:lnTo>
                  <a:lnTo>
                    <a:pt x="1981" y="4323"/>
                  </a:lnTo>
                  <a:lnTo>
                    <a:pt x="1924" y="4285"/>
                  </a:lnTo>
                  <a:lnTo>
                    <a:pt x="1905" y="4285"/>
                  </a:lnTo>
                  <a:lnTo>
                    <a:pt x="1867" y="4266"/>
                  </a:lnTo>
                  <a:lnTo>
                    <a:pt x="1848" y="4266"/>
                  </a:lnTo>
                  <a:lnTo>
                    <a:pt x="1829" y="4247"/>
                  </a:lnTo>
                  <a:lnTo>
                    <a:pt x="1791" y="4209"/>
                  </a:lnTo>
                  <a:lnTo>
                    <a:pt x="1772" y="4171"/>
                  </a:lnTo>
                  <a:lnTo>
                    <a:pt x="1752" y="4133"/>
                  </a:lnTo>
                  <a:lnTo>
                    <a:pt x="1715" y="4114"/>
                  </a:lnTo>
                  <a:lnTo>
                    <a:pt x="1676" y="4094"/>
                  </a:lnTo>
                  <a:lnTo>
                    <a:pt x="1657" y="4094"/>
                  </a:lnTo>
                  <a:lnTo>
                    <a:pt x="1620" y="4094"/>
                  </a:lnTo>
                  <a:lnTo>
                    <a:pt x="1600" y="4076"/>
                  </a:lnTo>
                  <a:lnTo>
                    <a:pt x="1600" y="4057"/>
                  </a:lnTo>
                  <a:lnTo>
                    <a:pt x="1600" y="4038"/>
                  </a:lnTo>
                  <a:lnTo>
                    <a:pt x="1581" y="4038"/>
                  </a:lnTo>
                  <a:lnTo>
                    <a:pt x="1562" y="4057"/>
                  </a:lnTo>
                  <a:lnTo>
                    <a:pt x="1543" y="4057"/>
                  </a:lnTo>
                  <a:lnTo>
                    <a:pt x="1524" y="4057"/>
                  </a:lnTo>
                  <a:lnTo>
                    <a:pt x="1505" y="4057"/>
                  </a:lnTo>
                  <a:lnTo>
                    <a:pt x="1486" y="4038"/>
                  </a:lnTo>
                  <a:lnTo>
                    <a:pt x="1467" y="4038"/>
                  </a:lnTo>
                  <a:lnTo>
                    <a:pt x="1410" y="4018"/>
                  </a:lnTo>
                  <a:lnTo>
                    <a:pt x="1391" y="3999"/>
                  </a:lnTo>
                  <a:lnTo>
                    <a:pt x="1353" y="3980"/>
                  </a:lnTo>
                  <a:lnTo>
                    <a:pt x="1334" y="3962"/>
                  </a:lnTo>
                  <a:lnTo>
                    <a:pt x="1315" y="3962"/>
                  </a:lnTo>
                  <a:lnTo>
                    <a:pt x="1219" y="3923"/>
                  </a:lnTo>
                  <a:lnTo>
                    <a:pt x="1200" y="3904"/>
                  </a:lnTo>
                  <a:lnTo>
                    <a:pt x="1200" y="3885"/>
                  </a:lnTo>
                  <a:lnTo>
                    <a:pt x="1181" y="3885"/>
                  </a:lnTo>
                  <a:lnTo>
                    <a:pt x="1181" y="3866"/>
                  </a:lnTo>
                  <a:lnTo>
                    <a:pt x="1162" y="3866"/>
                  </a:lnTo>
                  <a:lnTo>
                    <a:pt x="1143" y="3866"/>
                  </a:lnTo>
                  <a:lnTo>
                    <a:pt x="1124" y="3847"/>
                  </a:lnTo>
                  <a:lnTo>
                    <a:pt x="1086" y="3809"/>
                  </a:lnTo>
                  <a:lnTo>
                    <a:pt x="1086" y="3790"/>
                  </a:lnTo>
                  <a:lnTo>
                    <a:pt x="1067" y="3790"/>
                  </a:lnTo>
                  <a:lnTo>
                    <a:pt x="990" y="3771"/>
                  </a:lnTo>
                  <a:lnTo>
                    <a:pt x="990" y="3752"/>
                  </a:lnTo>
                  <a:lnTo>
                    <a:pt x="972" y="3752"/>
                  </a:lnTo>
                  <a:lnTo>
                    <a:pt x="953" y="3714"/>
                  </a:lnTo>
                  <a:lnTo>
                    <a:pt x="934" y="3714"/>
                  </a:lnTo>
                  <a:lnTo>
                    <a:pt x="914" y="3695"/>
                  </a:lnTo>
                  <a:lnTo>
                    <a:pt x="895" y="3695"/>
                  </a:lnTo>
                  <a:lnTo>
                    <a:pt x="819" y="3657"/>
                  </a:lnTo>
                  <a:lnTo>
                    <a:pt x="819" y="3637"/>
                  </a:lnTo>
                  <a:lnTo>
                    <a:pt x="800" y="3637"/>
                  </a:lnTo>
                  <a:lnTo>
                    <a:pt x="800" y="3618"/>
                  </a:lnTo>
                  <a:lnTo>
                    <a:pt x="781" y="3600"/>
                  </a:lnTo>
                  <a:lnTo>
                    <a:pt x="762" y="3600"/>
                  </a:lnTo>
                  <a:lnTo>
                    <a:pt x="743" y="3600"/>
                  </a:lnTo>
                  <a:lnTo>
                    <a:pt x="743" y="3581"/>
                  </a:lnTo>
                  <a:lnTo>
                    <a:pt x="724" y="3581"/>
                  </a:lnTo>
                  <a:lnTo>
                    <a:pt x="724" y="3561"/>
                  </a:lnTo>
                  <a:lnTo>
                    <a:pt x="686" y="3504"/>
                  </a:lnTo>
                  <a:lnTo>
                    <a:pt x="667" y="3504"/>
                  </a:lnTo>
                  <a:lnTo>
                    <a:pt x="648" y="3485"/>
                  </a:lnTo>
                  <a:lnTo>
                    <a:pt x="629" y="3504"/>
                  </a:lnTo>
                  <a:lnTo>
                    <a:pt x="629" y="3485"/>
                  </a:lnTo>
                  <a:lnTo>
                    <a:pt x="610" y="3485"/>
                  </a:lnTo>
                  <a:lnTo>
                    <a:pt x="533" y="3428"/>
                  </a:lnTo>
                  <a:lnTo>
                    <a:pt x="533" y="3409"/>
                  </a:lnTo>
                  <a:lnTo>
                    <a:pt x="514" y="3390"/>
                  </a:lnTo>
                  <a:lnTo>
                    <a:pt x="514" y="3371"/>
                  </a:lnTo>
                  <a:lnTo>
                    <a:pt x="514" y="3333"/>
                  </a:lnTo>
                  <a:lnTo>
                    <a:pt x="514" y="3314"/>
                  </a:lnTo>
                  <a:lnTo>
                    <a:pt x="496" y="3295"/>
                  </a:lnTo>
                  <a:lnTo>
                    <a:pt x="496" y="3276"/>
                  </a:lnTo>
                  <a:lnTo>
                    <a:pt x="496" y="3237"/>
                  </a:lnTo>
                  <a:lnTo>
                    <a:pt x="477" y="3237"/>
                  </a:lnTo>
                  <a:lnTo>
                    <a:pt x="477" y="3219"/>
                  </a:lnTo>
                  <a:lnTo>
                    <a:pt x="457" y="3219"/>
                  </a:lnTo>
                  <a:lnTo>
                    <a:pt x="438" y="3200"/>
                  </a:lnTo>
                  <a:lnTo>
                    <a:pt x="381" y="3161"/>
                  </a:lnTo>
                  <a:lnTo>
                    <a:pt x="362" y="3161"/>
                  </a:lnTo>
                  <a:lnTo>
                    <a:pt x="343" y="3161"/>
                  </a:lnTo>
                  <a:lnTo>
                    <a:pt x="324" y="3161"/>
                  </a:lnTo>
                  <a:lnTo>
                    <a:pt x="248" y="3085"/>
                  </a:lnTo>
                  <a:lnTo>
                    <a:pt x="210" y="3047"/>
                  </a:lnTo>
                  <a:lnTo>
                    <a:pt x="210" y="3028"/>
                  </a:lnTo>
                  <a:lnTo>
                    <a:pt x="210" y="2990"/>
                  </a:lnTo>
                  <a:lnTo>
                    <a:pt x="210" y="2952"/>
                  </a:lnTo>
                  <a:lnTo>
                    <a:pt x="210" y="2914"/>
                  </a:lnTo>
                  <a:lnTo>
                    <a:pt x="210" y="2895"/>
                  </a:lnTo>
                  <a:lnTo>
                    <a:pt x="210" y="2875"/>
                  </a:lnTo>
                  <a:lnTo>
                    <a:pt x="229" y="2875"/>
                  </a:lnTo>
                  <a:lnTo>
                    <a:pt x="229" y="2857"/>
                  </a:lnTo>
                  <a:lnTo>
                    <a:pt x="210" y="2838"/>
                  </a:lnTo>
                  <a:lnTo>
                    <a:pt x="191" y="2838"/>
                  </a:lnTo>
                  <a:lnTo>
                    <a:pt x="191" y="2819"/>
                  </a:lnTo>
                  <a:lnTo>
                    <a:pt x="133" y="2799"/>
                  </a:lnTo>
                  <a:lnTo>
                    <a:pt x="115" y="2799"/>
                  </a:lnTo>
                  <a:lnTo>
                    <a:pt x="115" y="2780"/>
                  </a:lnTo>
                  <a:lnTo>
                    <a:pt x="96" y="2761"/>
                  </a:lnTo>
                  <a:lnTo>
                    <a:pt x="96" y="2743"/>
                  </a:lnTo>
                  <a:lnTo>
                    <a:pt x="96" y="2704"/>
                  </a:lnTo>
                  <a:lnTo>
                    <a:pt x="96" y="2609"/>
                  </a:lnTo>
                  <a:lnTo>
                    <a:pt x="96" y="2552"/>
                  </a:lnTo>
                  <a:lnTo>
                    <a:pt x="115" y="2533"/>
                  </a:lnTo>
                  <a:lnTo>
                    <a:pt x="115" y="2514"/>
                  </a:lnTo>
                  <a:lnTo>
                    <a:pt x="96" y="2228"/>
                  </a:lnTo>
                  <a:lnTo>
                    <a:pt x="0" y="1219"/>
                  </a:lnTo>
                  <a:lnTo>
                    <a:pt x="19" y="1219"/>
                  </a:lnTo>
                  <a:lnTo>
                    <a:pt x="38" y="1238"/>
                  </a:lnTo>
                  <a:lnTo>
                    <a:pt x="57" y="1256"/>
                  </a:lnTo>
                  <a:lnTo>
                    <a:pt x="57" y="1275"/>
                  </a:lnTo>
                  <a:lnTo>
                    <a:pt x="57" y="1295"/>
                  </a:lnTo>
                  <a:lnTo>
                    <a:pt x="96" y="1314"/>
                  </a:lnTo>
                  <a:lnTo>
                    <a:pt x="115" y="1333"/>
                  </a:lnTo>
                  <a:lnTo>
                    <a:pt x="133" y="1333"/>
                  </a:lnTo>
                  <a:lnTo>
                    <a:pt x="152" y="1333"/>
                  </a:lnTo>
                  <a:lnTo>
                    <a:pt x="172" y="1314"/>
                  </a:lnTo>
                  <a:lnTo>
                    <a:pt x="191" y="1295"/>
                  </a:lnTo>
                  <a:lnTo>
                    <a:pt x="210" y="1295"/>
                  </a:lnTo>
                  <a:lnTo>
                    <a:pt x="248" y="1256"/>
                  </a:lnTo>
                  <a:lnTo>
                    <a:pt x="248" y="1238"/>
                  </a:lnTo>
                  <a:lnTo>
                    <a:pt x="267" y="1238"/>
                  </a:lnTo>
                  <a:lnTo>
                    <a:pt x="362" y="1256"/>
                  </a:lnTo>
                  <a:lnTo>
                    <a:pt x="362" y="1238"/>
                  </a:lnTo>
                  <a:lnTo>
                    <a:pt x="381" y="1238"/>
                  </a:lnTo>
                  <a:lnTo>
                    <a:pt x="400" y="1238"/>
                  </a:lnTo>
                  <a:lnTo>
                    <a:pt x="400" y="1256"/>
                  </a:lnTo>
                  <a:lnTo>
                    <a:pt x="419" y="1256"/>
                  </a:lnTo>
                  <a:lnTo>
                    <a:pt x="438" y="1199"/>
                  </a:lnTo>
                  <a:lnTo>
                    <a:pt x="457" y="1199"/>
                  </a:lnTo>
                  <a:lnTo>
                    <a:pt x="457" y="1161"/>
                  </a:lnTo>
                  <a:lnTo>
                    <a:pt x="438" y="1142"/>
                  </a:lnTo>
                  <a:lnTo>
                    <a:pt x="419" y="1104"/>
                  </a:lnTo>
                  <a:lnTo>
                    <a:pt x="419" y="1085"/>
                  </a:lnTo>
                  <a:lnTo>
                    <a:pt x="438" y="1085"/>
                  </a:lnTo>
                  <a:close/>
                  <a:moveTo>
                    <a:pt x="9048" y="4076"/>
                  </a:moveTo>
                  <a:lnTo>
                    <a:pt x="9067" y="4094"/>
                  </a:lnTo>
                  <a:lnTo>
                    <a:pt x="9048" y="4114"/>
                  </a:lnTo>
                  <a:lnTo>
                    <a:pt x="9048" y="4133"/>
                  </a:lnTo>
                  <a:lnTo>
                    <a:pt x="9029" y="4133"/>
                  </a:lnTo>
                  <a:lnTo>
                    <a:pt x="9010" y="4171"/>
                  </a:lnTo>
                  <a:lnTo>
                    <a:pt x="8991" y="4209"/>
                  </a:lnTo>
                  <a:lnTo>
                    <a:pt x="8972" y="4209"/>
                  </a:lnTo>
                  <a:lnTo>
                    <a:pt x="8953" y="4209"/>
                  </a:lnTo>
                  <a:lnTo>
                    <a:pt x="8915" y="4190"/>
                  </a:lnTo>
                  <a:lnTo>
                    <a:pt x="8896" y="4190"/>
                  </a:lnTo>
                  <a:lnTo>
                    <a:pt x="8896" y="4171"/>
                  </a:lnTo>
                  <a:lnTo>
                    <a:pt x="8896" y="4152"/>
                  </a:lnTo>
                  <a:lnTo>
                    <a:pt x="8915" y="4133"/>
                  </a:lnTo>
                  <a:lnTo>
                    <a:pt x="8934" y="4133"/>
                  </a:lnTo>
                  <a:lnTo>
                    <a:pt x="8934" y="4114"/>
                  </a:lnTo>
                  <a:lnTo>
                    <a:pt x="8934" y="4094"/>
                  </a:lnTo>
                  <a:lnTo>
                    <a:pt x="8972" y="4076"/>
                  </a:lnTo>
                  <a:lnTo>
                    <a:pt x="8991" y="4057"/>
                  </a:lnTo>
                  <a:lnTo>
                    <a:pt x="9010" y="4038"/>
                  </a:lnTo>
                  <a:lnTo>
                    <a:pt x="9029" y="4038"/>
                  </a:lnTo>
                  <a:lnTo>
                    <a:pt x="9029" y="4057"/>
                  </a:lnTo>
                  <a:lnTo>
                    <a:pt x="9029" y="4076"/>
                  </a:lnTo>
                  <a:lnTo>
                    <a:pt x="9048" y="4076"/>
                  </a:lnTo>
                  <a:close/>
                  <a:moveTo>
                    <a:pt x="9944" y="3428"/>
                  </a:moveTo>
                  <a:lnTo>
                    <a:pt x="9944" y="3447"/>
                  </a:lnTo>
                  <a:lnTo>
                    <a:pt x="9962" y="3485"/>
                  </a:lnTo>
                  <a:lnTo>
                    <a:pt x="9981" y="3485"/>
                  </a:lnTo>
                  <a:lnTo>
                    <a:pt x="9962" y="3523"/>
                  </a:lnTo>
                  <a:lnTo>
                    <a:pt x="9962" y="3542"/>
                  </a:lnTo>
                  <a:lnTo>
                    <a:pt x="9944" y="3561"/>
                  </a:lnTo>
                  <a:lnTo>
                    <a:pt x="9925" y="3561"/>
                  </a:lnTo>
                  <a:lnTo>
                    <a:pt x="9905" y="3561"/>
                  </a:lnTo>
                  <a:lnTo>
                    <a:pt x="9905" y="3581"/>
                  </a:lnTo>
                  <a:lnTo>
                    <a:pt x="9886" y="3581"/>
                  </a:lnTo>
                  <a:lnTo>
                    <a:pt x="9886" y="3561"/>
                  </a:lnTo>
                  <a:lnTo>
                    <a:pt x="9886" y="3542"/>
                  </a:lnTo>
                  <a:lnTo>
                    <a:pt x="9886" y="3561"/>
                  </a:lnTo>
                  <a:lnTo>
                    <a:pt x="9867" y="3561"/>
                  </a:lnTo>
                  <a:lnTo>
                    <a:pt x="9848" y="3542"/>
                  </a:lnTo>
                  <a:lnTo>
                    <a:pt x="9829" y="3523"/>
                  </a:lnTo>
                  <a:lnTo>
                    <a:pt x="9810" y="3523"/>
                  </a:lnTo>
                  <a:lnTo>
                    <a:pt x="9829" y="3504"/>
                  </a:lnTo>
                  <a:lnTo>
                    <a:pt x="9848" y="3485"/>
                  </a:lnTo>
                  <a:lnTo>
                    <a:pt x="9867" y="3447"/>
                  </a:lnTo>
                  <a:lnTo>
                    <a:pt x="9886" y="3428"/>
                  </a:lnTo>
                  <a:lnTo>
                    <a:pt x="9944" y="3428"/>
                  </a:lnTo>
                  <a:close/>
                  <a:moveTo>
                    <a:pt x="10077" y="3200"/>
                  </a:moveTo>
                  <a:lnTo>
                    <a:pt x="10096" y="3237"/>
                  </a:lnTo>
                  <a:lnTo>
                    <a:pt x="10115" y="3256"/>
                  </a:lnTo>
                  <a:lnTo>
                    <a:pt x="10077" y="3256"/>
                  </a:lnTo>
                  <a:lnTo>
                    <a:pt x="10115" y="3276"/>
                  </a:lnTo>
                  <a:lnTo>
                    <a:pt x="10096" y="3295"/>
                  </a:lnTo>
                  <a:lnTo>
                    <a:pt x="10077" y="3352"/>
                  </a:lnTo>
                  <a:lnTo>
                    <a:pt x="10057" y="3390"/>
                  </a:lnTo>
                  <a:lnTo>
                    <a:pt x="10039" y="3390"/>
                  </a:lnTo>
                  <a:lnTo>
                    <a:pt x="9981" y="3390"/>
                  </a:lnTo>
                  <a:lnTo>
                    <a:pt x="9962" y="3390"/>
                  </a:lnTo>
                  <a:lnTo>
                    <a:pt x="9962" y="3371"/>
                  </a:lnTo>
                  <a:lnTo>
                    <a:pt x="9962" y="3352"/>
                  </a:lnTo>
                  <a:lnTo>
                    <a:pt x="9962" y="3333"/>
                  </a:lnTo>
                  <a:lnTo>
                    <a:pt x="9981" y="3295"/>
                  </a:lnTo>
                  <a:lnTo>
                    <a:pt x="10001" y="3276"/>
                  </a:lnTo>
                  <a:lnTo>
                    <a:pt x="10020" y="3237"/>
                  </a:lnTo>
                  <a:lnTo>
                    <a:pt x="10020" y="3219"/>
                  </a:lnTo>
                  <a:lnTo>
                    <a:pt x="10077" y="3200"/>
                  </a:lnTo>
                  <a:close/>
                  <a:moveTo>
                    <a:pt x="10306" y="3047"/>
                  </a:moveTo>
                  <a:lnTo>
                    <a:pt x="10306" y="3028"/>
                  </a:lnTo>
                  <a:lnTo>
                    <a:pt x="10324" y="3047"/>
                  </a:lnTo>
                  <a:lnTo>
                    <a:pt x="10343" y="3047"/>
                  </a:lnTo>
                  <a:lnTo>
                    <a:pt x="10362" y="3066"/>
                  </a:lnTo>
                  <a:lnTo>
                    <a:pt x="10343" y="3085"/>
                  </a:lnTo>
                  <a:lnTo>
                    <a:pt x="10324" y="3104"/>
                  </a:lnTo>
                  <a:lnTo>
                    <a:pt x="10286" y="3123"/>
                  </a:lnTo>
                  <a:lnTo>
                    <a:pt x="10286" y="3104"/>
                  </a:lnTo>
                  <a:lnTo>
                    <a:pt x="10267" y="3085"/>
                  </a:lnTo>
                  <a:lnTo>
                    <a:pt x="10267" y="3066"/>
                  </a:lnTo>
                  <a:lnTo>
                    <a:pt x="10286" y="3066"/>
                  </a:lnTo>
                  <a:lnTo>
                    <a:pt x="10286" y="3047"/>
                  </a:lnTo>
                  <a:lnTo>
                    <a:pt x="10267" y="3047"/>
                  </a:lnTo>
                  <a:lnTo>
                    <a:pt x="10286" y="3028"/>
                  </a:lnTo>
                  <a:lnTo>
                    <a:pt x="10306" y="3028"/>
                  </a:lnTo>
                  <a:lnTo>
                    <a:pt x="10306" y="3047"/>
                  </a:lnTo>
                  <a:close/>
                  <a:moveTo>
                    <a:pt x="7619" y="3009"/>
                  </a:moveTo>
                  <a:lnTo>
                    <a:pt x="7619" y="3047"/>
                  </a:lnTo>
                  <a:lnTo>
                    <a:pt x="7619" y="3066"/>
                  </a:lnTo>
                  <a:lnTo>
                    <a:pt x="7619" y="3085"/>
                  </a:lnTo>
                  <a:lnTo>
                    <a:pt x="7600" y="3104"/>
                  </a:lnTo>
                  <a:lnTo>
                    <a:pt x="7563" y="3104"/>
                  </a:lnTo>
                  <a:lnTo>
                    <a:pt x="7543" y="3123"/>
                  </a:lnTo>
                  <a:lnTo>
                    <a:pt x="7505" y="3123"/>
                  </a:lnTo>
                  <a:lnTo>
                    <a:pt x="7467" y="3161"/>
                  </a:lnTo>
                  <a:lnTo>
                    <a:pt x="7448" y="3161"/>
                  </a:lnTo>
                  <a:lnTo>
                    <a:pt x="7429" y="3180"/>
                  </a:lnTo>
                  <a:lnTo>
                    <a:pt x="7391" y="3180"/>
                  </a:lnTo>
                  <a:lnTo>
                    <a:pt x="7372" y="3200"/>
                  </a:lnTo>
                  <a:lnTo>
                    <a:pt x="7353" y="3219"/>
                  </a:lnTo>
                  <a:lnTo>
                    <a:pt x="7353" y="3200"/>
                  </a:lnTo>
                  <a:lnTo>
                    <a:pt x="7353" y="3161"/>
                  </a:lnTo>
                  <a:lnTo>
                    <a:pt x="7353" y="3142"/>
                  </a:lnTo>
                  <a:lnTo>
                    <a:pt x="7353" y="3123"/>
                  </a:lnTo>
                  <a:lnTo>
                    <a:pt x="7372" y="3085"/>
                  </a:lnTo>
                  <a:lnTo>
                    <a:pt x="7391" y="3066"/>
                  </a:lnTo>
                  <a:lnTo>
                    <a:pt x="7410" y="3066"/>
                  </a:lnTo>
                  <a:lnTo>
                    <a:pt x="7429" y="3066"/>
                  </a:lnTo>
                  <a:lnTo>
                    <a:pt x="7467" y="3028"/>
                  </a:lnTo>
                  <a:lnTo>
                    <a:pt x="7486" y="3009"/>
                  </a:lnTo>
                  <a:lnTo>
                    <a:pt x="7524" y="2990"/>
                  </a:lnTo>
                  <a:lnTo>
                    <a:pt x="7582" y="2971"/>
                  </a:lnTo>
                  <a:lnTo>
                    <a:pt x="7563" y="2990"/>
                  </a:lnTo>
                  <a:lnTo>
                    <a:pt x="7563" y="3009"/>
                  </a:lnTo>
                  <a:lnTo>
                    <a:pt x="7600" y="2952"/>
                  </a:lnTo>
                  <a:lnTo>
                    <a:pt x="7600" y="2971"/>
                  </a:lnTo>
                  <a:lnTo>
                    <a:pt x="7600" y="2990"/>
                  </a:lnTo>
                  <a:lnTo>
                    <a:pt x="7619" y="3009"/>
                  </a:lnTo>
                  <a:close/>
                  <a:moveTo>
                    <a:pt x="10572" y="2971"/>
                  </a:moveTo>
                  <a:lnTo>
                    <a:pt x="10591" y="2990"/>
                  </a:lnTo>
                  <a:lnTo>
                    <a:pt x="10591" y="3009"/>
                  </a:lnTo>
                  <a:lnTo>
                    <a:pt x="10591" y="3028"/>
                  </a:lnTo>
                  <a:lnTo>
                    <a:pt x="10591" y="3047"/>
                  </a:lnTo>
                  <a:lnTo>
                    <a:pt x="10591" y="3066"/>
                  </a:lnTo>
                  <a:lnTo>
                    <a:pt x="10591" y="3085"/>
                  </a:lnTo>
                  <a:lnTo>
                    <a:pt x="10591" y="3104"/>
                  </a:lnTo>
                  <a:lnTo>
                    <a:pt x="10572" y="3104"/>
                  </a:lnTo>
                  <a:lnTo>
                    <a:pt x="10553" y="3104"/>
                  </a:lnTo>
                  <a:lnTo>
                    <a:pt x="10534" y="3104"/>
                  </a:lnTo>
                  <a:lnTo>
                    <a:pt x="10534" y="3085"/>
                  </a:lnTo>
                  <a:lnTo>
                    <a:pt x="10534" y="3066"/>
                  </a:lnTo>
                  <a:lnTo>
                    <a:pt x="10515" y="3028"/>
                  </a:lnTo>
                  <a:lnTo>
                    <a:pt x="10496" y="3028"/>
                  </a:lnTo>
                  <a:lnTo>
                    <a:pt x="10496" y="3009"/>
                  </a:lnTo>
                  <a:lnTo>
                    <a:pt x="10477" y="2971"/>
                  </a:lnTo>
                  <a:lnTo>
                    <a:pt x="10496" y="2971"/>
                  </a:lnTo>
                  <a:lnTo>
                    <a:pt x="10496" y="2952"/>
                  </a:lnTo>
                  <a:lnTo>
                    <a:pt x="10515" y="2952"/>
                  </a:lnTo>
                  <a:lnTo>
                    <a:pt x="10534" y="2971"/>
                  </a:lnTo>
                  <a:lnTo>
                    <a:pt x="10553" y="2990"/>
                  </a:lnTo>
                  <a:lnTo>
                    <a:pt x="10572" y="2971"/>
                  </a:lnTo>
                  <a:close/>
                  <a:moveTo>
                    <a:pt x="7277" y="3009"/>
                  </a:moveTo>
                  <a:lnTo>
                    <a:pt x="7296" y="3009"/>
                  </a:lnTo>
                  <a:lnTo>
                    <a:pt x="7315" y="3028"/>
                  </a:lnTo>
                  <a:lnTo>
                    <a:pt x="7315" y="3047"/>
                  </a:lnTo>
                  <a:lnTo>
                    <a:pt x="7296" y="3066"/>
                  </a:lnTo>
                  <a:lnTo>
                    <a:pt x="7238" y="3180"/>
                  </a:lnTo>
                  <a:lnTo>
                    <a:pt x="7238" y="3219"/>
                  </a:lnTo>
                  <a:lnTo>
                    <a:pt x="7219" y="3333"/>
                  </a:lnTo>
                  <a:lnTo>
                    <a:pt x="7201" y="3390"/>
                  </a:lnTo>
                  <a:lnTo>
                    <a:pt x="7182" y="3390"/>
                  </a:lnTo>
                  <a:lnTo>
                    <a:pt x="7182" y="3409"/>
                  </a:lnTo>
                  <a:lnTo>
                    <a:pt x="7162" y="3371"/>
                  </a:lnTo>
                  <a:lnTo>
                    <a:pt x="7143" y="3390"/>
                  </a:lnTo>
                  <a:lnTo>
                    <a:pt x="7067" y="3523"/>
                  </a:lnTo>
                  <a:lnTo>
                    <a:pt x="7048" y="3542"/>
                  </a:lnTo>
                  <a:lnTo>
                    <a:pt x="6934" y="3637"/>
                  </a:lnTo>
                  <a:lnTo>
                    <a:pt x="6896" y="3657"/>
                  </a:lnTo>
                  <a:lnTo>
                    <a:pt x="6877" y="3676"/>
                  </a:lnTo>
                  <a:lnTo>
                    <a:pt x="6857" y="3676"/>
                  </a:lnTo>
                  <a:lnTo>
                    <a:pt x="6857" y="3695"/>
                  </a:lnTo>
                  <a:lnTo>
                    <a:pt x="6820" y="3695"/>
                  </a:lnTo>
                  <a:lnTo>
                    <a:pt x="6820" y="3714"/>
                  </a:lnTo>
                  <a:lnTo>
                    <a:pt x="6820" y="3733"/>
                  </a:lnTo>
                  <a:lnTo>
                    <a:pt x="6801" y="3733"/>
                  </a:lnTo>
                  <a:lnTo>
                    <a:pt x="6762" y="3771"/>
                  </a:lnTo>
                  <a:lnTo>
                    <a:pt x="6705" y="3790"/>
                  </a:lnTo>
                  <a:lnTo>
                    <a:pt x="6686" y="3809"/>
                  </a:lnTo>
                  <a:lnTo>
                    <a:pt x="6648" y="3809"/>
                  </a:lnTo>
                  <a:lnTo>
                    <a:pt x="6610" y="3828"/>
                  </a:lnTo>
                  <a:lnTo>
                    <a:pt x="6591" y="3828"/>
                  </a:lnTo>
                  <a:lnTo>
                    <a:pt x="6572" y="3809"/>
                  </a:lnTo>
                  <a:lnTo>
                    <a:pt x="6553" y="3771"/>
                  </a:lnTo>
                  <a:lnTo>
                    <a:pt x="6572" y="3733"/>
                  </a:lnTo>
                  <a:lnTo>
                    <a:pt x="6610" y="3695"/>
                  </a:lnTo>
                  <a:lnTo>
                    <a:pt x="6610" y="3676"/>
                  </a:lnTo>
                  <a:lnTo>
                    <a:pt x="6610" y="3657"/>
                  </a:lnTo>
                  <a:lnTo>
                    <a:pt x="6610" y="3618"/>
                  </a:lnTo>
                  <a:lnTo>
                    <a:pt x="6629" y="3618"/>
                  </a:lnTo>
                  <a:lnTo>
                    <a:pt x="6629" y="3600"/>
                  </a:lnTo>
                  <a:lnTo>
                    <a:pt x="6686" y="3561"/>
                  </a:lnTo>
                  <a:lnTo>
                    <a:pt x="6705" y="3542"/>
                  </a:lnTo>
                  <a:lnTo>
                    <a:pt x="6705" y="3523"/>
                  </a:lnTo>
                  <a:lnTo>
                    <a:pt x="6724" y="3523"/>
                  </a:lnTo>
                  <a:lnTo>
                    <a:pt x="6743" y="3504"/>
                  </a:lnTo>
                  <a:lnTo>
                    <a:pt x="6781" y="3485"/>
                  </a:lnTo>
                  <a:lnTo>
                    <a:pt x="6801" y="3466"/>
                  </a:lnTo>
                  <a:lnTo>
                    <a:pt x="6820" y="3428"/>
                  </a:lnTo>
                  <a:lnTo>
                    <a:pt x="6801" y="3390"/>
                  </a:lnTo>
                  <a:lnTo>
                    <a:pt x="6801" y="3256"/>
                  </a:lnTo>
                  <a:lnTo>
                    <a:pt x="6820" y="3237"/>
                  </a:lnTo>
                  <a:lnTo>
                    <a:pt x="6857" y="3180"/>
                  </a:lnTo>
                  <a:lnTo>
                    <a:pt x="6896" y="3085"/>
                  </a:lnTo>
                  <a:lnTo>
                    <a:pt x="6934" y="3066"/>
                  </a:lnTo>
                  <a:lnTo>
                    <a:pt x="6953" y="3028"/>
                  </a:lnTo>
                  <a:lnTo>
                    <a:pt x="6972" y="3009"/>
                  </a:lnTo>
                  <a:lnTo>
                    <a:pt x="7029" y="2971"/>
                  </a:lnTo>
                  <a:lnTo>
                    <a:pt x="7048" y="2952"/>
                  </a:lnTo>
                  <a:lnTo>
                    <a:pt x="7105" y="2933"/>
                  </a:lnTo>
                  <a:lnTo>
                    <a:pt x="7124" y="2933"/>
                  </a:lnTo>
                  <a:lnTo>
                    <a:pt x="7124" y="2952"/>
                  </a:lnTo>
                  <a:lnTo>
                    <a:pt x="7105" y="2971"/>
                  </a:lnTo>
                  <a:lnTo>
                    <a:pt x="7105" y="2990"/>
                  </a:lnTo>
                  <a:lnTo>
                    <a:pt x="7105" y="3009"/>
                  </a:lnTo>
                  <a:lnTo>
                    <a:pt x="7105" y="3028"/>
                  </a:lnTo>
                  <a:lnTo>
                    <a:pt x="7086" y="3047"/>
                  </a:lnTo>
                  <a:lnTo>
                    <a:pt x="7105" y="3047"/>
                  </a:lnTo>
                  <a:lnTo>
                    <a:pt x="7124" y="3028"/>
                  </a:lnTo>
                  <a:lnTo>
                    <a:pt x="7124" y="3009"/>
                  </a:lnTo>
                  <a:lnTo>
                    <a:pt x="7124" y="2990"/>
                  </a:lnTo>
                  <a:lnTo>
                    <a:pt x="7124" y="2971"/>
                  </a:lnTo>
                  <a:lnTo>
                    <a:pt x="7124" y="2990"/>
                  </a:lnTo>
                  <a:lnTo>
                    <a:pt x="7143" y="2990"/>
                  </a:lnTo>
                  <a:lnTo>
                    <a:pt x="7143" y="2971"/>
                  </a:lnTo>
                  <a:lnTo>
                    <a:pt x="7143" y="2990"/>
                  </a:lnTo>
                  <a:lnTo>
                    <a:pt x="7162" y="2990"/>
                  </a:lnTo>
                  <a:lnTo>
                    <a:pt x="7143" y="2971"/>
                  </a:lnTo>
                  <a:lnTo>
                    <a:pt x="7143" y="2952"/>
                  </a:lnTo>
                  <a:lnTo>
                    <a:pt x="7143" y="2933"/>
                  </a:lnTo>
                  <a:lnTo>
                    <a:pt x="7162" y="2914"/>
                  </a:lnTo>
                  <a:lnTo>
                    <a:pt x="7219" y="2933"/>
                  </a:lnTo>
                  <a:lnTo>
                    <a:pt x="7238" y="2952"/>
                  </a:lnTo>
                  <a:lnTo>
                    <a:pt x="7258" y="3009"/>
                  </a:lnTo>
                  <a:lnTo>
                    <a:pt x="7277" y="3009"/>
                  </a:lnTo>
                  <a:close/>
                  <a:moveTo>
                    <a:pt x="7296" y="2571"/>
                  </a:moveTo>
                  <a:lnTo>
                    <a:pt x="7334" y="2571"/>
                  </a:lnTo>
                  <a:lnTo>
                    <a:pt x="7315" y="2590"/>
                  </a:lnTo>
                  <a:lnTo>
                    <a:pt x="7315" y="2609"/>
                  </a:lnTo>
                  <a:lnTo>
                    <a:pt x="7315" y="2628"/>
                  </a:lnTo>
                  <a:lnTo>
                    <a:pt x="7334" y="2628"/>
                  </a:lnTo>
                  <a:lnTo>
                    <a:pt x="7315" y="2628"/>
                  </a:lnTo>
                  <a:lnTo>
                    <a:pt x="7315" y="2647"/>
                  </a:lnTo>
                  <a:lnTo>
                    <a:pt x="7315" y="2685"/>
                  </a:lnTo>
                  <a:lnTo>
                    <a:pt x="7296" y="2723"/>
                  </a:lnTo>
                  <a:lnTo>
                    <a:pt x="7258" y="2761"/>
                  </a:lnTo>
                  <a:lnTo>
                    <a:pt x="7182" y="2819"/>
                  </a:lnTo>
                  <a:lnTo>
                    <a:pt x="7124" y="2838"/>
                  </a:lnTo>
                  <a:lnTo>
                    <a:pt x="7105" y="2875"/>
                  </a:lnTo>
                  <a:lnTo>
                    <a:pt x="7086" y="2875"/>
                  </a:lnTo>
                  <a:lnTo>
                    <a:pt x="7067" y="2875"/>
                  </a:lnTo>
                  <a:lnTo>
                    <a:pt x="7067" y="2838"/>
                  </a:lnTo>
                  <a:lnTo>
                    <a:pt x="7086" y="2838"/>
                  </a:lnTo>
                  <a:lnTo>
                    <a:pt x="7105" y="2819"/>
                  </a:lnTo>
                  <a:lnTo>
                    <a:pt x="7124" y="2799"/>
                  </a:lnTo>
                  <a:lnTo>
                    <a:pt x="7143" y="2780"/>
                  </a:lnTo>
                  <a:lnTo>
                    <a:pt x="7201" y="2647"/>
                  </a:lnTo>
                  <a:lnTo>
                    <a:pt x="7219" y="2628"/>
                  </a:lnTo>
                  <a:lnTo>
                    <a:pt x="7238" y="2609"/>
                  </a:lnTo>
                  <a:lnTo>
                    <a:pt x="7258" y="2590"/>
                  </a:lnTo>
                  <a:lnTo>
                    <a:pt x="7277" y="2590"/>
                  </a:lnTo>
                  <a:lnTo>
                    <a:pt x="7296" y="2571"/>
                  </a:lnTo>
                  <a:close/>
                  <a:moveTo>
                    <a:pt x="9829" y="2971"/>
                  </a:moveTo>
                  <a:lnTo>
                    <a:pt x="9810" y="2990"/>
                  </a:lnTo>
                  <a:lnTo>
                    <a:pt x="9810" y="3028"/>
                  </a:lnTo>
                  <a:lnTo>
                    <a:pt x="9810" y="3047"/>
                  </a:lnTo>
                  <a:lnTo>
                    <a:pt x="9791" y="3066"/>
                  </a:lnTo>
                  <a:lnTo>
                    <a:pt x="9791" y="3085"/>
                  </a:lnTo>
                  <a:lnTo>
                    <a:pt x="9791" y="3123"/>
                  </a:lnTo>
                  <a:lnTo>
                    <a:pt x="9791" y="3142"/>
                  </a:lnTo>
                  <a:lnTo>
                    <a:pt x="9772" y="3123"/>
                  </a:lnTo>
                  <a:lnTo>
                    <a:pt x="9753" y="3104"/>
                  </a:lnTo>
                  <a:lnTo>
                    <a:pt x="9715" y="3066"/>
                  </a:lnTo>
                  <a:lnTo>
                    <a:pt x="9734" y="3104"/>
                  </a:lnTo>
                  <a:lnTo>
                    <a:pt x="9753" y="3142"/>
                  </a:lnTo>
                  <a:lnTo>
                    <a:pt x="9772" y="3161"/>
                  </a:lnTo>
                  <a:lnTo>
                    <a:pt x="9753" y="3180"/>
                  </a:lnTo>
                  <a:lnTo>
                    <a:pt x="9753" y="3200"/>
                  </a:lnTo>
                  <a:lnTo>
                    <a:pt x="9772" y="3237"/>
                  </a:lnTo>
                  <a:lnTo>
                    <a:pt x="9753" y="3256"/>
                  </a:lnTo>
                  <a:lnTo>
                    <a:pt x="9753" y="3276"/>
                  </a:lnTo>
                  <a:lnTo>
                    <a:pt x="9734" y="3295"/>
                  </a:lnTo>
                  <a:lnTo>
                    <a:pt x="9677" y="3314"/>
                  </a:lnTo>
                  <a:lnTo>
                    <a:pt x="9658" y="3333"/>
                  </a:lnTo>
                  <a:lnTo>
                    <a:pt x="9658" y="3352"/>
                  </a:lnTo>
                  <a:lnTo>
                    <a:pt x="9658" y="3371"/>
                  </a:lnTo>
                  <a:lnTo>
                    <a:pt x="9639" y="3371"/>
                  </a:lnTo>
                  <a:lnTo>
                    <a:pt x="9639" y="3390"/>
                  </a:lnTo>
                  <a:lnTo>
                    <a:pt x="9658" y="3390"/>
                  </a:lnTo>
                  <a:lnTo>
                    <a:pt x="9677" y="3390"/>
                  </a:lnTo>
                  <a:lnTo>
                    <a:pt x="9658" y="3409"/>
                  </a:lnTo>
                  <a:lnTo>
                    <a:pt x="9639" y="3409"/>
                  </a:lnTo>
                  <a:lnTo>
                    <a:pt x="9639" y="3428"/>
                  </a:lnTo>
                  <a:lnTo>
                    <a:pt x="9658" y="3409"/>
                  </a:lnTo>
                  <a:lnTo>
                    <a:pt x="9658" y="3428"/>
                  </a:lnTo>
                  <a:lnTo>
                    <a:pt x="9658" y="3447"/>
                  </a:lnTo>
                  <a:lnTo>
                    <a:pt x="9639" y="3466"/>
                  </a:lnTo>
                  <a:lnTo>
                    <a:pt x="9620" y="3466"/>
                  </a:lnTo>
                  <a:lnTo>
                    <a:pt x="9581" y="3504"/>
                  </a:lnTo>
                  <a:lnTo>
                    <a:pt x="9563" y="3504"/>
                  </a:lnTo>
                  <a:lnTo>
                    <a:pt x="9544" y="3523"/>
                  </a:lnTo>
                  <a:lnTo>
                    <a:pt x="9505" y="3561"/>
                  </a:lnTo>
                  <a:lnTo>
                    <a:pt x="9486" y="3561"/>
                  </a:lnTo>
                  <a:lnTo>
                    <a:pt x="9467" y="3561"/>
                  </a:lnTo>
                  <a:lnTo>
                    <a:pt x="9429" y="3542"/>
                  </a:lnTo>
                  <a:lnTo>
                    <a:pt x="9410" y="3523"/>
                  </a:lnTo>
                  <a:lnTo>
                    <a:pt x="9391" y="3504"/>
                  </a:lnTo>
                  <a:lnTo>
                    <a:pt x="9410" y="3523"/>
                  </a:lnTo>
                  <a:lnTo>
                    <a:pt x="9410" y="3542"/>
                  </a:lnTo>
                  <a:lnTo>
                    <a:pt x="9429" y="3561"/>
                  </a:lnTo>
                  <a:lnTo>
                    <a:pt x="9448" y="3561"/>
                  </a:lnTo>
                  <a:lnTo>
                    <a:pt x="9467" y="3581"/>
                  </a:lnTo>
                  <a:lnTo>
                    <a:pt x="9467" y="3600"/>
                  </a:lnTo>
                  <a:lnTo>
                    <a:pt x="9448" y="3600"/>
                  </a:lnTo>
                  <a:lnTo>
                    <a:pt x="9448" y="3618"/>
                  </a:lnTo>
                  <a:lnTo>
                    <a:pt x="9486" y="3618"/>
                  </a:lnTo>
                  <a:lnTo>
                    <a:pt x="9505" y="3618"/>
                  </a:lnTo>
                  <a:lnTo>
                    <a:pt x="9505" y="3637"/>
                  </a:lnTo>
                  <a:lnTo>
                    <a:pt x="9505" y="3695"/>
                  </a:lnTo>
                  <a:lnTo>
                    <a:pt x="9467" y="3771"/>
                  </a:lnTo>
                  <a:lnTo>
                    <a:pt x="9448" y="3752"/>
                  </a:lnTo>
                  <a:lnTo>
                    <a:pt x="9372" y="3657"/>
                  </a:lnTo>
                  <a:lnTo>
                    <a:pt x="9353" y="3637"/>
                  </a:lnTo>
                  <a:lnTo>
                    <a:pt x="9334" y="3637"/>
                  </a:lnTo>
                  <a:lnTo>
                    <a:pt x="9353" y="3657"/>
                  </a:lnTo>
                  <a:lnTo>
                    <a:pt x="9372" y="3657"/>
                  </a:lnTo>
                  <a:lnTo>
                    <a:pt x="9353" y="3676"/>
                  </a:lnTo>
                  <a:lnTo>
                    <a:pt x="9334" y="3676"/>
                  </a:lnTo>
                  <a:lnTo>
                    <a:pt x="9334" y="3695"/>
                  </a:lnTo>
                  <a:lnTo>
                    <a:pt x="9334" y="3714"/>
                  </a:lnTo>
                  <a:lnTo>
                    <a:pt x="9334" y="3733"/>
                  </a:lnTo>
                  <a:lnTo>
                    <a:pt x="9334" y="3714"/>
                  </a:lnTo>
                  <a:lnTo>
                    <a:pt x="9372" y="3695"/>
                  </a:lnTo>
                  <a:lnTo>
                    <a:pt x="9391" y="3714"/>
                  </a:lnTo>
                  <a:lnTo>
                    <a:pt x="9391" y="3733"/>
                  </a:lnTo>
                  <a:lnTo>
                    <a:pt x="9410" y="3733"/>
                  </a:lnTo>
                  <a:lnTo>
                    <a:pt x="9410" y="3752"/>
                  </a:lnTo>
                  <a:lnTo>
                    <a:pt x="9429" y="3752"/>
                  </a:lnTo>
                  <a:lnTo>
                    <a:pt x="9429" y="3771"/>
                  </a:lnTo>
                  <a:lnTo>
                    <a:pt x="9467" y="3790"/>
                  </a:lnTo>
                  <a:lnTo>
                    <a:pt x="9448" y="3790"/>
                  </a:lnTo>
                  <a:lnTo>
                    <a:pt x="9448" y="3809"/>
                  </a:lnTo>
                  <a:lnTo>
                    <a:pt x="9429" y="3809"/>
                  </a:lnTo>
                  <a:lnTo>
                    <a:pt x="9410" y="3828"/>
                  </a:lnTo>
                  <a:lnTo>
                    <a:pt x="9410" y="3847"/>
                  </a:lnTo>
                  <a:lnTo>
                    <a:pt x="9391" y="3847"/>
                  </a:lnTo>
                  <a:lnTo>
                    <a:pt x="9372" y="3828"/>
                  </a:lnTo>
                  <a:lnTo>
                    <a:pt x="9372" y="3847"/>
                  </a:lnTo>
                  <a:lnTo>
                    <a:pt x="9353" y="3847"/>
                  </a:lnTo>
                  <a:lnTo>
                    <a:pt x="9334" y="3847"/>
                  </a:lnTo>
                  <a:lnTo>
                    <a:pt x="9296" y="3866"/>
                  </a:lnTo>
                  <a:lnTo>
                    <a:pt x="9277" y="3866"/>
                  </a:lnTo>
                  <a:lnTo>
                    <a:pt x="9258" y="3866"/>
                  </a:lnTo>
                  <a:lnTo>
                    <a:pt x="9258" y="3847"/>
                  </a:lnTo>
                  <a:lnTo>
                    <a:pt x="9239" y="3847"/>
                  </a:lnTo>
                  <a:lnTo>
                    <a:pt x="9219" y="3847"/>
                  </a:lnTo>
                  <a:lnTo>
                    <a:pt x="9219" y="3828"/>
                  </a:lnTo>
                  <a:lnTo>
                    <a:pt x="9200" y="3809"/>
                  </a:lnTo>
                  <a:lnTo>
                    <a:pt x="9200" y="3790"/>
                  </a:lnTo>
                  <a:lnTo>
                    <a:pt x="9182" y="3752"/>
                  </a:lnTo>
                  <a:lnTo>
                    <a:pt x="9143" y="3752"/>
                  </a:lnTo>
                  <a:lnTo>
                    <a:pt x="9143" y="3733"/>
                  </a:lnTo>
                  <a:lnTo>
                    <a:pt x="9124" y="3752"/>
                  </a:lnTo>
                  <a:lnTo>
                    <a:pt x="9143" y="3752"/>
                  </a:lnTo>
                  <a:lnTo>
                    <a:pt x="9143" y="3771"/>
                  </a:lnTo>
                  <a:lnTo>
                    <a:pt x="9143" y="3790"/>
                  </a:lnTo>
                  <a:lnTo>
                    <a:pt x="9124" y="3866"/>
                  </a:lnTo>
                  <a:lnTo>
                    <a:pt x="9124" y="3885"/>
                  </a:lnTo>
                  <a:lnTo>
                    <a:pt x="9143" y="3904"/>
                  </a:lnTo>
                  <a:lnTo>
                    <a:pt x="9124" y="3904"/>
                  </a:lnTo>
                  <a:lnTo>
                    <a:pt x="9105" y="3904"/>
                  </a:lnTo>
                  <a:lnTo>
                    <a:pt x="9105" y="3923"/>
                  </a:lnTo>
                  <a:lnTo>
                    <a:pt x="9124" y="3923"/>
                  </a:lnTo>
                  <a:lnTo>
                    <a:pt x="9143" y="3942"/>
                  </a:lnTo>
                  <a:lnTo>
                    <a:pt x="9143" y="3923"/>
                  </a:lnTo>
                  <a:lnTo>
                    <a:pt x="9163" y="3923"/>
                  </a:lnTo>
                  <a:lnTo>
                    <a:pt x="9143" y="3942"/>
                  </a:lnTo>
                  <a:lnTo>
                    <a:pt x="9105" y="3962"/>
                  </a:lnTo>
                  <a:lnTo>
                    <a:pt x="9086" y="3962"/>
                  </a:lnTo>
                  <a:lnTo>
                    <a:pt x="9067" y="3962"/>
                  </a:lnTo>
                  <a:lnTo>
                    <a:pt x="9048" y="3942"/>
                  </a:lnTo>
                  <a:lnTo>
                    <a:pt x="9029" y="3942"/>
                  </a:lnTo>
                  <a:lnTo>
                    <a:pt x="9010" y="3923"/>
                  </a:lnTo>
                  <a:lnTo>
                    <a:pt x="8991" y="3904"/>
                  </a:lnTo>
                  <a:lnTo>
                    <a:pt x="8953" y="3885"/>
                  </a:lnTo>
                  <a:lnTo>
                    <a:pt x="8953" y="3866"/>
                  </a:lnTo>
                  <a:lnTo>
                    <a:pt x="8953" y="3847"/>
                  </a:lnTo>
                  <a:lnTo>
                    <a:pt x="8953" y="3828"/>
                  </a:lnTo>
                  <a:lnTo>
                    <a:pt x="8934" y="3866"/>
                  </a:lnTo>
                  <a:lnTo>
                    <a:pt x="8934" y="3885"/>
                  </a:lnTo>
                  <a:lnTo>
                    <a:pt x="8934" y="3904"/>
                  </a:lnTo>
                  <a:lnTo>
                    <a:pt x="8972" y="3923"/>
                  </a:lnTo>
                  <a:lnTo>
                    <a:pt x="8991" y="3942"/>
                  </a:lnTo>
                  <a:lnTo>
                    <a:pt x="8991" y="3962"/>
                  </a:lnTo>
                  <a:lnTo>
                    <a:pt x="8972" y="3980"/>
                  </a:lnTo>
                  <a:lnTo>
                    <a:pt x="8934" y="3962"/>
                  </a:lnTo>
                  <a:lnTo>
                    <a:pt x="8915" y="3962"/>
                  </a:lnTo>
                  <a:lnTo>
                    <a:pt x="8896" y="3962"/>
                  </a:lnTo>
                  <a:lnTo>
                    <a:pt x="8877" y="3962"/>
                  </a:lnTo>
                  <a:lnTo>
                    <a:pt x="8858" y="3942"/>
                  </a:lnTo>
                  <a:lnTo>
                    <a:pt x="8858" y="3904"/>
                  </a:lnTo>
                  <a:lnTo>
                    <a:pt x="8858" y="3885"/>
                  </a:lnTo>
                  <a:lnTo>
                    <a:pt x="8858" y="3847"/>
                  </a:lnTo>
                  <a:lnTo>
                    <a:pt x="8838" y="3847"/>
                  </a:lnTo>
                  <a:lnTo>
                    <a:pt x="8820" y="3847"/>
                  </a:lnTo>
                  <a:lnTo>
                    <a:pt x="8838" y="3847"/>
                  </a:lnTo>
                  <a:lnTo>
                    <a:pt x="8838" y="3866"/>
                  </a:lnTo>
                  <a:lnTo>
                    <a:pt x="8838" y="3923"/>
                  </a:lnTo>
                  <a:lnTo>
                    <a:pt x="8820" y="3923"/>
                  </a:lnTo>
                  <a:lnTo>
                    <a:pt x="8838" y="3923"/>
                  </a:lnTo>
                  <a:lnTo>
                    <a:pt x="8838" y="3942"/>
                  </a:lnTo>
                  <a:lnTo>
                    <a:pt x="8838" y="3962"/>
                  </a:lnTo>
                  <a:lnTo>
                    <a:pt x="8820" y="3962"/>
                  </a:lnTo>
                  <a:lnTo>
                    <a:pt x="8801" y="3962"/>
                  </a:lnTo>
                  <a:lnTo>
                    <a:pt x="8801" y="3980"/>
                  </a:lnTo>
                  <a:lnTo>
                    <a:pt x="8801" y="3999"/>
                  </a:lnTo>
                  <a:lnTo>
                    <a:pt x="8801" y="4018"/>
                  </a:lnTo>
                  <a:lnTo>
                    <a:pt x="8801" y="4057"/>
                  </a:lnTo>
                  <a:lnTo>
                    <a:pt x="8762" y="4038"/>
                  </a:lnTo>
                  <a:lnTo>
                    <a:pt x="8743" y="4057"/>
                  </a:lnTo>
                  <a:lnTo>
                    <a:pt x="8706" y="4076"/>
                  </a:lnTo>
                  <a:lnTo>
                    <a:pt x="8686" y="4094"/>
                  </a:lnTo>
                  <a:lnTo>
                    <a:pt x="8667" y="4094"/>
                  </a:lnTo>
                  <a:lnTo>
                    <a:pt x="8667" y="4076"/>
                  </a:lnTo>
                  <a:lnTo>
                    <a:pt x="8648" y="4057"/>
                  </a:lnTo>
                  <a:lnTo>
                    <a:pt x="8629" y="3999"/>
                  </a:lnTo>
                  <a:lnTo>
                    <a:pt x="8629" y="3980"/>
                  </a:lnTo>
                  <a:lnTo>
                    <a:pt x="8610" y="3980"/>
                  </a:lnTo>
                  <a:lnTo>
                    <a:pt x="8610" y="3962"/>
                  </a:lnTo>
                  <a:lnTo>
                    <a:pt x="8629" y="3923"/>
                  </a:lnTo>
                  <a:lnTo>
                    <a:pt x="8610" y="3923"/>
                  </a:lnTo>
                  <a:lnTo>
                    <a:pt x="8610" y="3962"/>
                  </a:lnTo>
                  <a:lnTo>
                    <a:pt x="8610" y="3980"/>
                  </a:lnTo>
                  <a:lnTo>
                    <a:pt x="8610" y="3999"/>
                  </a:lnTo>
                  <a:lnTo>
                    <a:pt x="8629" y="4057"/>
                  </a:lnTo>
                  <a:lnTo>
                    <a:pt x="8629" y="4076"/>
                  </a:lnTo>
                  <a:lnTo>
                    <a:pt x="8629" y="4094"/>
                  </a:lnTo>
                  <a:lnTo>
                    <a:pt x="8591" y="4133"/>
                  </a:lnTo>
                  <a:lnTo>
                    <a:pt x="8572" y="4133"/>
                  </a:lnTo>
                  <a:lnTo>
                    <a:pt x="8553" y="4133"/>
                  </a:lnTo>
                  <a:lnTo>
                    <a:pt x="8534" y="4133"/>
                  </a:lnTo>
                  <a:lnTo>
                    <a:pt x="8534" y="4114"/>
                  </a:lnTo>
                  <a:lnTo>
                    <a:pt x="8515" y="4114"/>
                  </a:lnTo>
                  <a:lnTo>
                    <a:pt x="8496" y="4114"/>
                  </a:lnTo>
                  <a:lnTo>
                    <a:pt x="8477" y="4114"/>
                  </a:lnTo>
                  <a:lnTo>
                    <a:pt x="8477" y="4094"/>
                  </a:lnTo>
                  <a:lnTo>
                    <a:pt x="8457" y="4094"/>
                  </a:lnTo>
                  <a:lnTo>
                    <a:pt x="8439" y="4076"/>
                  </a:lnTo>
                  <a:lnTo>
                    <a:pt x="8420" y="4076"/>
                  </a:lnTo>
                  <a:lnTo>
                    <a:pt x="8401" y="4076"/>
                  </a:lnTo>
                  <a:lnTo>
                    <a:pt x="8381" y="4076"/>
                  </a:lnTo>
                  <a:lnTo>
                    <a:pt x="8362" y="4057"/>
                  </a:lnTo>
                  <a:lnTo>
                    <a:pt x="8362" y="4038"/>
                  </a:lnTo>
                  <a:lnTo>
                    <a:pt x="8362" y="3999"/>
                  </a:lnTo>
                  <a:lnTo>
                    <a:pt x="8362" y="3980"/>
                  </a:lnTo>
                  <a:lnTo>
                    <a:pt x="8343" y="3980"/>
                  </a:lnTo>
                  <a:lnTo>
                    <a:pt x="8325" y="3999"/>
                  </a:lnTo>
                  <a:lnTo>
                    <a:pt x="8343" y="3999"/>
                  </a:lnTo>
                  <a:lnTo>
                    <a:pt x="8343" y="4038"/>
                  </a:lnTo>
                  <a:lnTo>
                    <a:pt x="8325" y="4038"/>
                  </a:lnTo>
                  <a:lnTo>
                    <a:pt x="8305" y="4057"/>
                  </a:lnTo>
                  <a:lnTo>
                    <a:pt x="8305" y="4076"/>
                  </a:lnTo>
                  <a:lnTo>
                    <a:pt x="8248" y="4094"/>
                  </a:lnTo>
                  <a:lnTo>
                    <a:pt x="8229" y="4094"/>
                  </a:lnTo>
                  <a:lnTo>
                    <a:pt x="8210" y="4076"/>
                  </a:lnTo>
                  <a:lnTo>
                    <a:pt x="8172" y="4057"/>
                  </a:lnTo>
                  <a:lnTo>
                    <a:pt x="8153" y="4038"/>
                  </a:lnTo>
                  <a:lnTo>
                    <a:pt x="8172" y="3962"/>
                  </a:lnTo>
                  <a:lnTo>
                    <a:pt x="8153" y="3962"/>
                  </a:lnTo>
                  <a:lnTo>
                    <a:pt x="8153" y="3942"/>
                  </a:lnTo>
                  <a:lnTo>
                    <a:pt x="8134" y="3942"/>
                  </a:lnTo>
                  <a:lnTo>
                    <a:pt x="8115" y="3923"/>
                  </a:lnTo>
                  <a:lnTo>
                    <a:pt x="8134" y="3923"/>
                  </a:lnTo>
                  <a:lnTo>
                    <a:pt x="8153" y="3904"/>
                  </a:lnTo>
                  <a:lnTo>
                    <a:pt x="8153" y="3885"/>
                  </a:lnTo>
                  <a:lnTo>
                    <a:pt x="8134" y="3866"/>
                  </a:lnTo>
                  <a:lnTo>
                    <a:pt x="8134" y="3847"/>
                  </a:lnTo>
                  <a:lnTo>
                    <a:pt x="8134" y="3828"/>
                  </a:lnTo>
                  <a:lnTo>
                    <a:pt x="8134" y="3847"/>
                  </a:lnTo>
                  <a:lnTo>
                    <a:pt x="8134" y="3885"/>
                  </a:lnTo>
                  <a:lnTo>
                    <a:pt x="8134" y="3904"/>
                  </a:lnTo>
                  <a:lnTo>
                    <a:pt x="8115" y="3904"/>
                  </a:lnTo>
                  <a:lnTo>
                    <a:pt x="8115" y="3923"/>
                  </a:lnTo>
                  <a:lnTo>
                    <a:pt x="8115" y="3942"/>
                  </a:lnTo>
                  <a:lnTo>
                    <a:pt x="8134" y="3962"/>
                  </a:lnTo>
                  <a:lnTo>
                    <a:pt x="8153" y="3980"/>
                  </a:lnTo>
                  <a:lnTo>
                    <a:pt x="8153" y="3999"/>
                  </a:lnTo>
                  <a:lnTo>
                    <a:pt x="8134" y="4057"/>
                  </a:lnTo>
                  <a:lnTo>
                    <a:pt x="8134" y="4076"/>
                  </a:lnTo>
                  <a:lnTo>
                    <a:pt x="8134" y="4057"/>
                  </a:lnTo>
                  <a:lnTo>
                    <a:pt x="8096" y="3980"/>
                  </a:lnTo>
                  <a:lnTo>
                    <a:pt x="8115" y="4057"/>
                  </a:lnTo>
                  <a:lnTo>
                    <a:pt x="8115" y="4076"/>
                  </a:lnTo>
                  <a:lnTo>
                    <a:pt x="8115" y="4094"/>
                  </a:lnTo>
                  <a:lnTo>
                    <a:pt x="8096" y="4094"/>
                  </a:lnTo>
                  <a:lnTo>
                    <a:pt x="8058" y="4094"/>
                  </a:lnTo>
                  <a:lnTo>
                    <a:pt x="8039" y="4094"/>
                  </a:lnTo>
                  <a:lnTo>
                    <a:pt x="8058" y="4114"/>
                  </a:lnTo>
                  <a:lnTo>
                    <a:pt x="8096" y="4114"/>
                  </a:lnTo>
                  <a:lnTo>
                    <a:pt x="8115" y="4133"/>
                  </a:lnTo>
                  <a:lnTo>
                    <a:pt x="8076" y="4133"/>
                  </a:lnTo>
                  <a:lnTo>
                    <a:pt x="8058" y="4152"/>
                  </a:lnTo>
                  <a:lnTo>
                    <a:pt x="8039" y="4152"/>
                  </a:lnTo>
                  <a:lnTo>
                    <a:pt x="8000" y="4152"/>
                  </a:lnTo>
                  <a:lnTo>
                    <a:pt x="7867" y="4114"/>
                  </a:lnTo>
                  <a:lnTo>
                    <a:pt x="7848" y="4114"/>
                  </a:lnTo>
                  <a:lnTo>
                    <a:pt x="7829" y="4094"/>
                  </a:lnTo>
                  <a:lnTo>
                    <a:pt x="7810" y="4094"/>
                  </a:lnTo>
                  <a:lnTo>
                    <a:pt x="7829" y="4076"/>
                  </a:lnTo>
                  <a:lnTo>
                    <a:pt x="7829" y="4057"/>
                  </a:lnTo>
                  <a:lnTo>
                    <a:pt x="7848" y="4057"/>
                  </a:lnTo>
                  <a:lnTo>
                    <a:pt x="7829" y="4018"/>
                  </a:lnTo>
                  <a:lnTo>
                    <a:pt x="7696" y="3866"/>
                  </a:lnTo>
                  <a:lnTo>
                    <a:pt x="7677" y="3847"/>
                  </a:lnTo>
                  <a:lnTo>
                    <a:pt x="7677" y="3828"/>
                  </a:lnTo>
                  <a:lnTo>
                    <a:pt x="7658" y="3828"/>
                  </a:lnTo>
                  <a:lnTo>
                    <a:pt x="7639" y="3790"/>
                  </a:lnTo>
                  <a:lnTo>
                    <a:pt x="7639" y="3771"/>
                  </a:lnTo>
                  <a:lnTo>
                    <a:pt x="7639" y="3752"/>
                  </a:lnTo>
                  <a:lnTo>
                    <a:pt x="7658" y="3752"/>
                  </a:lnTo>
                  <a:lnTo>
                    <a:pt x="7639" y="3733"/>
                  </a:lnTo>
                  <a:lnTo>
                    <a:pt x="7619" y="3695"/>
                  </a:lnTo>
                  <a:lnTo>
                    <a:pt x="7619" y="3676"/>
                  </a:lnTo>
                  <a:lnTo>
                    <a:pt x="7658" y="3561"/>
                  </a:lnTo>
                  <a:lnTo>
                    <a:pt x="7658" y="3542"/>
                  </a:lnTo>
                  <a:lnTo>
                    <a:pt x="7658" y="3523"/>
                  </a:lnTo>
                  <a:lnTo>
                    <a:pt x="7639" y="3485"/>
                  </a:lnTo>
                  <a:lnTo>
                    <a:pt x="7639" y="3466"/>
                  </a:lnTo>
                  <a:lnTo>
                    <a:pt x="7639" y="3447"/>
                  </a:lnTo>
                  <a:lnTo>
                    <a:pt x="7658" y="3447"/>
                  </a:lnTo>
                  <a:lnTo>
                    <a:pt x="7696" y="3485"/>
                  </a:lnTo>
                  <a:lnTo>
                    <a:pt x="7753" y="3504"/>
                  </a:lnTo>
                  <a:lnTo>
                    <a:pt x="7791" y="3504"/>
                  </a:lnTo>
                  <a:lnTo>
                    <a:pt x="7810" y="3523"/>
                  </a:lnTo>
                  <a:lnTo>
                    <a:pt x="7867" y="3542"/>
                  </a:lnTo>
                  <a:lnTo>
                    <a:pt x="7848" y="3523"/>
                  </a:lnTo>
                  <a:lnTo>
                    <a:pt x="7810" y="3485"/>
                  </a:lnTo>
                  <a:lnTo>
                    <a:pt x="7829" y="3485"/>
                  </a:lnTo>
                  <a:lnTo>
                    <a:pt x="7848" y="3466"/>
                  </a:lnTo>
                  <a:lnTo>
                    <a:pt x="7867" y="3466"/>
                  </a:lnTo>
                  <a:lnTo>
                    <a:pt x="7886" y="3466"/>
                  </a:lnTo>
                  <a:lnTo>
                    <a:pt x="7886" y="3447"/>
                  </a:lnTo>
                  <a:lnTo>
                    <a:pt x="7867" y="3447"/>
                  </a:lnTo>
                  <a:lnTo>
                    <a:pt x="7867" y="3428"/>
                  </a:lnTo>
                  <a:lnTo>
                    <a:pt x="7886" y="3409"/>
                  </a:lnTo>
                  <a:lnTo>
                    <a:pt x="7905" y="3409"/>
                  </a:lnTo>
                  <a:lnTo>
                    <a:pt x="7924" y="3409"/>
                  </a:lnTo>
                  <a:lnTo>
                    <a:pt x="7944" y="3409"/>
                  </a:lnTo>
                  <a:lnTo>
                    <a:pt x="7924" y="3409"/>
                  </a:lnTo>
                  <a:lnTo>
                    <a:pt x="7905" y="3390"/>
                  </a:lnTo>
                  <a:lnTo>
                    <a:pt x="7886" y="3390"/>
                  </a:lnTo>
                  <a:lnTo>
                    <a:pt x="7867" y="3409"/>
                  </a:lnTo>
                  <a:lnTo>
                    <a:pt x="7867" y="3428"/>
                  </a:lnTo>
                  <a:lnTo>
                    <a:pt x="7848" y="3428"/>
                  </a:lnTo>
                  <a:lnTo>
                    <a:pt x="7829" y="3447"/>
                  </a:lnTo>
                  <a:lnTo>
                    <a:pt x="7810" y="3447"/>
                  </a:lnTo>
                  <a:lnTo>
                    <a:pt x="7791" y="3447"/>
                  </a:lnTo>
                  <a:lnTo>
                    <a:pt x="7772" y="3466"/>
                  </a:lnTo>
                  <a:lnTo>
                    <a:pt x="7696" y="3466"/>
                  </a:lnTo>
                  <a:lnTo>
                    <a:pt x="7677" y="3447"/>
                  </a:lnTo>
                  <a:lnTo>
                    <a:pt x="7658" y="3428"/>
                  </a:lnTo>
                  <a:lnTo>
                    <a:pt x="7658" y="3409"/>
                  </a:lnTo>
                  <a:lnTo>
                    <a:pt x="7639" y="3390"/>
                  </a:lnTo>
                  <a:lnTo>
                    <a:pt x="7639" y="3352"/>
                  </a:lnTo>
                  <a:lnTo>
                    <a:pt x="7639" y="3295"/>
                  </a:lnTo>
                  <a:lnTo>
                    <a:pt x="7639" y="3256"/>
                  </a:lnTo>
                  <a:lnTo>
                    <a:pt x="7658" y="3237"/>
                  </a:lnTo>
                  <a:lnTo>
                    <a:pt x="7658" y="3219"/>
                  </a:lnTo>
                  <a:lnTo>
                    <a:pt x="7658" y="3200"/>
                  </a:lnTo>
                  <a:lnTo>
                    <a:pt x="7677" y="3200"/>
                  </a:lnTo>
                  <a:lnTo>
                    <a:pt x="7696" y="3219"/>
                  </a:lnTo>
                  <a:lnTo>
                    <a:pt x="7696" y="3180"/>
                  </a:lnTo>
                  <a:lnTo>
                    <a:pt x="7677" y="3180"/>
                  </a:lnTo>
                  <a:lnTo>
                    <a:pt x="7658" y="3180"/>
                  </a:lnTo>
                  <a:lnTo>
                    <a:pt x="7658" y="3161"/>
                  </a:lnTo>
                  <a:lnTo>
                    <a:pt x="7639" y="3161"/>
                  </a:lnTo>
                  <a:lnTo>
                    <a:pt x="7658" y="3123"/>
                  </a:lnTo>
                  <a:lnTo>
                    <a:pt x="7658" y="3104"/>
                  </a:lnTo>
                  <a:lnTo>
                    <a:pt x="7658" y="3047"/>
                  </a:lnTo>
                  <a:lnTo>
                    <a:pt x="7696" y="2952"/>
                  </a:lnTo>
                  <a:lnTo>
                    <a:pt x="7715" y="2971"/>
                  </a:lnTo>
                  <a:lnTo>
                    <a:pt x="7715" y="2990"/>
                  </a:lnTo>
                  <a:lnTo>
                    <a:pt x="7734" y="3009"/>
                  </a:lnTo>
                  <a:lnTo>
                    <a:pt x="7734" y="3028"/>
                  </a:lnTo>
                  <a:lnTo>
                    <a:pt x="7753" y="3028"/>
                  </a:lnTo>
                  <a:lnTo>
                    <a:pt x="7810" y="3066"/>
                  </a:lnTo>
                  <a:lnTo>
                    <a:pt x="7829" y="3066"/>
                  </a:lnTo>
                  <a:lnTo>
                    <a:pt x="7848" y="3085"/>
                  </a:lnTo>
                  <a:lnTo>
                    <a:pt x="7867" y="3066"/>
                  </a:lnTo>
                  <a:lnTo>
                    <a:pt x="7867" y="3047"/>
                  </a:lnTo>
                  <a:lnTo>
                    <a:pt x="7810" y="3047"/>
                  </a:lnTo>
                  <a:lnTo>
                    <a:pt x="7753" y="3028"/>
                  </a:lnTo>
                  <a:lnTo>
                    <a:pt x="7734" y="3009"/>
                  </a:lnTo>
                  <a:lnTo>
                    <a:pt x="7734" y="2990"/>
                  </a:lnTo>
                  <a:lnTo>
                    <a:pt x="7715" y="2933"/>
                  </a:lnTo>
                  <a:lnTo>
                    <a:pt x="7715" y="2914"/>
                  </a:lnTo>
                  <a:lnTo>
                    <a:pt x="7715" y="2895"/>
                  </a:lnTo>
                  <a:lnTo>
                    <a:pt x="7715" y="2875"/>
                  </a:lnTo>
                  <a:lnTo>
                    <a:pt x="7734" y="2819"/>
                  </a:lnTo>
                  <a:lnTo>
                    <a:pt x="7734" y="2780"/>
                  </a:lnTo>
                  <a:lnTo>
                    <a:pt x="7734" y="2761"/>
                  </a:lnTo>
                  <a:lnTo>
                    <a:pt x="7753" y="2761"/>
                  </a:lnTo>
                  <a:lnTo>
                    <a:pt x="7753" y="2743"/>
                  </a:lnTo>
                  <a:lnTo>
                    <a:pt x="7753" y="2723"/>
                  </a:lnTo>
                  <a:lnTo>
                    <a:pt x="7772" y="2685"/>
                  </a:lnTo>
                  <a:lnTo>
                    <a:pt x="7810" y="2647"/>
                  </a:lnTo>
                  <a:lnTo>
                    <a:pt x="7829" y="2647"/>
                  </a:lnTo>
                  <a:lnTo>
                    <a:pt x="7829" y="2609"/>
                  </a:lnTo>
                  <a:lnTo>
                    <a:pt x="7848" y="2609"/>
                  </a:lnTo>
                  <a:lnTo>
                    <a:pt x="7867" y="2609"/>
                  </a:lnTo>
                  <a:lnTo>
                    <a:pt x="7886" y="2609"/>
                  </a:lnTo>
                  <a:lnTo>
                    <a:pt x="7905" y="2590"/>
                  </a:lnTo>
                  <a:lnTo>
                    <a:pt x="7924" y="2590"/>
                  </a:lnTo>
                  <a:lnTo>
                    <a:pt x="7944" y="2590"/>
                  </a:lnTo>
                  <a:lnTo>
                    <a:pt x="7962" y="2590"/>
                  </a:lnTo>
                  <a:lnTo>
                    <a:pt x="7981" y="2590"/>
                  </a:lnTo>
                  <a:lnTo>
                    <a:pt x="8000" y="2590"/>
                  </a:lnTo>
                  <a:lnTo>
                    <a:pt x="8020" y="2590"/>
                  </a:lnTo>
                  <a:lnTo>
                    <a:pt x="8020" y="2571"/>
                  </a:lnTo>
                  <a:lnTo>
                    <a:pt x="8039" y="2552"/>
                  </a:lnTo>
                  <a:lnTo>
                    <a:pt x="8039" y="2533"/>
                  </a:lnTo>
                  <a:lnTo>
                    <a:pt x="8058" y="2533"/>
                  </a:lnTo>
                  <a:lnTo>
                    <a:pt x="8076" y="2533"/>
                  </a:lnTo>
                  <a:lnTo>
                    <a:pt x="8134" y="2552"/>
                  </a:lnTo>
                  <a:lnTo>
                    <a:pt x="8286" y="2571"/>
                  </a:lnTo>
                  <a:lnTo>
                    <a:pt x="8343" y="2590"/>
                  </a:lnTo>
                  <a:lnTo>
                    <a:pt x="8381" y="2590"/>
                  </a:lnTo>
                  <a:lnTo>
                    <a:pt x="8572" y="2628"/>
                  </a:lnTo>
                  <a:lnTo>
                    <a:pt x="8706" y="2666"/>
                  </a:lnTo>
                  <a:lnTo>
                    <a:pt x="8838" y="2666"/>
                  </a:lnTo>
                  <a:lnTo>
                    <a:pt x="8877" y="2647"/>
                  </a:lnTo>
                  <a:lnTo>
                    <a:pt x="8896" y="2647"/>
                  </a:lnTo>
                  <a:lnTo>
                    <a:pt x="8915" y="2647"/>
                  </a:lnTo>
                  <a:lnTo>
                    <a:pt x="8934" y="2666"/>
                  </a:lnTo>
                  <a:lnTo>
                    <a:pt x="8953" y="2666"/>
                  </a:lnTo>
                  <a:lnTo>
                    <a:pt x="8953" y="2685"/>
                  </a:lnTo>
                  <a:lnTo>
                    <a:pt x="8953" y="2666"/>
                  </a:lnTo>
                  <a:lnTo>
                    <a:pt x="8934" y="2647"/>
                  </a:lnTo>
                  <a:lnTo>
                    <a:pt x="8934" y="2628"/>
                  </a:lnTo>
                  <a:lnTo>
                    <a:pt x="8953" y="2609"/>
                  </a:lnTo>
                  <a:lnTo>
                    <a:pt x="9010" y="2590"/>
                  </a:lnTo>
                  <a:lnTo>
                    <a:pt x="9029" y="2590"/>
                  </a:lnTo>
                  <a:lnTo>
                    <a:pt x="9048" y="2590"/>
                  </a:lnTo>
                  <a:lnTo>
                    <a:pt x="9067" y="2590"/>
                  </a:lnTo>
                  <a:lnTo>
                    <a:pt x="9067" y="2571"/>
                  </a:lnTo>
                  <a:lnTo>
                    <a:pt x="9105" y="2571"/>
                  </a:lnTo>
                  <a:lnTo>
                    <a:pt x="9124" y="2571"/>
                  </a:lnTo>
                  <a:lnTo>
                    <a:pt x="9143" y="2571"/>
                  </a:lnTo>
                  <a:lnTo>
                    <a:pt x="9163" y="2590"/>
                  </a:lnTo>
                  <a:lnTo>
                    <a:pt x="9182" y="2571"/>
                  </a:lnTo>
                  <a:lnTo>
                    <a:pt x="9200" y="2571"/>
                  </a:lnTo>
                  <a:lnTo>
                    <a:pt x="9200" y="2590"/>
                  </a:lnTo>
                  <a:lnTo>
                    <a:pt x="9239" y="2590"/>
                  </a:lnTo>
                  <a:lnTo>
                    <a:pt x="9296" y="2590"/>
                  </a:lnTo>
                  <a:lnTo>
                    <a:pt x="9315" y="2590"/>
                  </a:lnTo>
                  <a:lnTo>
                    <a:pt x="9334" y="2590"/>
                  </a:lnTo>
                  <a:lnTo>
                    <a:pt x="9334" y="2609"/>
                  </a:lnTo>
                  <a:lnTo>
                    <a:pt x="9353" y="2609"/>
                  </a:lnTo>
                  <a:lnTo>
                    <a:pt x="9372" y="2609"/>
                  </a:lnTo>
                  <a:lnTo>
                    <a:pt x="9391" y="2590"/>
                  </a:lnTo>
                  <a:lnTo>
                    <a:pt x="9410" y="2590"/>
                  </a:lnTo>
                  <a:lnTo>
                    <a:pt x="9429" y="2590"/>
                  </a:lnTo>
                  <a:lnTo>
                    <a:pt x="9429" y="2609"/>
                  </a:lnTo>
                  <a:lnTo>
                    <a:pt x="9410" y="2628"/>
                  </a:lnTo>
                  <a:lnTo>
                    <a:pt x="9429" y="2647"/>
                  </a:lnTo>
                  <a:lnTo>
                    <a:pt x="9448" y="2628"/>
                  </a:lnTo>
                  <a:lnTo>
                    <a:pt x="9486" y="2628"/>
                  </a:lnTo>
                  <a:lnTo>
                    <a:pt x="9600" y="2666"/>
                  </a:lnTo>
                  <a:lnTo>
                    <a:pt x="9620" y="2666"/>
                  </a:lnTo>
                  <a:lnTo>
                    <a:pt x="9658" y="2647"/>
                  </a:lnTo>
                  <a:lnTo>
                    <a:pt x="9677" y="2647"/>
                  </a:lnTo>
                  <a:lnTo>
                    <a:pt x="9696" y="2647"/>
                  </a:lnTo>
                  <a:lnTo>
                    <a:pt x="9753" y="2666"/>
                  </a:lnTo>
                  <a:lnTo>
                    <a:pt x="9848" y="2685"/>
                  </a:lnTo>
                  <a:lnTo>
                    <a:pt x="9886" y="2685"/>
                  </a:lnTo>
                  <a:lnTo>
                    <a:pt x="9886" y="2704"/>
                  </a:lnTo>
                  <a:lnTo>
                    <a:pt x="9905" y="2704"/>
                  </a:lnTo>
                  <a:lnTo>
                    <a:pt x="9905" y="2723"/>
                  </a:lnTo>
                  <a:lnTo>
                    <a:pt x="9905" y="2743"/>
                  </a:lnTo>
                  <a:lnTo>
                    <a:pt x="9905" y="2780"/>
                  </a:lnTo>
                  <a:lnTo>
                    <a:pt x="9905" y="2799"/>
                  </a:lnTo>
                  <a:lnTo>
                    <a:pt x="9886" y="2799"/>
                  </a:lnTo>
                  <a:lnTo>
                    <a:pt x="9886" y="2819"/>
                  </a:lnTo>
                  <a:lnTo>
                    <a:pt x="9867" y="2819"/>
                  </a:lnTo>
                  <a:lnTo>
                    <a:pt x="9848" y="2857"/>
                  </a:lnTo>
                  <a:lnTo>
                    <a:pt x="9829" y="2895"/>
                  </a:lnTo>
                  <a:lnTo>
                    <a:pt x="9829" y="2914"/>
                  </a:lnTo>
                  <a:lnTo>
                    <a:pt x="9829" y="2971"/>
                  </a:lnTo>
                  <a:close/>
                  <a:moveTo>
                    <a:pt x="7467" y="2704"/>
                  </a:moveTo>
                  <a:lnTo>
                    <a:pt x="7429" y="2685"/>
                  </a:lnTo>
                  <a:lnTo>
                    <a:pt x="7410" y="2666"/>
                  </a:lnTo>
                  <a:lnTo>
                    <a:pt x="7410" y="2628"/>
                  </a:lnTo>
                  <a:lnTo>
                    <a:pt x="7448" y="2609"/>
                  </a:lnTo>
                  <a:lnTo>
                    <a:pt x="7429" y="2609"/>
                  </a:lnTo>
                  <a:lnTo>
                    <a:pt x="7410" y="2590"/>
                  </a:lnTo>
                  <a:lnTo>
                    <a:pt x="7467" y="2514"/>
                  </a:lnTo>
                  <a:lnTo>
                    <a:pt x="7467" y="2476"/>
                  </a:lnTo>
                  <a:lnTo>
                    <a:pt x="7505" y="2457"/>
                  </a:lnTo>
                  <a:lnTo>
                    <a:pt x="7524" y="2438"/>
                  </a:lnTo>
                  <a:lnTo>
                    <a:pt x="7543" y="2438"/>
                  </a:lnTo>
                  <a:lnTo>
                    <a:pt x="7619" y="2399"/>
                  </a:lnTo>
                  <a:lnTo>
                    <a:pt x="7677" y="2399"/>
                  </a:lnTo>
                  <a:lnTo>
                    <a:pt x="7696" y="2399"/>
                  </a:lnTo>
                  <a:lnTo>
                    <a:pt x="7715" y="2438"/>
                  </a:lnTo>
                  <a:lnTo>
                    <a:pt x="7734" y="2438"/>
                  </a:lnTo>
                  <a:lnTo>
                    <a:pt x="7753" y="2457"/>
                  </a:lnTo>
                  <a:lnTo>
                    <a:pt x="7772" y="2457"/>
                  </a:lnTo>
                  <a:lnTo>
                    <a:pt x="7772" y="2476"/>
                  </a:lnTo>
                  <a:lnTo>
                    <a:pt x="7791" y="2476"/>
                  </a:lnTo>
                  <a:lnTo>
                    <a:pt x="7791" y="2494"/>
                  </a:lnTo>
                  <a:lnTo>
                    <a:pt x="7791" y="2514"/>
                  </a:lnTo>
                  <a:lnTo>
                    <a:pt x="7791" y="2533"/>
                  </a:lnTo>
                  <a:lnTo>
                    <a:pt x="7791" y="2552"/>
                  </a:lnTo>
                  <a:lnTo>
                    <a:pt x="7753" y="2590"/>
                  </a:lnTo>
                  <a:lnTo>
                    <a:pt x="7734" y="2590"/>
                  </a:lnTo>
                  <a:lnTo>
                    <a:pt x="7677" y="2628"/>
                  </a:lnTo>
                  <a:lnTo>
                    <a:pt x="7658" y="2628"/>
                  </a:lnTo>
                  <a:lnTo>
                    <a:pt x="7600" y="2685"/>
                  </a:lnTo>
                  <a:lnTo>
                    <a:pt x="7582" y="2704"/>
                  </a:lnTo>
                  <a:lnTo>
                    <a:pt x="7543" y="2723"/>
                  </a:lnTo>
                  <a:lnTo>
                    <a:pt x="7524" y="2743"/>
                  </a:lnTo>
                  <a:lnTo>
                    <a:pt x="7505" y="2743"/>
                  </a:lnTo>
                  <a:lnTo>
                    <a:pt x="7486" y="2723"/>
                  </a:lnTo>
                  <a:lnTo>
                    <a:pt x="7467" y="2723"/>
                  </a:lnTo>
                  <a:lnTo>
                    <a:pt x="7467" y="2704"/>
                  </a:lnTo>
                  <a:close/>
                  <a:moveTo>
                    <a:pt x="8534" y="2533"/>
                  </a:moveTo>
                  <a:lnTo>
                    <a:pt x="8553" y="2494"/>
                  </a:lnTo>
                  <a:lnTo>
                    <a:pt x="8572" y="2476"/>
                  </a:lnTo>
                  <a:lnTo>
                    <a:pt x="8629" y="2438"/>
                  </a:lnTo>
                  <a:lnTo>
                    <a:pt x="8686" y="2418"/>
                  </a:lnTo>
                  <a:lnTo>
                    <a:pt x="8724" y="2380"/>
                  </a:lnTo>
                  <a:lnTo>
                    <a:pt x="8820" y="2362"/>
                  </a:lnTo>
                  <a:lnTo>
                    <a:pt x="8858" y="2362"/>
                  </a:lnTo>
                  <a:lnTo>
                    <a:pt x="8858" y="2380"/>
                  </a:lnTo>
                  <a:lnTo>
                    <a:pt x="8877" y="2380"/>
                  </a:lnTo>
                  <a:lnTo>
                    <a:pt x="8896" y="2362"/>
                  </a:lnTo>
                  <a:lnTo>
                    <a:pt x="8915" y="2362"/>
                  </a:lnTo>
                  <a:lnTo>
                    <a:pt x="8915" y="2380"/>
                  </a:lnTo>
                  <a:lnTo>
                    <a:pt x="8953" y="2399"/>
                  </a:lnTo>
                  <a:lnTo>
                    <a:pt x="8972" y="2399"/>
                  </a:lnTo>
                  <a:lnTo>
                    <a:pt x="8972" y="2418"/>
                  </a:lnTo>
                  <a:lnTo>
                    <a:pt x="8972" y="2438"/>
                  </a:lnTo>
                  <a:lnTo>
                    <a:pt x="8991" y="2438"/>
                  </a:lnTo>
                  <a:lnTo>
                    <a:pt x="8991" y="2457"/>
                  </a:lnTo>
                  <a:lnTo>
                    <a:pt x="8991" y="2476"/>
                  </a:lnTo>
                  <a:lnTo>
                    <a:pt x="8991" y="2494"/>
                  </a:lnTo>
                  <a:lnTo>
                    <a:pt x="8972" y="2494"/>
                  </a:lnTo>
                  <a:lnTo>
                    <a:pt x="8953" y="2494"/>
                  </a:lnTo>
                  <a:lnTo>
                    <a:pt x="8934" y="2533"/>
                  </a:lnTo>
                  <a:lnTo>
                    <a:pt x="8915" y="2533"/>
                  </a:lnTo>
                  <a:lnTo>
                    <a:pt x="8915" y="2552"/>
                  </a:lnTo>
                  <a:lnTo>
                    <a:pt x="8877" y="2552"/>
                  </a:lnTo>
                  <a:lnTo>
                    <a:pt x="8858" y="2571"/>
                  </a:lnTo>
                  <a:lnTo>
                    <a:pt x="8667" y="2571"/>
                  </a:lnTo>
                  <a:lnTo>
                    <a:pt x="8648" y="2571"/>
                  </a:lnTo>
                  <a:lnTo>
                    <a:pt x="8534" y="2533"/>
                  </a:lnTo>
                  <a:close/>
                  <a:moveTo>
                    <a:pt x="7791" y="2380"/>
                  </a:moveTo>
                  <a:lnTo>
                    <a:pt x="7791" y="2362"/>
                  </a:lnTo>
                  <a:lnTo>
                    <a:pt x="7791" y="2342"/>
                  </a:lnTo>
                  <a:lnTo>
                    <a:pt x="7791" y="2323"/>
                  </a:lnTo>
                  <a:lnTo>
                    <a:pt x="7772" y="2304"/>
                  </a:lnTo>
                  <a:lnTo>
                    <a:pt x="7791" y="2285"/>
                  </a:lnTo>
                  <a:lnTo>
                    <a:pt x="7810" y="2266"/>
                  </a:lnTo>
                  <a:lnTo>
                    <a:pt x="7829" y="2266"/>
                  </a:lnTo>
                  <a:lnTo>
                    <a:pt x="7867" y="2266"/>
                  </a:lnTo>
                  <a:lnTo>
                    <a:pt x="7867" y="2285"/>
                  </a:lnTo>
                  <a:lnTo>
                    <a:pt x="7905" y="2285"/>
                  </a:lnTo>
                  <a:lnTo>
                    <a:pt x="7924" y="2285"/>
                  </a:lnTo>
                  <a:lnTo>
                    <a:pt x="7944" y="2304"/>
                  </a:lnTo>
                  <a:lnTo>
                    <a:pt x="7962" y="2323"/>
                  </a:lnTo>
                  <a:lnTo>
                    <a:pt x="7962" y="2342"/>
                  </a:lnTo>
                  <a:lnTo>
                    <a:pt x="7962" y="2362"/>
                  </a:lnTo>
                  <a:lnTo>
                    <a:pt x="7981" y="2380"/>
                  </a:lnTo>
                  <a:lnTo>
                    <a:pt x="7981" y="2399"/>
                  </a:lnTo>
                  <a:lnTo>
                    <a:pt x="7981" y="2418"/>
                  </a:lnTo>
                  <a:lnTo>
                    <a:pt x="7981" y="2438"/>
                  </a:lnTo>
                  <a:lnTo>
                    <a:pt x="7962" y="2457"/>
                  </a:lnTo>
                  <a:lnTo>
                    <a:pt x="7924" y="2457"/>
                  </a:lnTo>
                  <a:lnTo>
                    <a:pt x="7905" y="2457"/>
                  </a:lnTo>
                  <a:lnTo>
                    <a:pt x="7905" y="2438"/>
                  </a:lnTo>
                  <a:lnTo>
                    <a:pt x="7886" y="2438"/>
                  </a:lnTo>
                  <a:lnTo>
                    <a:pt x="7867" y="2438"/>
                  </a:lnTo>
                  <a:lnTo>
                    <a:pt x="7848" y="2438"/>
                  </a:lnTo>
                  <a:lnTo>
                    <a:pt x="7829" y="2418"/>
                  </a:lnTo>
                  <a:lnTo>
                    <a:pt x="7810" y="2399"/>
                  </a:lnTo>
                  <a:lnTo>
                    <a:pt x="7810" y="2380"/>
                  </a:lnTo>
                  <a:lnTo>
                    <a:pt x="7791" y="2380"/>
                  </a:lnTo>
                  <a:close/>
                  <a:moveTo>
                    <a:pt x="8305" y="2152"/>
                  </a:moveTo>
                  <a:lnTo>
                    <a:pt x="8286" y="2171"/>
                  </a:lnTo>
                  <a:lnTo>
                    <a:pt x="8229" y="2190"/>
                  </a:lnTo>
                  <a:lnTo>
                    <a:pt x="8172" y="2209"/>
                  </a:lnTo>
                  <a:lnTo>
                    <a:pt x="8172" y="2190"/>
                  </a:lnTo>
                  <a:lnTo>
                    <a:pt x="8191" y="2171"/>
                  </a:lnTo>
                  <a:lnTo>
                    <a:pt x="8248" y="2133"/>
                  </a:lnTo>
                  <a:lnTo>
                    <a:pt x="8286" y="2113"/>
                  </a:lnTo>
                  <a:lnTo>
                    <a:pt x="8305" y="2113"/>
                  </a:lnTo>
                  <a:lnTo>
                    <a:pt x="8305" y="2133"/>
                  </a:lnTo>
                  <a:lnTo>
                    <a:pt x="8305" y="2152"/>
                  </a:lnTo>
                  <a:close/>
                  <a:moveTo>
                    <a:pt x="8343" y="2152"/>
                  </a:moveTo>
                  <a:lnTo>
                    <a:pt x="8381" y="2152"/>
                  </a:lnTo>
                  <a:lnTo>
                    <a:pt x="8420" y="2152"/>
                  </a:lnTo>
                  <a:lnTo>
                    <a:pt x="8457" y="2171"/>
                  </a:lnTo>
                  <a:lnTo>
                    <a:pt x="8515" y="2152"/>
                  </a:lnTo>
                  <a:lnTo>
                    <a:pt x="8553" y="2133"/>
                  </a:lnTo>
                  <a:lnTo>
                    <a:pt x="8629" y="2113"/>
                  </a:lnTo>
                  <a:lnTo>
                    <a:pt x="8706" y="2076"/>
                  </a:lnTo>
                  <a:lnTo>
                    <a:pt x="8801" y="2076"/>
                  </a:lnTo>
                  <a:lnTo>
                    <a:pt x="8820" y="2113"/>
                  </a:lnTo>
                  <a:lnTo>
                    <a:pt x="8820" y="2152"/>
                  </a:lnTo>
                  <a:lnTo>
                    <a:pt x="8762" y="2190"/>
                  </a:lnTo>
                  <a:lnTo>
                    <a:pt x="8724" y="2228"/>
                  </a:lnTo>
                  <a:lnTo>
                    <a:pt x="8667" y="2247"/>
                  </a:lnTo>
                  <a:lnTo>
                    <a:pt x="8610" y="2304"/>
                  </a:lnTo>
                  <a:lnTo>
                    <a:pt x="8591" y="2342"/>
                  </a:lnTo>
                  <a:lnTo>
                    <a:pt x="8572" y="2399"/>
                  </a:lnTo>
                  <a:lnTo>
                    <a:pt x="8534" y="2418"/>
                  </a:lnTo>
                  <a:lnTo>
                    <a:pt x="8515" y="2457"/>
                  </a:lnTo>
                  <a:lnTo>
                    <a:pt x="8439" y="2457"/>
                  </a:lnTo>
                  <a:lnTo>
                    <a:pt x="8420" y="2476"/>
                  </a:lnTo>
                  <a:lnTo>
                    <a:pt x="8401" y="2476"/>
                  </a:lnTo>
                  <a:lnTo>
                    <a:pt x="8381" y="2476"/>
                  </a:lnTo>
                  <a:lnTo>
                    <a:pt x="8381" y="2494"/>
                  </a:lnTo>
                  <a:lnTo>
                    <a:pt x="8362" y="2476"/>
                  </a:lnTo>
                  <a:lnTo>
                    <a:pt x="8362" y="2457"/>
                  </a:lnTo>
                  <a:lnTo>
                    <a:pt x="8343" y="2438"/>
                  </a:lnTo>
                  <a:lnTo>
                    <a:pt x="8325" y="2418"/>
                  </a:lnTo>
                  <a:lnTo>
                    <a:pt x="8286" y="2418"/>
                  </a:lnTo>
                  <a:lnTo>
                    <a:pt x="8267" y="2399"/>
                  </a:lnTo>
                  <a:lnTo>
                    <a:pt x="8229" y="2418"/>
                  </a:lnTo>
                  <a:lnTo>
                    <a:pt x="8210" y="2399"/>
                  </a:lnTo>
                  <a:lnTo>
                    <a:pt x="8191" y="2399"/>
                  </a:lnTo>
                  <a:lnTo>
                    <a:pt x="8172" y="2399"/>
                  </a:lnTo>
                  <a:lnTo>
                    <a:pt x="8172" y="2418"/>
                  </a:lnTo>
                  <a:lnTo>
                    <a:pt x="8153" y="2418"/>
                  </a:lnTo>
                  <a:lnTo>
                    <a:pt x="8134" y="2418"/>
                  </a:lnTo>
                  <a:lnTo>
                    <a:pt x="8115" y="2418"/>
                  </a:lnTo>
                  <a:lnTo>
                    <a:pt x="8076" y="2418"/>
                  </a:lnTo>
                  <a:lnTo>
                    <a:pt x="8058" y="2399"/>
                  </a:lnTo>
                  <a:lnTo>
                    <a:pt x="8058" y="2380"/>
                  </a:lnTo>
                  <a:lnTo>
                    <a:pt x="8058" y="2362"/>
                  </a:lnTo>
                  <a:lnTo>
                    <a:pt x="8058" y="2323"/>
                  </a:lnTo>
                  <a:lnTo>
                    <a:pt x="8058" y="2304"/>
                  </a:lnTo>
                  <a:lnTo>
                    <a:pt x="8058" y="2323"/>
                  </a:lnTo>
                  <a:lnTo>
                    <a:pt x="8039" y="2362"/>
                  </a:lnTo>
                  <a:lnTo>
                    <a:pt x="8020" y="2342"/>
                  </a:lnTo>
                  <a:lnTo>
                    <a:pt x="8020" y="2323"/>
                  </a:lnTo>
                  <a:lnTo>
                    <a:pt x="8020" y="2247"/>
                  </a:lnTo>
                  <a:lnTo>
                    <a:pt x="8039" y="2247"/>
                  </a:lnTo>
                  <a:lnTo>
                    <a:pt x="8039" y="2228"/>
                  </a:lnTo>
                  <a:lnTo>
                    <a:pt x="8096" y="2228"/>
                  </a:lnTo>
                  <a:lnTo>
                    <a:pt x="8115" y="2228"/>
                  </a:lnTo>
                  <a:lnTo>
                    <a:pt x="8153" y="2228"/>
                  </a:lnTo>
                  <a:lnTo>
                    <a:pt x="8172" y="2228"/>
                  </a:lnTo>
                  <a:lnTo>
                    <a:pt x="8191" y="2228"/>
                  </a:lnTo>
                  <a:lnTo>
                    <a:pt x="8267" y="2228"/>
                  </a:lnTo>
                  <a:lnTo>
                    <a:pt x="8286" y="2228"/>
                  </a:lnTo>
                  <a:lnTo>
                    <a:pt x="8325" y="2190"/>
                  </a:lnTo>
                  <a:lnTo>
                    <a:pt x="8343" y="2152"/>
                  </a:lnTo>
                  <a:close/>
                  <a:moveTo>
                    <a:pt x="8039" y="2209"/>
                  </a:moveTo>
                  <a:lnTo>
                    <a:pt x="8020" y="2209"/>
                  </a:lnTo>
                  <a:lnTo>
                    <a:pt x="8000" y="2228"/>
                  </a:lnTo>
                  <a:lnTo>
                    <a:pt x="7981" y="2247"/>
                  </a:lnTo>
                  <a:lnTo>
                    <a:pt x="8000" y="2266"/>
                  </a:lnTo>
                  <a:lnTo>
                    <a:pt x="8000" y="2285"/>
                  </a:lnTo>
                  <a:lnTo>
                    <a:pt x="7981" y="2285"/>
                  </a:lnTo>
                  <a:lnTo>
                    <a:pt x="7962" y="2266"/>
                  </a:lnTo>
                  <a:lnTo>
                    <a:pt x="7924" y="2266"/>
                  </a:lnTo>
                  <a:lnTo>
                    <a:pt x="7905" y="2266"/>
                  </a:lnTo>
                  <a:lnTo>
                    <a:pt x="7905" y="2247"/>
                  </a:lnTo>
                  <a:lnTo>
                    <a:pt x="7905" y="2228"/>
                  </a:lnTo>
                  <a:lnTo>
                    <a:pt x="7905" y="2209"/>
                  </a:lnTo>
                  <a:lnTo>
                    <a:pt x="7905" y="2190"/>
                  </a:lnTo>
                  <a:lnTo>
                    <a:pt x="7924" y="2190"/>
                  </a:lnTo>
                  <a:lnTo>
                    <a:pt x="7944" y="2190"/>
                  </a:lnTo>
                  <a:lnTo>
                    <a:pt x="7981" y="2076"/>
                  </a:lnTo>
                  <a:lnTo>
                    <a:pt x="7981" y="2057"/>
                  </a:lnTo>
                  <a:lnTo>
                    <a:pt x="7981" y="2037"/>
                  </a:lnTo>
                  <a:lnTo>
                    <a:pt x="8000" y="2037"/>
                  </a:lnTo>
                  <a:lnTo>
                    <a:pt x="8000" y="2018"/>
                  </a:lnTo>
                  <a:lnTo>
                    <a:pt x="7981" y="2018"/>
                  </a:lnTo>
                  <a:lnTo>
                    <a:pt x="7981" y="1999"/>
                  </a:lnTo>
                  <a:lnTo>
                    <a:pt x="7981" y="1961"/>
                  </a:lnTo>
                  <a:lnTo>
                    <a:pt x="7981" y="1942"/>
                  </a:lnTo>
                  <a:lnTo>
                    <a:pt x="7981" y="1923"/>
                  </a:lnTo>
                  <a:lnTo>
                    <a:pt x="7981" y="1904"/>
                  </a:lnTo>
                  <a:lnTo>
                    <a:pt x="8020" y="1866"/>
                  </a:lnTo>
                  <a:lnTo>
                    <a:pt x="8039" y="1866"/>
                  </a:lnTo>
                  <a:lnTo>
                    <a:pt x="8058" y="1904"/>
                  </a:lnTo>
                  <a:lnTo>
                    <a:pt x="8058" y="1942"/>
                  </a:lnTo>
                  <a:lnTo>
                    <a:pt x="8058" y="2057"/>
                  </a:lnTo>
                  <a:lnTo>
                    <a:pt x="8058" y="2076"/>
                  </a:lnTo>
                  <a:lnTo>
                    <a:pt x="8076" y="2095"/>
                  </a:lnTo>
                  <a:lnTo>
                    <a:pt x="8076" y="2113"/>
                  </a:lnTo>
                  <a:lnTo>
                    <a:pt x="8096" y="2152"/>
                  </a:lnTo>
                  <a:lnTo>
                    <a:pt x="8076" y="2171"/>
                  </a:lnTo>
                  <a:lnTo>
                    <a:pt x="8058" y="2190"/>
                  </a:lnTo>
                  <a:lnTo>
                    <a:pt x="8058" y="2209"/>
                  </a:lnTo>
                  <a:lnTo>
                    <a:pt x="8039" y="2209"/>
                  </a:lnTo>
                  <a:close/>
                  <a:moveTo>
                    <a:pt x="8096" y="2057"/>
                  </a:moveTo>
                  <a:lnTo>
                    <a:pt x="8096" y="2018"/>
                  </a:lnTo>
                  <a:lnTo>
                    <a:pt x="8096" y="1981"/>
                  </a:lnTo>
                  <a:lnTo>
                    <a:pt x="8096" y="1942"/>
                  </a:lnTo>
                  <a:lnTo>
                    <a:pt x="8115" y="1923"/>
                  </a:lnTo>
                  <a:lnTo>
                    <a:pt x="8153" y="1904"/>
                  </a:lnTo>
                  <a:lnTo>
                    <a:pt x="8134" y="1885"/>
                  </a:lnTo>
                  <a:lnTo>
                    <a:pt x="8153" y="1885"/>
                  </a:lnTo>
                  <a:lnTo>
                    <a:pt x="8210" y="1885"/>
                  </a:lnTo>
                  <a:lnTo>
                    <a:pt x="8229" y="1885"/>
                  </a:lnTo>
                  <a:lnTo>
                    <a:pt x="8229" y="1866"/>
                  </a:lnTo>
                  <a:lnTo>
                    <a:pt x="8248" y="1885"/>
                  </a:lnTo>
                  <a:lnTo>
                    <a:pt x="8267" y="1904"/>
                  </a:lnTo>
                  <a:lnTo>
                    <a:pt x="8267" y="1885"/>
                  </a:lnTo>
                  <a:lnTo>
                    <a:pt x="8267" y="1866"/>
                  </a:lnTo>
                  <a:lnTo>
                    <a:pt x="8267" y="1847"/>
                  </a:lnTo>
                  <a:lnTo>
                    <a:pt x="8286" y="1847"/>
                  </a:lnTo>
                  <a:lnTo>
                    <a:pt x="8305" y="1828"/>
                  </a:lnTo>
                  <a:lnTo>
                    <a:pt x="8325" y="1828"/>
                  </a:lnTo>
                  <a:lnTo>
                    <a:pt x="8343" y="1866"/>
                  </a:lnTo>
                  <a:lnTo>
                    <a:pt x="8343" y="1885"/>
                  </a:lnTo>
                  <a:lnTo>
                    <a:pt x="8362" y="1885"/>
                  </a:lnTo>
                  <a:lnTo>
                    <a:pt x="8362" y="1904"/>
                  </a:lnTo>
                  <a:lnTo>
                    <a:pt x="8362" y="1923"/>
                  </a:lnTo>
                  <a:lnTo>
                    <a:pt x="8362" y="1942"/>
                  </a:lnTo>
                  <a:lnTo>
                    <a:pt x="8343" y="1942"/>
                  </a:lnTo>
                  <a:lnTo>
                    <a:pt x="8343" y="1961"/>
                  </a:lnTo>
                  <a:lnTo>
                    <a:pt x="8229" y="2057"/>
                  </a:lnTo>
                  <a:lnTo>
                    <a:pt x="8191" y="2076"/>
                  </a:lnTo>
                  <a:lnTo>
                    <a:pt x="8172" y="2076"/>
                  </a:lnTo>
                  <a:lnTo>
                    <a:pt x="8153" y="2095"/>
                  </a:lnTo>
                  <a:lnTo>
                    <a:pt x="8115" y="2113"/>
                  </a:lnTo>
                  <a:lnTo>
                    <a:pt x="8096" y="2095"/>
                  </a:lnTo>
                  <a:lnTo>
                    <a:pt x="8096" y="2057"/>
                  </a:lnTo>
                  <a:close/>
                  <a:moveTo>
                    <a:pt x="8877" y="3980"/>
                  </a:moveTo>
                  <a:lnTo>
                    <a:pt x="8915" y="3999"/>
                  </a:lnTo>
                  <a:lnTo>
                    <a:pt x="8934" y="4018"/>
                  </a:lnTo>
                  <a:lnTo>
                    <a:pt x="8915" y="4018"/>
                  </a:lnTo>
                  <a:lnTo>
                    <a:pt x="8915" y="4038"/>
                  </a:lnTo>
                  <a:lnTo>
                    <a:pt x="8896" y="4038"/>
                  </a:lnTo>
                  <a:lnTo>
                    <a:pt x="8877" y="4038"/>
                  </a:lnTo>
                  <a:lnTo>
                    <a:pt x="8877" y="4057"/>
                  </a:lnTo>
                  <a:lnTo>
                    <a:pt x="8858" y="4076"/>
                  </a:lnTo>
                  <a:lnTo>
                    <a:pt x="8838" y="4076"/>
                  </a:lnTo>
                  <a:lnTo>
                    <a:pt x="8838" y="4057"/>
                  </a:lnTo>
                  <a:lnTo>
                    <a:pt x="8820" y="4038"/>
                  </a:lnTo>
                  <a:lnTo>
                    <a:pt x="8820" y="4018"/>
                  </a:lnTo>
                  <a:lnTo>
                    <a:pt x="8820" y="3999"/>
                  </a:lnTo>
                  <a:lnTo>
                    <a:pt x="8838" y="3999"/>
                  </a:lnTo>
                  <a:lnTo>
                    <a:pt x="8858" y="3980"/>
                  </a:lnTo>
                  <a:lnTo>
                    <a:pt x="8858" y="3999"/>
                  </a:lnTo>
                  <a:lnTo>
                    <a:pt x="8877" y="3980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4" name="Freeform 5">
              <a:extLst>
                <a:ext uri="{FF2B5EF4-FFF2-40B4-BE49-F238E27FC236}">
                  <a16:creationId xmlns:a16="http://schemas.microsoft.com/office/drawing/2014/main" id="{A3FADD93-31B4-F69B-40EA-03B0D38F3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0" y="2730500"/>
              <a:ext cx="1241425" cy="685800"/>
            </a:xfrm>
            <a:custGeom>
              <a:avLst/>
              <a:gdLst>
                <a:gd name="T0" fmla="*/ 2147483646 w 6896"/>
                <a:gd name="T1" fmla="*/ 2147483646 h 3811"/>
                <a:gd name="T2" fmla="*/ 2147483646 w 6896"/>
                <a:gd name="T3" fmla="*/ 2147483646 h 3811"/>
                <a:gd name="T4" fmla="*/ 2147483646 w 6896"/>
                <a:gd name="T5" fmla="*/ 2147483646 h 3811"/>
                <a:gd name="T6" fmla="*/ 2147483646 w 6896"/>
                <a:gd name="T7" fmla="*/ 2147483646 h 3811"/>
                <a:gd name="T8" fmla="*/ 2147483646 w 6896"/>
                <a:gd name="T9" fmla="*/ 2147483646 h 3811"/>
                <a:gd name="T10" fmla="*/ 2147483646 w 6896"/>
                <a:gd name="T11" fmla="*/ 2147483646 h 3811"/>
                <a:gd name="T12" fmla="*/ 2147483646 w 6896"/>
                <a:gd name="T13" fmla="*/ 2147483646 h 3811"/>
                <a:gd name="T14" fmla="*/ 2147483646 w 6896"/>
                <a:gd name="T15" fmla="*/ 2147483646 h 3811"/>
                <a:gd name="T16" fmla="*/ 2147483646 w 6896"/>
                <a:gd name="T17" fmla="*/ 2147483646 h 3811"/>
                <a:gd name="T18" fmla="*/ 2147483646 w 6896"/>
                <a:gd name="T19" fmla="*/ 2147483646 h 3811"/>
                <a:gd name="T20" fmla="*/ 2147483646 w 6896"/>
                <a:gd name="T21" fmla="*/ 2147483646 h 3811"/>
                <a:gd name="T22" fmla="*/ 2147483646 w 6896"/>
                <a:gd name="T23" fmla="*/ 2147483646 h 3811"/>
                <a:gd name="T24" fmla="*/ 2147483646 w 6896"/>
                <a:gd name="T25" fmla="*/ 2147483646 h 3811"/>
                <a:gd name="T26" fmla="*/ 2147483646 w 6896"/>
                <a:gd name="T27" fmla="*/ 2147483646 h 3811"/>
                <a:gd name="T28" fmla="*/ 2147483646 w 6896"/>
                <a:gd name="T29" fmla="*/ 2147483646 h 3811"/>
                <a:gd name="T30" fmla="*/ 2147483646 w 6896"/>
                <a:gd name="T31" fmla="*/ 2147483646 h 3811"/>
                <a:gd name="T32" fmla="*/ 2147483646 w 6896"/>
                <a:gd name="T33" fmla="*/ 2147483646 h 3811"/>
                <a:gd name="T34" fmla="*/ 2147483646 w 6896"/>
                <a:gd name="T35" fmla="*/ 2147483646 h 3811"/>
                <a:gd name="T36" fmla="*/ 2147483646 w 6896"/>
                <a:gd name="T37" fmla="*/ 2147483646 h 3811"/>
                <a:gd name="T38" fmla="*/ 2147483646 w 6896"/>
                <a:gd name="T39" fmla="*/ 2147483646 h 3811"/>
                <a:gd name="T40" fmla="*/ 2147483646 w 6896"/>
                <a:gd name="T41" fmla="*/ 2147483646 h 3811"/>
                <a:gd name="T42" fmla="*/ 2147483646 w 6896"/>
                <a:gd name="T43" fmla="*/ 2147483646 h 3811"/>
                <a:gd name="T44" fmla="*/ 2147483646 w 6896"/>
                <a:gd name="T45" fmla="*/ 2147483646 h 3811"/>
                <a:gd name="T46" fmla="*/ 2147483646 w 6896"/>
                <a:gd name="T47" fmla="*/ 2147483646 h 3811"/>
                <a:gd name="T48" fmla="*/ 2147483646 w 6896"/>
                <a:gd name="T49" fmla="*/ 2147483646 h 3811"/>
                <a:gd name="T50" fmla="*/ 2147483646 w 6896"/>
                <a:gd name="T51" fmla="*/ 2147483646 h 3811"/>
                <a:gd name="T52" fmla="*/ 2147483646 w 6896"/>
                <a:gd name="T53" fmla="*/ 2147483646 h 3811"/>
                <a:gd name="T54" fmla="*/ 2147483646 w 6896"/>
                <a:gd name="T55" fmla="*/ 2147483646 h 3811"/>
                <a:gd name="T56" fmla="*/ 2147483646 w 6896"/>
                <a:gd name="T57" fmla="*/ 2147483646 h 3811"/>
                <a:gd name="T58" fmla="*/ 2147483646 w 6896"/>
                <a:gd name="T59" fmla="*/ 2147483646 h 3811"/>
                <a:gd name="T60" fmla="*/ 2147483646 w 6896"/>
                <a:gd name="T61" fmla="*/ 2147483646 h 3811"/>
                <a:gd name="T62" fmla="*/ 2147483646 w 6896"/>
                <a:gd name="T63" fmla="*/ 2147483646 h 3811"/>
                <a:gd name="T64" fmla="*/ 2147483646 w 6896"/>
                <a:gd name="T65" fmla="*/ 2147483646 h 3811"/>
                <a:gd name="T66" fmla="*/ 2147483646 w 6896"/>
                <a:gd name="T67" fmla="*/ 2147483646 h 3811"/>
                <a:gd name="T68" fmla="*/ 2147483646 w 6896"/>
                <a:gd name="T69" fmla="*/ 2147483646 h 3811"/>
                <a:gd name="T70" fmla="*/ 2147483646 w 6896"/>
                <a:gd name="T71" fmla="*/ 2147483646 h 3811"/>
                <a:gd name="T72" fmla="*/ 2147483646 w 6896"/>
                <a:gd name="T73" fmla="*/ 2147483646 h 3811"/>
                <a:gd name="T74" fmla="*/ 2147483646 w 6896"/>
                <a:gd name="T75" fmla="*/ 2147483646 h 3811"/>
                <a:gd name="T76" fmla="*/ 2147483646 w 6896"/>
                <a:gd name="T77" fmla="*/ 2147483646 h 3811"/>
                <a:gd name="T78" fmla="*/ 2147483646 w 6896"/>
                <a:gd name="T79" fmla="*/ 2147483646 h 3811"/>
                <a:gd name="T80" fmla="*/ 2147483646 w 6896"/>
                <a:gd name="T81" fmla="*/ 2147483646 h 3811"/>
                <a:gd name="T82" fmla="*/ 2147483646 w 6896"/>
                <a:gd name="T83" fmla="*/ 2147483646 h 3811"/>
                <a:gd name="T84" fmla="*/ 2147483646 w 6896"/>
                <a:gd name="T85" fmla="*/ 0 h 3811"/>
                <a:gd name="T86" fmla="*/ 2147483646 w 6896"/>
                <a:gd name="T87" fmla="*/ 2147483646 h 3811"/>
                <a:gd name="T88" fmla="*/ 2147483646 w 6896"/>
                <a:gd name="T89" fmla="*/ 2147483646 h 3811"/>
                <a:gd name="T90" fmla="*/ 2147483646 w 6896"/>
                <a:gd name="T91" fmla="*/ 2147483646 h 3811"/>
                <a:gd name="T92" fmla="*/ 2147483646 w 6896"/>
                <a:gd name="T93" fmla="*/ 2147483646 h 3811"/>
                <a:gd name="T94" fmla="*/ 2147483646 w 6896"/>
                <a:gd name="T95" fmla="*/ 2147483646 h 3811"/>
                <a:gd name="T96" fmla="*/ 2147483646 w 6896"/>
                <a:gd name="T97" fmla="*/ 2147483646 h 3811"/>
                <a:gd name="T98" fmla="*/ 2147483646 w 6896"/>
                <a:gd name="T99" fmla="*/ 2147483646 h 3811"/>
                <a:gd name="T100" fmla="*/ 2147483646 w 6896"/>
                <a:gd name="T101" fmla="*/ 2147483646 h 3811"/>
                <a:gd name="T102" fmla="*/ 2147483646 w 6896"/>
                <a:gd name="T103" fmla="*/ 2147483646 h 3811"/>
                <a:gd name="T104" fmla="*/ 2147483646 w 6896"/>
                <a:gd name="T105" fmla="*/ 2147483646 h 3811"/>
                <a:gd name="T106" fmla="*/ 2147483646 w 6896"/>
                <a:gd name="T107" fmla="*/ 2147483646 h 3811"/>
                <a:gd name="T108" fmla="*/ 2147483646 w 6896"/>
                <a:gd name="T109" fmla="*/ 2147483646 h 3811"/>
                <a:gd name="T110" fmla="*/ 2147483646 w 6896"/>
                <a:gd name="T111" fmla="*/ 2147483646 h 3811"/>
                <a:gd name="T112" fmla="*/ 2147483646 w 6896"/>
                <a:gd name="T113" fmla="*/ 2147483646 h 3811"/>
                <a:gd name="T114" fmla="*/ 2147483646 w 6896"/>
                <a:gd name="T115" fmla="*/ 2147483646 h 3811"/>
                <a:gd name="T116" fmla="*/ 2147483646 w 6896"/>
                <a:gd name="T117" fmla="*/ 2147483646 h 3811"/>
                <a:gd name="T118" fmla="*/ 2147483646 w 6896"/>
                <a:gd name="T119" fmla="*/ 2147483646 h 3811"/>
                <a:gd name="T120" fmla="*/ 2147483646 w 6896"/>
                <a:gd name="T121" fmla="*/ 2147483646 h 3811"/>
                <a:gd name="T122" fmla="*/ 2147483646 w 6896"/>
                <a:gd name="T123" fmla="*/ 2147483646 h 381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896" h="3811">
                  <a:moveTo>
                    <a:pt x="4152" y="3639"/>
                  </a:moveTo>
                  <a:lnTo>
                    <a:pt x="4133" y="3639"/>
                  </a:lnTo>
                  <a:lnTo>
                    <a:pt x="4018" y="3658"/>
                  </a:lnTo>
                  <a:lnTo>
                    <a:pt x="3981" y="3639"/>
                  </a:lnTo>
                  <a:lnTo>
                    <a:pt x="3942" y="3620"/>
                  </a:lnTo>
                  <a:lnTo>
                    <a:pt x="3904" y="3620"/>
                  </a:lnTo>
                  <a:lnTo>
                    <a:pt x="3866" y="3620"/>
                  </a:lnTo>
                  <a:lnTo>
                    <a:pt x="3847" y="3620"/>
                  </a:lnTo>
                  <a:lnTo>
                    <a:pt x="3828" y="3600"/>
                  </a:lnTo>
                  <a:lnTo>
                    <a:pt x="3790" y="3600"/>
                  </a:lnTo>
                  <a:lnTo>
                    <a:pt x="3561" y="3715"/>
                  </a:lnTo>
                  <a:lnTo>
                    <a:pt x="3524" y="3734"/>
                  </a:lnTo>
                  <a:lnTo>
                    <a:pt x="3485" y="3753"/>
                  </a:lnTo>
                  <a:lnTo>
                    <a:pt x="3428" y="3753"/>
                  </a:lnTo>
                  <a:lnTo>
                    <a:pt x="3390" y="3734"/>
                  </a:lnTo>
                  <a:lnTo>
                    <a:pt x="3352" y="3715"/>
                  </a:lnTo>
                  <a:lnTo>
                    <a:pt x="3333" y="3696"/>
                  </a:lnTo>
                  <a:lnTo>
                    <a:pt x="3276" y="3639"/>
                  </a:lnTo>
                  <a:lnTo>
                    <a:pt x="3257" y="3620"/>
                  </a:lnTo>
                  <a:lnTo>
                    <a:pt x="3238" y="3639"/>
                  </a:lnTo>
                  <a:lnTo>
                    <a:pt x="3161" y="3696"/>
                  </a:lnTo>
                  <a:lnTo>
                    <a:pt x="3161" y="3620"/>
                  </a:lnTo>
                  <a:lnTo>
                    <a:pt x="3161" y="3505"/>
                  </a:lnTo>
                  <a:lnTo>
                    <a:pt x="3161" y="3372"/>
                  </a:lnTo>
                  <a:lnTo>
                    <a:pt x="3161" y="3258"/>
                  </a:lnTo>
                  <a:lnTo>
                    <a:pt x="3161" y="3124"/>
                  </a:lnTo>
                  <a:lnTo>
                    <a:pt x="3161" y="3010"/>
                  </a:lnTo>
                  <a:lnTo>
                    <a:pt x="3161" y="2896"/>
                  </a:lnTo>
                  <a:lnTo>
                    <a:pt x="3161" y="2762"/>
                  </a:lnTo>
                  <a:lnTo>
                    <a:pt x="3161" y="2686"/>
                  </a:lnTo>
                  <a:lnTo>
                    <a:pt x="3161" y="2648"/>
                  </a:lnTo>
                  <a:lnTo>
                    <a:pt x="3161" y="2591"/>
                  </a:lnTo>
                  <a:lnTo>
                    <a:pt x="3161" y="2553"/>
                  </a:lnTo>
                  <a:lnTo>
                    <a:pt x="3180" y="2553"/>
                  </a:lnTo>
                  <a:lnTo>
                    <a:pt x="3180" y="2534"/>
                  </a:lnTo>
                  <a:lnTo>
                    <a:pt x="3200" y="2515"/>
                  </a:lnTo>
                  <a:lnTo>
                    <a:pt x="3219" y="2534"/>
                  </a:lnTo>
                  <a:lnTo>
                    <a:pt x="3219" y="2515"/>
                  </a:lnTo>
                  <a:lnTo>
                    <a:pt x="3238" y="2515"/>
                  </a:lnTo>
                  <a:lnTo>
                    <a:pt x="3238" y="2496"/>
                  </a:lnTo>
                  <a:lnTo>
                    <a:pt x="3257" y="2477"/>
                  </a:lnTo>
                  <a:lnTo>
                    <a:pt x="3257" y="2457"/>
                  </a:lnTo>
                  <a:lnTo>
                    <a:pt x="3238" y="2438"/>
                  </a:lnTo>
                  <a:lnTo>
                    <a:pt x="3238" y="2420"/>
                  </a:lnTo>
                  <a:lnTo>
                    <a:pt x="3200" y="2401"/>
                  </a:lnTo>
                  <a:lnTo>
                    <a:pt x="3200" y="2381"/>
                  </a:lnTo>
                  <a:lnTo>
                    <a:pt x="3180" y="2362"/>
                  </a:lnTo>
                  <a:lnTo>
                    <a:pt x="3180" y="2343"/>
                  </a:lnTo>
                  <a:lnTo>
                    <a:pt x="3180" y="2324"/>
                  </a:lnTo>
                  <a:lnTo>
                    <a:pt x="3200" y="2324"/>
                  </a:lnTo>
                  <a:lnTo>
                    <a:pt x="3219" y="2324"/>
                  </a:lnTo>
                  <a:lnTo>
                    <a:pt x="3238" y="2324"/>
                  </a:lnTo>
                  <a:lnTo>
                    <a:pt x="3219" y="2305"/>
                  </a:lnTo>
                  <a:lnTo>
                    <a:pt x="3219" y="2286"/>
                  </a:lnTo>
                  <a:lnTo>
                    <a:pt x="3238" y="2267"/>
                  </a:lnTo>
                  <a:lnTo>
                    <a:pt x="3257" y="2248"/>
                  </a:lnTo>
                  <a:lnTo>
                    <a:pt x="3257" y="2229"/>
                  </a:lnTo>
                  <a:lnTo>
                    <a:pt x="3257" y="2210"/>
                  </a:lnTo>
                  <a:lnTo>
                    <a:pt x="3276" y="2210"/>
                  </a:lnTo>
                  <a:lnTo>
                    <a:pt x="3257" y="2191"/>
                  </a:lnTo>
                  <a:lnTo>
                    <a:pt x="3219" y="2191"/>
                  </a:lnTo>
                  <a:lnTo>
                    <a:pt x="3200" y="2210"/>
                  </a:lnTo>
                  <a:lnTo>
                    <a:pt x="3180" y="2210"/>
                  </a:lnTo>
                  <a:lnTo>
                    <a:pt x="3161" y="2229"/>
                  </a:lnTo>
                  <a:lnTo>
                    <a:pt x="3143" y="2267"/>
                  </a:lnTo>
                  <a:lnTo>
                    <a:pt x="3124" y="2286"/>
                  </a:lnTo>
                  <a:lnTo>
                    <a:pt x="3066" y="2324"/>
                  </a:lnTo>
                  <a:lnTo>
                    <a:pt x="3047" y="2343"/>
                  </a:lnTo>
                  <a:lnTo>
                    <a:pt x="3009" y="2362"/>
                  </a:lnTo>
                  <a:lnTo>
                    <a:pt x="2990" y="2381"/>
                  </a:lnTo>
                  <a:lnTo>
                    <a:pt x="2933" y="2420"/>
                  </a:lnTo>
                  <a:lnTo>
                    <a:pt x="2914" y="2420"/>
                  </a:lnTo>
                  <a:lnTo>
                    <a:pt x="2895" y="2477"/>
                  </a:lnTo>
                  <a:lnTo>
                    <a:pt x="2876" y="2477"/>
                  </a:lnTo>
                  <a:lnTo>
                    <a:pt x="2857" y="2496"/>
                  </a:lnTo>
                  <a:lnTo>
                    <a:pt x="2838" y="2515"/>
                  </a:lnTo>
                  <a:lnTo>
                    <a:pt x="2838" y="2534"/>
                  </a:lnTo>
                  <a:lnTo>
                    <a:pt x="2819" y="2553"/>
                  </a:lnTo>
                  <a:lnTo>
                    <a:pt x="2799" y="2553"/>
                  </a:lnTo>
                  <a:lnTo>
                    <a:pt x="2743" y="2572"/>
                  </a:lnTo>
                  <a:lnTo>
                    <a:pt x="2685" y="2610"/>
                  </a:lnTo>
                  <a:lnTo>
                    <a:pt x="2666" y="2610"/>
                  </a:lnTo>
                  <a:lnTo>
                    <a:pt x="2666" y="2629"/>
                  </a:lnTo>
                  <a:lnTo>
                    <a:pt x="2647" y="2667"/>
                  </a:lnTo>
                  <a:lnTo>
                    <a:pt x="2628" y="2667"/>
                  </a:lnTo>
                  <a:lnTo>
                    <a:pt x="2590" y="2686"/>
                  </a:lnTo>
                  <a:lnTo>
                    <a:pt x="2552" y="2724"/>
                  </a:lnTo>
                  <a:lnTo>
                    <a:pt x="2533" y="2724"/>
                  </a:lnTo>
                  <a:lnTo>
                    <a:pt x="2514" y="2724"/>
                  </a:lnTo>
                  <a:lnTo>
                    <a:pt x="2495" y="2705"/>
                  </a:lnTo>
                  <a:lnTo>
                    <a:pt x="2495" y="2724"/>
                  </a:lnTo>
                  <a:lnTo>
                    <a:pt x="2476" y="2724"/>
                  </a:lnTo>
                  <a:lnTo>
                    <a:pt x="2476" y="2743"/>
                  </a:lnTo>
                  <a:lnTo>
                    <a:pt x="2457" y="2743"/>
                  </a:lnTo>
                  <a:lnTo>
                    <a:pt x="2418" y="2743"/>
                  </a:lnTo>
                  <a:lnTo>
                    <a:pt x="2247" y="2743"/>
                  </a:lnTo>
                  <a:lnTo>
                    <a:pt x="2095" y="2743"/>
                  </a:lnTo>
                  <a:lnTo>
                    <a:pt x="1923" y="2743"/>
                  </a:lnTo>
                  <a:lnTo>
                    <a:pt x="1752" y="2743"/>
                  </a:lnTo>
                  <a:lnTo>
                    <a:pt x="1695" y="2743"/>
                  </a:lnTo>
                  <a:lnTo>
                    <a:pt x="1714" y="2724"/>
                  </a:lnTo>
                  <a:lnTo>
                    <a:pt x="1714" y="2705"/>
                  </a:lnTo>
                  <a:lnTo>
                    <a:pt x="1714" y="2686"/>
                  </a:lnTo>
                  <a:lnTo>
                    <a:pt x="1714" y="2667"/>
                  </a:lnTo>
                  <a:lnTo>
                    <a:pt x="1714" y="2648"/>
                  </a:lnTo>
                  <a:lnTo>
                    <a:pt x="1733" y="2648"/>
                  </a:lnTo>
                  <a:lnTo>
                    <a:pt x="1733" y="2629"/>
                  </a:lnTo>
                  <a:lnTo>
                    <a:pt x="1733" y="2610"/>
                  </a:lnTo>
                  <a:lnTo>
                    <a:pt x="1733" y="2591"/>
                  </a:lnTo>
                  <a:lnTo>
                    <a:pt x="1714" y="2591"/>
                  </a:lnTo>
                  <a:lnTo>
                    <a:pt x="1695" y="2553"/>
                  </a:lnTo>
                  <a:lnTo>
                    <a:pt x="1638" y="2515"/>
                  </a:lnTo>
                  <a:lnTo>
                    <a:pt x="1619" y="2477"/>
                  </a:lnTo>
                  <a:lnTo>
                    <a:pt x="1638" y="2438"/>
                  </a:lnTo>
                  <a:lnTo>
                    <a:pt x="1638" y="2420"/>
                  </a:lnTo>
                  <a:lnTo>
                    <a:pt x="1638" y="2401"/>
                  </a:lnTo>
                  <a:lnTo>
                    <a:pt x="1619" y="2362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00" y="2305"/>
                  </a:lnTo>
                  <a:lnTo>
                    <a:pt x="1600" y="2286"/>
                  </a:lnTo>
                  <a:lnTo>
                    <a:pt x="1580" y="2286"/>
                  </a:lnTo>
                  <a:lnTo>
                    <a:pt x="1561" y="2286"/>
                  </a:lnTo>
                  <a:lnTo>
                    <a:pt x="1542" y="2286"/>
                  </a:lnTo>
                  <a:lnTo>
                    <a:pt x="1524" y="2248"/>
                  </a:lnTo>
                  <a:lnTo>
                    <a:pt x="1504" y="2248"/>
                  </a:lnTo>
                  <a:lnTo>
                    <a:pt x="1485" y="2248"/>
                  </a:lnTo>
                  <a:lnTo>
                    <a:pt x="1428" y="2248"/>
                  </a:lnTo>
                  <a:lnTo>
                    <a:pt x="1390" y="2248"/>
                  </a:lnTo>
                  <a:lnTo>
                    <a:pt x="1371" y="2229"/>
                  </a:lnTo>
                  <a:lnTo>
                    <a:pt x="1333" y="2210"/>
                  </a:lnTo>
                  <a:lnTo>
                    <a:pt x="1295" y="2210"/>
                  </a:lnTo>
                  <a:lnTo>
                    <a:pt x="1275" y="2210"/>
                  </a:lnTo>
                  <a:lnTo>
                    <a:pt x="1257" y="2210"/>
                  </a:lnTo>
                  <a:lnTo>
                    <a:pt x="1238" y="2191"/>
                  </a:lnTo>
                  <a:lnTo>
                    <a:pt x="1123" y="2172"/>
                  </a:lnTo>
                  <a:lnTo>
                    <a:pt x="742" y="2172"/>
                  </a:lnTo>
                  <a:lnTo>
                    <a:pt x="762" y="2134"/>
                  </a:lnTo>
                  <a:lnTo>
                    <a:pt x="818" y="2096"/>
                  </a:lnTo>
                  <a:lnTo>
                    <a:pt x="838" y="2057"/>
                  </a:lnTo>
                  <a:lnTo>
                    <a:pt x="857" y="2039"/>
                  </a:lnTo>
                  <a:lnTo>
                    <a:pt x="876" y="202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4" y="2000"/>
                  </a:lnTo>
                  <a:lnTo>
                    <a:pt x="933" y="1981"/>
                  </a:lnTo>
                  <a:lnTo>
                    <a:pt x="933" y="1962"/>
                  </a:lnTo>
                  <a:lnTo>
                    <a:pt x="971" y="1924"/>
                  </a:lnTo>
                  <a:lnTo>
                    <a:pt x="971" y="1905"/>
                  </a:lnTo>
                  <a:lnTo>
                    <a:pt x="990" y="1886"/>
                  </a:lnTo>
                  <a:lnTo>
                    <a:pt x="990" y="1867"/>
                  </a:lnTo>
                  <a:lnTo>
                    <a:pt x="971" y="1791"/>
                  </a:lnTo>
                  <a:lnTo>
                    <a:pt x="971" y="1772"/>
                  </a:lnTo>
                  <a:lnTo>
                    <a:pt x="952" y="1734"/>
                  </a:lnTo>
                  <a:lnTo>
                    <a:pt x="933" y="1715"/>
                  </a:lnTo>
                  <a:lnTo>
                    <a:pt x="895" y="1695"/>
                  </a:lnTo>
                  <a:lnTo>
                    <a:pt x="895" y="1677"/>
                  </a:lnTo>
                  <a:lnTo>
                    <a:pt x="818" y="1581"/>
                  </a:lnTo>
                  <a:lnTo>
                    <a:pt x="799" y="1543"/>
                  </a:lnTo>
                  <a:lnTo>
                    <a:pt x="781" y="1524"/>
                  </a:lnTo>
                  <a:lnTo>
                    <a:pt x="781" y="1505"/>
                  </a:lnTo>
                  <a:lnTo>
                    <a:pt x="762" y="1505"/>
                  </a:lnTo>
                  <a:lnTo>
                    <a:pt x="704" y="1486"/>
                  </a:lnTo>
                  <a:lnTo>
                    <a:pt x="685" y="1467"/>
                  </a:lnTo>
                  <a:lnTo>
                    <a:pt x="666" y="1448"/>
                  </a:lnTo>
                  <a:lnTo>
                    <a:pt x="628" y="1410"/>
                  </a:lnTo>
                  <a:lnTo>
                    <a:pt x="609" y="1391"/>
                  </a:lnTo>
                  <a:lnTo>
                    <a:pt x="609" y="1372"/>
                  </a:lnTo>
                  <a:lnTo>
                    <a:pt x="628" y="1334"/>
                  </a:lnTo>
                  <a:lnTo>
                    <a:pt x="628" y="1314"/>
                  </a:lnTo>
                  <a:lnTo>
                    <a:pt x="609" y="1296"/>
                  </a:lnTo>
                  <a:lnTo>
                    <a:pt x="609" y="1277"/>
                  </a:lnTo>
                  <a:lnTo>
                    <a:pt x="590" y="1277"/>
                  </a:lnTo>
                  <a:lnTo>
                    <a:pt x="571" y="1277"/>
                  </a:lnTo>
                  <a:lnTo>
                    <a:pt x="552" y="1258"/>
                  </a:lnTo>
                  <a:lnTo>
                    <a:pt x="552" y="1238"/>
                  </a:lnTo>
                  <a:lnTo>
                    <a:pt x="533" y="1238"/>
                  </a:lnTo>
                  <a:lnTo>
                    <a:pt x="457" y="1200"/>
                  </a:lnTo>
                  <a:lnTo>
                    <a:pt x="437" y="1182"/>
                  </a:lnTo>
                  <a:lnTo>
                    <a:pt x="437" y="1162"/>
                  </a:lnTo>
                  <a:lnTo>
                    <a:pt x="437" y="1124"/>
                  </a:lnTo>
                  <a:lnTo>
                    <a:pt x="418" y="1105"/>
                  </a:lnTo>
                  <a:lnTo>
                    <a:pt x="400" y="1067"/>
                  </a:lnTo>
                  <a:lnTo>
                    <a:pt x="381" y="1048"/>
                  </a:lnTo>
                  <a:lnTo>
                    <a:pt x="381" y="1029"/>
                  </a:lnTo>
                  <a:lnTo>
                    <a:pt x="381" y="991"/>
                  </a:lnTo>
                  <a:lnTo>
                    <a:pt x="381" y="972"/>
                  </a:lnTo>
                  <a:lnTo>
                    <a:pt x="381" y="953"/>
                  </a:lnTo>
                  <a:lnTo>
                    <a:pt x="342" y="896"/>
                  </a:lnTo>
                  <a:lnTo>
                    <a:pt x="342" y="877"/>
                  </a:lnTo>
                  <a:lnTo>
                    <a:pt x="323" y="857"/>
                  </a:lnTo>
                  <a:lnTo>
                    <a:pt x="285" y="838"/>
                  </a:lnTo>
                  <a:lnTo>
                    <a:pt x="247" y="819"/>
                  </a:lnTo>
                  <a:lnTo>
                    <a:pt x="228" y="801"/>
                  </a:lnTo>
                  <a:lnTo>
                    <a:pt x="209" y="781"/>
                  </a:lnTo>
                  <a:lnTo>
                    <a:pt x="209" y="743"/>
                  </a:lnTo>
                  <a:lnTo>
                    <a:pt x="209" y="724"/>
                  </a:lnTo>
                  <a:lnTo>
                    <a:pt x="228" y="724"/>
                  </a:lnTo>
                  <a:lnTo>
                    <a:pt x="247" y="724"/>
                  </a:lnTo>
                  <a:lnTo>
                    <a:pt x="285" y="705"/>
                  </a:lnTo>
                  <a:lnTo>
                    <a:pt x="285" y="686"/>
                  </a:lnTo>
                  <a:lnTo>
                    <a:pt x="285" y="648"/>
                  </a:lnTo>
                  <a:lnTo>
                    <a:pt x="247" y="610"/>
                  </a:lnTo>
                  <a:lnTo>
                    <a:pt x="228" y="610"/>
                  </a:lnTo>
                  <a:lnTo>
                    <a:pt x="190" y="591"/>
                  </a:lnTo>
                  <a:lnTo>
                    <a:pt x="171" y="572"/>
                  </a:lnTo>
                  <a:lnTo>
                    <a:pt x="38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38" y="400"/>
                  </a:lnTo>
                  <a:lnTo>
                    <a:pt x="38" y="381"/>
                  </a:lnTo>
                  <a:lnTo>
                    <a:pt x="56" y="362"/>
                  </a:lnTo>
                  <a:lnTo>
                    <a:pt x="56" y="343"/>
                  </a:lnTo>
                  <a:lnTo>
                    <a:pt x="76" y="324"/>
                  </a:lnTo>
                  <a:lnTo>
                    <a:pt x="56" y="286"/>
                  </a:lnTo>
                  <a:lnTo>
                    <a:pt x="38" y="248"/>
                  </a:lnTo>
                  <a:lnTo>
                    <a:pt x="38" y="229"/>
                  </a:lnTo>
                  <a:lnTo>
                    <a:pt x="56" y="229"/>
                  </a:lnTo>
                  <a:lnTo>
                    <a:pt x="95" y="248"/>
                  </a:lnTo>
                  <a:lnTo>
                    <a:pt x="114" y="248"/>
                  </a:lnTo>
                  <a:lnTo>
                    <a:pt x="133" y="248"/>
                  </a:lnTo>
                  <a:lnTo>
                    <a:pt x="171" y="229"/>
                  </a:lnTo>
                  <a:lnTo>
                    <a:pt x="171" y="210"/>
                  </a:lnTo>
                  <a:lnTo>
                    <a:pt x="209" y="210"/>
                  </a:lnTo>
                  <a:lnTo>
                    <a:pt x="247" y="210"/>
                  </a:lnTo>
                  <a:lnTo>
                    <a:pt x="266" y="210"/>
                  </a:lnTo>
                  <a:lnTo>
                    <a:pt x="285" y="191"/>
                  </a:lnTo>
                  <a:lnTo>
                    <a:pt x="285" y="172"/>
                  </a:lnTo>
                  <a:lnTo>
                    <a:pt x="266" y="153"/>
                  </a:lnTo>
                  <a:lnTo>
                    <a:pt x="266" y="115"/>
                  </a:lnTo>
                  <a:lnTo>
                    <a:pt x="190" y="19"/>
                  </a:lnTo>
                  <a:lnTo>
                    <a:pt x="190" y="0"/>
                  </a:lnTo>
                  <a:lnTo>
                    <a:pt x="209" y="19"/>
                  </a:lnTo>
                  <a:lnTo>
                    <a:pt x="1257" y="457"/>
                  </a:lnTo>
                  <a:lnTo>
                    <a:pt x="3409" y="991"/>
                  </a:lnTo>
                  <a:lnTo>
                    <a:pt x="3942" y="1277"/>
                  </a:lnTo>
                  <a:lnTo>
                    <a:pt x="6724" y="2572"/>
                  </a:lnTo>
                  <a:lnTo>
                    <a:pt x="6895" y="2648"/>
                  </a:lnTo>
                  <a:lnTo>
                    <a:pt x="6895" y="2667"/>
                  </a:lnTo>
                  <a:lnTo>
                    <a:pt x="6876" y="2667"/>
                  </a:lnTo>
                  <a:lnTo>
                    <a:pt x="6876" y="2686"/>
                  </a:lnTo>
                  <a:lnTo>
                    <a:pt x="6800" y="2724"/>
                  </a:lnTo>
                  <a:lnTo>
                    <a:pt x="6781" y="2724"/>
                  </a:lnTo>
                  <a:lnTo>
                    <a:pt x="6647" y="2819"/>
                  </a:lnTo>
                  <a:lnTo>
                    <a:pt x="6495" y="2972"/>
                  </a:lnTo>
                  <a:lnTo>
                    <a:pt x="6457" y="3010"/>
                  </a:lnTo>
                  <a:lnTo>
                    <a:pt x="6438" y="3010"/>
                  </a:lnTo>
                  <a:lnTo>
                    <a:pt x="6419" y="3010"/>
                  </a:lnTo>
                  <a:lnTo>
                    <a:pt x="6400" y="3029"/>
                  </a:lnTo>
                  <a:lnTo>
                    <a:pt x="6380" y="3048"/>
                  </a:lnTo>
                  <a:lnTo>
                    <a:pt x="6343" y="3029"/>
                  </a:lnTo>
                  <a:lnTo>
                    <a:pt x="6324" y="3029"/>
                  </a:lnTo>
                  <a:lnTo>
                    <a:pt x="6285" y="3029"/>
                  </a:lnTo>
                  <a:lnTo>
                    <a:pt x="6266" y="3029"/>
                  </a:lnTo>
                  <a:lnTo>
                    <a:pt x="6248" y="3048"/>
                  </a:lnTo>
                  <a:lnTo>
                    <a:pt x="6248" y="3067"/>
                  </a:lnTo>
                  <a:lnTo>
                    <a:pt x="6248" y="3086"/>
                  </a:lnTo>
                  <a:lnTo>
                    <a:pt x="6228" y="3086"/>
                  </a:lnTo>
                  <a:lnTo>
                    <a:pt x="6171" y="3086"/>
                  </a:lnTo>
                  <a:lnTo>
                    <a:pt x="6171" y="3105"/>
                  </a:lnTo>
                  <a:lnTo>
                    <a:pt x="6152" y="3105"/>
                  </a:lnTo>
                  <a:lnTo>
                    <a:pt x="6152" y="3124"/>
                  </a:lnTo>
                  <a:lnTo>
                    <a:pt x="6133" y="3143"/>
                  </a:lnTo>
                  <a:lnTo>
                    <a:pt x="6133" y="3163"/>
                  </a:lnTo>
                  <a:lnTo>
                    <a:pt x="6114" y="3181"/>
                  </a:lnTo>
                  <a:lnTo>
                    <a:pt x="6076" y="3181"/>
                  </a:lnTo>
                  <a:lnTo>
                    <a:pt x="6038" y="3200"/>
                  </a:lnTo>
                  <a:lnTo>
                    <a:pt x="6019" y="3219"/>
                  </a:lnTo>
                  <a:lnTo>
                    <a:pt x="5999" y="3219"/>
                  </a:lnTo>
                  <a:lnTo>
                    <a:pt x="5999" y="3239"/>
                  </a:lnTo>
                  <a:lnTo>
                    <a:pt x="5981" y="3258"/>
                  </a:lnTo>
                  <a:lnTo>
                    <a:pt x="5962" y="3277"/>
                  </a:lnTo>
                  <a:lnTo>
                    <a:pt x="5923" y="3295"/>
                  </a:lnTo>
                  <a:lnTo>
                    <a:pt x="5923" y="3315"/>
                  </a:lnTo>
                  <a:lnTo>
                    <a:pt x="5904" y="3334"/>
                  </a:lnTo>
                  <a:lnTo>
                    <a:pt x="5904" y="3372"/>
                  </a:lnTo>
                  <a:lnTo>
                    <a:pt x="5885" y="3410"/>
                  </a:lnTo>
                  <a:lnTo>
                    <a:pt x="5847" y="3410"/>
                  </a:lnTo>
                  <a:lnTo>
                    <a:pt x="5828" y="3410"/>
                  </a:lnTo>
                  <a:lnTo>
                    <a:pt x="5809" y="3372"/>
                  </a:lnTo>
                  <a:lnTo>
                    <a:pt x="5790" y="3372"/>
                  </a:lnTo>
                  <a:lnTo>
                    <a:pt x="5771" y="3353"/>
                  </a:lnTo>
                  <a:lnTo>
                    <a:pt x="5752" y="3353"/>
                  </a:lnTo>
                  <a:lnTo>
                    <a:pt x="5638" y="3372"/>
                  </a:lnTo>
                  <a:lnTo>
                    <a:pt x="5619" y="3353"/>
                  </a:lnTo>
                  <a:lnTo>
                    <a:pt x="5600" y="3372"/>
                  </a:lnTo>
                  <a:lnTo>
                    <a:pt x="5581" y="3372"/>
                  </a:lnTo>
                  <a:lnTo>
                    <a:pt x="5562" y="3391"/>
                  </a:lnTo>
                  <a:lnTo>
                    <a:pt x="5542" y="3391"/>
                  </a:lnTo>
                  <a:lnTo>
                    <a:pt x="5523" y="3410"/>
                  </a:lnTo>
                  <a:lnTo>
                    <a:pt x="5486" y="3467"/>
                  </a:lnTo>
                  <a:lnTo>
                    <a:pt x="5428" y="3524"/>
                  </a:lnTo>
                  <a:lnTo>
                    <a:pt x="5428" y="3544"/>
                  </a:lnTo>
                  <a:lnTo>
                    <a:pt x="5390" y="3600"/>
                  </a:lnTo>
                  <a:lnTo>
                    <a:pt x="5390" y="3620"/>
                  </a:lnTo>
                  <a:lnTo>
                    <a:pt x="5371" y="3639"/>
                  </a:lnTo>
                  <a:lnTo>
                    <a:pt x="5352" y="3658"/>
                  </a:lnTo>
                  <a:lnTo>
                    <a:pt x="5333" y="3676"/>
                  </a:lnTo>
                  <a:lnTo>
                    <a:pt x="5314" y="3676"/>
                  </a:lnTo>
                  <a:lnTo>
                    <a:pt x="5276" y="3696"/>
                  </a:lnTo>
                  <a:lnTo>
                    <a:pt x="5257" y="3696"/>
                  </a:lnTo>
                  <a:lnTo>
                    <a:pt x="5219" y="3734"/>
                  </a:lnTo>
                  <a:lnTo>
                    <a:pt x="5200" y="3734"/>
                  </a:lnTo>
                  <a:lnTo>
                    <a:pt x="5181" y="3734"/>
                  </a:lnTo>
                  <a:lnTo>
                    <a:pt x="5161" y="3734"/>
                  </a:lnTo>
                  <a:lnTo>
                    <a:pt x="5124" y="3734"/>
                  </a:lnTo>
                  <a:lnTo>
                    <a:pt x="5085" y="3772"/>
                  </a:lnTo>
                  <a:lnTo>
                    <a:pt x="5047" y="3791"/>
                  </a:lnTo>
                  <a:lnTo>
                    <a:pt x="4914" y="3810"/>
                  </a:lnTo>
                  <a:lnTo>
                    <a:pt x="4895" y="3810"/>
                  </a:lnTo>
                  <a:lnTo>
                    <a:pt x="4895" y="3772"/>
                  </a:lnTo>
                  <a:lnTo>
                    <a:pt x="4895" y="3734"/>
                  </a:lnTo>
                  <a:lnTo>
                    <a:pt x="4895" y="3715"/>
                  </a:lnTo>
                  <a:lnTo>
                    <a:pt x="4914" y="3696"/>
                  </a:lnTo>
                  <a:lnTo>
                    <a:pt x="4895" y="3696"/>
                  </a:lnTo>
                  <a:lnTo>
                    <a:pt x="4876" y="3676"/>
                  </a:lnTo>
                  <a:lnTo>
                    <a:pt x="4857" y="3676"/>
                  </a:lnTo>
                  <a:lnTo>
                    <a:pt x="4819" y="3696"/>
                  </a:lnTo>
                  <a:lnTo>
                    <a:pt x="4800" y="3696"/>
                  </a:lnTo>
                  <a:lnTo>
                    <a:pt x="4780" y="3696"/>
                  </a:lnTo>
                  <a:lnTo>
                    <a:pt x="4743" y="3676"/>
                  </a:lnTo>
                  <a:lnTo>
                    <a:pt x="4704" y="3696"/>
                  </a:lnTo>
                  <a:lnTo>
                    <a:pt x="4685" y="3696"/>
                  </a:lnTo>
                  <a:lnTo>
                    <a:pt x="4628" y="3658"/>
                  </a:lnTo>
                  <a:lnTo>
                    <a:pt x="4609" y="3658"/>
                  </a:lnTo>
                  <a:lnTo>
                    <a:pt x="4571" y="3658"/>
                  </a:lnTo>
                  <a:lnTo>
                    <a:pt x="4552" y="3658"/>
                  </a:lnTo>
                  <a:lnTo>
                    <a:pt x="4476" y="3639"/>
                  </a:lnTo>
                  <a:lnTo>
                    <a:pt x="4419" y="3639"/>
                  </a:lnTo>
                  <a:lnTo>
                    <a:pt x="4381" y="3639"/>
                  </a:lnTo>
                  <a:lnTo>
                    <a:pt x="4343" y="3620"/>
                  </a:lnTo>
                  <a:lnTo>
                    <a:pt x="4323" y="3620"/>
                  </a:lnTo>
                  <a:lnTo>
                    <a:pt x="4267" y="3639"/>
                  </a:lnTo>
                  <a:lnTo>
                    <a:pt x="4228" y="3639"/>
                  </a:lnTo>
                  <a:lnTo>
                    <a:pt x="4152" y="3639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F66D85AA-4498-B782-1168-69086182B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6013" y="782638"/>
              <a:ext cx="825500" cy="954087"/>
            </a:xfrm>
            <a:custGeom>
              <a:avLst/>
              <a:gdLst>
                <a:gd name="T0" fmla="*/ 2147483646 w 4592"/>
                <a:gd name="T1" fmla="*/ 2147483646 h 5297"/>
                <a:gd name="T2" fmla="*/ 2147483646 w 4592"/>
                <a:gd name="T3" fmla="*/ 2147483646 h 5297"/>
                <a:gd name="T4" fmla="*/ 2147483646 w 4592"/>
                <a:gd name="T5" fmla="*/ 2147483646 h 5297"/>
                <a:gd name="T6" fmla="*/ 2147483646 w 4592"/>
                <a:gd name="T7" fmla="*/ 2147483646 h 5297"/>
                <a:gd name="T8" fmla="*/ 2147483646 w 4592"/>
                <a:gd name="T9" fmla="*/ 2147483646 h 5297"/>
                <a:gd name="T10" fmla="*/ 2147483646 w 4592"/>
                <a:gd name="T11" fmla="*/ 2147483646 h 5297"/>
                <a:gd name="T12" fmla="*/ 2147483646 w 4592"/>
                <a:gd name="T13" fmla="*/ 2147483646 h 5297"/>
                <a:gd name="T14" fmla="*/ 2147483646 w 4592"/>
                <a:gd name="T15" fmla="*/ 2147483646 h 5297"/>
                <a:gd name="T16" fmla="*/ 2147483646 w 4592"/>
                <a:gd name="T17" fmla="*/ 2147483646 h 5297"/>
                <a:gd name="T18" fmla="*/ 2147483646 w 4592"/>
                <a:gd name="T19" fmla="*/ 2147483646 h 5297"/>
                <a:gd name="T20" fmla="*/ 2147483646 w 4592"/>
                <a:gd name="T21" fmla="*/ 2147483646 h 5297"/>
                <a:gd name="T22" fmla="*/ 2147483646 w 4592"/>
                <a:gd name="T23" fmla="*/ 2147483646 h 5297"/>
                <a:gd name="T24" fmla="*/ 2147483646 w 4592"/>
                <a:gd name="T25" fmla="*/ 2147483646 h 5297"/>
                <a:gd name="T26" fmla="*/ 2147483646 w 4592"/>
                <a:gd name="T27" fmla="*/ 2147483646 h 5297"/>
                <a:gd name="T28" fmla="*/ 2147483646 w 4592"/>
                <a:gd name="T29" fmla="*/ 2147483646 h 5297"/>
                <a:gd name="T30" fmla="*/ 2147483646 w 4592"/>
                <a:gd name="T31" fmla="*/ 2147483646 h 5297"/>
                <a:gd name="T32" fmla="*/ 2147483646 w 4592"/>
                <a:gd name="T33" fmla="*/ 2147483646 h 5297"/>
                <a:gd name="T34" fmla="*/ 2147483646 w 4592"/>
                <a:gd name="T35" fmla="*/ 2147483646 h 5297"/>
                <a:gd name="T36" fmla="*/ 2147483646 w 4592"/>
                <a:gd name="T37" fmla="*/ 2147483646 h 5297"/>
                <a:gd name="T38" fmla="*/ 2147483646 w 4592"/>
                <a:gd name="T39" fmla="*/ 2147483646 h 5297"/>
                <a:gd name="T40" fmla="*/ 2147483646 w 4592"/>
                <a:gd name="T41" fmla="*/ 2147483646 h 5297"/>
                <a:gd name="T42" fmla="*/ 2147483646 w 4592"/>
                <a:gd name="T43" fmla="*/ 2147483646 h 5297"/>
                <a:gd name="T44" fmla="*/ 2147483646 w 4592"/>
                <a:gd name="T45" fmla="*/ 2147483646 h 5297"/>
                <a:gd name="T46" fmla="*/ 2147483646 w 4592"/>
                <a:gd name="T47" fmla="*/ 2147483646 h 5297"/>
                <a:gd name="T48" fmla="*/ 2147483646 w 4592"/>
                <a:gd name="T49" fmla="*/ 2147483646 h 5297"/>
                <a:gd name="T50" fmla="*/ 2147483646 w 4592"/>
                <a:gd name="T51" fmla="*/ 2147483646 h 5297"/>
                <a:gd name="T52" fmla="*/ 2147483646 w 4592"/>
                <a:gd name="T53" fmla="*/ 2147483646 h 5297"/>
                <a:gd name="T54" fmla="*/ 2147483646 w 4592"/>
                <a:gd name="T55" fmla="*/ 2147483646 h 5297"/>
                <a:gd name="T56" fmla="*/ 2147483646 w 4592"/>
                <a:gd name="T57" fmla="*/ 2147483646 h 5297"/>
                <a:gd name="T58" fmla="*/ 2147483646 w 4592"/>
                <a:gd name="T59" fmla="*/ 2147483646 h 5297"/>
                <a:gd name="T60" fmla="*/ 2147483646 w 4592"/>
                <a:gd name="T61" fmla="*/ 2147483646 h 5297"/>
                <a:gd name="T62" fmla="*/ 2147483646 w 4592"/>
                <a:gd name="T63" fmla="*/ 2147483646 h 5297"/>
                <a:gd name="T64" fmla="*/ 2147483646 w 4592"/>
                <a:gd name="T65" fmla="*/ 2147483646 h 5297"/>
                <a:gd name="T66" fmla="*/ 2147483646 w 4592"/>
                <a:gd name="T67" fmla="*/ 2147483646 h 5297"/>
                <a:gd name="T68" fmla="*/ 2147483646 w 4592"/>
                <a:gd name="T69" fmla="*/ 2147483646 h 5297"/>
                <a:gd name="T70" fmla="*/ 2147483646 w 4592"/>
                <a:gd name="T71" fmla="*/ 2147483646 h 5297"/>
                <a:gd name="T72" fmla="*/ 2147483646 w 4592"/>
                <a:gd name="T73" fmla="*/ 2147483646 h 5297"/>
                <a:gd name="T74" fmla="*/ 2147483646 w 4592"/>
                <a:gd name="T75" fmla="*/ 2147483646 h 5297"/>
                <a:gd name="T76" fmla="*/ 2147483646 w 4592"/>
                <a:gd name="T77" fmla="*/ 2147483646 h 5297"/>
                <a:gd name="T78" fmla="*/ 2147483646 w 4592"/>
                <a:gd name="T79" fmla="*/ 2147483646 h 5297"/>
                <a:gd name="T80" fmla="*/ 2147483646 w 4592"/>
                <a:gd name="T81" fmla="*/ 2147483646 h 5297"/>
                <a:gd name="T82" fmla="*/ 2147483646 w 4592"/>
                <a:gd name="T83" fmla="*/ 2147483646 h 5297"/>
                <a:gd name="T84" fmla="*/ 2147483646 w 4592"/>
                <a:gd name="T85" fmla="*/ 2147483646 h 5297"/>
                <a:gd name="T86" fmla="*/ 2147483646 w 4592"/>
                <a:gd name="T87" fmla="*/ 2147483646 h 5297"/>
                <a:gd name="T88" fmla="*/ 2147483646 w 4592"/>
                <a:gd name="T89" fmla="*/ 2147483646 h 5297"/>
                <a:gd name="T90" fmla="*/ 2147483646 w 4592"/>
                <a:gd name="T91" fmla="*/ 2147483646 h 5297"/>
                <a:gd name="T92" fmla="*/ 2147483646 w 4592"/>
                <a:gd name="T93" fmla="*/ 2147483646 h 5297"/>
                <a:gd name="T94" fmla="*/ 2147483646 w 4592"/>
                <a:gd name="T95" fmla="*/ 2147483646 h 5297"/>
                <a:gd name="T96" fmla="*/ 2147483646 w 4592"/>
                <a:gd name="T97" fmla="*/ 2147483646 h 5297"/>
                <a:gd name="T98" fmla="*/ 2147483646 w 4592"/>
                <a:gd name="T99" fmla="*/ 2147483646 h 5297"/>
                <a:gd name="T100" fmla="*/ 2147483646 w 4592"/>
                <a:gd name="T101" fmla="*/ 2147483646 h 5297"/>
                <a:gd name="T102" fmla="*/ 2147483646 w 4592"/>
                <a:gd name="T103" fmla="*/ 2147483646 h 5297"/>
                <a:gd name="T104" fmla="*/ 2147483646 w 4592"/>
                <a:gd name="T105" fmla="*/ 2147483646 h 5297"/>
                <a:gd name="T106" fmla="*/ 2147483646 w 4592"/>
                <a:gd name="T107" fmla="*/ 2147483646 h 5297"/>
                <a:gd name="T108" fmla="*/ 2147483646 w 4592"/>
                <a:gd name="T109" fmla="*/ 2147483646 h 5297"/>
                <a:gd name="T110" fmla="*/ 2147483646 w 4592"/>
                <a:gd name="T111" fmla="*/ 2147483646 h 5297"/>
                <a:gd name="T112" fmla="*/ 2147483646 w 4592"/>
                <a:gd name="T113" fmla="*/ 2147483646 h 5297"/>
                <a:gd name="T114" fmla="*/ 2147483646 w 4592"/>
                <a:gd name="T115" fmla="*/ 2147483646 h 5297"/>
                <a:gd name="T116" fmla="*/ 2147483646 w 4592"/>
                <a:gd name="T117" fmla="*/ 2147483646 h 529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592" h="5297">
                  <a:moveTo>
                    <a:pt x="19" y="1847"/>
                  </a:moveTo>
                  <a:lnTo>
                    <a:pt x="38" y="1847"/>
                  </a:lnTo>
                  <a:lnTo>
                    <a:pt x="57" y="1847"/>
                  </a:lnTo>
                  <a:lnTo>
                    <a:pt x="77" y="1867"/>
                  </a:lnTo>
                  <a:lnTo>
                    <a:pt x="77" y="1886"/>
                  </a:lnTo>
                  <a:lnTo>
                    <a:pt x="95" y="1905"/>
                  </a:lnTo>
                  <a:lnTo>
                    <a:pt x="77" y="1905"/>
                  </a:lnTo>
                  <a:lnTo>
                    <a:pt x="77" y="1924"/>
                  </a:lnTo>
                  <a:lnTo>
                    <a:pt x="77" y="1943"/>
                  </a:lnTo>
                  <a:lnTo>
                    <a:pt x="77" y="1962"/>
                  </a:lnTo>
                  <a:lnTo>
                    <a:pt x="77" y="1981"/>
                  </a:lnTo>
                  <a:lnTo>
                    <a:pt x="95" y="1981"/>
                  </a:lnTo>
                  <a:lnTo>
                    <a:pt x="114" y="1981"/>
                  </a:lnTo>
                  <a:lnTo>
                    <a:pt x="133" y="1981"/>
                  </a:lnTo>
                  <a:lnTo>
                    <a:pt x="153" y="1981"/>
                  </a:lnTo>
                  <a:lnTo>
                    <a:pt x="172" y="1981"/>
                  </a:lnTo>
                  <a:lnTo>
                    <a:pt x="191" y="1981"/>
                  </a:lnTo>
                  <a:lnTo>
                    <a:pt x="209" y="1981"/>
                  </a:lnTo>
                  <a:lnTo>
                    <a:pt x="229" y="2000"/>
                  </a:lnTo>
                  <a:lnTo>
                    <a:pt x="248" y="2019"/>
                  </a:lnTo>
                  <a:lnTo>
                    <a:pt x="229" y="2019"/>
                  </a:lnTo>
                  <a:lnTo>
                    <a:pt x="229" y="2038"/>
                  </a:lnTo>
                  <a:lnTo>
                    <a:pt x="267" y="2057"/>
                  </a:lnTo>
                  <a:lnTo>
                    <a:pt x="286" y="2076"/>
                  </a:lnTo>
                  <a:lnTo>
                    <a:pt x="324" y="2096"/>
                  </a:lnTo>
                  <a:lnTo>
                    <a:pt x="343" y="2096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400" y="2114"/>
                  </a:lnTo>
                  <a:lnTo>
                    <a:pt x="419" y="2133"/>
                  </a:lnTo>
                  <a:lnTo>
                    <a:pt x="438" y="2133"/>
                  </a:lnTo>
                  <a:lnTo>
                    <a:pt x="495" y="2152"/>
                  </a:lnTo>
                  <a:lnTo>
                    <a:pt x="514" y="2133"/>
                  </a:lnTo>
                  <a:lnTo>
                    <a:pt x="534" y="2133"/>
                  </a:lnTo>
                  <a:lnTo>
                    <a:pt x="553" y="2133"/>
                  </a:lnTo>
                  <a:lnTo>
                    <a:pt x="590" y="2172"/>
                  </a:lnTo>
                  <a:lnTo>
                    <a:pt x="610" y="2172"/>
                  </a:lnTo>
                  <a:lnTo>
                    <a:pt x="629" y="2172"/>
                  </a:lnTo>
                  <a:lnTo>
                    <a:pt x="648" y="2172"/>
                  </a:lnTo>
                  <a:lnTo>
                    <a:pt x="667" y="2114"/>
                  </a:lnTo>
                  <a:lnTo>
                    <a:pt x="686" y="2114"/>
                  </a:lnTo>
                  <a:lnTo>
                    <a:pt x="705" y="2114"/>
                  </a:lnTo>
                  <a:lnTo>
                    <a:pt x="724" y="2114"/>
                  </a:lnTo>
                  <a:lnTo>
                    <a:pt x="724" y="2096"/>
                  </a:lnTo>
                  <a:lnTo>
                    <a:pt x="781" y="2096"/>
                  </a:lnTo>
                  <a:lnTo>
                    <a:pt x="781" y="2076"/>
                  </a:lnTo>
                  <a:lnTo>
                    <a:pt x="800" y="2057"/>
                  </a:lnTo>
                  <a:lnTo>
                    <a:pt x="800" y="2038"/>
                  </a:lnTo>
                  <a:lnTo>
                    <a:pt x="819" y="2038"/>
                  </a:lnTo>
                  <a:lnTo>
                    <a:pt x="838" y="2038"/>
                  </a:lnTo>
                  <a:lnTo>
                    <a:pt x="838" y="2019"/>
                  </a:lnTo>
                  <a:lnTo>
                    <a:pt x="857" y="2019"/>
                  </a:lnTo>
                  <a:lnTo>
                    <a:pt x="857" y="2000"/>
                  </a:lnTo>
                  <a:lnTo>
                    <a:pt x="876" y="2000"/>
                  </a:lnTo>
                  <a:lnTo>
                    <a:pt x="895" y="2000"/>
                  </a:lnTo>
                  <a:lnTo>
                    <a:pt x="915" y="1981"/>
                  </a:lnTo>
                  <a:lnTo>
                    <a:pt x="915" y="1962"/>
                  </a:lnTo>
                  <a:lnTo>
                    <a:pt x="934" y="1943"/>
                  </a:lnTo>
                  <a:lnTo>
                    <a:pt x="952" y="1943"/>
                  </a:lnTo>
                  <a:lnTo>
                    <a:pt x="971" y="1943"/>
                  </a:lnTo>
                  <a:lnTo>
                    <a:pt x="991" y="1962"/>
                  </a:lnTo>
                  <a:lnTo>
                    <a:pt x="971" y="1981"/>
                  </a:lnTo>
                  <a:lnTo>
                    <a:pt x="971" y="2000"/>
                  </a:lnTo>
                  <a:lnTo>
                    <a:pt x="1010" y="2000"/>
                  </a:lnTo>
                  <a:lnTo>
                    <a:pt x="1067" y="2019"/>
                  </a:lnTo>
                  <a:lnTo>
                    <a:pt x="1086" y="2019"/>
                  </a:lnTo>
                  <a:lnTo>
                    <a:pt x="1124" y="2019"/>
                  </a:lnTo>
                  <a:lnTo>
                    <a:pt x="1124" y="2038"/>
                  </a:lnTo>
                  <a:lnTo>
                    <a:pt x="1162" y="2038"/>
                  </a:lnTo>
                  <a:lnTo>
                    <a:pt x="1181" y="2057"/>
                  </a:lnTo>
                  <a:lnTo>
                    <a:pt x="1200" y="2038"/>
                  </a:lnTo>
                  <a:lnTo>
                    <a:pt x="1238" y="2038"/>
                  </a:lnTo>
                  <a:lnTo>
                    <a:pt x="1276" y="2019"/>
                  </a:lnTo>
                  <a:lnTo>
                    <a:pt x="1315" y="2000"/>
                  </a:lnTo>
                  <a:lnTo>
                    <a:pt x="1352" y="1962"/>
                  </a:lnTo>
                  <a:lnTo>
                    <a:pt x="1372" y="1962"/>
                  </a:lnTo>
                  <a:lnTo>
                    <a:pt x="1391" y="2000"/>
                  </a:lnTo>
                  <a:lnTo>
                    <a:pt x="1448" y="2038"/>
                  </a:lnTo>
                  <a:lnTo>
                    <a:pt x="1448" y="2057"/>
                  </a:lnTo>
                  <a:lnTo>
                    <a:pt x="1429" y="2057"/>
                  </a:lnTo>
                  <a:lnTo>
                    <a:pt x="1410" y="2076"/>
                  </a:lnTo>
                  <a:lnTo>
                    <a:pt x="1410" y="2096"/>
                  </a:lnTo>
                  <a:lnTo>
                    <a:pt x="1429" y="2096"/>
                  </a:lnTo>
                  <a:lnTo>
                    <a:pt x="1543" y="2076"/>
                  </a:lnTo>
                  <a:lnTo>
                    <a:pt x="1562" y="2076"/>
                  </a:lnTo>
                  <a:lnTo>
                    <a:pt x="1581" y="2076"/>
                  </a:lnTo>
                  <a:lnTo>
                    <a:pt x="1619" y="2114"/>
                  </a:lnTo>
                  <a:lnTo>
                    <a:pt x="1657" y="2114"/>
                  </a:lnTo>
                  <a:lnTo>
                    <a:pt x="1695" y="2114"/>
                  </a:lnTo>
                  <a:lnTo>
                    <a:pt x="1714" y="2114"/>
                  </a:lnTo>
                  <a:lnTo>
                    <a:pt x="1733" y="2096"/>
                  </a:lnTo>
                  <a:lnTo>
                    <a:pt x="1753" y="2096"/>
                  </a:lnTo>
                  <a:lnTo>
                    <a:pt x="1772" y="2076"/>
                  </a:lnTo>
                  <a:lnTo>
                    <a:pt x="1772" y="2057"/>
                  </a:lnTo>
                  <a:lnTo>
                    <a:pt x="1791" y="2038"/>
                  </a:lnTo>
                  <a:lnTo>
                    <a:pt x="1809" y="2019"/>
                  </a:lnTo>
                  <a:lnTo>
                    <a:pt x="1848" y="2000"/>
                  </a:lnTo>
                  <a:lnTo>
                    <a:pt x="1943" y="1943"/>
                  </a:lnTo>
                  <a:lnTo>
                    <a:pt x="1962" y="1924"/>
                  </a:lnTo>
                  <a:lnTo>
                    <a:pt x="1981" y="1924"/>
                  </a:lnTo>
                  <a:lnTo>
                    <a:pt x="2000" y="1886"/>
                  </a:lnTo>
                  <a:lnTo>
                    <a:pt x="2038" y="1847"/>
                  </a:lnTo>
                  <a:lnTo>
                    <a:pt x="2058" y="1810"/>
                  </a:lnTo>
                  <a:lnTo>
                    <a:pt x="2076" y="1771"/>
                  </a:lnTo>
                  <a:lnTo>
                    <a:pt x="2076" y="1752"/>
                  </a:lnTo>
                  <a:lnTo>
                    <a:pt x="2095" y="1752"/>
                  </a:lnTo>
                  <a:lnTo>
                    <a:pt x="2095" y="1733"/>
                  </a:lnTo>
                  <a:lnTo>
                    <a:pt x="2095" y="1715"/>
                  </a:lnTo>
                  <a:lnTo>
                    <a:pt x="2076" y="1695"/>
                  </a:lnTo>
                  <a:lnTo>
                    <a:pt x="2076" y="1676"/>
                  </a:lnTo>
                  <a:lnTo>
                    <a:pt x="2095" y="1676"/>
                  </a:lnTo>
                  <a:lnTo>
                    <a:pt x="2095" y="1657"/>
                  </a:lnTo>
                  <a:lnTo>
                    <a:pt x="2114" y="1638"/>
                  </a:lnTo>
                  <a:lnTo>
                    <a:pt x="2190" y="1467"/>
                  </a:lnTo>
                  <a:lnTo>
                    <a:pt x="2210" y="1448"/>
                  </a:lnTo>
                  <a:lnTo>
                    <a:pt x="2229" y="1448"/>
                  </a:lnTo>
                  <a:lnTo>
                    <a:pt x="2229" y="1429"/>
                  </a:lnTo>
                  <a:lnTo>
                    <a:pt x="2210" y="1429"/>
                  </a:lnTo>
                  <a:lnTo>
                    <a:pt x="2210" y="1409"/>
                  </a:lnTo>
                  <a:lnTo>
                    <a:pt x="2286" y="1295"/>
                  </a:lnTo>
                  <a:lnTo>
                    <a:pt x="2286" y="1276"/>
                  </a:lnTo>
                  <a:lnTo>
                    <a:pt x="2267" y="1238"/>
                  </a:lnTo>
                  <a:lnTo>
                    <a:pt x="2267" y="1219"/>
                  </a:lnTo>
                  <a:lnTo>
                    <a:pt x="2267" y="1200"/>
                  </a:lnTo>
                  <a:lnTo>
                    <a:pt x="2305" y="1181"/>
                  </a:lnTo>
                  <a:lnTo>
                    <a:pt x="2324" y="1143"/>
                  </a:lnTo>
                  <a:lnTo>
                    <a:pt x="2343" y="1124"/>
                  </a:lnTo>
                  <a:lnTo>
                    <a:pt x="2362" y="1124"/>
                  </a:lnTo>
                  <a:lnTo>
                    <a:pt x="2381" y="1124"/>
                  </a:lnTo>
                  <a:lnTo>
                    <a:pt x="2381" y="1105"/>
                  </a:lnTo>
                  <a:lnTo>
                    <a:pt x="2400" y="1105"/>
                  </a:lnTo>
                  <a:lnTo>
                    <a:pt x="2515" y="895"/>
                  </a:lnTo>
                  <a:lnTo>
                    <a:pt x="2515" y="876"/>
                  </a:lnTo>
                  <a:lnTo>
                    <a:pt x="2534" y="857"/>
                  </a:lnTo>
                  <a:lnTo>
                    <a:pt x="2553" y="857"/>
                  </a:lnTo>
                  <a:lnTo>
                    <a:pt x="2553" y="819"/>
                  </a:lnTo>
                  <a:lnTo>
                    <a:pt x="2591" y="762"/>
                  </a:lnTo>
                  <a:lnTo>
                    <a:pt x="2610" y="743"/>
                  </a:lnTo>
                  <a:lnTo>
                    <a:pt x="2610" y="705"/>
                  </a:lnTo>
                  <a:lnTo>
                    <a:pt x="2610" y="686"/>
                  </a:lnTo>
                  <a:lnTo>
                    <a:pt x="2629" y="667"/>
                  </a:lnTo>
                  <a:lnTo>
                    <a:pt x="2648" y="667"/>
                  </a:lnTo>
                  <a:lnTo>
                    <a:pt x="2667" y="667"/>
                  </a:lnTo>
                  <a:lnTo>
                    <a:pt x="2667" y="648"/>
                  </a:lnTo>
                  <a:lnTo>
                    <a:pt x="2667" y="628"/>
                  </a:lnTo>
                  <a:lnTo>
                    <a:pt x="2667" y="610"/>
                  </a:lnTo>
                  <a:lnTo>
                    <a:pt x="2705" y="591"/>
                  </a:lnTo>
                  <a:lnTo>
                    <a:pt x="2762" y="533"/>
                  </a:lnTo>
                  <a:lnTo>
                    <a:pt x="2781" y="514"/>
                  </a:lnTo>
                  <a:lnTo>
                    <a:pt x="2781" y="496"/>
                  </a:lnTo>
                  <a:lnTo>
                    <a:pt x="2800" y="457"/>
                  </a:lnTo>
                  <a:lnTo>
                    <a:pt x="2819" y="419"/>
                  </a:lnTo>
                  <a:lnTo>
                    <a:pt x="2838" y="400"/>
                  </a:lnTo>
                  <a:lnTo>
                    <a:pt x="2896" y="381"/>
                  </a:lnTo>
                  <a:lnTo>
                    <a:pt x="2933" y="362"/>
                  </a:lnTo>
                  <a:lnTo>
                    <a:pt x="2952" y="343"/>
                  </a:lnTo>
                  <a:lnTo>
                    <a:pt x="2991" y="267"/>
                  </a:lnTo>
                  <a:lnTo>
                    <a:pt x="2991" y="210"/>
                  </a:lnTo>
                  <a:lnTo>
                    <a:pt x="2991" y="191"/>
                  </a:lnTo>
                  <a:lnTo>
                    <a:pt x="3010" y="191"/>
                  </a:lnTo>
                  <a:lnTo>
                    <a:pt x="3029" y="191"/>
                  </a:lnTo>
                  <a:lnTo>
                    <a:pt x="3029" y="210"/>
                  </a:lnTo>
                  <a:lnTo>
                    <a:pt x="3048" y="267"/>
                  </a:lnTo>
                  <a:lnTo>
                    <a:pt x="3067" y="343"/>
                  </a:lnTo>
                  <a:lnTo>
                    <a:pt x="3124" y="438"/>
                  </a:lnTo>
                  <a:lnTo>
                    <a:pt x="3143" y="476"/>
                  </a:lnTo>
                  <a:lnTo>
                    <a:pt x="3143" y="457"/>
                  </a:lnTo>
                  <a:lnTo>
                    <a:pt x="3143" y="419"/>
                  </a:lnTo>
                  <a:lnTo>
                    <a:pt x="3105" y="381"/>
                  </a:lnTo>
                  <a:lnTo>
                    <a:pt x="3086" y="305"/>
                  </a:lnTo>
                  <a:lnTo>
                    <a:pt x="3029" y="171"/>
                  </a:lnTo>
                  <a:lnTo>
                    <a:pt x="3010" y="76"/>
                  </a:lnTo>
                  <a:lnTo>
                    <a:pt x="3029" y="57"/>
                  </a:lnTo>
                  <a:lnTo>
                    <a:pt x="3029" y="19"/>
                  </a:lnTo>
                  <a:lnTo>
                    <a:pt x="3048" y="0"/>
                  </a:lnTo>
                  <a:lnTo>
                    <a:pt x="3067" y="0"/>
                  </a:lnTo>
                  <a:lnTo>
                    <a:pt x="3086" y="0"/>
                  </a:lnTo>
                  <a:lnTo>
                    <a:pt x="3124" y="38"/>
                  </a:lnTo>
                  <a:lnTo>
                    <a:pt x="3181" y="76"/>
                  </a:lnTo>
                  <a:lnTo>
                    <a:pt x="3257" y="171"/>
                  </a:lnTo>
                  <a:lnTo>
                    <a:pt x="3333" y="247"/>
                  </a:lnTo>
                  <a:lnTo>
                    <a:pt x="3372" y="343"/>
                  </a:lnTo>
                  <a:lnTo>
                    <a:pt x="3372" y="381"/>
                  </a:lnTo>
                  <a:lnTo>
                    <a:pt x="3372" y="476"/>
                  </a:lnTo>
                  <a:lnTo>
                    <a:pt x="3372" y="591"/>
                  </a:lnTo>
                  <a:lnTo>
                    <a:pt x="3353" y="686"/>
                  </a:lnTo>
                  <a:lnTo>
                    <a:pt x="3372" y="743"/>
                  </a:lnTo>
                  <a:lnTo>
                    <a:pt x="3391" y="724"/>
                  </a:lnTo>
                  <a:lnTo>
                    <a:pt x="3391" y="648"/>
                  </a:lnTo>
                  <a:lnTo>
                    <a:pt x="3410" y="572"/>
                  </a:lnTo>
                  <a:lnTo>
                    <a:pt x="3410" y="533"/>
                  </a:lnTo>
                  <a:lnTo>
                    <a:pt x="3429" y="496"/>
                  </a:lnTo>
                  <a:lnTo>
                    <a:pt x="3448" y="496"/>
                  </a:lnTo>
                  <a:lnTo>
                    <a:pt x="3467" y="514"/>
                  </a:lnTo>
                  <a:lnTo>
                    <a:pt x="3467" y="667"/>
                  </a:lnTo>
                  <a:lnTo>
                    <a:pt x="3467" y="800"/>
                  </a:lnTo>
                  <a:lnTo>
                    <a:pt x="3467" y="876"/>
                  </a:lnTo>
                  <a:lnTo>
                    <a:pt x="3448" y="933"/>
                  </a:lnTo>
                  <a:lnTo>
                    <a:pt x="3448" y="990"/>
                  </a:lnTo>
                  <a:lnTo>
                    <a:pt x="3505" y="1124"/>
                  </a:lnTo>
                  <a:lnTo>
                    <a:pt x="3524" y="1181"/>
                  </a:lnTo>
                  <a:lnTo>
                    <a:pt x="3505" y="1200"/>
                  </a:lnTo>
                  <a:lnTo>
                    <a:pt x="3505" y="1219"/>
                  </a:lnTo>
                  <a:lnTo>
                    <a:pt x="3524" y="1257"/>
                  </a:lnTo>
                  <a:lnTo>
                    <a:pt x="3524" y="1276"/>
                  </a:lnTo>
                  <a:lnTo>
                    <a:pt x="3524" y="1295"/>
                  </a:lnTo>
                  <a:lnTo>
                    <a:pt x="3524" y="1314"/>
                  </a:lnTo>
                  <a:lnTo>
                    <a:pt x="3543" y="1334"/>
                  </a:lnTo>
                  <a:lnTo>
                    <a:pt x="3562" y="1371"/>
                  </a:lnTo>
                  <a:lnTo>
                    <a:pt x="3562" y="1390"/>
                  </a:lnTo>
                  <a:lnTo>
                    <a:pt x="3562" y="1409"/>
                  </a:lnTo>
                  <a:lnTo>
                    <a:pt x="3581" y="1429"/>
                  </a:lnTo>
                  <a:lnTo>
                    <a:pt x="3581" y="1448"/>
                  </a:lnTo>
                  <a:lnTo>
                    <a:pt x="3600" y="1467"/>
                  </a:lnTo>
                  <a:lnTo>
                    <a:pt x="3600" y="1486"/>
                  </a:lnTo>
                  <a:lnTo>
                    <a:pt x="3600" y="1505"/>
                  </a:lnTo>
                  <a:lnTo>
                    <a:pt x="3600" y="1524"/>
                  </a:lnTo>
                  <a:lnTo>
                    <a:pt x="3619" y="1524"/>
                  </a:lnTo>
                  <a:lnTo>
                    <a:pt x="3638" y="1543"/>
                  </a:lnTo>
                  <a:lnTo>
                    <a:pt x="3638" y="1562"/>
                  </a:lnTo>
                  <a:lnTo>
                    <a:pt x="3658" y="1581"/>
                  </a:lnTo>
                  <a:lnTo>
                    <a:pt x="3658" y="1600"/>
                  </a:lnTo>
                  <a:lnTo>
                    <a:pt x="3658" y="1619"/>
                  </a:lnTo>
                  <a:lnTo>
                    <a:pt x="3677" y="1638"/>
                  </a:lnTo>
                  <a:lnTo>
                    <a:pt x="3677" y="1657"/>
                  </a:lnTo>
                  <a:lnTo>
                    <a:pt x="3695" y="1676"/>
                  </a:lnTo>
                  <a:lnTo>
                    <a:pt x="3695" y="1695"/>
                  </a:lnTo>
                  <a:lnTo>
                    <a:pt x="3695" y="1733"/>
                  </a:lnTo>
                  <a:lnTo>
                    <a:pt x="3714" y="1771"/>
                  </a:lnTo>
                  <a:lnTo>
                    <a:pt x="3714" y="1791"/>
                  </a:lnTo>
                  <a:lnTo>
                    <a:pt x="3695" y="1791"/>
                  </a:lnTo>
                  <a:lnTo>
                    <a:pt x="3695" y="1810"/>
                  </a:lnTo>
                  <a:lnTo>
                    <a:pt x="3695" y="1829"/>
                  </a:lnTo>
                  <a:lnTo>
                    <a:pt x="3714" y="1829"/>
                  </a:lnTo>
                  <a:lnTo>
                    <a:pt x="3714" y="1810"/>
                  </a:lnTo>
                  <a:lnTo>
                    <a:pt x="3734" y="1810"/>
                  </a:lnTo>
                  <a:lnTo>
                    <a:pt x="3734" y="1829"/>
                  </a:lnTo>
                  <a:lnTo>
                    <a:pt x="3753" y="1847"/>
                  </a:lnTo>
                  <a:lnTo>
                    <a:pt x="3772" y="1867"/>
                  </a:lnTo>
                  <a:lnTo>
                    <a:pt x="3772" y="1886"/>
                  </a:lnTo>
                  <a:lnTo>
                    <a:pt x="3772" y="1905"/>
                  </a:lnTo>
                  <a:lnTo>
                    <a:pt x="3791" y="1924"/>
                  </a:lnTo>
                  <a:lnTo>
                    <a:pt x="3791" y="1943"/>
                  </a:lnTo>
                  <a:lnTo>
                    <a:pt x="3791" y="1962"/>
                  </a:lnTo>
                  <a:lnTo>
                    <a:pt x="3791" y="1981"/>
                  </a:lnTo>
                  <a:lnTo>
                    <a:pt x="3810" y="2000"/>
                  </a:lnTo>
                  <a:lnTo>
                    <a:pt x="3810" y="2038"/>
                  </a:lnTo>
                  <a:lnTo>
                    <a:pt x="3810" y="2057"/>
                  </a:lnTo>
                  <a:lnTo>
                    <a:pt x="3829" y="2076"/>
                  </a:lnTo>
                  <a:lnTo>
                    <a:pt x="3829" y="2096"/>
                  </a:lnTo>
                  <a:lnTo>
                    <a:pt x="3848" y="2114"/>
                  </a:lnTo>
                  <a:lnTo>
                    <a:pt x="3829" y="2152"/>
                  </a:lnTo>
                  <a:lnTo>
                    <a:pt x="3810" y="2152"/>
                  </a:lnTo>
                  <a:lnTo>
                    <a:pt x="3791" y="2152"/>
                  </a:lnTo>
                  <a:lnTo>
                    <a:pt x="3772" y="2152"/>
                  </a:lnTo>
                  <a:lnTo>
                    <a:pt x="3753" y="2133"/>
                  </a:lnTo>
                  <a:lnTo>
                    <a:pt x="3734" y="2133"/>
                  </a:lnTo>
                  <a:lnTo>
                    <a:pt x="3753" y="2152"/>
                  </a:lnTo>
                  <a:lnTo>
                    <a:pt x="3772" y="2172"/>
                  </a:lnTo>
                  <a:lnTo>
                    <a:pt x="3753" y="2191"/>
                  </a:lnTo>
                  <a:lnTo>
                    <a:pt x="3753" y="2210"/>
                  </a:lnTo>
                  <a:lnTo>
                    <a:pt x="3753" y="2228"/>
                  </a:lnTo>
                  <a:lnTo>
                    <a:pt x="3772" y="2248"/>
                  </a:lnTo>
                  <a:lnTo>
                    <a:pt x="3772" y="2228"/>
                  </a:lnTo>
                  <a:lnTo>
                    <a:pt x="3791" y="2228"/>
                  </a:lnTo>
                  <a:lnTo>
                    <a:pt x="3791" y="2210"/>
                  </a:lnTo>
                  <a:lnTo>
                    <a:pt x="3791" y="2191"/>
                  </a:lnTo>
                  <a:lnTo>
                    <a:pt x="3810" y="2172"/>
                  </a:lnTo>
                  <a:lnTo>
                    <a:pt x="3829" y="2152"/>
                  </a:lnTo>
                  <a:lnTo>
                    <a:pt x="3848" y="2152"/>
                  </a:lnTo>
                  <a:lnTo>
                    <a:pt x="3867" y="2152"/>
                  </a:lnTo>
                  <a:lnTo>
                    <a:pt x="3905" y="2191"/>
                  </a:lnTo>
                  <a:lnTo>
                    <a:pt x="3924" y="2210"/>
                  </a:lnTo>
                  <a:lnTo>
                    <a:pt x="3924" y="2248"/>
                  </a:lnTo>
                  <a:lnTo>
                    <a:pt x="3924" y="2267"/>
                  </a:lnTo>
                  <a:lnTo>
                    <a:pt x="3962" y="2324"/>
                  </a:lnTo>
                  <a:lnTo>
                    <a:pt x="3981" y="2343"/>
                  </a:lnTo>
                  <a:lnTo>
                    <a:pt x="3981" y="2362"/>
                  </a:lnTo>
                  <a:lnTo>
                    <a:pt x="4000" y="2400"/>
                  </a:lnTo>
                  <a:lnTo>
                    <a:pt x="4000" y="2419"/>
                  </a:lnTo>
                  <a:lnTo>
                    <a:pt x="4019" y="2419"/>
                  </a:lnTo>
                  <a:lnTo>
                    <a:pt x="4019" y="2438"/>
                  </a:lnTo>
                  <a:lnTo>
                    <a:pt x="4039" y="2457"/>
                  </a:lnTo>
                  <a:lnTo>
                    <a:pt x="4076" y="2477"/>
                  </a:lnTo>
                  <a:lnTo>
                    <a:pt x="4115" y="2477"/>
                  </a:lnTo>
                  <a:lnTo>
                    <a:pt x="4153" y="2457"/>
                  </a:lnTo>
                  <a:lnTo>
                    <a:pt x="4171" y="2457"/>
                  </a:lnTo>
                  <a:lnTo>
                    <a:pt x="4191" y="2457"/>
                  </a:lnTo>
                  <a:lnTo>
                    <a:pt x="4210" y="2457"/>
                  </a:lnTo>
                  <a:lnTo>
                    <a:pt x="4229" y="2457"/>
                  </a:lnTo>
                  <a:lnTo>
                    <a:pt x="4267" y="2457"/>
                  </a:lnTo>
                  <a:lnTo>
                    <a:pt x="4286" y="2457"/>
                  </a:lnTo>
                  <a:lnTo>
                    <a:pt x="4305" y="2457"/>
                  </a:lnTo>
                  <a:lnTo>
                    <a:pt x="4324" y="2457"/>
                  </a:lnTo>
                  <a:lnTo>
                    <a:pt x="4343" y="2477"/>
                  </a:lnTo>
                  <a:lnTo>
                    <a:pt x="4400" y="2495"/>
                  </a:lnTo>
                  <a:lnTo>
                    <a:pt x="4476" y="2514"/>
                  </a:lnTo>
                  <a:lnTo>
                    <a:pt x="4534" y="2553"/>
                  </a:lnTo>
                  <a:lnTo>
                    <a:pt x="4552" y="2572"/>
                  </a:lnTo>
                  <a:lnTo>
                    <a:pt x="4572" y="2591"/>
                  </a:lnTo>
                  <a:lnTo>
                    <a:pt x="4572" y="2648"/>
                  </a:lnTo>
                  <a:lnTo>
                    <a:pt x="4572" y="2686"/>
                  </a:lnTo>
                  <a:lnTo>
                    <a:pt x="4572" y="2705"/>
                  </a:lnTo>
                  <a:lnTo>
                    <a:pt x="4572" y="2724"/>
                  </a:lnTo>
                  <a:lnTo>
                    <a:pt x="4591" y="2781"/>
                  </a:lnTo>
                  <a:lnTo>
                    <a:pt x="4591" y="2819"/>
                  </a:lnTo>
                  <a:lnTo>
                    <a:pt x="4591" y="2857"/>
                  </a:lnTo>
                  <a:lnTo>
                    <a:pt x="4591" y="2876"/>
                  </a:lnTo>
                  <a:lnTo>
                    <a:pt x="4591" y="2934"/>
                  </a:lnTo>
                  <a:lnTo>
                    <a:pt x="4572" y="2953"/>
                  </a:lnTo>
                  <a:lnTo>
                    <a:pt x="4552" y="2971"/>
                  </a:lnTo>
                  <a:lnTo>
                    <a:pt x="4534" y="2971"/>
                  </a:lnTo>
                  <a:lnTo>
                    <a:pt x="4496" y="2990"/>
                  </a:lnTo>
                  <a:lnTo>
                    <a:pt x="4457" y="3010"/>
                  </a:lnTo>
                  <a:lnTo>
                    <a:pt x="4420" y="3010"/>
                  </a:lnTo>
                  <a:lnTo>
                    <a:pt x="4381" y="3010"/>
                  </a:lnTo>
                  <a:lnTo>
                    <a:pt x="4362" y="3010"/>
                  </a:lnTo>
                  <a:lnTo>
                    <a:pt x="4343" y="3010"/>
                  </a:lnTo>
                  <a:lnTo>
                    <a:pt x="4343" y="3029"/>
                  </a:lnTo>
                  <a:lnTo>
                    <a:pt x="4362" y="3048"/>
                  </a:lnTo>
                  <a:lnTo>
                    <a:pt x="4381" y="3029"/>
                  </a:lnTo>
                  <a:lnTo>
                    <a:pt x="4420" y="3048"/>
                  </a:lnTo>
                  <a:lnTo>
                    <a:pt x="4457" y="3029"/>
                  </a:lnTo>
                  <a:lnTo>
                    <a:pt x="4476" y="3029"/>
                  </a:lnTo>
                  <a:lnTo>
                    <a:pt x="4496" y="3029"/>
                  </a:lnTo>
                  <a:lnTo>
                    <a:pt x="4534" y="3010"/>
                  </a:lnTo>
                  <a:lnTo>
                    <a:pt x="4552" y="3010"/>
                  </a:lnTo>
                  <a:lnTo>
                    <a:pt x="4572" y="3029"/>
                  </a:lnTo>
                  <a:lnTo>
                    <a:pt x="4572" y="3048"/>
                  </a:lnTo>
                  <a:lnTo>
                    <a:pt x="4591" y="3048"/>
                  </a:lnTo>
                  <a:lnTo>
                    <a:pt x="4591" y="3067"/>
                  </a:lnTo>
                  <a:lnTo>
                    <a:pt x="4572" y="3086"/>
                  </a:lnTo>
                  <a:lnTo>
                    <a:pt x="4534" y="3124"/>
                  </a:lnTo>
                  <a:lnTo>
                    <a:pt x="4496" y="3143"/>
                  </a:lnTo>
                  <a:lnTo>
                    <a:pt x="4457" y="3143"/>
                  </a:lnTo>
                  <a:lnTo>
                    <a:pt x="4457" y="3124"/>
                  </a:lnTo>
                  <a:lnTo>
                    <a:pt x="4438" y="3143"/>
                  </a:lnTo>
                  <a:lnTo>
                    <a:pt x="4438" y="3162"/>
                  </a:lnTo>
                  <a:lnTo>
                    <a:pt x="4420" y="3200"/>
                  </a:lnTo>
                  <a:lnTo>
                    <a:pt x="4381" y="3219"/>
                  </a:lnTo>
                  <a:lnTo>
                    <a:pt x="4343" y="3276"/>
                  </a:lnTo>
                  <a:lnTo>
                    <a:pt x="4324" y="3276"/>
                  </a:lnTo>
                  <a:lnTo>
                    <a:pt x="4324" y="3295"/>
                  </a:lnTo>
                  <a:lnTo>
                    <a:pt x="4248" y="3334"/>
                  </a:lnTo>
                  <a:lnTo>
                    <a:pt x="4229" y="3334"/>
                  </a:lnTo>
                  <a:lnTo>
                    <a:pt x="4191" y="3391"/>
                  </a:lnTo>
                  <a:lnTo>
                    <a:pt x="4153" y="3467"/>
                  </a:lnTo>
                  <a:lnTo>
                    <a:pt x="4134" y="3486"/>
                  </a:lnTo>
                  <a:lnTo>
                    <a:pt x="4076" y="3524"/>
                  </a:lnTo>
                  <a:lnTo>
                    <a:pt x="4057" y="3524"/>
                  </a:lnTo>
                  <a:lnTo>
                    <a:pt x="4039" y="3543"/>
                  </a:lnTo>
                  <a:lnTo>
                    <a:pt x="4019" y="3638"/>
                  </a:lnTo>
                  <a:lnTo>
                    <a:pt x="3962" y="3733"/>
                  </a:lnTo>
                  <a:lnTo>
                    <a:pt x="3905" y="3810"/>
                  </a:lnTo>
                  <a:lnTo>
                    <a:pt x="3829" y="3886"/>
                  </a:lnTo>
                  <a:lnTo>
                    <a:pt x="3734" y="4000"/>
                  </a:lnTo>
                  <a:lnTo>
                    <a:pt x="3714" y="4000"/>
                  </a:lnTo>
                  <a:lnTo>
                    <a:pt x="3677" y="4000"/>
                  </a:lnTo>
                  <a:lnTo>
                    <a:pt x="3619" y="4000"/>
                  </a:lnTo>
                  <a:lnTo>
                    <a:pt x="3562" y="4038"/>
                  </a:lnTo>
                  <a:lnTo>
                    <a:pt x="3524" y="4095"/>
                  </a:lnTo>
                  <a:lnTo>
                    <a:pt x="3486" y="4172"/>
                  </a:lnTo>
                  <a:lnTo>
                    <a:pt x="3467" y="4191"/>
                  </a:lnTo>
                  <a:lnTo>
                    <a:pt x="3448" y="4191"/>
                  </a:lnTo>
                  <a:lnTo>
                    <a:pt x="3391" y="4191"/>
                  </a:lnTo>
                  <a:lnTo>
                    <a:pt x="3353" y="4191"/>
                  </a:lnTo>
                  <a:lnTo>
                    <a:pt x="3353" y="4209"/>
                  </a:lnTo>
                  <a:lnTo>
                    <a:pt x="3333" y="4209"/>
                  </a:lnTo>
                  <a:lnTo>
                    <a:pt x="3314" y="4229"/>
                  </a:lnTo>
                  <a:lnTo>
                    <a:pt x="3296" y="4229"/>
                  </a:lnTo>
                  <a:lnTo>
                    <a:pt x="3257" y="4229"/>
                  </a:lnTo>
                  <a:lnTo>
                    <a:pt x="3238" y="4229"/>
                  </a:lnTo>
                  <a:lnTo>
                    <a:pt x="3277" y="4248"/>
                  </a:lnTo>
                  <a:lnTo>
                    <a:pt x="3277" y="4267"/>
                  </a:lnTo>
                  <a:lnTo>
                    <a:pt x="3296" y="4267"/>
                  </a:lnTo>
                  <a:lnTo>
                    <a:pt x="3314" y="4267"/>
                  </a:lnTo>
                  <a:lnTo>
                    <a:pt x="3238" y="4362"/>
                  </a:lnTo>
                  <a:lnTo>
                    <a:pt x="3219" y="4400"/>
                  </a:lnTo>
                  <a:lnTo>
                    <a:pt x="3219" y="4419"/>
                  </a:lnTo>
                  <a:lnTo>
                    <a:pt x="3200" y="4458"/>
                  </a:lnTo>
                  <a:lnTo>
                    <a:pt x="3200" y="4476"/>
                  </a:lnTo>
                  <a:lnTo>
                    <a:pt x="3181" y="4495"/>
                  </a:lnTo>
                  <a:lnTo>
                    <a:pt x="3162" y="4514"/>
                  </a:lnTo>
                  <a:lnTo>
                    <a:pt x="3143" y="4534"/>
                  </a:lnTo>
                  <a:lnTo>
                    <a:pt x="3124" y="4553"/>
                  </a:lnTo>
                  <a:lnTo>
                    <a:pt x="3124" y="4572"/>
                  </a:lnTo>
                  <a:lnTo>
                    <a:pt x="3124" y="4590"/>
                  </a:lnTo>
                  <a:lnTo>
                    <a:pt x="3124" y="4610"/>
                  </a:lnTo>
                  <a:lnTo>
                    <a:pt x="3086" y="4629"/>
                  </a:lnTo>
                  <a:lnTo>
                    <a:pt x="3067" y="4648"/>
                  </a:lnTo>
                  <a:lnTo>
                    <a:pt x="3048" y="4648"/>
                  </a:lnTo>
                  <a:lnTo>
                    <a:pt x="3010" y="4648"/>
                  </a:lnTo>
                  <a:lnTo>
                    <a:pt x="3029" y="4648"/>
                  </a:lnTo>
                  <a:lnTo>
                    <a:pt x="3029" y="4667"/>
                  </a:lnTo>
                  <a:lnTo>
                    <a:pt x="3010" y="4667"/>
                  </a:lnTo>
                  <a:lnTo>
                    <a:pt x="2991" y="4667"/>
                  </a:lnTo>
                  <a:lnTo>
                    <a:pt x="3010" y="4686"/>
                  </a:lnTo>
                  <a:lnTo>
                    <a:pt x="3010" y="4667"/>
                  </a:lnTo>
                  <a:lnTo>
                    <a:pt x="3029" y="4667"/>
                  </a:lnTo>
                  <a:lnTo>
                    <a:pt x="3048" y="4667"/>
                  </a:lnTo>
                  <a:lnTo>
                    <a:pt x="3010" y="4724"/>
                  </a:lnTo>
                  <a:lnTo>
                    <a:pt x="2952" y="4781"/>
                  </a:lnTo>
                  <a:lnTo>
                    <a:pt x="2952" y="4800"/>
                  </a:lnTo>
                  <a:lnTo>
                    <a:pt x="2933" y="4800"/>
                  </a:lnTo>
                  <a:lnTo>
                    <a:pt x="2896" y="4857"/>
                  </a:lnTo>
                  <a:lnTo>
                    <a:pt x="2876" y="4895"/>
                  </a:lnTo>
                  <a:lnTo>
                    <a:pt x="2857" y="4971"/>
                  </a:lnTo>
                  <a:lnTo>
                    <a:pt x="2876" y="5067"/>
                  </a:lnTo>
                  <a:lnTo>
                    <a:pt x="2876" y="5105"/>
                  </a:lnTo>
                  <a:lnTo>
                    <a:pt x="2876" y="5124"/>
                  </a:lnTo>
                  <a:lnTo>
                    <a:pt x="2857" y="5124"/>
                  </a:lnTo>
                  <a:lnTo>
                    <a:pt x="2838" y="5143"/>
                  </a:lnTo>
                  <a:lnTo>
                    <a:pt x="2800" y="5162"/>
                  </a:lnTo>
                  <a:lnTo>
                    <a:pt x="2800" y="5181"/>
                  </a:lnTo>
                  <a:lnTo>
                    <a:pt x="2781" y="5200"/>
                  </a:lnTo>
                  <a:lnTo>
                    <a:pt x="2762" y="5219"/>
                  </a:lnTo>
                  <a:lnTo>
                    <a:pt x="2686" y="5238"/>
                  </a:lnTo>
                  <a:lnTo>
                    <a:pt x="2667" y="5219"/>
                  </a:lnTo>
                  <a:lnTo>
                    <a:pt x="2667" y="5238"/>
                  </a:lnTo>
                  <a:lnTo>
                    <a:pt x="2648" y="5238"/>
                  </a:lnTo>
                  <a:lnTo>
                    <a:pt x="2648" y="5219"/>
                  </a:lnTo>
                  <a:lnTo>
                    <a:pt x="2629" y="5219"/>
                  </a:lnTo>
                  <a:lnTo>
                    <a:pt x="2610" y="5238"/>
                  </a:lnTo>
                  <a:lnTo>
                    <a:pt x="2591" y="5238"/>
                  </a:lnTo>
                  <a:lnTo>
                    <a:pt x="2571" y="5238"/>
                  </a:lnTo>
                  <a:lnTo>
                    <a:pt x="2571" y="5257"/>
                  </a:lnTo>
                  <a:lnTo>
                    <a:pt x="2553" y="5257"/>
                  </a:lnTo>
                  <a:lnTo>
                    <a:pt x="2553" y="5276"/>
                  </a:lnTo>
                  <a:lnTo>
                    <a:pt x="2553" y="5296"/>
                  </a:lnTo>
                  <a:lnTo>
                    <a:pt x="2534" y="5296"/>
                  </a:lnTo>
                  <a:lnTo>
                    <a:pt x="2534" y="5276"/>
                  </a:lnTo>
                  <a:lnTo>
                    <a:pt x="2515" y="5257"/>
                  </a:lnTo>
                  <a:lnTo>
                    <a:pt x="2515" y="5238"/>
                  </a:lnTo>
                  <a:lnTo>
                    <a:pt x="2495" y="5238"/>
                  </a:lnTo>
                  <a:lnTo>
                    <a:pt x="2476" y="5238"/>
                  </a:lnTo>
                  <a:lnTo>
                    <a:pt x="2381" y="5219"/>
                  </a:lnTo>
                  <a:lnTo>
                    <a:pt x="2362" y="5219"/>
                  </a:lnTo>
                  <a:lnTo>
                    <a:pt x="2343" y="5200"/>
                  </a:lnTo>
                  <a:lnTo>
                    <a:pt x="2324" y="5181"/>
                  </a:lnTo>
                  <a:lnTo>
                    <a:pt x="2305" y="5162"/>
                  </a:lnTo>
                  <a:lnTo>
                    <a:pt x="2286" y="5162"/>
                  </a:lnTo>
                  <a:lnTo>
                    <a:pt x="2267" y="5162"/>
                  </a:lnTo>
                  <a:lnTo>
                    <a:pt x="2267" y="5143"/>
                  </a:lnTo>
                  <a:lnTo>
                    <a:pt x="2267" y="5124"/>
                  </a:lnTo>
                  <a:lnTo>
                    <a:pt x="2267" y="5105"/>
                  </a:lnTo>
                  <a:lnTo>
                    <a:pt x="2267" y="5086"/>
                  </a:lnTo>
                  <a:lnTo>
                    <a:pt x="2248" y="5086"/>
                  </a:lnTo>
                  <a:lnTo>
                    <a:pt x="2248" y="5067"/>
                  </a:lnTo>
                  <a:lnTo>
                    <a:pt x="2248" y="5048"/>
                  </a:lnTo>
                  <a:lnTo>
                    <a:pt x="2267" y="5029"/>
                  </a:lnTo>
                  <a:lnTo>
                    <a:pt x="2267" y="5010"/>
                  </a:lnTo>
                  <a:lnTo>
                    <a:pt x="2267" y="4991"/>
                  </a:lnTo>
                  <a:lnTo>
                    <a:pt x="2248" y="4991"/>
                  </a:lnTo>
                  <a:lnTo>
                    <a:pt x="2229" y="4971"/>
                  </a:lnTo>
                  <a:lnTo>
                    <a:pt x="2229" y="4952"/>
                  </a:lnTo>
                  <a:lnTo>
                    <a:pt x="2210" y="4952"/>
                  </a:lnTo>
                  <a:lnTo>
                    <a:pt x="2190" y="4952"/>
                  </a:lnTo>
                  <a:lnTo>
                    <a:pt x="2134" y="4971"/>
                  </a:lnTo>
                  <a:lnTo>
                    <a:pt x="2114" y="4971"/>
                  </a:lnTo>
                  <a:lnTo>
                    <a:pt x="2114" y="4952"/>
                  </a:lnTo>
                  <a:lnTo>
                    <a:pt x="2134" y="4952"/>
                  </a:lnTo>
                  <a:lnTo>
                    <a:pt x="2134" y="4934"/>
                  </a:lnTo>
                  <a:lnTo>
                    <a:pt x="2134" y="4915"/>
                  </a:lnTo>
                  <a:lnTo>
                    <a:pt x="2114" y="4915"/>
                  </a:lnTo>
                  <a:lnTo>
                    <a:pt x="2114" y="4895"/>
                  </a:lnTo>
                  <a:lnTo>
                    <a:pt x="2134" y="4895"/>
                  </a:lnTo>
                  <a:lnTo>
                    <a:pt x="2134" y="4876"/>
                  </a:lnTo>
                  <a:lnTo>
                    <a:pt x="2134" y="4857"/>
                  </a:lnTo>
                  <a:lnTo>
                    <a:pt x="2134" y="4838"/>
                  </a:lnTo>
                  <a:lnTo>
                    <a:pt x="2114" y="4800"/>
                  </a:lnTo>
                  <a:lnTo>
                    <a:pt x="2114" y="4762"/>
                  </a:lnTo>
                  <a:lnTo>
                    <a:pt x="2114" y="4743"/>
                  </a:lnTo>
                  <a:lnTo>
                    <a:pt x="2095" y="4743"/>
                  </a:lnTo>
                  <a:lnTo>
                    <a:pt x="2076" y="4724"/>
                  </a:lnTo>
                  <a:lnTo>
                    <a:pt x="2058" y="4724"/>
                  </a:lnTo>
                  <a:lnTo>
                    <a:pt x="2038" y="4724"/>
                  </a:lnTo>
                  <a:lnTo>
                    <a:pt x="2038" y="4705"/>
                  </a:lnTo>
                  <a:lnTo>
                    <a:pt x="2019" y="4667"/>
                  </a:lnTo>
                  <a:lnTo>
                    <a:pt x="2019" y="4648"/>
                  </a:lnTo>
                  <a:lnTo>
                    <a:pt x="2019" y="4629"/>
                  </a:lnTo>
                  <a:lnTo>
                    <a:pt x="2019" y="4610"/>
                  </a:lnTo>
                  <a:lnTo>
                    <a:pt x="2019" y="4590"/>
                  </a:lnTo>
                  <a:lnTo>
                    <a:pt x="2019" y="4534"/>
                  </a:lnTo>
                  <a:lnTo>
                    <a:pt x="2019" y="4514"/>
                  </a:lnTo>
                  <a:lnTo>
                    <a:pt x="1981" y="4476"/>
                  </a:lnTo>
                  <a:lnTo>
                    <a:pt x="1962" y="4476"/>
                  </a:lnTo>
                  <a:lnTo>
                    <a:pt x="1962" y="4438"/>
                  </a:lnTo>
                  <a:lnTo>
                    <a:pt x="1867" y="4362"/>
                  </a:lnTo>
                  <a:lnTo>
                    <a:pt x="1867" y="4343"/>
                  </a:lnTo>
                  <a:lnTo>
                    <a:pt x="1848" y="4324"/>
                  </a:lnTo>
                  <a:lnTo>
                    <a:pt x="1829" y="4324"/>
                  </a:lnTo>
                  <a:lnTo>
                    <a:pt x="1809" y="4343"/>
                  </a:lnTo>
                  <a:lnTo>
                    <a:pt x="1791" y="4343"/>
                  </a:lnTo>
                  <a:lnTo>
                    <a:pt x="1772" y="4343"/>
                  </a:lnTo>
                  <a:lnTo>
                    <a:pt x="1753" y="4324"/>
                  </a:lnTo>
                  <a:lnTo>
                    <a:pt x="1695" y="4172"/>
                  </a:lnTo>
                  <a:lnTo>
                    <a:pt x="1677" y="4153"/>
                  </a:lnTo>
                  <a:lnTo>
                    <a:pt x="1657" y="4114"/>
                  </a:lnTo>
                  <a:lnTo>
                    <a:pt x="1657" y="4095"/>
                  </a:lnTo>
                  <a:lnTo>
                    <a:pt x="1657" y="4057"/>
                  </a:lnTo>
                  <a:lnTo>
                    <a:pt x="1677" y="4057"/>
                  </a:lnTo>
                  <a:lnTo>
                    <a:pt x="1677" y="4038"/>
                  </a:lnTo>
                  <a:lnTo>
                    <a:pt x="1657" y="4019"/>
                  </a:lnTo>
                  <a:lnTo>
                    <a:pt x="1657" y="4000"/>
                  </a:lnTo>
                  <a:lnTo>
                    <a:pt x="1638" y="3962"/>
                  </a:lnTo>
                  <a:lnTo>
                    <a:pt x="1638" y="3943"/>
                  </a:lnTo>
                  <a:lnTo>
                    <a:pt x="1638" y="3924"/>
                  </a:lnTo>
                  <a:lnTo>
                    <a:pt x="1619" y="3905"/>
                  </a:lnTo>
                  <a:lnTo>
                    <a:pt x="1600" y="3886"/>
                  </a:lnTo>
                  <a:lnTo>
                    <a:pt x="1562" y="3791"/>
                  </a:lnTo>
                  <a:lnTo>
                    <a:pt x="1543" y="3772"/>
                  </a:lnTo>
                  <a:lnTo>
                    <a:pt x="1543" y="3733"/>
                  </a:lnTo>
                  <a:lnTo>
                    <a:pt x="1543" y="3696"/>
                  </a:lnTo>
                  <a:lnTo>
                    <a:pt x="1543" y="3676"/>
                  </a:lnTo>
                  <a:lnTo>
                    <a:pt x="1543" y="3657"/>
                  </a:lnTo>
                  <a:lnTo>
                    <a:pt x="1543" y="3619"/>
                  </a:lnTo>
                  <a:lnTo>
                    <a:pt x="1543" y="3600"/>
                  </a:lnTo>
                  <a:lnTo>
                    <a:pt x="1562" y="3562"/>
                  </a:lnTo>
                  <a:lnTo>
                    <a:pt x="1562" y="3524"/>
                  </a:lnTo>
                  <a:lnTo>
                    <a:pt x="1562" y="3505"/>
                  </a:lnTo>
                  <a:lnTo>
                    <a:pt x="1562" y="3486"/>
                  </a:lnTo>
                  <a:lnTo>
                    <a:pt x="1562" y="3467"/>
                  </a:lnTo>
                  <a:lnTo>
                    <a:pt x="1562" y="3448"/>
                  </a:lnTo>
                  <a:lnTo>
                    <a:pt x="1543" y="3448"/>
                  </a:lnTo>
                  <a:lnTo>
                    <a:pt x="1467" y="3429"/>
                  </a:lnTo>
                  <a:lnTo>
                    <a:pt x="1429" y="3429"/>
                  </a:lnTo>
                  <a:lnTo>
                    <a:pt x="1410" y="3410"/>
                  </a:lnTo>
                  <a:lnTo>
                    <a:pt x="1391" y="3410"/>
                  </a:lnTo>
                  <a:lnTo>
                    <a:pt x="1372" y="3391"/>
                  </a:lnTo>
                  <a:lnTo>
                    <a:pt x="1372" y="3371"/>
                  </a:lnTo>
                  <a:lnTo>
                    <a:pt x="1352" y="3352"/>
                  </a:lnTo>
                  <a:lnTo>
                    <a:pt x="1352" y="3334"/>
                  </a:lnTo>
                  <a:lnTo>
                    <a:pt x="1333" y="3315"/>
                  </a:lnTo>
                  <a:lnTo>
                    <a:pt x="1296" y="3295"/>
                  </a:lnTo>
                  <a:lnTo>
                    <a:pt x="1296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76" y="3219"/>
                  </a:lnTo>
                  <a:lnTo>
                    <a:pt x="1257" y="3200"/>
                  </a:lnTo>
                  <a:lnTo>
                    <a:pt x="1276" y="3181"/>
                  </a:lnTo>
                  <a:lnTo>
                    <a:pt x="1238" y="3124"/>
                  </a:lnTo>
                  <a:lnTo>
                    <a:pt x="1238" y="3105"/>
                  </a:lnTo>
                  <a:lnTo>
                    <a:pt x="1238" y="3086"/>
                  </a:lnTo>
                  <a:lnTo>
                    <a:pt x="1238" y="3067"/>
                  </a:lnTo>
                  <a:lnTo>
                    <a:pt x="1257" y="3067"/>
                  </a:lnTo>
                  <a:lnTo>
                    <a:pt x="1276" y="3048"/>
                  </a:lnTo>
                  <a:lnTo>
                    <a:pt x="1296" y="3048"/>
                  </a:lnTo>
                  <a:lnTo>
                    <a:pt x="1296" y="3029"/>
                  </a:lnTo>
                  <a:lnTo>
                    <a:pt x="1276" y="3010"/>
                  </a:lnTo>
                  <a:lnTo>
                    <a:pt x="1276" y="2990"/>
                  </a:lnTo>
                  <a:lnTo>
                    <a:pt x="1276" y="2971"/>
                  </a:lnTo>
                  <a:lnTo>
                    <a:pt x="1257" y="2971"/>
                  </a:lnTo>
                  <a:lnTo>
                    <a:pt x="1238" y="2971"/>
                  </a:lnTo>
                  <a:lnTo>
                    <a:pt x="1219" y="2971"/>
                  </a:lnTo>
                  <a:lnTo>
                    <a:pt x="1181" y="2990"/>
                  </a:lnTo>
                  <a:lnTo>
                    <a:pt x="1162" y="2990"/>
                  </a:lnTo>
                  <a:lnTo>
                    <a:pt x="1162" y="2971"/>
                  </a:lnTo>
                  <a:lnTo>
                    <a:pt x="1162" y="2953"/>
                  </a:lnTo>
                  <a:lnTo>
                    <a:pt x="1143" y="2934"/>
                  </a:lnTo>
                  <a:lnTo>
                    <a:pt x="1143" y="2914"/>
                  </a:lnTo>
                  <a:lnTo>
                    <a:pt x="1143" y="2895"/>
                  </a:lnTo>
                  <a:lnTo>
                    <a:pt x="1162" y="2895"/>
                  </a:lnTo>
                  <a:lnTo>
                    <a:pt x="1162" y="2876"/>
                  </a:lnTo>
                  <a:lnTo>
                    <a:pt x="1143" y="2876"/>
                  </a:lnTo>
                  <a:lnTo>
                    <a:pt x="1124" y="2876"/>
                  </a:lnTo>
                  <a:lnTo>
                    <a:pt x="1105" y="2876"/>
                  </a:lnTo>
                  <a:lnTo>
                    <a:pt x="1086" y="2876"/>
                  </a:lnTo>
                  <a:lnTo>
                    <a:pt x="1067" y="2876"/>
                  </a:lnTo>
                  <a:lnTo>
                    <a:pt x="1048" y="2876"/>
                  </a:lnTo>
                  <a:lnTo>
                    <a:pt x="1048" y="2857"/>
                  </a:lnTo>
                  <a:lnTo>
                    <a:pt x="1048" y="2838"/>
                  </a:lnTo>
                  <a:lnTo>
                    <a:pt x="1048" y="2819"/>
                  </a:lnTo>
                  <a:lnTo>
                    <a:pt x="1029" y="2819"/>
                  </a:lnTo>
                  <a:lnTo>
                    <a:pt x="1029" y="2838"/>
                  </a:lnTo>
                  <a:lnTo>
                    <a:pt x="1010" y="2838"/>
                  </a:lnTo>
                  <a:lnTo>
                    <a:pt x="1010" y="2819"/>
                  </a:lnTo>
                  <a:lnTo>
                    <a:pt x="991" y="2819"/>
                  </a:lnTo>
                  <a:lnTo>
                    <a:pt x="1010" y="2819"/>
                  </a:lnTo>
                  <a:lnTo>
                    <a:pt x="991" y="2800"/>
                  </a:lnTo>
                  <a:lnTo>
                    <a:pt x="991" y="2819"/>
                  </a:lnTo>
                  <a:lnTo>
                    <a:pt x="971" y="2819"/>
                  </a:lnTo>
                  <a:lnTo>
                    <a:pt x="971" y="2838"/>
                  </a:lnTo>
                  <a:lnTo>
                    <a:pt x="971" y="2857"/>
                  </a:lnTo>
                  <a:lnTo>
                    <a:pt x="952" y="2838"/>
                  </a:lnTo>
                  <a:lnTo>
                    <a:pt x="934" y="2838"/>
                  </a:lnTo>
                  <a:lnTo>
                    <a:pt x="915" y="2838"/>
                  </a:lnTo>
                  <a:lnTo>
                    <a:pt x="895" y="2838"/>
                  </a:lnTo>
                  <a:lnTo>
                    <a:pt x="895" y="2857"/>
                  </a:lnTo>
                  <a:lnTo>
                    <a:pt x="876" y="2857"/>
                  </a:lnTo>
                  <a:lnTo>
                    <a:pt x="876" y="2838"/>
                  </a:lnTo>
                  <a:lnTo>
                    <a:pt x="857" y="2838"/>
                  </a:lnTo>
                  <a:lnTo>
                    <a:pt x="838" y="2838"/>
                  </a:lnTo>
                  <a:lnTo>
                    <a:pt x="838" y="2819"/>
                  </a:lnTo>
                  <a:lnTo>
                    <a:pt x="819" y="2800"/>
                  </a:lnTo>
                  <a:lnTo>
                    <a:pt x="800" y="2781"/>
                  </a:lnTo>
                  <a:lnTo>
                    <a:pt x="781" y="2762"/>
                  </a:lnTo>
                  <a:lnTo>
                    <a:pt x="762" y="2762"/>
                  </a:lnTo>
                  <a:lnTo>
                    <a:pt x="762" y="2743"/>
                  </a:lnTo>
                  <a:lnTo>
                    <a:pt x="743" y="2743"/>
                  </a:lnTo>
                  <a:lnTo>
                    <a:pt x="743" y="2724"/>
                  </a:lnTo>
                  <a:lnTo>
                    <a:pt x="724" y="2724"/>
                  </a:lnTo>
                  <a:lnTo>
                    <a:pt x="705" y="2743"/>
                  </a:lnTo>
                  <a:lnTo>
                    <a:pt x="686" y="2743"/>
                  </a:lnTo>
                  <a:lnTo>
                    <a:pt x="667" y="2743"/>
                  </a:lnTo>
                  <a:lnTo>
                    <a:pt x="648" y="2724"/>
                  </a:lnTo>
                  <a:lnTo>
                    <a:pt x="667" y="2724"/>
                  </a:lnTo>
                  <a:lnTo>
                    <a:pt x="667" y="2705"/>
                  </a:lnTo>
                  <a:lnTo>
                    <a:pt x="648" y="2705"/>
                  </a:lnTo>
                  <a:lnTo>
                    <a:pt x="648" y="2686"/>
                  </a:lnTo>
                  <a:lnTo>
                    <a:pt x="629" y="2686"/>
                  </a:lnTo>
                  <a:lnTo>
                    <a:pt x="629" y="2667"/>
                  </a:lnTo>
                  <a:lnTo>
                    <a:pt x="648" y="2648"/>
                  </a:lnTo>
                  <a:lnTo>
                    <a:pt x="629" y="2648"/>
                  </a:lnTo>
                  <a:lnTo>
                    <a:pt x="610" y="2648"/>
                  </a:lnTo>
                  <a:lnTo>
                    <a:pt x="610" y="2629"/>
                  </a:lnTo>
                  <a:lnTo>
                    <a:pt x="590" y="2609"/>
                  </a:lnTo>
                  <a:lnTo>
                    <a:pt x="571" y="2609"/>
                  </a:lnTo>
                  <a:lnTo>
                    <a:pt x="571" y="2591"/>
                  </a:lnTo>
                  <a:lnTo>
                    <a:pt x="553" y="2609"/>
                  </a:lnTo>
                  <a:lnTo>
                    <a:pt x="534" y="2591"/>
                  </a:lnTo>
                  <a:lnTo>
                    <a:pt x="514" y="2572"/>
                  </a:lnTo>
                  <a:lnTo>
                    <a:pt x="495" y="2572"/>
                  </a:lnTo>
                  <a:lnTo>
                    <a:pt x="495" y="2553"/>
                  </a:lnTo>
                  <a:lnTo>
                    <a:pt x="476" y="2553"/>
                  </a:lnTo>
                  <a:lnTo>
                    <a:pt x="458" y="2533"/>
                  </a:lnTo>
                  <a:lnTo>
                    <a:pt x="438" y="2533"/>
                  </a:lnTo>
                  <a:lnTo>
                    <a:pt x="438" y="2514"/>
                  </a:lnTo>
                  <a:lnTo>
                    <a:pt x="419" y="2514"/>
                  </a:lnTo>
                  <a:lnTo>
                    <a:pt x="400" y="2514"/>
                  </a:lnTo>
                  <a:lnTo>
                    <a:pt x="400" y="2495"/>
                  </a:lnTo>
                  <a:lnTo>
                    <a:pt x="400" y="2514"/>
                  </a:lnTo>
                  <a:lnTo>
                    <a:pt x="381" y="2514"/>
                  </a:lnTo>
                  <a:lnTo>
                    <a:pt x="362" y="2495"/>
                  </a:lnTo>
                  <a:lnTo>
                    <a:pt x="343" y="2495"/>
                  </a:lnTo>
                  <a:lnTo>
                    <a:pt x="343" y="2514"/>
                  </a:lnTo>
                  <a:lnTo>
                    <a:pt x="324" y="2514"/>
                  </a:lnTo>
                  <a:lnTo>
                    <a:pt x="305" y="2514"/>
                  </a:lnTo>
                  <a:lnTo>
                    <a:pt x="286" y="2514"/>
                  </a:lnTo>
                  <a:lnTo>
                    <a:pt x="267" y="2514"/>
                  </a:lnTo>
                  <a:lnTo>
                    <a:pt x="248" y="2514"/>
                  </a:lnTo>
                  <a:lnTo>
                    <a:pt x="248" y="2495"/>
                  </a:lnTo>
                  <a:lnTo>
                    <a:pt x="229" y="2495"/>
                  </a:lnTo>
                  <a:lnTo>
                    <a:pt x="209" y="2495"/>
                  </a:lnTo>
                  <a:lnTo>
                    <a:pt x="191" y="2495"/>
                  </a:lnTo>
                  <a:lnTo>
                    <a:pt x="191" y="2477"/>
                  </a:lnTo>
                  <a:lnTo>
                    <a:pt x="153" y="2495"/>
                  </a:lnTo>
                  <a:lnTo>
                    <a:pt x="133" y="2495"/>
                  </a:lnTo>
                  <a:lnTo>
                    <a:pt x="114" y="2495"/>
                  </a:lnTo>
                  <a:lnTo>
                    <a:pt x="95" y="2495"/>
                  </a:lnTo>
                  <a:lnTo>
                    <a:pt x="77" y="2495"/>
                  </a:lnTo>
                  <a:lnTo>
                    <a:pt x="57" y="2495"/>
                  </a:lnTo>
                  <a:lnTo>
                    <a:pt x="38" y="2477"/>
                  </a:lnTo>
                  <a:lnTo>
                    <a:pt x="38" y="2457"/>
                  </a:lnTo>
                  <a:lnTo>
                    <a:pt x="19" y="2400"/>
                  </a:lnTo>
                  <a:lnTo>
                    <a:pt x="19" y="2381"/>
                  </a:lnTo>
                  <a:lnTo>
                    <a:pt x="19" y="2305"/>
                  </a:lnTo>
                  <a:lnTo>
                    <a:pt x="19" y="2286"/>
                  </a:lnTo>
                  <a:lnTo>
                    <a:pt x="0" y="2286"/>
                  </a:lnTo>
                  <a:lnTo>
                    <a:pt x="0" y="2267"/>
                  </a:lnTo>
                  <a:lnTo>
                    <a:pt x="0" y="2248"/>
                  </a:lnTo>
                  <a:lnTo>
                    <a:pt x="19" y="2228"/>
                  </a:lnTo>
                  <a:lnTo>
                    <a:pt x="38" y="2228"/>
                  </a:lnTo>
                  <a:lnTo>
                    <a:pt x="38" y="2210"/>
                  </a:lnTo>
                  <a:lnTo>
                    <a:pt x="38" y="2191"/>
                  </a:lnTo>
                  <a:lnTo>
                    <a:pt x="19" y="2191"/>
                  </a:lnTo>
                  <a:lnTo>
                    <a:pt x="19" y="2172"/>
                  </a:lnTo>
                  <a:lnTo>
                    <a:pt x="0" y="2172"/>
                  </a:lnTo>
                  <a:lnTo>
                    <a:pt x="0" y="2152"/>
                  </a:lnTo>
                  <a:lnTo>
                    <a:pt x="0" y="2133"/>
                  </a:lnTo>
                  <a:lnTo>
                    <a:pt x="0" y="2114"/>
                  </a:lnTo>
                  <a:lnTo>
                    <a:pt x="19" y="2114"/>
                  </a:lnTo>
                  <a:lnTo>
                    <a:pt x="38" y="2114"/>
                  </a:lnTo>
                  <a:lnTo>
                    <a:pt x="38" y="2096"/>
                  </a:lnTo>
                  <a:lnTo>
                    <a:pt x="57" y="2057"/>
                  </a:lnTo>
                  <a:lnTo>
                    <a:pt x="77" y="2038"/>
                  </a:lnTo>
                  <a:lnTo>
                    <a:pt x="77" y="2019"/>
                  </a:lnTo>
                  <a:lnTo>
                    <a:pt x="57" y="2000"/>
                  </a:lnTo>
                  <a:lnTo>
                    <a:pt x="57" y="1943"/>
                  </a:lnTo>
                  <a:lnTo>
                    <a:pt x="57" y="1924"/>
                  </a:lnTo>
                  <a:lnTo>
                    <a:pt x="57" y="1886"/>
                  </a:lnTo>
                  <a:lnTo>
                    <a:pt x="38" y="1886"/>
                  </a:lnTo>
                  <a:lnTo>
                    <a:pt x="19" y="1847"/>
                  </a:lnTo>
                  <a:close/>
                  <a:moveTo>
                    <a:pt x="4286" y="3448"/>
                  </a:moveTo>
                  <a:lnTo>
                    <a:pt x="4248" y="3448"/>
                  </a:lnTo>
                  <a:lnTo>
                    <a:pt x="4229" y="3448"/>
                  </a:lnTo>
                  <a:lnTo>
                    <a:pt x="4210" y="3429"/>
                  </a:lnTo>
                  <a:lnTo>
                    <a:pt x="4229" y="3391"/>
                  </a:lnTo>
                  <a:lnTo>
                    <a:pt x="4267" y="3352"/>
                  </a:lnTo>
                  <a:lnTo>
                    <a:pt x="4324" y="3315"/>
                  </a:lnTo>
                  <a:lnTo>
                    <a:pt x="4362" y="3295"/>
                  </a:lnTo>
                  <a:lnTo>
                    <a:pt x="4381" y="3295"/>
                  </a:lnTo>
                  <a:lnTo>
                    <a:pt x="4400" y="3295"/>
                  </a:lnTo>
                  <a:lnTo>
                    <a:pt x="4420" y="3315"/>
                  </a:lnTo>
                  <a:lnTo>
                    <a:pt x="4457" y="3315"/>
                  </a:lnTo>
                  <a:lnTo>
                    <a:pt x="4457" y="3334"/>
                  </a:lnTo>
                  <a:lnTo>
                    <a:pt x="4438" y="3352"/>
                  </a:lnTo>
                  <a:lnTo>
                    <a:pt x="4438" y="3391"/>
                  </a:lnTo>
                  <a:lnTo>
                    <a:pt x="4420" y="3391"/>
                  </a:lnTo>
                  <a:lnTo>
                    <a:pt x="4400" y="3410"/>
                  </a:lnTo>
                  <a:lnTo>
                    <a:pt x="4400" y="3429"/>
                  </a:lnTo>
                  <a:lnTo>
                    <a:pt x="4381" y="3448"/>
                  </a:lnTo>
                  <a:lnTo>
                    <a:pt x="4362" y="3448"/>
                  </a:lnTo>
                  <a:lnTo>
                    <a:pt x="4343" y="3448"/>
                  </a:lnTo>
                  <a:lnTo>
                    <a:pt x="4286" y="3448"/>
                  </a:lnTo>
                  <a:close/>
                  <a:moveTo>
                    <a:pt x="4420" y="3295"/>
                  </a:moveTo>
                  <a:lnTo>
                    <a:pt x="4420" y="3276"/>
                  </a:lnTo>
                  <a:lnTo>
                    <a:pt x="4381" y="3276"/>
                  </a:lnTo>
                  <a:lnTo>
                    <a:pt x="4381" y="3257"/>
                  </a:lnTo>
                  <a:lnTo>
                    <a:pt x="4420" y="3238"/>
                  </a:lnTo>
                  <a:lnTo>
                    <a:pt x="4438" y="3238"/>
                  </a:lnTo>
                  <a:lnTo>
                    <a:pt x="4438" y="3219"/>
                  </a:lnTo>
                  <a:lnTo>
                    <a:pt x="4457" y="3200"/>
                  </a:lnTo>
                  <a:lnTo>
                    <a:pt x="4476" y="3181"/>
                  </a:lnTo>
                  <a:lnTo>
                    <a:pt x="4515" y="3181"/>
                  </a:lnTo>
                  <a:lnTo>
                    <a:pt x="4534" y="3162"/>
                  </a:lnTo>
                  <a:lnTo>
                    <a:pt x="4552" y="3143"/>
                  </a:lnTo>
                  <a:lnTo>
                    <a:pt x="4552" y="3162"/>
                  </a:lnTo>
                  <a:lnTo>
                    <a:pt x="4534" y="3200"/>
                  </a:lnTo>
                  <a:lnTo>
                    <a:pt x="4534" y="3219"/>
                  </a:lnTo>
                  <a:lnTo>
                    <a:pt x="4515" y="3219"/>
                  </a:lnTo>
                  <a:lnTo>
                    <a:pt x="4515" y="3238"/>
                  </a:lnTo>
                  <a:lnTo>
                    <a:pt x="4476" y="3257"/>
                  </a:lnTo>
                  <a:lnTo>
                    <a:pt x="4476" y="3276"/>
                  </a:lnTo>
                  <a:lnTo>
                    <a:pt x="4457" y="3276"/>
                  </a:lnTo>
                  <a:lnTo>
                    <a:pt x="4420" y="3295"/>
                  </a:lnTo>
                  <a:close/>
                  <a:moveTo>
                    <a:pt x="4057" y="2172"/>
                  </a:moveTo>
                  <a:lnTo>
                    <a:pt x="4057" y="2191"/>
                  </a:lnTo>
                  <a:lnTo>
                    <a:pt x="4076" y="2172"/>
                  </a:lnTo>
                  <a:lnTo>
                    <a:pt x="4095" y="2172"/>
                  </a:lnTo>
                  <a:lnTo>
                    <a:pt x="4115" y="2172"/>
                  </a:lnTo>
                  <a:lnTo>
                    <a:pt x="4115" y="2191"/>
                  </a:lnTo>
                  <a:lnTo>
                    <a:pt x="4134" y="2210"/>
                  </a:lnTo>
                  <a:lnTo>
                    <a:pt x="4153" y="2228"/>
                  </a:lnTo>
                  <a:lnTo>
                    <a:pt x="4153" y="2248"/>
                  </a:lnTo>
                  <a:lnTo>
                    <a:pt x="4153" y="2267"/>
                  </a:lnTo>
                  <a:lnTo>
                    <a:pt x="4171" y="2286"/>
                  </a:lnTo>
                  <a:lnTo>
                    <a:pt x="4191" y="2305"/>
                  </a:lnTo>
                  <a:lnTo>
                    <a:pt x="4191" y="2324"/>
                  </a:lnTo>
                  <a:lnTo>
                    <a:pt x="4171" y="2343"/>
                  </a:lnTo>
                  <a:lnTo>
                    <a:pt x="4153" y="2362"/>
                  </a:lnTo>
                  <a:lnTo>
                    <a:pt x="4134" y="2400"/>
                  </a:lnTo>
                  <a:lnTo>
                    <a:pt x="4115" y="2400"/>
                  </a:lnTo>
                  <a:lnTo>
                    <a:pt x="4095" y="2419"/>
                  </a:lnTo>
                  <a:lnTo>
                    <a:pt x="4057" y="2400"/>
                  </a:lnTo>
                  <a:lnTo>
                    <a:pt x="4039" y="2343"/>
                  </a:lnTo>
                  <a:lnTo>
                    <a:pt x="4019" y="2305"/>
                  </a:lnTo>
                  <a:lnTo>
                    <a:pt x="4000" y="2286"/>
                  </a:lnTo>
                  <a:lnTo>
                    <a:pt x="3981" y="2286"/>
                  </a:lnTo>
                  <a:lnTo>
                    <a:pt x="4000" y="2248"/>
                  </a:lnTo>
                  <a:lnTo>
                    <a:pt x="4000" y="2228"/>
                  </a:lnTo>
                  <a:lnTo>
                    <a:pt x="4000" y="2210"/>
                  </a:lnTo>
                  <a:lnTo>
                    <a:pt x="4000" y="2191"/>
                  </a:lnTo>
                  <a:lnTo>
                    <a:pt x="4019" y="2191"/>
                  </a:lnTo>
                  <a:lnTo>
                    <a:pt x="4039" y="2191"/>
                  </a:lnTo>
                  <a:lnTo>
                    <a:pt x="4057" y="2172"/>
                  </a:lnTo>
                  <a:close/>
                  <a:moveTo>
                    <a:pt x="3962" y="2152"/>
                  </a:moveTo>
                  <a:lnTo>
                    <a:pt x="3962" y="2133"/>
                  </a:lnTo>
                  <a:lnTo>
                    <a:pt x="3981" y="2133"/>
                  </a:lnTo>
                  <a:lnTo>
                    <a:pt x="4000" y="2114"/>
                  </a:lnTo>
                  <a:lnTo>
                    <a:pt x="4019" y="2114"/>
                  </a:lnTo>
                  <a:lnTo>
                    <a:pt x="4039" y="2114"/>
                  </a:lnTo>
                  <a:lnTo>
                    <a:pt x="4057" y="2114"/>
                  </a:lnTo>
                  <a:lnTo>
                    <a:pt x="4076" y="2133"/>
                  </a:lnTo>
                  <a:lnTo>
                    <a:pt x="4095" y="2152"/>
                  </a:lnTo>
                  <a:lnTo>
                    <a:pt x="4095" y="2172"/>
                  </a:lnTo>
                  <a:lnTo>
                    <a:pt x="4076" y="2172"/>
                  </a:lnTo>
                  <a:lnTo>
                    <a:pt x="4057" y="2172"/>
                  </a:lnTo>
                  <a:lnTo>
                    <a:pt x="4039" y="2172"/>
                  </a:lnTo>
                  <a:lnTo>
                    <a:pt x="4039" y="2191"/>
                  </a:lnTo>
                  <a:lnTo>
                    <a:pt x="4019" y="2172"/>
                  </a:lnTo>
                  <a:lnTo>
                    <a:pt x="4019" y="2191"/>
                  </a:lnTo>
                  <a:lnTo>
                    <a:pt x="4000" y="2172"/>
                  </a:lnTo>
                  <a:lnTo>
                    <a:pt x="3981" y="2152"/>
                  </a:lnTo>
                  <a:lnTo>
                    <a:pt x="3962" y="2152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F65F0F26-6643-FA8E-012E-D01555D2E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4468813"/>
              <a:ext cx="1217613" cy="1233487"/>
            </a:xfrm>
            <a:custGeom>
              <a:avLst/>
              <a:gdLst>
                <a:gd name="T0" fmla="*/ 2147483646 w 6763"/>
                <a:gd name="T1" fmla="*/ 2147483646 h 6858"/>
                <a:gd name="T2" fmla="*/ 2147483646 w 6763"/>
                <a:gd name="T3" fmla="*/ 2147483646 h 6858"/>
                <a:gd name="T4" fmla="*/ 2147483646 w 6763"/>
                <a:gd name="T5" fmla="*/ 2147483646 h 6858"/>
                <a:gd name="T6" fmla="*/ 2147483646 w 6763"/>
                <a:gd name="T7" fmla="*/ 2147483646 h 6858"/>
                <a:gd name="T8" fmla="*/ 2147483646 w 6763"/>
                <a:gd name="T9" fmla="*/ 2147483646 h 6858"/>
                <a:gd name="T10" fmla="*/ 2147483646 w 6763"/>
                <a:gd name="T11" fmla="*/ 2147483646 h 6858"/>
                <a:gd name="T12" fmla="*/ 2147483646 w 6763"/>
                <a:gd name="T13" fmla="*/ 2147483646 h 6858"/>
                <a:gd name="T14" fmla="*/ 2147483646 w 6763"/>
                <a:gd name="T15" fmla="*/ 2147483646 h 6858"/>
                <a:gd name="T16" fmla="*/ 2147483646 w 6763"/>
                <a:gd name="T17" fmla="*/ 2147483646 h 6858"/>
                <a:gd name="T18" fmla="*/ 2147483646 w 6763"/>
                <a:gd name="T19" fmla="*/ 2147483646 h 6858"/>
                <a:gd name="T20" fmla="*/ 2147483646 w 6763"/>
                <a:gd name="T21" fmla="*/ 2147483646 h 6858"/>
                <a:gd name="T22" fmla="*/ 2147483646 w 6763"/>
                <a:gd name="T23" fmla="*/ 2147483646 h 6858"/>
                <a:gd name="T24" fmla="*/ 2147483646 w 6763"/>
                <a:gd name="T25" fmla="*/ 2147483646 h 6858"/>
                <a:gd name="T26" fmla="*/ 2147483646 w 6763"/>
                <a:gd name="T27" fmla="*/ 2147483646 h 6858"/>
                <a:gd name="T28" fmla="*/ 2147483646 w 6763"/>
                <a:gd name="T29" fmla="*/ 2147483646 h 6858"/>
                <a:gd name="T30" fmla="*/ 2147483646 w 6763"/>
                <a:gd name="T31" fmla="*/ 2147483646 h 6858"/>
                <a:gd name="T32" fmla="*/ 2147483646 w 6763"/>
                <a:gd name="T33" fmla="*/ 2147483646 h 6858"/>
                <a:gd name="T34" fmla="*/ 2147483646 w 6763"/>
                <a:gd name="T35" fmla="*/ 2147483646 h 6858"/>
                <a:gd name="T36" fmla="*/ 2147483646 w 6763"/>
                <a:gd name="T37" fmla="*/ 2147483646 h 6858"/>
                <a:gd name="T38" fmla="*/ 2147483646 w 6763"/>
                <a:gd name="T39" fmla="*/ 2147483646 h 6858"/>
                <a:gd name="T40" fmla="*/ 2147483646 w 6763"/>
                <a:gd name="T41" fmla="*/ 2147483646 h 6858"/>
                <a:gd name="T42" fmla="*/ 2147483646 w 6763"/>
                <a:gd name="T43" fmla="*/ 2147483646 h 6858"/>
                <a:gd name="T44" fmla="*/ 2147483646 w 6763"/>
                <a:gd name="T45" fmla="*/ 2147483646 h 6858"/>
                <a:gd name="T46" fmla="*/ 2147483646 w 6763"/>
                <a:gd name="T47" fmla="*/ 2147483646 h 6858"/>
                <a:gd name="T48" fmla="*/ 2147483646 w 6763"/>
                <a:gd name="T49" fmla="*/ 2147483646 h 6858"/>
                <a:gd name="T50" fmla="*/ 2147483646 w 6763"/>
                <a:gd name="T51" fmla="*/ 2147483646 h 6858"/>
                <a:gd name="T52" fmla="*/ 2147483646 w 6763"/>
                <a:gd name="T53" fmla="*/ 2147483646 h 6858"/>
                <a:gd name="T54" fmla="*/ 2147483646 w 6763"/>
                <a:gd name="T55" fmla="*/ 2147483646 h 6858"/>
                <a:gd name="T56" fmla="*/ 2147483646 w 6763"/>
                <a:gd name="T57" fmla="*/ 2147483646 h 6858"/>
                <a:gd name="T58" fmla="*/ 2147483646 w 6763"/>
                <a:gd name="T59" fmla="*/ 2147483646 h 6858"/>
                <a:gd name="T60" fmla="*/ 2147483646 w 6763"/>
                <a:gd name="T61" fmla="*/ 2147483646 h 6858"/>
                <a:gd name="T62" fmla="*/ 2147483646 w 6763"/>
                <a:gd name="T63" fmla="*/ 2147483646 h 6858"/>
                <a:gd name="T64" fmla="*/ 2147483646 w 6763"/>
                <a:gd name="T65" fmla="*/ 2147483646 h 6858"/>
                <a:gd name="T66" fmla="*/ 2147483646 w 6763"/>
                <a:gd name="T67" fmla="*/ 2147483646 h 6858"/>
                <a:gd name="T68" fmla="*/ 2147483646 w 6763"/>
                <a:gd name="T69" fmla="*/ 2147483646 h 6858"/>
                <a:gd name="T70" fmla="*/ 2147483646 w 6763"/>
                <a:gd name="T71" fmla="*/ 2147483646 h 6858"/>
                <a:gd name="T72" fmla="*/ 2147483646 w 6763"/>
                <a:gd name="T73" fmla="*/ 2147483646 h 6858"/>
                <a:gd name="T74" fmla="*/ 2147483646 w 6763"/>
                <a:gd name="T75" fmla="*/ 2147483646 h 6858"/>
                <a:gd name="T76" fmla="*/ 2147483646 w 6763"/>
                <a:gd name="T77" fmla="*/ 2147483646 h 6858"/>
                <a:gd name="T78" fmla="*/ 2147483646 w 6763"/>
                <a:gd name="T79" fmla="*/ 2147483646 h 6858"/>
                <a:gd name="T80" fmla="*/ 2147483646 w 6763"/>
                <a:gd name="T81" fmla="*/ 2147483646 h 6858"/>
                <a:gd name="T82" fmla="*/ 2147483646 w 6763"/>
                <a:gd name="T83" fmla="*/ 2147483646 h 6858"/>
                <a:gd name="T84" fmla="*/ 2147483646 w 6763"/>
                <a:gd name="T85" fmla="*/ 2147483646 h 6858"/>
                <a:gd name="T86" fmla="*/ 2147483646 w 6763"/>
                <a:gd name="T87" fmla="*/ 2147483646 h 6858"/>
                <a:gd name="T88" fmla="*/ 2147483646 w 6763"/>
                <a:gd name="T89" fmla="*/ 2147483646 h 6858"/>
                <a:gd name="T90" fmla="*/ 2147483646 w 6763"/>
                <a:gd name="T91" fmla="*/ 2147483646 h 6858"/>
                <a:gd name="T92" fmla="*/ 2147483646 w 6763"/>
                <a:gd name="T93" fmla="*/ 2147483646 h 6858"/>
                <a:gd name="T94" fmla="*/ 2147483646 w 6763"/>
                <a:gd name="T95" fmla="*/ 2147483646 h 6858"/>
                <a:gd name="T96" fmla="*/ 2147483646 w 6763"/>
                <a:gd name="T97" fmla="*/ 2147483646 h 6858"/>
                <a:gd name="T98" fmla="*/ 2147483646 w 6763"/>
                <a:gd name="T99" fmla="*/ 2147483646 h 6858"/>
                <a:gd name="T100" fmla="*/ 2147483646 w 6763"/>
                <a:gd name="T101" fmla="*/ 2147483646 h 6858"/>
                <a:gd name="T102" fmla="*/ 2147483646 w 6763"/>
                <a:gd name="T103" fmla="*/ 2147483646 h 6858"/>
                <a:gd name="T104" fmla="*/ 2147483646 w 6763"/>
                <a:gd name="T105" fmla="*/ 2147483646 h 6858"/>
                <a:gd name="T106" fmla="*/ 2147483646 w 6763"/>
                <a:gd name="T107" fmla="*/ 2147483646 h 6858"/>
                <a:gd name="T108" fmla="*/ 2147483646 w 6763"/>
                <a:gd name="T109" fmla="*/ 2147483646 h 6858"/>
                <a:gd name="T110" fmla="*/ 2147483646 w 6763"/>
                <a:gd name="T111" fmla="*/ 2147483646 h 6858"/>
                <a:gd name="T112" fmla="*/ 2147483646 w 6763"/>
                <a:gd name="T113" fmla="*/ 2147483646 h 6858"/>
                <a:gd name="T114" fmla="*/ 2147483646 w 6763"/>
                <a:gd name="T115" fmla="*/ 2147483646 h 6858"/>
                <a:gd name="T116" fmla="*/ 2147483646 w 6763"/>
                <a:gd name="T117" fmla="*/ 2147483646 h 6858"/>
                <a:gd name="T118" fmla="*/ 2147483646 w 6763"/>
                <a:gd name="T119" fmla="*/ 2147483646 h 6858"/>
                <a:gd name="T120" fmla="*/ 2147483646 w 6763"/>
                <a:gd name="T121" fmla="*/ 2147483646 h 685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763" h="6858">
                  <a:moveTo>
                    <a:pt x="19" y="2933"/>
                  </a:moveTo>
                  <a:lnTo>
                    <a:pt x="57" y="2914"/>
                  </a:lnTo>
                  <a:lnTo>
                    <a:pt x="76" y="2914"/>
                  </a:lnTo>
                  <a:lnTo>
                    <a:pt x="76" y="2895"/>
                  </a:lnTo>
                  <a:lnTo>
                    <a:pt x="115" y="2876"/>
                  </a:lnTo>
                  <a:lnTo>
                    <a:pt x="134" y="2838"/>
                  </a:lnTo>
                  <a:lnTo>
                    <a:pt x="171" y="2819"/>
                  </a:lnTo>
                  <a:lnTo>
                    <a:pt x="191" y="2819"/>
                  </a:lnTo>
                  <a:lnTo>
                    <a:pt x="191" y="2800"/>
                  </a:lnTo>
                  <a:lnTo>
                    <a:pt x="210" y="2800"/>
                  </a:lnTo>
                  <a:lnTo>
                    <a:pt x="229" y="2800"/>
                  </a:lnTo>
                  <a:lnTo>
                    <a:pt x="247" y="2800"/>
                  </a:lnTo>
                  <a:lnTo>
                    <a:pt x="267" y="2781"/>
                  </a:lnTo>
                  <a:lnTo>
                    <a:pt x="286" y="2762"/>
                  </a:lnTo>
                  <a:lnTo>
                    <a:pt x="286" y="2743"/>
                  </a:lnTo>
                  <a:lnTo>
                    <a:pt x="191" y="2667"/>
                  </a:lnTo>
                  <a:lnTo>
                    <a:pt x="115" y="2590"/>
                  </a:lnTo>
                  <a:lnTo>
                    <a:pt x="57" y="2533"/>
                  </a:lnTo>
                  <a:lnTo>
                    <a:pt x="38" y="2495"/>
                  </a:lnTo>
                  <a:lnTo>
                    <a:pt x="76" y="2438"/>
                  </a:lnTo>
                  <a:lnTo>
                    <a:pt x="95" y="2400"/>
                  </a:lnTo>
                  <a:lnTo>
                    <a:pt x="115" y="2362"/>
                  </a:lnTo>
                  <a:lnTo>
                    <a:pt x="134" y="2304"/>
                  </a:lnTo>
                  <a:lnTo>
                    <a:pt x="152" y="2267"/>
                  </a:lnTo>
                  <a:lnTo>
                    <a:pt x="171" y="2209"/>
                  </a:lnTo>
                  <a:lnTo>
                    <a:pt x="247" y="2076"/>
                  </a:lnTo>
                  <a:lnTo>
                    <a:pt x="305" y="1942"/>
                  </a:lnTo>
                  <a:lnTo>
                    <a:pt x="343" y="1886"/>
                  </a:lnTo>
                  <a:lnTo>
                    <a:pt x="362" y="1828"/>
                  </a:lnTo>
                  <a:lnTo>
                    <a:pt x="381" y="1828"/>
                  </a:lnTo>
                  <a:lnTo>
                    <a:pt x="419" y="1828"/>
                  </a:lnTo>
                  <a:lnTo>
                    <a:pt x="419" y="1771"/>
                  </a:lnTo>
                  <a:lnTo>
                    <a:pt x="419" y="1714"/>
                  </a:lnTo>
                  <a:lnTo>
                    <a:pt x="419" y="1695"/>
                  </a:lnTo>
                  <a:lnTo>
                    <a:pt x="400" y="1695"/>
                  </a:lnTo>
                  <a:lnTo>
                    <a:pt x="362" y="1695"/>
                  </a:lnTo>
                  <a:lnTo>
                    <a:pt x="381" y="1657"/>
                  </a:lnTo>
                  <a:lnTo>
                    <a:pt x="419" y="1524"/>
                  </a:lnTo>
                  <a:lnTo>
                    <a:pt x="457" y="1371"/>
                  </a:lnTo>
                  <a:lnTo>
                    <a:pt x="514" y="1238"/>
                  </a:lnTo>
                  <a:lnTo>
                    <a:pt x="552" y="1085"/>
                  </a:lnTo>
                  <a:lnTo>
                    <a:pt x="572" y="1048"/>
                  </a:lnTo>
                  <a:lnTo>
                    <a:pt x="572" y="1028"/>
                  </a:lnTo>
                  <a:lnTo>
                    <a:pt x="591" y="1028"/>
                  </a:lnTo>
                  <a:lnTo>
                    <a:pt x="667" y="1028"/>
                  </a:lnTo>
                  <a:lnTo>
                    <a:pt x="667" y="1009"/>
                  </a:lnTo>
                  <a:lnTo>
                    <a:pt x="648" y="990"/>
                  </a:lnTo>
                  <a:lnTo>
                    <a:pt x="628" y="990"/>
                  </a:lnTo>
                  <a:lnTo>
                    <a:pt x="610" y="990"/>
                  </a:lnTo>
                  <a:lnTo>
                    <a:pt x="572" y="971"/>
                  </a:lnTo>
                  <a:lnTo>
                    <a:pt x="552" y="914"/>
                  </a:lnTo>
                  <a:lnTo>
                    <a:pt x="496" y="800"/>
                  </a:lnTo>
                  <a:lnTo>
                    <a:pt x="419" y="647"/>
                  </a:lnTo>
                  <a:lnTo>
                    <a:pt x="438" y="647"/>
                  </a:lnTo>
                  <a:lnTo>
                    <a:pt x="438" y="628"/>
                  </a:lnTo>
                  <a:lnTo>
                    <a:pt x="438" y="590"/>
                  </a:lnTo>
                  <a:lnTo>
                    <a:pt x="419" y="571"/>
                  </a:lnTo>
                  <a:lnTo>
                    <a:pt x="400" y="571"/>
                  </a:lnTo>
                  <a:lnTo>
                    <a:pt x="419" y="533"/>
                  </a:lnTo>
                  <a:lnTo>
                    <a:pt x="457" y="533"/>
                  </a:lnTo>
                  <a:lnTo>
                    <a:pt x="496" y="533"/>
                  </a:lnTo>
                  <a:lnTo>
                    <a:pt x="514" y="571"/>
                  </a:lnTo>
                  <a:lnTo>
                    <a:pt x="533" y="571"/>
                  </a:lnTo>
                  <a:lnTo>
                    <a:pt x="533" y="590"/>
                  </a:lnTo>
                  <a:lnTo>
                    <a:pt x="533" y="609"/>
                  </a:lnTo>
                  <a:lnTo>
                    <a:pt x="533" y="628"/>
                  </a:lnTo>
                  <a:lnTo>
                    <a:pt x="552" y="628"/>
                  </a:lnTo>
                  <a:lnTo>
                    <a:pt x="572" y="628"/>
                  </a:lnTo>
                  <a:lnTo>
                    <a:pt x="591" y="647"/>
                  </a:lnTo>
                  <a:lnTo>
                    <a:pt x="610" y="647"/>
                  </a:lnTo>
                  <a:lnTo>
                    <a:pt x="610" y="667"/>
                  </a:lnTo>
                  <a:lnTo>
                    <a:pt x="628" y="667"/>
                  </a:lnTo>
                  <a:lnTo>
                    <a:pt x="648" y="686"/>
                  </a:lnTo>
                  <a:lnTo>
                    <a:pt x="648" y="704"/>
                  </a:lnTo>
                  <a:lnTo>
                    <a:pt x="648" y="723"/>
                  </a:lnTo>
                  <a:lnTo>
                    <a:pt x="648" y="743"/>
                  </a:lnTo>
                  <a:lnTo>
                    <a:pt x="667" y="723"/>
                  </a:lnTo>
                  <a:lnTo>
                    <a:pt x="686" y="686"/>
                  </a:lnTo>
                  <a:lnTo>
                    <a:pt x="686" y="667"/>
                  </a:lnTo>
                  <a:lnTo>
                    <a:pt x="705" y="667"/>
                  </a:lnTo>
                  <a:lnTo>
                    <a:pt x="857" y="609"/>
                  </a:lnTo>
                  <a:lnTo>
                    <a:pt x="877" y="590"/>
                  </a:lnTo>
                  <a:lnTo>
                    <a:pt x="914" y="590"/>
                  </a:lnTo>
                  <a:lnTo>
                    <a:pt x="972" y="590"/>
                  </a:lnTo>
                  <a:lnTo>
                    <a:pt x="972" y="571"/>
                  </a:lnTo>
                  <a:lnTo>
                    <a:pt x="1009" y="571"/>
                  </a:lnTo>
                  <a:lnTo>
                    <a:pt x="1009" y="552"/>
                  </a:lnTo>
                  <a:lnTo>
                    <a:pt x="1105" y="457"/>
                  </a:lnTo>
                  <a:lnTo>
                    <a:pt x="1124" y="457"/>
                  </a:lnTo>
                  <a:lnTo>
                    <a:pt x="1124" y="438"/>
                  </a:lnTo>
                  <a:lnTo>
                    <a:pt x="1105" y="400"/>
                  </a:lnTo>
                  <a:lnTo>
                    <a:pt x="1124" y="381"/>
                  </a:lnTo>
                  <a:lnTo>
                    <a:pt x="1143" y="362"/>
                  </a:lnTo>
                  <a:lnTo>
                    <a:pt x="1162" y="362"/>
                  </a:lnTo>
                  <a:lnTo>
                    <a:pt x="1162" y="342"/>
                  </a:lnTo>
                  <a:lnTo>
                    <a:pt x="1181" y="342"/>
                  </a:lnTo>
                  <a:lnTo>
                    <a:pt x="1200" y="342"/>
                  </a:lnTo>
                  <a:lnTo>
                    <a:pt x="1200" y="323"/>
                  </a:lnTo>
                  <a:lnTo>
                    <a:pt x="1219" y="305"/>
                  </a:lnTo>
                  <a:lnTo>
                    <a:pt x="1219" y="286"/>
                  </a:lnTo>
                  <a:lnTo>
                    <a:pt x="1238" y="286"/>
                  </a:lnTo>
                  <a:lnTo>
                    <a:pt x="1238" y="247"/>
                  </a:lnTo>
                  <a:lnTo>
                    <a:pt x="1238" y="228"/>
                  </a:lnTo>
                  <a:lnTo>
                    <a:pt x="1238" y="209"/>
                  </a:lnTo>
                  <a:lnTo>
                    <a:pt x="1258" y="190"/>
                  </a:lnTo>
                  <a:lnTo>
                    <a:pt x="1276" y="190"/>
                  </a:lnTo>
                  <a:lnTo>
                    <a:pt x="1295" y="171"/>
                  </a:lnTo>
                  <a:lnTo>
                    <a:pt x="1295" y="152"/>
                  </a:lnTo>
                  <a:lnTo>
                    <a:pt x="1295" y="133"/>
                  </a:lnTo>
                  <a:lnTo>
                    <a:pt x="1314" y="133"/>
                  </a:lnTo>
                  <a:lnTo>
                    <a:pt x="1334" y="114"/>
                  </a:lnTo>
                  <a:lnTo>
                    <a:pt x="1410" y="133"/>
                  </a:lnTo>
                  <a:lnTo>
                    <a:pt x="1543" y="114"/>
                  </a:lnTo>
                  <a:lnTo>
                    <a:pt x="1562" y="114"/>
                  </a:lnTo>
                  <a:lnTo>
                    <a:pt x="1581" y="114"/>
                  </a:lnTo>
                  <a:lnTo>
                    <a:pt x="1600" y="114"/>
                  </a:lnTo>
                  <a:lnTo>
                    <a:pt x="1619" y="133"/>
                  </a:lnTo>
                  <a:lnTo>
                    <a:pt x="1638" y="114"/>
                  </a:lnTo>
                  <a:lnTo>
                    <a:pt x="1657" y="114"/>
                  </a:lnTo>
                  <a:lnTo>
                    <a:pt x="1676" y="114"/>
                  </a:lnTo>
                  <a:lnTo>
                    <a:pt x="1695" y="95"/>
                  </a:lnTo>
                  <a:lnTo>
                    <a:pt x="1715" y="95"/>
                  </a:lnTo>
                  <a:lnTo>
                    <a:pt x="1734" y="95"/>
                  </a:lnTo>
                  <a:lnTo>
                    <a:pt x="1752" y="76"/>
                  </a:lnTo>
                  <a:lnTo>
                    <a:pt x="1791" y="38"/>
                  </a:lnTo>
                  <a:lnTo>
                    <a:pt x="1791" y="19"/>
                  </a:lnTo>
                  <a:lnTo>
                    <a:pt x="1810" y="19"/>
                  </a:lnTo>
                  <a:lnTo>
                    <a:pt x="1829" y="19"/>
                  </a:lnTo>
                  <a:lnTo>
                    <a:pt x="1886" y="0"/>
                  </a:lnTo>
                  <a:lnTo>
                    <a:pt x="1905" y="0"/>
                  </a:lnTo>
                  <a:lnTo>
                    <a:pt x="1924" y="0"/>
                  </a:lnTo>
                  <a:lnTo>
                    <a:pt x="1943" y="0"/>
                  </a:lnTo>
                  <a:lnTo>
                    <a:pt x="1981" y="0"/>
                  </a:lnTo>
                  <a:lnTo>
                    <a:pt x="2000" y="19"/>
                  </a:lnTo>
                  <a:lnTo>
                    <a:pt x="2019" y="38"/>
                  </a:lnTo>
                  <a:lnTo>
                    <a:pt x="2019" y="57"/>
                  </a:lnTo>
                  <a:lnTo>
                    <a:pt x="2038" y="57"/>
                  </a:lnTo>
                  <a:lnTo>
                    <a:pt x="2038" y="76"/>
                  </a:lnTo>
                  <a:lnTo>
                    <a:pt x="2115" y="95"/>
                  </a:lnTo>
                  <a:lnTo>
                    <a:pt x="2152" y="95"/>
                  </a:lnTo>
                  <a:lnTo>
                    <a:pt x="2172" y="114"/>
                  </a:lnTo>
                  <a:lnTo>
                    <a:pt x="2191" y="114"/>
                  </a:lnTo>
                  <a:lnTo>
                    <a:pt x="2191" y="133"/>
                  </a:lnTo>
                  <a:lnTo>
                    <a:pt x="2210" y="152"/>
                  </a:lnTo>
                  <a:lnTo>
                    <a:pt x="2229" y="152"/>
                  </a:lnTo>
                  <a:lnTo>
                    <a:pt x="2286" y="171"/>
                  </a:lnTo>
                  <a:lnTo>
                    <a:pt x="2305" y="171"/>
                  </a:lnTo>
                  <a:lnTo>
                    <a:pt x="2324" y="171"/>
                  </a:lnTo>
                  <a:lnTo>
                    <a:pt x="2362" y="171"/>
                  </a:lnTo>
                  <a:lnTo>
                    <a:pt x="2381" y="190"/>
                  </a:lnTo>
                  <a:lnTo>
                    <a:pt x="2400" y="190"/>
                  </a:lnTo>
                  <a:lnTo>
                    <a:pt x="2400" y="209"/>
                  </a:lnTo>
                  <a:lnTo>
                    <a:pt x="2419" y="228"/>
                  </a:lnTo>
                  <a:lnTo>
                    <a:pt x="2419" y="247"/>
                  </a:lnTo>
                  <a:lnTo>
                    <a:pt x="2457" y="286"/>
                  </a:lnTo>
                  <a:lnTo>
                    <a:pt x="2457" y="305"/>
                  </a:lnTo>
                  <a:lnTo>
                    <a:pt x="2495" y="323"/>
                  </a:lnTo>
                  <a:lnTo>
                    <a:pt x="2553" y="342"/>
                  </a:lnTo>
                  <a:lnTo>
                    <a:pt x="2591" y="362"/>
                  </a:lnTo>
                  <a:lnTo>
                    <a:pt x="2609" y="362"/>
                  </a:lnTo>
                  <a:lnTo>
                    <a:pt x="2609" y="381"/>
                  </a:lnTo>
                  <a:lnTo>
                    <a:pt x="2629" y="381"/>
                  </a:lnTo>
                  <a:lnTo>
                    <a:pt x="2648" y="381"/>
                  </a:lnTo>
                  <a:lnTo>
                    <a:pt x="2667" y="400"/>
                  </a:lnTo>
                  <a:lnTo>
                    <a:pt x="2667" y="419"/>
                  </a:lnTo>
                  <a:lnTo>
                    <a:pt x="2686" y="419"/>
                  </a:lnTo>
                  <a:lnTo>
                    <a:pt x="2800" y="476"/>
                  </a:lnTo>
                  <a:lnTo>
                    <a:pt x="2858" y="476"/>
                  </a:lnTo>
                  <a:lnTo>
                    <a:pt x="2876" y="476"/>
                  </a:lnTo>
                  <a:lnTo>
                    <a:pt x="2895" y="476"/>
                  </a:lnTo>
                  <a:lnTo>
                    <a:pt x="2990" y="457"/>
                  </a:lnTo>
                  <a:lnTo>
                    <a:pt x="3010" y="457"/>
                  </a:lnTo>
                  <a:lnTo>
                    <a:pt x="3029" y="457"/>
                  </a:lnTo>
                  <a:lnTo>
                    <a:pt x="3048" y="457"/>
                  </a:lnTo>
                  <a:lnTo>
                    <a:pt x="3067" y="457"/>
                  </a:lnTo>
                  <a:lnTo>
                    <a:pt x="3143" y="400"/>
                  </a:lnTo>
                  <a:lnTo>
                    <a:pt x="3162" y="381"/>
                  </a:lnTo>
                  <a:lnTo>
                    <a:pt x="3162" y="362"/>
                  </a:lnTo>
                  <a:lnTo>
                    <a:pt x="3181" y="342"/>
                  </a:lnTo>
                  <a:lnTo>
                    <a:pt x="3200" y="342"/>
                  </a:lnTo>
                  <a:lnTo>
                    <a:pt x="3257" y="323"/>
                  </a:lnTo>
                  <a:lnTo>
                    <a:pt x="3334" y="305"/>
                  </a:lnTo>
                  <a:lnTo>
                    <a:pt x="3353" y="305"/>
                  </a:lnTo>
                  <a:lnTo>
                    <a:pt x="3391" y="305"/>
                  </a:lnTo>
                  <a:lnTo>
                    <a:pt x="3410" y="323"/>
                  </a:lnTo>
                  <a:lnTo>
                    <a:pt x="3429" y="323"/>
                  </a:lnTo>
                  <a:lnTo>
                    <a:pt x="3448" y="342"/>
                  </a:lnTo>
                  <a:lnTo>
                    <a:pt x="3505" y="381"/>
                  </a:lnTo>
                  <a:lnTo>
                    <a:pt x="3505" y="400"/>
                  </a:lnTo>
                  <a:lnTo>
                    <a:pt x="3524" y="419"/>
                  </a:lnTo>
                  <a:lnTo>
                    <a:pt x="3524" y="438"/>
                  </a:lnTo>
                  <a:lnTo>
                    <a:pt x="3524" y="457"/>
                  </a:lnTo>
                  <a:lnTo>
                    <a:pt x="3524" y="476"/>
                  </a:lnTo>
                  <a:lnTo>
                    <a:pt x="3543" y="476"/>
                  </a:lnTo>
                  <a:lnTo>
                    <a:pt x="3581" y="476"/>
                  </a:lnTo>
                  <a:lnTo>
                    <a:pt x="3600" y="476"/>
                  </a:lnTo>
                  <a:lnTo>
                    <a:pt x="3676" y="438"/>
                  </a:lnTo>
                  <a:lnTo>
                    <a:pt x="3715" y="419"/>
                  </a:lnTo>
                  <a:lnTo>
                    <a:pt x="3752" y="419"/>
                  </a:lnTo>
                  <a:lnTo>
                    <a:pt x="3772" y="419"/>
                  </a:lnTo>
                  <a:lnTo>
                    <a:pt x="3791" y="419"/>
                  </a:lnTo>
                  <a:lnTo>
                    <a:pt x="3829" y="381"/>
                  </a:lnTo>
                  <a:lnTo>
                    <a:pt x="3829" y="362"/>
                  </a:lnTo>
                  <a:lnTo>
                    <a:pt x="3848" y="362"/>
                  </a:lnTo>
                  <a:lnTo>
                    <a:pt x="3848" y="342"/>
                  </a:lnTo>
                  <a:lnTo>
                    <a:pt x="3848" y="323"/>
                  </a:lnTo>
                  <a:lnTo>
                    <a:pt x="3867" y="305"/>
                  </a:lnTo>
                  <a:lnTo>
                    <a:pt x="3924" y="286"/>
                  </a:lnTo>
                  <a:lnTo>
                    <a:pt x="3943" y="266"/>
                  </a:lnTo>
                  <a:lnTo>
                    <a:pt x="4038" y="171"/>
                  </a:lnTo>
                  <a:lnTo>
                    <a:pt x="4038" y="152"/>
                  </a:lnTo>
                  <a:lnTo>
                    <a:pt x="4057" y="133"/>
                  </a:lnTo>
                  <a:lnTo>
                    <a:pt x="4057" y="114"/>
                  </a:lnTo>
                  <a:lnTo>
                    <a:pt x="4114" y="76"/>
                  </a:lnTo>
                  <a:lnTo>
                    <a:pt x="4133" y="76"/>
                  </a:lnTo>
                  <a:lnTo>
                    <a:pt x="4133" y="57"/>
                  </a:lnTo>
                  <a:lnTo>
                    <a:pt x="4191" y="57"/>
                  </a:lnTo>
                  <a:lnTo>
                    <a:pt x="4191" y="76"/>
                  </a:lnTo>
                  <a:lnTo>
                    <a:pt x="4191" y="95"/>
                  </a:lnTo>
                  <a:lnTo>
                    <a:pt x="4191" y="114"/>
                  </a:lnTo>
                  <a:lnTo>
                    <a:pt x="4172" y="228"/>
                  </a:lnTo>
                  <a:lnTo>
                    <a:pt x="4172" y="305"/>
                  </a:lnTo>
                  <a:lnTo>
                    <a:pt x="4153" y="305"/>
                  </a:lnTo>
                  <a:lnTo>
                    <a:pt x="4153" y="342"/>
                  </a:lnTo>
                  <a:lnTo>
                    <a:pt x="4133" y="438"/>
                  </a:lnTo>
                  <a:lnTo>
                    <a:pt x="4133" y="457"/>
                  </a:lnTo>
                  <a:lnTo>
                    <a:pt x="4114" y="457"/>
                  </a:lnTo>
                  <a:lnTo>
                    <a:pt x="4077" y="476"/>
                  </a:lnTo>
                  <a:lnTo>
                    <a:pt x="4038" y="476"/>
                  </a:lnTo>
                  <a:lnTo>
                    <a:pt x="4038" y="495"/>
                  </a:lnTo>
                  <a:lnTo>
                    <a:pt x="4019" y="495"/>
                  </a:lnTo>
                  <a:lnTo>
                    <a:pt x="4019" y="514"/>
                  </a:lnTo>
                  <a:lnTo>
                    <a:pt x="4000" y="533"/>
                  </a:lnTo>
                  <a:lnTo>
                    <a:pt x="4000" y="552"/>
                  </a:lnTo>
                  <a:lnTo>
                    <a:pt x="3981" y="571"/>
                  </a:lnTo>
                  <a:lnTo>
                    <a:pt x="3962" y="609"/>
                  </a:lnTo>
                  <a:lnTo>
                    <a:pt x="3924" y="647"/>
                  </a:lnTo>
                  <a:lnTo>
                    <a:pt x="3924" y="667"/>
                  </a:lnTo>
                  <a:lnTo>
                    <a:pt x="3905" y="686"/>
                  </a:lnTo>
                  <a:lnTo>
                    <a:pt x="3905" y="704"/>
                  </a:lnTo>
                  <a:lnTo>
                    <a:pt x="3905" y="723"/>
                  </a:lnTo>
                  <a:lnTo>
                    <a:pt x="3924" y="723"/>
                  </a:lnTo>
                  <a:lnTo>
                    <a:pt x="3962" y="723"/>
                  </a:lnTo>
                  <a:lnTo>
                    <a:pt x="4019" y="743"/>
                  </a:lnTo>
                  <a:lnTo>
                    <a:pt x="4114" y="800"/>
                  </a:lnTo>
                  <a:lnTo>
                    <a:pt x="4153" y="800"/>
                  </a:lnTo>
                  <a:lnTo>
                    <a:pt x="4267" y="781"/>
                  </a:lnTo>
                  <a:lnTo>
                    <a:pt x="4286" y="781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38" y="800"/>
                  </a:lnTo>
                  <a:lnTo>
                    <a:pt x="4458" y="800"/>
                  </a:lnTo>
                  <a:lnTo>
                    <a:pt x="4553" y="800"/>
                  </a:lnTo>
                  <a:lnTo>
                    <a:pt x="4572" y="800"/>
                  </a:lnTo>
                  <a:lnTo>
                    <a:pt x="4629" y="800"/>
                  </a:lnTo>
                  <a:lnTo>
                    <a:pt x="4667" y="819"/>
                  </a:lnTo>
                  <a:lnTo>
                    <a:pt x="4705" y="819"/>
                  </a:lnTo>
                  <a:lnTo>
                    <a:pt x="4781" y="819"/>
                  </a:lnTo>
                  <a:lnTo>
                    <a:pt x="4781" y="800"/>
                  </a:lnTo>
                  <a:lnTo>
                    <a:pt x="4781" y="838"/>
                  </a:lnTo>
                  <a:lnTo>
                    <a:pt x="4800" y="857"/>
                  </a:lnTo>
                  <a:lnTo>
                    <a:pt x="4800" y="895"/>
                  </a:lnTo>
                  <a:lnTo>
                    <a:pt x="4781" y="1085"/>
                  </a:lnTo>
                  <a:lnTo>
                    <a:pt x="4781" y="1104"/>
                  </a:lnTo>
                  <a:lnTo>
                    <a:pt x="4781" y="1124"/>
                  </a:lnTo>
                  <a:lnTo>
                    <a:pt x="4800" y="1124"/>
                  </a:lnTo>
                  <a:lnTo>
                    <a:pt x="4800" y="1143"/>
                  </a:lnTo>
                  <a:lnTo>
                    <a:pt x="4819" y="1162"/>
                  </a:lnTo>
                  <a:lnTo>
                    <a:pt x="4839" y="1180"/>
                  </a:lnTo>
                  <a:lnTo>
                    <a:pt x="4857" y="1180"/>
                  </a:lnTo>
                  <a:lnTo>
                    <a:pt x="4857" y="1162"/>
                  </a:lnTo>
                  <a:lnTo>
                    <a:pt x="4915" y="1143"/>
                  </a:lnTo>
                  <a:lnTo>
                    <a:pt x="4934" y="1143"/>
                  </a:lnTo>
                  <a:lnTo>
                    <a:pt x="4953" y="1143"/>
                  </a:lnTo>
                  <a:lnTo>
                    <a:pt x="5029" y="1180"/>
                  </a:lnTo>
                  <a:lnTo>
                    <a:pt x="5048" y="1180"/>
                  </a:lnTo>
                  <a:lnTo>
                    <a:pt x="5048" y="1200"/>
                  </a:lnTo>
                  <a:lnTo>
                    <a:pt x="5048" y="1219"/>
                  </a:lnTo>
                  <a:lnTo>
                    <a:pt x="5048" y="1238"/>
                  </a:lnTo>
                  <a:lnTo>
                    <a:pt x="5029" y="1257"/>
                  </a:lnTo>
                  <a:lnTo>
                    <a:pt x="4971" y="1314"/>
                  </a:lnTo>
                  <a:lnTo>
                    <a:pt x="4971" y="1333"/>
                  </a:lnTo>
                  <a:lnTo>
                    <a:pt x="4934" y="1429"/>
                  </a:lnTo>
                  <a:lnTo>
                    <a:pt x="4934" y="1447"/>
                  </a:lnTo>
                  <a:lnTo>
                    <a:pt x="4953" y="1466"/>
                  </a:lnTo>
                  <a:lnTo>
                    <a:pt x="5067" y="1485"/>
                  </a:lnTo>
                  <a:lnTo>
                    <a:pt x="5124" y="1485"/>
                  </a:lnTo>
                  <a:lnTo>
                    <a:pt x="5162" y="1505"/>
                  </a:lnTo>
                  <a:lnTo>
                    <a:pt x="5200" y="1505"/>
                  </a:lnTo>
                  <a:lnTo>
                    <a:pt x="5315" y="1485"/>
                  </a:lnTo>
                  <a:lnTo>
                    <a:pt x="5334" y="1505"/>
                  </a:lnTo>
                  <a:lnTo>
                    <a:pt x="5352" y="1524"/>
                  </a:lnTo>
                  <a:lnTo>
                    <a:pt x="5429" y="1581"/>
                  </a:lnTo>
                  <a:lnTo>
                    <a:pt x="5429" y="1600"/>
                  </a:lnTo>
                  <a:lnTo>
                    <a:pt x="5448" y="1600"/>
                  </a:lnTo>
                  <a:lnTo>
                    <a:pt x="5467" y="1600"/>
                  </a:lnTo>
                  <a:lnTo>
                    <a:pt x="5524" y="1600"/>
                  </a:lnTo>
                  <a:lnTo>
                    <a:pt x="5562" y="1600"/>
                  </a:lnTo>
                  <a:lnTo>
                    <a:pt x="5601" y="1638"/>
                  </a:lnTo>
                  <a:lnTo>
                    <a:pt x="5677" y="1676"/>
                  </a:lnTo>
                  <a:lnTo>
                    <a:pt x="5696" y="1695"/>
                  </a:lnTo>
                  <a:lnTo>
                    <a:pt x="5696" y="1714"/>
                  </a:lnTo>
                  <a:lnTo>
                    <a:pt x="5715" y="1733"/>
                  </a:lnTo>
                  <a:lnTo>
                    <a:pt x="5733" y="1733"/>
                  </a:lnTo>
                  <a:lnTo>
                    <a:pt x="5772" y="1752"/>
                  </a:lnTo>
                  <a:lnTo>
                    <a:pt x="5810" y="1752"/>
                  </a:lnTo>
                  <a:lnTo>
                    <a:pt x="5848" y="1771"/>
                  </a:lnTo>
                  <a:lnTo>
                    <a:pt x="5886" y="1790"/>
                  </a:lnTo>
                  <a:lnTo>
                    <a:pt x="5905" y="1810"/>
                  </a:lnTo>
                  <a:lnTo>
                    <a:pt x="5924" y="1828"/>
                  </a:lnTo>
                  <a:lnTo>
                    <a:pt x="6095" y="1905"/>
                  </a:lnTo>
                  <a:lnTo>
                    <a:pt x="6114" y="1905"/>
                  </a:lnTo>
                  <a:lnTo>
                    <a:pt x="6153" y="1924"/>
                  </a:lnTo>
                  <a:lnTo>
                    <a:pt x="6191" y="1905"/>
                  </a:lnTo>
                  <a:lnTo>
                    <a:pt x="6210" y="1924"/>
                  </a:lnTo>
                  <a:lnTo>
                    <a:pt x="6267" y="1924"/>
                  </a:lnTo>
                  <a:lnTo>
                    <a:pt x="6305" y="1942"/>
                  </a:lnTo>
                  <a:lnTo>
                    <a:pt x="6324" y="1942"/>
                  </a:lnTo>
                  <a:lnTo>
                    <a:pt x="6381" y="2000"/>
                  </a:lnTo>
                  <a:lnTo>
                    <a:pt x="6400" y="2019"/>
                  </a:lnTo>
                  <a:lnTo>
                    <a:pt x="6419" y="2038"/>
                  </a:lnTo>
                  <a:lnTo>
                    <a:pt x="6439" y="2038"/>
                  </a:lnTo>
                  <a:lnTo>
                    <a:pt x="6458" y="2038"/>
                  </a:lnTo>
                  <a:lnTo>
                    <a:pt x="6495" y="2038"/>
                  </a:lnTo>
                  <a:lnTo>
                    <a:pt x="6495" y="2057"/>
                  </a:lnTo>
                  <a:lnTo>
                    <a:pt x="6534" y="2057"/>
                  </a:lnTo>
                  <a:lnTo>
                    <a:pt x="6553" y="2057"/>
                  </a:lnTo>
                  <a:lnTo>
                    <a:pt x="6572" y="2057"/>
                  </a:lnTo>
                  <a:lnTo>
                    <a:pt x="6591" y="2057"/>
                  </a:lnTo>
                  <a:lnTo>
                    <a:pt x="6591" y="2076"/>
                  </a:lnTo>
                  <a:lnTo>
                    <a:pt x="6610" y="2076"/>
                  </a:lnTo>
                  <a:lnTo>
                    <a:pt x="6629" y="2095"/>
                  </a:lnTo>
                  <a:lnTo>
                    <a:pt x="6667" y="2152"/>
                  </a:lnTo>
                  <a:lnTo>
                    <a:pt x="6743" y="2247"/>
                  </a:lnTo>
                  <a:lnTo>
                    <a:pt x="6743" y="2267"/>
                  </a:lnTo>
                  <a:lnTo>
                    <a:pt x="6743" y="2286"/>
                  </a:lnTo>
                  <a:lnTo>
                    <a:pt x="6762" y="2304"/>
                  </a:lnTo>
                  <a:lnTo>
                    <a:pt x="6762" y="2323"/>
                  </a:lnTo>
                  <a:lnTo>
                    <a:pt x="6743" y="2343"/>
                  </a:lnTo>
                  <a:lnTo>
                    <a:pt x="6724" y="2343"/>
                  </a:lnTo>
                  <a:lnTo>
                    <a:pt x="6724" y="2362"/>
                  </a:lnTo>
                  <a:lnTo>
                    <a:pt x="6705" y="2362"/>
                  </a:lnTo>
                  <a:lnTo>
                    <a:pt x="6705" y="2419"/>
                  </a:lnTo>
                  <a:lnTo>
                    <a:pt x="6705" y="2438"/>
                  </a:lnTo>
                  <a:lnTo>
                    <a:pt x="6686" y="2476"/>
                  </a:lnTo>
                  <a:lnTo>
                    <a:pt x="6686" y="2495"/>
                  </a:lnTo>
                  <a:lnTo>
                    <a:pt x="6686" y="2533"/>
                  </a:lnTo>
                  <a:lnTo>
                    <a:pt x="6705" y="2685"/>
                  </a:lnTo>
                  <a:lnTo>
                    <a:pt x="6705" y="2800"/>
                  </a:lnTo>
                  <a:lnTo>
                    <a:pt x="6705" y="2876"/>
                  </a:lnTo>
                  <a:lnTo>
                    <a:pt x="6686" y="2952"/>
                  </a:lnTo>
                  <a:lnTo>
                    <a:pt x="6648" y="2990"/>
                  </a:lnTo>
                  <a:lnTo>
                    <a:pt x="6629" y="3029"/>
                  </a:lnTo>
                  <a:lnTo>
                    <a:pt x="6591" y="3047"/>
                  </a:lnTo>
                  <a:lnTo>
                    <a:pt x="6572" y="3066"/>
                  </a:lnTo>
                  <a:lnTo>
                    <a:pt x="6458" y="3105"/>
                  </a:lnTo>
                  <a:lnTo>
                    <a:pt x="6400" y="3124"/>
                  </a:lnTo>
                  <a:lnTo>
                    <a:pt x="6381" y="3143"/>
                  </a:lnTo>
                  <a:lnTo>
                    <a:pt x="6343" y="3181"/>
                  </a:lnTo>
                  <a:lnTo>
                    <a:pt x="6343" y="3219"/>
                  </a:lnTo>
                  <a:lnTo>
                    <a:pt x="6286" y="3257"/>
                  </a:lnTo>
                  <a:lnTo>
                    <a:pt x="6267" y="3295"/>
                  </a:lnTo>
                  <a:lnTo>
                    <a:pt x="6229" y="3352"/>
                  </a:lnTo>
                  <a:lnTo>
                    <a:pt x="6172" y="3352"/>
                  </a:lnTo>
                  <a:lnTo>
                    <a:pt x="6172" y="3371"/>
                  </a:lnTo>
                  <a:lnTo>
                    <a:pt x="6153" y="3390"/>
                  </a:lnTo>
                  <a:lnTo>
                    <a:pt x="6153" y="3428"/>
                  </a:lnTo>
                  <a:lnTo>
                    <a:pt x="6134" y="3466"/>
                  </a:lnTo>
                  <a:lnTo>
                    <a:pt x="6114" y="3486"/>
                  </a:lnTo>
                  <a:lnTo>
                    <a:pt x="6134" y="3542"/>
                  </a:lnTo>
                  <a:lnTo>
                    <a:pt x="6114" y="3638"/>
                  </a:lnTo>
                  <a:lnTo>
                    <a:pt x="6114" y="3657"/>
                  </a:lnTo>
                  <a:lnTo>
                    <a:pt x="6038" y="3733"/>
                  </a:lnTo>
                  <a:lnTo>
                    <a:pt x="6019" y="3752"/>
                  </a:lnTo>
                  <a:lnTo>
                    <a:pt x="6000" y="3771"/>
                  </a:lnTo>
                  <a:lnTo>
                    <a:pt x="5981" y="3828"/>
                  </a:lnTo>
                  <a:lnTo>
                    <a:pt x="5962" y="3847"/>
                  </a:lnTo>
                  <a:lnTo>
                    <a:pt x="5962" y="3867"/>
                  </a:lnTo>
                  <a:lnTo>
                    <a:pt x="5943" y="3867"/>
                  </a:lnTo>
                  <a:lnTo>
                    <a:pt x="5924" y="3886"/>
                  </a:lnTo>
                  <a:lnTo>
                    <a:pt x="5905" y="3905"/>
                  </a:lnTo>
                  <a:lnTo>
                    <a:pt x="5886" y="3905"/>
                  </a:lnTo>
                  <a:lnTo>
                    <a:pt x="5886" y="3943"/>
                  </a:lnTo>
                  <a:lnTo>
                    <a:pt x="5905" y="4019"/>
                  </a:lnTo>
                  <a:lnTo>
                    <a:pt x="5905" y="4076"/>
                  </a:lnTo>
                  <a:lnTo>
                    <a:pt x="5886" y="4114"/>
                  </a:lnTo>
                  <a:lnTo>
                    <a:pt x="5829" y="4171"/>
                  </a:lnTo>
                  <a:lnTo>
                    <a:pt x="5829" y="4190"/>
                  </a:lnTo>
                  <a:lnTo>
                    <a:pt x="5810" y="4228"/>
                  </a:lnTo>
                  <a:lnTo>
                    <a:pt x="5791" y="4248"/>
                  </a:lnTo>
                  <a:lnTo>
                    <a:pt x="5772" y="4248"/>
                  </a:lnTo>
                  <a:lnTo>
                    <a:pt x="5753" y="4248"/>
                  </a:lnTo>
                  <a:lnTo>
                    <a:pt x="5733" y="4248"/>
                  </a:lnTo>
                  <a:lnTo>
                    <a:pt x="5715" y="4248"/>
                  </a:lnTo>
                  <a:lnTo>
                    <a:pt x="5696" y="4248"/>
                  </a:lnTo>
                  <a:lnTo>
                    <a:pt x="5696" y="4267"/>
                  </a:lnTo>
                  <a:lnTo>
                    <a:pt x="5696" y="4285"/>
                  </a:lnTo>
                  <a:lnTo>
                    <a:pt x="5677" y="4285"/>
                  </a:lnTo>
                  <a:lnTo>
                    <a:pt x="5677" y="4324"/>
                  </a:lnTo>
                  <a:lnTo>
                    <a:pt x="5715" y="4400"/>
                  </a:lnTo>
                  <a:lnTo>
                    <a:pt x="5733" y="4400"/>
                  </a:lnTo>
                  <a:lnTo>
                    <a:pt x="5733" y="4419"/>
                  </a:lnTo>
                  <a:lnTo>
                    <a:pt x="5733" y="4438"/>
                  </a:lnTo>
                  <a:lnTo>
                    <a:pt x="5715" y="4457"/>
                  </a:lnTo>
                  <a:lnTo>
                    <a:pt x="5696" y="4476"/>
                  </a:lnTo>
                  <a:lnTo>
                    <a:pt x="5677" y="4495"/>
                  </a:lnTo>
                  <a:lnTo>
                    <a:pt x="5638" y="4495"/>
                  </a:lnTo>
                  <a:lnTo>
                    <a:pt x="5619" y="4514"/>
                  </a:lnTo>
                  <a:lnTo>
                    <a:pt x="5601" y="4552"/>
                  </a:lnTo>
                  <a:lnTo>
                    <a:pt x="5601" y="4571"/>
                  </a:lnTo>
                  <a:lnTo>
                    <a:pt x="5601" y="4590"/>
                  </a:lnTo>
                  <a:lnTo>
                    <a:pt x="5581" y="4609"/>
                  </a:lnTo>
                  <a:lnTo>
                    <a:pt x="5581" y="4629"/>
                  </a:lnTo>
                  <a:lnTo>
                    <a:pt x="5562" y="4629"/>
                  </a:lnTo>
                  <a:lnTo>
                    <a:pt x="5562" y="4648"/>
                  </a:lnTo>
                  <a:lnTo>
                    <a:pt x="5543" y="4648"/>
                  </a:lnTo>
                  <a:lnTo>
                    <a:pt x="5486" y="4705"/>
                  </a:lnTo>
                  <a:lnTo>
                    <a:pt x="5486" y="4724"/>
                  </a:lnTo>
                  <a:lnTo>
                    <a:pt x="5467" y="4724"/>
                  </a:lnTo>
                  <a:lnTo>
                    <a:pt x="5467" y="4762"/>
                  </a:lnTo>
                  <a:lnTo>
                    <a:pt x="5467" y="4781"/>
                  </a:lnTo>
                  <a:lnTo>
                    <a:pt x="5429" y="4838"/>
                  </a:lnTo>
                  <a:lnTo>
                    <a:pt x="5429" y="4876"/>
                  </a:lnTo>
                  <a:lnTo>
                    <a:pt x="5352" y="4933"/>
                  </a:lnTo>
                  <a:lnTo>
                    <a:pt x="5352" y="4952"/>
                  </a:lnTo>
                  <a:lnTo>
                    <a:pt x="5334" y="4952"/>
                  </a:lnTo>
                  <a:lnTo>
                    <a:pt x="5315" y="4971"/>
                  </a:lnTo>
                  <a:lnTo>
                    <a:pt x="5276" y="5010"/>
                  </a:lnTo>
                  <a:lnTo>
                    <a:pt x="5257" y="5010"/>
                  </a:lnTo>
                  <a:lnTo>
                    <a:pt x="5238" y="5010"/>
                  </a:lnTo>
                  <a:lnTo>
                    <a:pt x="5220" y="5028"/>
                  </a:lnTo>
                  <a:lnTo>
                    <a:pt x="5181" y="5047"/>
                  </a:lnTo>
                  <a:lnTo>
                    <a:pt x="5143" y="5066"/>
                  </a:lnTo>
                  <a:lnTo>
                    <a:pt x="5124" y="5086"/>
                  </a:lnTo>
                  <a:lnTo>
                    <a:pt x="5086" y="5105"/>
                  </a:lnTo>
                  <a:lnTo>
                    <a:pt x="5010" y="5162"/>
                  </a:lnTo>
                  <a:lnTo>
                    <a:pt x="4991" y="5162"/>
                  </a:lnTo>
                  <a:lnTo>
                    <a:pt x="4991" y="5200"/>
                  </a:lnTo>
                  <a:lnTo>
                    <a:pt x="4915" y="5238"/>
                  </a:lnTo>
                  <a:lnTo>
                    <a:pt x="4895" y="5238"/>
                  </a:lnTo>
                  <a:lnTo>
                    <a:pt x="4876" y="5238"/>
                  </a:lnTo>
                  <a:lnTo>
                    <a:pt x="4857" y="5238"/>
                  </a:lnTo>
                  <a:lnTo>
                    <a:pt x="4839" y="5257"/>
                  </a:lnTo>
                  <a:lnTo>
                    <a:pt x="4839" y="5295"/>
                  </a:lnTo>
                  <a:lnTo>
                    <a:pt x="4819" y="5314"/>
                  </a:lnTo>
                  <a:lnTo>
                    <a:pt x="4800" y="5314"/>
                  </a:lnTo>
                  <a:lnTo>
                    <a:pt x="4781" y="5314"/>
                  </a:lnTo>
                  <a:lnTo>
                    <a:pt x="4781" y="5333"/>
                  </a:lnTo>
                  <a:lnTo>
                    <a:pt x="4724" y="5428"/>
                  </a:lnTo>
                  <a:lnTo>
                    <a:pt x="4705" y="5467"/>
                  </a:lnTo>
                  <a:lnTo>
                    <a:pt x="4686" y="5486"/>
                  </a:lnTo>
                  <a:lnTo>
                    <a:pt x="4381" y="5619"/>
                  </a:lnTo>
                  <a:lnTo>
                    <a:pt x="4324" y="5657"/>
                  </a:lnTo>
                  <a:lnTo>
                    <a:pt x="4286" y="5695"/>
                  </a:lnTo>
                  <a:lnTo>
                    <a:pt x="4286" y="5714"/>
                  </a:lnTo>
                  <a:lnTo>
                    <a:pt x="4248" y="5772"/>
                  </a:lnTo>
                  <a:lnTo>
                    <a:pt x="4248" y="5809"/>
                  </a:lnTo>
                  <a:lnTo>
                    <a:pt x="4229" y="5886"/>
                  </a:lnTo>
                  <a:lnTo>
                    <a:pt x="4229" y="5943"/>
                  </a:lnTo>
                  <a:lnTo>
                    <a:pt x="4210" y="5981"/>
                  </a:lnTo>
                  <a:lnTo>
                    <a:pt x="4172" y="6057"/>
                  </a:lnTo>
                  <a:lnTo>
                    <a:pt x="4153" y="6095"/>
                  </a:lnTo>
                  <a:lnTo>
                    <a:pt x="4133" y="6114"/>
                  </a:lnTo>
                  <a:lnTo>
                    <a:pt x="4019" y="6190"/>
                  </a:lnTo>
                  <a:lnTo>
                    <a:pt x="3943" y="6209"/>
                  </a:lnTo>
                  <a:lnTo>
                    <a:pt x="3924" y="6248"/>
                  </a:lnTo>
                  <a:lnTo>
                    <a:pt x="3924" y="6285"/>
                  </a:lnTo>
                  <a:lnTo>
                    <a:pt x="3886" y="6438"/>
                  </a:lnTo>
                  <a:lnTo>
                    <a:pt x="3867" y="6495"/>
                  </a:lnTo>
                  <a:lnTo>
                    <a:pt x="3848" y="6571"/>
                  </a:lnTo>
                  <a:lnTo>
                    <a:pt x="3829" y="6610"/>
                  </a:lnTo>
                  <a:lnTo>
                    <a:pt x="3829" y="6705"/>
                  </a:lnTo>
                  <a:lnTo>
                    <a:pt x="3829" y="6762"/>
                  </a:lnTo>
                  <a:lnTo>
                    <a:pt x="3810" y="6781"/>
                  </a:lnTo>
                  <a:lnTo>
                    <a:pt x="3733" y="6819"/>
                  </a:lnTo>
                  <a:lnTo>
                    <a:pt x="3715" y="6838"/>
                  </a:lnTo>
                  <a:lnTo>
                    <a:pt x="3676" y="6857"/>
                  </a:lnTo>
                  <a:lnTo>
                    <a:pt x="3638" y="6838"/>
                  </a:lnTo>
                  <a:lnTo>
                    <a:pt x="3562" y="6800"/>
                  </a:lnTo>
                  <a:lnTo>
                    <a:pt x="3505" y="6724"/>
                  </a:lnTo>
                  <a:lnTo>
                    <a:pt x="3486" y="6705"/>
                  </a:lnTo>
                  <a:lnTo>
                    <a:pt x="3334" y="6610"/>
                  </a:lnTo>
                  <a:lnTo>
                    <a:pt x="3295" y="6610"/>
                  </a:lnTo>
                  <a:lnTo>
                    <a:pt x="3257" y="6647"/>
                  </a:lnTo>
                  <a:lnTo>
                    <a:pt x="3124" y="6686"/>
                  </a:lnTo>
                  <a:lnTo>
                    <a:pt x="3067" y="6724"/>
                  </a:lnTo>
                  <a:lnTo>
                    <a:pt x="3048" y="6743"/>
                  </a:lnTo>
                  <a:lnTo>
                    <a:pt x="3029" y="6762"/>
                  </a:lnTo>
                  <a:lnTo>
                    <a:pt x="3010" y="6781"/>
                  </a:lnTo>
                  <a:lnTo>
                    <a:pt x="2972" y="6781"/>
                  </a:lnTo>
                  <a:lnTo>
                    <a:pt x="2953" y="6781"/>
                  </a:lnTo>
                  <a:lnTo>
                    <a:pt x="2934" y="6800"/>
                  </a:lnTo>
                  <a:lnTo>
                    <a:pt x="2858" y="6800"/>
                  </a:lnTo>
                  <a:lnTo>
                    <a:pt x="2838" y="6800"/>
                  </a:lnTo>
                  <a:lnTo>
                    <a:pt x="2819" y="6819"/>
                  </a:lnTo>
                  <a:lnTo>
                    <a:pt x="2781" y="6819"/>
                  </a:lnTo>
                  <a:lnTo>
                    <a:pt x="2743" y="6819"/>
                  </a:lnTo>
                  <a:lnTo>
                    <a:pt x="2705" y="6800"/>
                  </a:lnTo>
                  <a:lnTo>
                    <a:pt x="2686" y="6800"/>
                  </a:lnTo>
                  <a:lnTo>
                    <a:pt x="2629" y="6800"/>
                  </a:lnTo>
                  <a:lnTo>
                    <a:pt x="2591" y="6781"/>
                  </a:lnTo>
                  <a:lnTo>
                    <a:pt x="2572" y="6762"/>
                  </a:lnTo>
                  <a:lnTo>
                    <a:pt x="2572" y="6743"/>
                  </a:lnTo>
                  <a:lnTo>
                    <a:pt x="2553" y="6533"/>
                  </a:lnTo>
                  <a:lnTo>
                    <a:pt x="2533" y="6476"/>
                  </a:lnTo>
                  <a:lnTo>
                    <a:pt x="2495" y="6419"/>
                  </a:lnTo>
                  <a:lnTo>
                    <a:pt x="2477" y="6400"/>
                  </a:lnTo>
                  <a:lnTo>
                    <a:pt x="2457" y="6362"/>
                  </a:lnTo>
                  <a:lnTo>
                    <a:pt x="2457" y="6324"/>
                  </a:lnTo>
                  <a:lnTo>
                    <a:pt x="2457" y="6305"/>
                  </a:lnTo>
                  <a:lnTo>
                    <a:pt x="2457" y="6266"/>
                  </a:lnTo>
                  <a:lnTo>
                    <a:pt x="2477" y="6209"/>
                  </a:lnTo>
                  <a:lnTo>
                    <a:pt x="2477" y="6171"/>
                  </a:lnTo>
                  <a:lnTo>
                    <a:pt x="2477" y="6152"/>
                  </a:lnTo>
                  <a:lnTo>
                    <a:pt x="2438" y="6114"/>
                  </a:lnTo>
                  <a:lnTo>
                    <a:pt x="2438" y="6095"/>
                  </a:lnTo>
                  <a:lnTo>
                    <a:pt x="2438" y="6076"/>
                  </a:lnTo>
                  <a:lnTo>
                    <a:pt x="2457" y="6038"/>
                  </a:lnTo>
                  <a:lnTo>
                    <a:pt x="2457" y="6019"/>
                  </a:lnTo>
                  <a:lnTo>
                    <a:pt x="2438" y="5943"/>
                  </a:lnTo>
                  <a:lnTo>
                    <a:pt x="2419" y="5924"/>
                  </a:lnTo>
                  <a:lnTo>
                    <a:pt x="2400" y="5904"/>
                  </a:lnTo>
                  <a:lnTo>
                    <a:pt x="2400" y="5886"/>
                  </a:lnTo>
                  <a:lnTo>
                    <a:pt x="2400" y="5848"/>
                  </a:lnTo>
                  <a:lnTo>
                    <a:pt x="2400" y="5828"/>
                  </a:lnTo>
                  <a:lnTo>
                    <a:pt x="2400" y="5809"/>
                  </a:lnTo>
                  <a:lnTo>
                    <a:pt x="2362" y="5790"/>
                  </a:lnTo>
                  <a:lnTo>
                    <a:pt x="2362" y="5772"/>
                  </a:lnTo>
                  <a:lnTo>
                    <a:pt x="2362" y="5733"/>
                  </a:lnTo>
                  <a:lnTo>
                    <a:pt x="2381" y="5714"/>
                  </a:lnTo>
                  <a:lnTo>
                    <a:pt x="2343" y="5638"/>
                  </a:lnTo>
                  <a:lnTo>
                    <a:pt x="2343" y="5600"/>
                  </a:lnTo>
                  <a:lnTo>
                    <a:pt x="2362" y="5581"/>
                  </a:lnTo>
                  <a:lnTo>
                    <a:pt x="2381" y="5543"/>
                  </a:lnTo>
                  <a:lnTo>
                    <a:pt x="2381" y="5505"/>
                  </a:lnTo>
                  <a:lnTo>
                    <a:pt x="2381" y="5486"/>
                  </a:lnTo>
                  <a:lnTo>
                    <a:pt x="2381" y="5467"/>
                  </a:lnTo>
                  <a:lnTo>
                    <a:pt x="2381" y="5447"/>
                  </a:lnTo>
                  <a:lnTo>
                    <a:pt x="2381" y="5428"/>
                  </a:lnTo>
                  <a:lnTo>
                    <a:pt x="2381" y="5409"/>
                  </a:lnTo>
                  <a:lnTo>
                    <a:pt x="2362" y="5409"/>
                  </a:lnTo>
                  <a:lnTo>
                    <a:pt x="2343" y="5391"/>
                  </a:lnTo>
                  <a:lnTo>
                    <a:pt x="2305" y="5371"/>
                  </a:lnTo>
                  <a:lnTo>
                    <a:pt x="2286" y="5352"/>
                  </a:lnTo>
                  <a:lnTo>
                    <a:pt x="2267" y="5314"/>
                  </a:lnTo>
                  <a:lnTo>
                    <a:pt x="2267" y="5276"/>
                  </a:lnTo>
                  <a:lnTo>
                    <a:pt x="2267" y="5200"/>
                  </a:lnTo>
                  <a:lnTo>
                    <a:pt x="2248" y="5162"/>
                  </a:lnTo>
                  <a:lnTo>
                    <a:pt x="2210" y="5124"/>
                  </a:lnTo>
                  <a:lnTo>
                    <a:pt x="2152" y="5066"/>
                  </a:lnTo>
                  <a:lnTo>
                    <a:pt x="2152" y="5086"/>
                  </a:lnTo>
                  <a:lnTo>
                    <a:pt x="2133" y="5086"/>
                  </a:lnTo>
                  <a:lnTo>
                    <a:pt x="2076" y="5086"/>
                  </a:lnTo>
                  <a:lnTo>
                    <a:pt x="2057" y="5066"/>
                  </a:lnTo>
                  <a:lnTo>
                    <a:pt x="2038" y="5066"/>
                  </a:lnTo>
                  <a:lnTo>
                    <a:pt x="2038" y="5047"/>
                  </a:lnTo>
                  <a:lnTo>
                    <a:pt x="2019" y="5066"/>
                  </a:lnTo>
                  <a:lnTo>
                    <a:pt x="2000" y="5066"/>
                  </a:lnTo>
                  <a:lnTo>
                    <a:pt x="1848" y="5047"/>
                  </a:lnTo>
                  <a:lnTo>
                    <a:pt x="1829" y="5047"/>
                  </a:lnTo>
                  <a:lnTo>
                    <a:pt x="1810" y="5047"/>
                  </a:lnTo>
                  <a:lnTo>
                    <a:pt x="1791" y="5010"/>
                  </a:lnTo>
                  <a:lnTo>
                    <a:pt x="1734" y="4990"/>
                  </a:lnTo>
                  <a:lnTo>
                    <a:pt x="1695" y="4952"/>
                  </a:lnTo>
                  <a:lnTo>
                    <a:pt x="1676" y="4914"/>
                  </a:lnTo>
                  <a:lnTo>
                    <a:pt x="1657" y="4857"/>
                  </a:lnTo>
                  <a:lnTo>
                    <a:pt x="1638" y="4857"/>
                  </a:lnTo>
                  <a:lnTo>
                    <a:pt x="1562" y="4857"/>
                  </a:lnTo>
                  <a:lnTo>
                    <a:pt x="1543" y="4876"/>
                  </a:lnTo>
                  <a:lnTo>
                    <a:pt x="1524" y="4876"/>
                  </a:lnTo>
                  <a:lnTo>
                    <a:pt x="1524" y="4914"/>
                  </a:lnTo>
                  <a:lnTo>
                    <a:pt x="1505" y="4933"/>
                  </a:lnTo>
                  <a:lnTo>
                    <a:pt x="1486" y="4971"/>
                  </a:lnTo>
                  <a:lnTo>
                    <a:pt x="1467" y="4971"/>
                  </a:lnTo>
                  <a:lnTo>
                    <a:pt x="1448" y="5010"/>
                  </a:lnTo>
                  <a:lnTo>
                    <a:pt x="1429" y="5010"/>
                  </a:lnTo>
                  <a:lnTo>
                    <a:pt x="1410" y="5010"/>
                  </a:lnTo>
                  <a:lnTo>
                    <a:pt x="1429" y="5028"/>
                  </a:lnTo>
                  <a:lnTo>
                    <a:pt x="1429" y="5047"/>
                  </a:lnTo>
                  <a:lnTo>
                    <a:pt x="1410" y="5028"/>
                  </a:lnTo>
                  <a:lnTo>
                    <a:pt x="1371" y="5010"/>
                  </a:lnTo>
                  <a:lnTo>
                    <a:pt x="1353" y="4990"/>
                  </a:lnTo>
                  <a:lnTo>
                    <a:pt x="1353" y="5010"/>
                  </a:lnTo>
                  <a:lnTo>
                    <a:pt x="1353" y="5028"/>
                  </a:lnTo>
                  <a:lnTo>
                    <a:pt x="1334" y="5028"/>
                  </a:lnTo>
                  <a:lnTo>
                    <a:pt x="1295" y="5028"/>
                  </a:lnTo>
                  <a:lnTo>
                    <a:pt x="1276" y="5028"/>
                  </a:lnTo>
                  <a:lnTo>
                    <a:pt x="1258" y="5047"/>
                  </a:lnTo>
                  <a:lnTo>
                    <a:pt x="1238" y="5066"/>
                  </a:lnTo>
                  <a:lnTo>
                    <a:pt x="1200" y="5066"/>
                  </a:lnTo>
                  <a:lnTo>
                    <a:pt x="1200" y="5047"/>
                  </a:lnTo>
                  <a:lnTo>
                    <a:pt x="1200" y="5028"/>
                  </a:lnTo>
                  <a:lnTo>
                    <a:pt x="1181" y="5010"/>
                  </a:lnTo>
                  <a:lnTo>
                    <a:pt x="1181" y="5047"/>
                  </a:lnTo>
                  <a:lnTo>
                    <a:pt x="1162" y="5047"/>
                  </a:lnTo>
                  <a:lnTo>
                    <a:pt x="1143" y="5028"/>
                  </a:lnTo>
                  <a:lnTo>
                    <a:pt x="1124" y="5028"/>
                  </a:lnTo>
                  <a:lnTo>
                    <a:pt x="1124" y="5010"/>
                  </a:lnTo>
                  <a:lnTo>
                    <a:pt x="1105" y="5010"/>
                  </a:lnTo>
                  <a:lnTo>
                    <a:pt x="1086" y="5010"/>
                  </a:lnTo>
                  <a:lnTo>
                    <a:pt x="1067" y="5010"/>
                  </a:lnTo>
                  <a:lnTo>
                    <a:pt x="1048" y="5010"/>
                  </a:lnTo>
                  <a:lnTo>
                    <a:pt x="1029" y="5010"/>
                  </a:lnTo>
                  <a:lnTo>
                    <a:pt x="1009" y="5010"/>
                  </a:lnTo>
                  <a:lnTo>
                    <a:pt x="991" y="5010"/>
                  </a:lnTo>
                  <a:lnTo>
                    <a:pt x="991" y="4990"/>
                  </a:lnTo>
                  <a:lnTo>
                    <a:pt x="972" y="4990"/>
                  </a:lnTo>
                  <a:lnTo>
                    <a:pt x="953" y="4990"/>
                  </a:lnTo>
                  <a:lnTo>
                    <a:pt x="933" y="4990"/>
                  </a:lnTo>
                  <a:lnTo>
                    <a:pt x="914" y="4990"/>
                  </a:lnTo>
                  <a:lnTo>
                    <a:pt x="895" y="4990"/>
                  </a:lnTo>
                  <a:lnTo>
                    <a:pt x="895" y="4971"/>
                  </a:lnTo>
                  <a:lnTo>
                    <a:pt x="877" y="4971"/>
                  </a:lnTo>
                  <a:lnTo>
                    <a:pt x="857" y="4990"/>
                  </a:lnTo>
                  <a:lnTo>
                    <a:pt x="838" y="4990"/>
                  </a:lnTo>
                  <a:lnTo>
                    <a:pt x="800" y="4971"/>
                  </a:lnTo>
                  <a:lnTo>
                    <a:pt x="781" y="4971"/>
                  </a:lnTo>
                  <a:lnTo>
                    <a:pt x="781" y="4990"/>
                  </a:lnTo>
                  <a:lnTo>
                    <a:pt x="762" y="4990"/>
                  </a:lnTo>
                  <a:lnTo>
                    <a:pt x="743" y="4990"/>
                  </a:lnTo>
                  <a:lnTo>
                    <a:pt x="705" y="4971"/>
                  </a:lnTo>
                  <a:lnTo>
                    <a:pt x="686" y="4971"/>
                  </a:lnTo>
                  <a:lnTo>
                    <a:pt x="667" y="4952"/>
                  </a:lnTo>
                  <a:lnTo>
                    <a:pt x="648" y="4952"/>
                  </a:lnTo>
                  <a:lnTo>
                    <a:pt x="610" y="4971"/>
                  </a:lnTo>
                  <a:lnTo>
                    <a:pt x="591" y="4952"/>
                  </a:lnTo>
                  <a:lnTo>
                    <a:pt x="572" y="4952"/>
                  </a:lnTo>
                  <a:lnTo>
                    <a:pt x="552" y="4952"/>
                  </a:lnTo>
                  <a:lnTo>
                    <a:pt x="533" y="4952"/>
                  </a:lnTo>
                  <a:lnTo>
                    <a:pt x="514" y="4952"/>
                  </a:lnTo>
                  <a:lnTo>
                    <a:pt x="514" y="4933"/>
                  </a:lnTo>
                  <a:lnTo>
                    <a:pt x="496" y="4914"/>
                  </a:lnTo>
                  <a:lnTo>
                    <a:pt x="476" y="4876"/>
                  </a:lnTo>
                  <a:lnTo>
                    <a:pt x="457" y="4876"/>
                  </a:lnTo>
                  <a:lnTo>
                    <a:pt x="438" y="4876"/>
                  </a:lnTo>
                  <a:lnTo>
                    <a:pt x="419" y="4876"/>
                  </a:lnTo>
                  <a:lnTo>
                    <a:pt x="400" y="4876"/>
                  </a:lnTo>
                  <a:lnTo>
                    <a:pt x="381" y="4895"/>
                  </a:lnTo>
                  <a:lnTo>
                    <a:pt x="381" y="4876"/>
                  </a:lnTo>
                  <a:lnTo>
                    <a:pt x="362" y="4876"/>
                  </a:lnTo>
                  <a:lnTo>
                    <a:pt x="362" y="4895"/>
                  </a:lnTo>
                  <a:lnTo>
                    <a:pt x="362" y="4914"/>
                  </a:lnTo>
                  <a:lnTo>
                    <a:pt x="343" y="4914"/>
                  </a:lnTo>
                  <a:lnTo>
                    <a:pt x="343" y="4895"/>
                  </a:lnTo>
                  <a:lnTo>
                    <a:pt x="324" y="4895"/>
                  </a:lnTo>
                  <a:lnTo>
                    <a:pt x="324" y="4914"/>
                  </a:lnTo>
                  <a:lnTo>
                    <a:pt x="305" y="4914"/>
                  </a:lnTo>
                  <a:lnTo>
                    <a:pt x="286" y="4895"/>
                  </a:lnTo>
                  <a:lnTo>
                    <a:pt x="267" y="4895"/>
                  </a:lnTo>
                  <a:lnTo>
                    <a:pt x="247" y="4914"/>
                  </a:lnTo>
                  <a:lnTo>
                    <a:pt x="210" y="4895"/>
                  </a:lnTo>
                  <a:lnTo>
                    <a:pt x="210" y="4876"/>
                  </a:lnTo>
                  <a:lnTo>
                    <a:pt x="191" y="4857"/>
                  </a:lnTo>
                  <a:lnTo>
                    <a:pt x="171" y="4857"/>
                  </a:lnTo>
                  <a:lnTo>
                    <a:pt x="171" y="4838"/>
                  </a:lnTo>
                  <a:lnTo>
                    <a:pt x="171" y="4819"/>
                  </a:lnTo>
                  <a:lnTo>
                    <a:pt x="191" y="4743"/>
                  </a:lnTo>
                  <a:lnTo>
                    <a:pt x="210" y="4724"/>
                  </a:lnTo>
                  <a:lnTo>
                    <a:pt x="229" y="4685"/>
                  </a:lnTo>
                  <a:lnTo>
                    <a:pt x="229" y="4648"/>
                  </a:lnTo>
                  <a:lnTo>
                    <a:pt x="210" y="4648"/>
                  </a:lnTo>
                  <a:lnTo>
                    <a:pt x="210" y="4629"/>
                  </a:lnTo>
                  <a:lnTo>
                    <a:pt x="210" y="4609"/>
                  </a:lnTo>
                  <a:lnTo>
                    <a:pt x="229" y="4590"/>
                  </a:lnTo>
                  <a:lnTo>
                    <a:pt x="229" y="4571"/>
                  </a:lnTo>
                  <a:lnTo>
                    <a:pt x="210" y="4552"/>
                  </a:lnTo>
                  <a:lnTo>
                    <a:pt x="210" y="4533"/>
                  </a:lnTo>
                  <a:lnTo>
                    <a:pt x="247" y="4457"/>
                  </a:lnTo>
                  <a:lnTo>
                    <a:pt x="247" y="4438"/>
                  </a:lnTo>
                  <a:lnTo>
                    <a:pt x="229" y="4438"/>
                  </a:lnTo>
                  <a:lnTo>
                    <a:pt x="229" y="4419"/>
                  </a:lnTo>
                  <a:lnTo>
                    <a:pt x="210" y="4400"/>
                  </a:lnTo>
                  <a:lnTo>
                    <a:pt x="229" y="4381"/>
                  </a:lnTo>
                  <a:lnTo>
                    <a:pt x="229" y="4362"/>
                  </a:lnTo>
                  <a:lnTo>
                    <a:pt x="247" y="4343"/>
                  </a:lnTo>
                  <a:lnTo>
                    <a:pt x="229" y="4324"/>
                  </a:lnTo>
                  <a:lnTo>
                    <a:pt x="210" y="4324"/>
                  </a:lnTo>
                  <a:lnTo>
                    <a:pt x="210" y="4304"/>
                  </a:lnTo>
                  <a:lnTo>
                    <a:pt x="210" y="4285"/>
                  </a:lnTo>
                  <a:lnTo>
                    <a:pt x="210" y="4267"/>
                  </a:lnTo>
                  <a:lnTo>
                    <a:pt x="229" y="4228"/>
                  </a:lnTo>
                  <a:lnTo>
                    <a:pt x="286" y="4133"/>
                  </a:lnTo>
                  <a:lnTo>
                    <a:pt x="286" y="4095"/>
                  </a:lnTo>
                  <a:lnTo>
                    <a:pt x="267" y="4095"/>
                  </a:lnTo>
                  <a:lnTo>
                    <a:pt x="267" y="4076"/>
                  </a:lnTo>
                  <a:lnTo>
                    <a:pt x="247" y="4057"/>
                  </a:lnTo>
                  <a:lnTo>
                    <a:pt x="247" y="4038"/>
                  </a:lnTo>
                  <a:lnTo>
                    <a:pt x="286" y="4019"/>
                  </a:lnTo>
                  <a:lnTo>
                    <a:pt x="305" y="3981"/>
                  </a:lnTo>
                  <a:lnTo>
                    <a:pt x="324" y="3943"/>
                  </a:lnTo>
                  <a:lnTo>
                    <a:pt x="324" y="3905"/>
                  </a:lnTo>
                  <a:lnTo>
                    <a:pt x="305" y="3847"/>
                  </a:lnTo>
                  <a:lnTo>
                    <a:pt x="305" y="3828"/>
                  </a:lnTo>
                  <a:lnTo>
                    <a:pt x="305" y="3809"/>
                  </a:lnTo>
                  <a:lnTo>
                    <a:pt x="324" y="3771"/>
                  </a:lnTo>
                  <a:lnTo>
                    <a:pt x="324" y="3752"/>
                  </a:lnTo>
                  <a:lnTo>
                    <a:pt x="324" y="3714"/>
                  </a:lnTo>
                  <a:lnTo>
                    <a:pt x="305" y="3714"/>
                  </a:lnTo>
                  <a:lnTo>
                    <a:pt x="305" y="3733"/>
                  </a:lnTo>
                  <a:lnTo>
                    <a:pt x="286" y="3695"/>
                  </a:lnTo>
                  <a:lnTo>
                    <a:pt x="267" y="3676"/>
                  </a:lnTo>
                  <a:lnTo>
                    <a:pt x="247" y="3676"/>
                  </a:lnTo>
                  <a:lnTo>
                    <a:pt x="229" y="3657"/>
                  </a:lnTo>
                  <a:lnTo>
                    <a:pt x="247" y="3657"/>
                  </a:lnTo>
                  <a:lnTo>
                    <a:pt x="286" y="3638"/>
                  </a:lnTo>
                  <a:lnTo>
                    <a:pt x="286" y="3619"/>
                  </a:lnTo>
                  <a:lnTo>
                    <a:pt x="286" y="3600"/>
                  </a:lnTo>
                  <a:lnTo>
                    <a:pt x="286" y="3581"/>
                  </a:lnTo>
                  <a:lnTo>
                    <a:pt x="267" y="3581"/>
                  </a:lnTo>
                  <a:lnTo>
                    <a:pt x="247" y="3581"/>
                  </a:lnTo>
                  <a:lnTo>
                    <a:pt x="229" y="3562"/>
                  </a:lnTo>
                  <a:lnTo>
                    <a:pt x="210" y="3562"/>
                  </a:lnTo>
                  <a:lnTo>
                    <a:pt x="229" y="3562"/>
                  </a:lnTo>
                  <a:lnTo>
                    <a:pt x="229" y="3542"/>
                  </a:lnTo>
                  <a:lnTo>
                    <a:pt x="247" y="3524"/>
                  </a:lnTo>
                  <a:lnTo>
                    <a:pt x="267" y="3524"/>
                  </a:lnTo>
                  <a:lnTo>
                    <a:pt x="286" y="3524"/>
                  </a:lnTo>
                  <a:lnTo>
                    <a:pt x="286" y="3505"/>
                  </a:lnTo>
                  <a:lnTo>
                    <a:pt x="286" y="3486"/>
                  </a:lnTo>
                  <a:lnTo>
                    <a:pt x="267" y="3486"/>
                  </a:lnTo>
                  <a:lnTo>
                    <a:pt x="267" y="3466"/>
                  </a:lnTo>
                  <a:lnTo>
                    <a:pt x="247" y="3447"/>
                  </a:lnTo>
                  <a:lnTo>
                    <a:pt x="229" y="3447"/>
                  </a:lnTo>
                  <a:lnTo>
                    <a:pt x="229" y="3428"/>
                  </a:lnTo>
                  <a:lnTo>
                    <a:pt x="210" y="3447"/>
                  </a:lnTo>
                  <a:lnTo>
                    <a:pt x="210" y="3486"/>
                  </a:lnTo>
                  <a:lnTo>
                    <a:pt x="191" y="3486"/>
                  </a:lnTo>
                  <a:lnTo>
                    <a:pt x="191" y="3466"/>
                  </a:lnTo>
                  <a:lnTo>
                    <a:pt x="171" y="3466"/>
                  </a:lnTo>
                  <a:lnTo>
                    <a:pt x="171" y="3447"/>
                  </a:lnTo>
                  <a:lnTo>
                    <a:pt x="191" y="3428"/>
                  </a:lnTo>
                  <a:lnTo>
                    <a:pt x="171" y="3410"/>
                  </a:lnTo>
                  <a:lnTo>
                    <a:pt x="171" y="3390"/>
                  </a:lnTo>
                  <a:lnTo>
                    <a:pt x="171" y="3371"/>
                  </a:lnTo>
                  <a:lnTo>
                    <a:pt x="171" y="3352"/>
                  </a:lnTo>
                  <a:lnTo>
                    <a:pt x="152" y="3314"/>
                  </a:lnTo>
                  <a:lnTo>
                    <a:pt x="152" y="3295"/>
                  </a:lnTo>
                  <a:lnTo>
                    <a:pt x="152" y="3276"/>
                  </a:lnTo>
                  <a:lnTo>
                    <a:pt x="152" y="3257"/>
                  </a:lnTo>
                  <a:lnTo>
                    <a:pt x="171" y="3219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34" y="3200"/>
                  </a:lnTo>
                  <a:lnTo>
                    <a:pt x="115" y="3181"/>
                  </a:lnTo>
                  <a:lnTo>
                    <a:pt x="95" y="3161"/>
                  </a:lnTo>
                  <a:lnTo>
                    <a:pt x="76" y="3143"/>
                  </a:lnTo>
                  <a:lnTo>
                    <a:pt x="76" y="3124"/>
                  </a:lnTo>
                  <a:lnTo>
                    <a:pt x="76" y="3105"/>
                  </a:lnTo>
                  <a:lnTo>
                    <a:pt x="57" y="3085"/>
                  </a:lnTo>
                  <a:lnTo>
                    <a:pt x="76" y="3047"/>
                  </a:lnTo>
                  <a:lnTo>
                    <a:pt x="57" y="3029"/>
                  </a:lnTo>
                  <a:lnTo>
                    <a:pt x="38" y="3029"/>
                  </a:lnTo>
                  <a:lnTo>
                    <a:pt x="38" y="3047"/>
                  </a:lnTo>
                  <a:lnTo>
                    <a:pt x="19" y="3029"/>
                  </a:lnTo>
                  <a:lnTo>
                    <a:pt x="0" y="3009"/>
                  </a:lnTo>
                  <a:lnTo>
                    <a:pt x="19" y="2990"/>
                  </a:lnTo>
                  <a:lnTo>
                    <a:pt x="57" y="2990"/>
                  </a:lnTo>
                  <a:lnTo>
                    <a:pt x="38" y="2971"/>
                  </a:lnTo>
                  <a:lnTo>
                    <a:pt x="38" y="2952"/>
                  </a:lnTo>
                  <a:lnTo>
                    <a:pt x="19" y="2952"/>
                  </a:lnTo>
                  <a:lnTo>
                    <a:pt x="19" y="2933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AD3E72F3-6DE5-89AB-081D-880BA514E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6175" y="5421313"/>
              <a:ext cx="1108075" cy="774700"/>
            </a:xfrm>
            <a:custGeom>
              <a:avLst/>
              <a:gdLst>
                <a:gd name="T0" fmla="*/ 2147483646 w 6153"/>
                <a:gd name="T1" fmla="*/ 2147483646 h 4306"/>
                <a:gd name="T2" fmla="*/ 2147483646 w 6153"/>
                <a:gd name="T3" fmla="*/ 2147483646 h 4306"/>
                <a:gd name="T4" fmla="*/ 2147483646 w 6153"/>
                <a:gd name="T5" fmla="*/ 2147483646 h 4306"/>
                <a:gd name="T6" fmla="*/ 2147483646 w 6153"/>
                <a:gd name="T7" fmla="*/ 2147483646 h 4306"/>
                <a:gd name="T8" fmla="*/ 2147483646 w 6153"/>
                <a:gd name="T9" fmla="*/ 2147483646 h 4306"/>
                <a:gd name="T10" fmla="*/ 2147483646 w 6153"/>
                <a:gd name="T11" fmla="*/ 2147483646 h 4306"/>
                <a:gd name="T12" fmla="*/ 2147483646 w 6153"/>
                <a:gd name="T13" fmla="*/ 2147483646 h 4306"/>
                <a:gd name="T14" fmla="*/ 2147483646 w 6153"/>
                <a:gd name="T15" fmla="*/ 2147483646 h 4306"/>
                <a:gd name="T16" fmla="*/ 2147483646 w 6153"/>
                <a:gd name="T17" fmla="*/ 2147483646 h 4306"/>
                <a:gd name="T18" fmla="*/ 2147483646 w 6153"/>
                <a:gd name="T19" fmla="*/ 2147483646 h 4306"/>
                <a:gd name="T20" fmla="*/ 2147483646 w 6153"/>
                <a:gd name="T21" fmla="*/ 2147483646 h 4306"/>
                <a:gd name="T22" fmla="*/ 2147483646 w 6153"/>
                <a:gd name="T23" fmla="*/ 2147483646 h 4306"/>
                <a:gd name="T24" fmla="*/ 2147483646 w 6153"/>
                <a:gd name="T25" fmla="*/ 2147483646 h 4306"/>
                <a:gd name="T26" fmla="*/ 2147483646 w 6153"/>
                <a:gd name="T27" fmla="*/ 2147483646 h 4306"/>
                <a:gd name="T28" fmla="*/ 2147483646 w 6153"/>
                <a:gd name="T29" fmla="*/ 2147483646 h 4306"/>
                <a:gd name="T30" fmla="*/ 2147483646 w 6153"/>
                <a:gd name="T31" fmla="*/ 2147483646 h 4306"/>
                <a:gd name="T32" fmla="*/ 2147483646 w 6153"/>
                <a:gd name="T33" fmla="*/ 2147483646 h 4306"/>
                <a:gd name="T34" fmla="*/ 2147483646 w 6153"/>
                <a:gd name="T35" fmla="*/ 2147483646 h 4306"/>
                <a:gd name="T36" fmla="*/ 2147483646 w 6153"/>
                <a:gd name="T37" fmla="*/ 2147483646 h 4306"/>
                <a:gd name="T38" fmla="*/ 2147483646 w 6153"/>
                <a:gd name="T39" fmla="*/ 2147483646 h 4306"/>
                <a:gd name="T40" fmla="*/ 2147483646 w 6153"/>
                <a:gd name="T41" fmla="*/ 2147483646 h 4306"/>
                <a:gd name="T42" fmla="*/ 2147483646 w 6153"/>
                <a:gd name="T43" fmla="*/ 2147483646 h 4306"/>
                <a:gd name="T44" fmla="*/ 2147483646 w 6153"/>
                <a:gd name="T45" fmla="*/ 2147483646 h 4306"/>
                <a:gd name="T46" fmla="*/ 2147483646 w 6153"/>
                <a:gd name="T47" fmla="*/ 2147483646 h 4306"/>
                <a:gd name="T48" fmla="*/ 2147483646 w 6153"/>
                <a:gd name="T49" fmla="*/ 2147483646 h 4306"/>
                <a:gd name="T50" fmla="*/ 2147483646 w 6153"/>
                <a:gd name="T51" fmla="*/ 2147483646 h 4306"/>
                <a:gd name="T52" fmla="*/ 2147483646 w 6153"/>
                <a:gd name="T53" fmla="*/ 2147483646 h 4306"/>
                <a:gd name="T54" fmla="*/ 2147483646 w 6153"/>
                <a:gd name="T55" fmla="*/ 2147483646 h 4306"/>
                <a:gd name="T56" fmla="*/ 2147483646 w 6153"/>
                <a:gd name="T57" fmla="*/ 2147483646 h 4306"/>
                <a:gd name="T58" fmla="*/ 2147483646 w 6153"/>
                <a:gd name="T59" fmla="*/ 2147483646 h 4306"/>
                <a:gd name="T60" fmla="*/ 2147483646 w 6153"/>
                <a:gd name="T61" fmla="*/ 2147483646 h 4306"/>
                <a:gd name="T62" fmla="*/ 2147483646 w 6153"/>
                <a:gd name="T63" fmla="*/ 2147483646 h 4306"/>
                <a:gd name="T64" fmla="*/ 2147483646 w 6153"/>
                <a:gd name="T65" fmla="*/ 2147483646 h 4306"/>
                <a:gd name="T66" fmla="*/ 2147483646 w 6153"/>
                <a:gd name="T67" fmla="*/ 2147483646 h 4306"/>
                <a:gd name="T68" fmla="*/ 2147483646 w 6153"/>
                <a:gd name="T69" fmla="*/ 2147483646 h 4306"/>
                <a:gd name="T70" fmla="*/ 2147483646 w 6153"/>
                <a:gd name="T71" fmla="*/ 2147483646 h 4306"/>
                <a:gd name="T72" fmla="*/ 2147483646 w 6153"/>
                <a:gd name="T73" fmla="*/ 2147483646 h 4306"/>
                <a:gd name="T74" fmla="*/ 2147483646 w 6153"/>
                <a:gd name="T75" fmla="*/ 2147483646 h 4306"/>
                <a:gd name="T76" fmla="*/ 2147483646 w 6153"/>
                <a:gd name="T77" fmla="*/ 2147483646 h 4306"/>
                <a:gd name="T78" fmla="*/ 2147483646 w 6153"/>
                <a:gd name="T79" fmla="*/ 2147483646 h 4306"/>
                <a:gd name="T80" fmla="*/ 2147483646 w 6153"/>
                <a:gd name="T81" fmla="*/ 2147483646 h 4306"/>
                <a:gd name="T82" fmla="*/ 2147483646 w 6153"/>
                <a:gd name="T83" fmla="*/ 2147483646 h 4306"/>
                <a:gd name="T84" fmla="*/ 2147483646 w 6153"/>
                <a:gd name="T85" fmla="*/ 2147483646 h 4306"/>
                <a:gd name="T86" fmla="*/ 2147483646 w 6153"/>
                <a:gd name="T87" fmla="*/ 2147483646 h 4306"/>
                <a:gd name="T88" fmla="*/ 2147483646 w 6153"/>
                <a:gd name="T89" fmla="*/ 2147483646 h 4306"/>
                <a:gd name="T90" fmla="*/ 2147483646 w 6153"/>
                <a:gd name="T91" fmla="*/ 2147483646 h 4306"/>
                <a:gd name="T92" fmla="*/ 2147483646 w 6153"/>
                <a:gd name="T93" fmla="*/ 2147483646 h 4306"/>
                <a:gd name="T94" fmla="*/ 2147483646 w 6153"/>
                <a:gd name="T95" fmla="*/ 2147483646 h 4306"/>
                <a:gd name="T96" fmla="*/ 2147483646 w 6153"/>
                <a:gd name="T97" fmla="*/ 2147483646 h 4306"/>
                <a:gd name="T98" fmla="*/ 2147483646 w 6153"/>
                <a:gd name="T99" fmla="*/ 2147483646 h 4306"/>
                <a:gd name="T100" fmla="*/ 2147483646 w 6153"/>
                <a:gd name="T101" fmla="*/ 2147483646 h 4306"/>
                <a:gd name="T102" fmla="*/ 2147483646 w 6153"/>
                <a:gd name="T103" fmla="*/ 2147483646 h 4306"/>
                <a:gd name="T104" fmla="*/ 2147483646 w 6153"/>
                <a:gd name="T105" fmla="*/ 2147483646 h 4306"/>
                <a:gd name="T106" fmla="*/ 2147483646 w 6153"/>
                <a:gd name="T107" fmla="*/ 2147483646 h 4306"/>
                <a:gd name="T108" fmla="*/ 2147483646 w 6153"/>
                <a:gd name="T109" fmla="*/ 2147483646 h 4306"/>
                <a:gd name="T110" fmla="*/ 2147483646 w 6153"/>
                <a:gd name="T111" fmla="*/ 2147483646 h 4306"/>
                <a:gd name="T112" fmla="*/ 0 w 6153"/>
                <a:gd name="T113" fmla="*/ 2147483646 h 4306"/>
                <a:gd name="T114" fmla="*/ 2147483646 w 6153"/>
                <a:gd name="T115" fmla="*/ 2147483646 h 4306"/>
                <a:gd name="T116" fmla="*/ 2147483646 w 6153"/>
                <a:gd name="T117" fmla="*/ 2147483646 h 4306"/>
                <a:gd name="T118" fmla="*/ 2147483646 w 6153"/>
                <a:gd name="T119" fmla="*/ 2147483646 h 43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53" h="4306">
                  <a:moveTo>
                    <a:pt x="228" y="2267"/>
                  </a:moveTo>
                  <a:lnTo>
                    <a:pt x="266" y="2153"/>
                  </a:lnTo>
                  <a:lnTo>
                    <a:pt x="266" y="2114"/>
                  </a:lnTo>
                  <a:lnTo>
                    <a:pt x="247" y="2057"/>
                  </a:lnTo>
                  <a:lnTo>
                    <a:pt x="247" y="2019"/>
                  </a:lnTo>
                  <a:lnTo>
                    <a:pt x="266" y="1981"/>
                  </a:lnTo>
                  <a:lnTo>
                    <a:pt x="304" y="1924"/>
                  </a:lnTo>
                  <a:lnTo>
                    <a:pt x="304" y="1905"/>
                  </a:lnTo>
                  <a:lnTo>
                    <a:pt x="323" y="1886"/>
                  </a:lnTo>
                  <a:lnTo>
                    <a:pt x="323" y="1848"/>
                  </a:lnTo>
                  <a:lnTo>
                    <a:pt x="304" y="1810"/>
                  </a:lnTo>
                  <a:lnTo>
                    <a:pt x="304" y="1791"/>
                  </a:lnTo>
                  <a:lnTo>
                    <a:pt x="286" y="1772"/>
                  </a:lnTo>
                  <a:lnTo>
                    <a:pt x="266" y="1752"/>
                  </a:lnTo>
                  <a:lnTo>
                    <a:pt x="266" y="1714"/>
                  </a:lnTo>
                  <a:lnTo>
                    <a:pt x="247" y="1676"/>
                  </a:lnTo>
                  <a:lnTo>
                    <a:pt x="247" y="1657"/>
                  </a:lnTo>
                  <a:lnTo>
                    <a:pt x="266" y="1638"/>
                  </a:lnTo>
                  <a:lnTo>
                    <a:pt x="286" y="1600"/>
                  </a:lnTo>
                  <a:lnTo>
                    <a:pt x="323" y="1581"/>
                  </a:lnTo>
                  <a:lnTo>
                    <a:pt x="342" y="1562"/>
                  </a:lnTo>
                  <a:lnTo>
                    <a:pt x="381" y="1543"/>
                  </a:lnTo>
                  <a:lnTo>
                    <a:pt x="399" y="1524"/>
                  </a:lnTo>
                  <a:lnTo>
                    <a:pt x="476" y="1486"/>
                  </a:lnTo>
                  <a:lnTo>
                    <a:pt x="495" y="1467"/>
                  </a:lnTo>
                  <a:lnTo>
                    <a:pt x="495" y="1410"/>
                  </a:lnTo>
                  <a:lnTo>
                    <a:pt x="495" y="1315"/>
                  </a:lnTo>
                  <a:lnTo>
                    <a:pt x="514" y="1276"/>
                  </a:lnTo>
                  <a:lnTo>
                    <a:pt x="533" y="1200"/>
                  </a:lnTo>
                  <a:lnTo>
                    <a:pt x="552" y="1143"/>
                  </a:lnTo>
                  <a:lnTo>
                    <a:pt x="590" y="990"/>
                  </a:lnTo>
                  <a:lnTo>
                    <a:pt x="590" y="953"/>
                  </a:lnTo>
                  <a:lnTo>
                    <a:pt x="609" y="914"/>
                  </a:lnTo>
                  <a:lnTo>
                    <a:pt x="685" y="895"/>
                  </a:lnTo>
                  <a:lnTo>
                    <a:pt x="799" y="819"/>
                  </a:lnTo>
                  <a:lnTo>
                    <a:pt x="819" y="800"/>
                  </a:lnTo>
                  <a:lnTo>
                    <a:pt x="838" y="762"/>
                  </a:lnTo>
                  <a:lnTo>
                    <a:pt x="876" y="686"/>
                  </a:lnTo>
                  <a:lnTo>
                    <a:pt x="895" y="648"/>
                  </a:lnTo>
                  <a:lnTo>
                    <a:pt x="895" y="591"/>
                  </a:lnTo>
                  <a:lnTo>
                    <a:pt x="914" y="514"/>
                  </a:lnTo>
                  <a:lnTo>
                    <a:pt x="914" y="477"/>
                  </a:lnTo>
                  <a:lnTo>
                    <a:pt x="952" y="419"/>
                  </a:lnTo>
                  <a:lnTo>
                    <a:pt x="952" y="400"/>
                  </a:lnTo>
                  <a:lnTo>
                    <a:pt x="990" y="362"/>
                  </a:lnTo>
                  <a:lnTo>
                    <a:pt x="1047" y="324"/>
                  </a:lnTo>
                  <a:lnTo>
                    <a:pt x="1352" y="191"/>
                  </a:lnTo>
                  <a:lnTo>
                    <a:pt x="1390" y="172"/>
                  </a:lnTo>
                  <a:lnTo>
                    <a:pt x="1409" y="172"/>
                  </a:lnTo>
                  <a:lnTo>
                    <a:pt x="1447" y="114"/>
                  </a:lnTo>
                  <a:lnTo>
                    <a:pt x="1485" y="96"/>
                  </a:lnTo>
                  <a:lnTo>
                    <a:pt x="1505" y="76"/>
                  </a:lnTo>
                  <a:lnTo>
                    <a:pt x="1523" y="57"/>
                  </a:lnTo>
                  <a:lnTo>
                    <a:pt x="1542" y="57"/>
                  </a:lnTo>
                  <a:lnTo>
                    <a:pt x="1600" y="57"/>
                  </a:lnTo>
                  <a:lnTo>
                    <a:pt x="1619" y="57"/>
                  </a:lnTo>
                  <a:lnTo>
                    <a:pt x="1637" y="76"/>
                  </a:lnTo>
                  <a:lnTo>
                    <a:pt x="1657" y="76"/>
                  </a:lnTo>
                  <a:lnTo>
                    <a:pt x="1695" y="76"/>
                  </a:lnTo>
                  <a:lnTo>
                    <a:pt x="1790" y="96"/>
                  </a:lnTo>
                  <a:lnTo>
                    <a:pt x="1809" y="76"/>
                  </a:lnTo>
                  <a:lnTo>
                    <a:pt x="1866" y="57"/>
                  </a:lnTo>
                  <a:lnTo>
                    <a:pt x="1886" y="57"/>
                  </a:lnTo>
                  <a:lnTo>
                    <a:pt x="1923" y="76"/>
                  </a:lnTo>
                  <a:lnTo>
                    <a:pt x="1942" y="96"/>
                  </a:lnTo>
                  <a:lnTo>
                    <a:pt x="1981" y="96"/>
                  </a:lnTo>
                  <a:lnTo>
                    <a:pt x="2000" y="96"/>
                  </a:lnTo>
                  <a:lnTo>
                    <a:pt x="2018" y="96"/>
                  </a:lnTo>
                  <a:lnTo>
                    <a:pt x="2057" y="96"/>
                  </a:lnTo>
                  <a:lnTo>
                    <a:pt x="2076" y="96"/>
                  </a:lnTo>
                  <a:lnTo>
                    <a:pt x="2114" y="96"/>
                  </a:lnTo>
                  <a:lnTo>
                    <a:pt x="2152" y="96"/>
                  </a:lnTo>
                  <a:lnTo>
                    <a:pt x="2171" y="96"/>
                  </a:lnTo>
                  <a:lnTo>
                    <a:pt x="2171" y="76"/>
                  </a:lnTo>
                  <a:lnTo>
                    <a:pt x="2190" y="76"/>
                  </a:lnTo>
                  <a:lnTo>
                    <a:pt x="2190" y="96"/>
                  </a:lnTo>
                  <a:lnTo>
                    <a:pt x="2209" y="96"/>
                  </a:lnTo>
                  <a:lnTo>
                    <a:pt x="2228" y="114"/>
                  </a:lnTo>
                  <a:lnTo>
                    <a:pt x="2228" y="133"/>
                  </a:lnTo>
                  <a:lnTo>
                    <a:pt x="2267" y="133"/>
                  </a:lnTo>
                  <a:lnTo>
                    <a:pt x="2267" y="114"/>
                  </a:lnTo>
                  <a:lnTo>
                    <a:pt x="2285" y="96"/>
                  </a:lnTo>
                  <a:lnTo>
                    <a:pt x="2285" y="57"/>
                  </a:lnTo>
                  <a:lnTo>
                    <a:pt x="2304" y="38"/>
                  </a:lnTo>
                  <a:lnTo>
                    <a:pt x="2304" y="19"/>
                  </a:lnTo>
                  <a:lnTo>
                    <a:pt x="2323" y="19"/>
                  </a:lnTo>
                  <a:lnTo>
                    <a:pt x="2362" y="0"/>
                  </a:lnTo>
                  <a:lnTo>
                    <a:pt x="2381" y="0"/>
                  </a:lnTo>
                  <a:lnTo>
                    <a:pt x="2419" y="19"/>
                  </a:lnTo>
                  <a:lnTo>
                    <a:pt x="2457" y="38"/>
                  </a:lnTo>
                  <a:lnTo>
                    <a:pt x="2552" y="96"/>
                  </a:lnTo>
                  <a:lnTo>
                    <a:pt x="2571" y="96"/>
                  </a:lnTo>
                  <a:lnTo>
                    <a:pt x="2590" y="96"/>
                  </a:lnTo>
                  <a:lnTo>
                    <a:pt x="2647" y="96"/>
                  </a:lnTo>
                  <a:lnTo>
                    <a:pt x="2666" y="96"/>
                  </a:lnTo>
                  <a:lnTo>
                    <a:pt x="2704" y="133"/>
                  </a:lnTo>
                  <a:lnTo>
                    <a:pt x="2724" y="152"/>
                  </a:lnTo>
                  <a:lnTo>
                    <a:pt x="2743" y="152"/>
                  </a:lnTo>
                  <a:lnTo>
                    <a:pt x="2761" y="133"/>
                  </a:lnTo>
                  <a:lnTo>
                    <a:pt x="2780" y="133"/>
                  </a:lnTo>
                  <a:lnTo>
                    <a:pt x="2780" y="152"/>
                  </a:lnTo>
                  <a:lnTo>
                    <a:pt x="2819" y="172"/>
                  </a:lnTo>
                  <a:lnTo>
                    <a:pt x="2838" y="172"/>
                  </a:lnTo>
                  <a:lnTo>
                    <a:pt x="2857" y="172"/>
                  </a:lnTo>
                  <a:lnTo>
                    <a:pt x="2895" y="172"/>
                  </a:lnTo>
                  <a:lnTo>
                    <a:pt x="2914" y="172"/>
                  </a:lnTo>
                  <a:lnTo>
                    <a:pt x="2933" y="172"/>
                  </a:lnTo>
                  <a:lnTo>
                    <a:pt x="2933" y="152"/>
                  </a:lnTo>
                  <a:lnTo>
                    <a:pt x="2952" y="152"/>
                  </a:lnTo>
                  <a:lnTo>
                    <a:pt x="2971" y="133"/>
                  </a:lnTo>
                  <a:lnTo>
                    <a:pt x="2990" y="133"/>
                  </a:lnTo>
                  <a:lnTo>
                    <a:pt x="3009" y="152"/>
                  </a:lnTo>
                  <a:lnTo>
                    <a:pt x="3009" y="133"/>
                  </a:lnTo>
                  <a:lnTo>
                    <a:pt x="3028" y="133"/>
                  </a:lnTo>
                  <a:lnTo>
                    <a:pt x="3047" y="133"/>
                  </a:lnTo>
                  <a:lnTo>
                    <a:pt x="3066" y="133"/>
                  </a:lnTo>
                  <a:lnTo>
                    <a:pt x="3085" y="152"/>
                  </a:lnTo>
                  <a:lnTo>
                    <a:pt x="3105" y="172"/>
                  </a:lnTo>
                  <a:lnTo>
                    <a:pt x="3124" y="172"/>
                  </a:lnTo>
                  <a:lnTo>
                    <a:pt x="3200" y="228"/>
                  </a:lnTo>
                  <a:lnTo>
                    <a:pt x="3276" y="248"/>
                  </a:lnTo>
                  <a:lnTo>
                    <a:pt x="3371" y="286"/>
                  </a:lnTo>
                  <a:lnTo>
                    <a:pt x="3486" y="305"/>
                  </a:lnTo>
                  <a:lnTo>
                    <a:pt x="3486" y="324"/>
                  </a:lnTo>
                  <a:lnTo>
                    <a:pt x="3505" y="324"/>
                  </a:lnTo>
                  <a:lnTo>
                    <a:pt x="3542" y="381"/>
                  </a:lnTo>
                  <a:lnTo>
                    <a:pt x="3562" y="419"/>
                  </a:lnTo>
                  <a:lnTo>
                    <a:pt x="3581" y="438"/>
                  </a:lnTo>
                  <a:lnTo>
                    <a:pt x="3600" y="438"/>
                  </a:lnTo>
                  <a:lnTo>
                    <a:pt x="3638" y="438"/>
                  </a:lnTo>
                  <a:lnTo>
                    <a:pt x="3657" y="438"/>
                  </a:lnTo>
                  <a:lnTo>
                    <a:pt x="3676" y="419"/>
                  </a:lnTo>
                  <a:lnTo>
                    <a:pt x="3695" y="419"/>
                  </a:lnTo>
                  <a:lnTo>
                    <a:pt x="3714" y="419"/>
                  </a:lnTo>
                  <a:lnTo>
                    <a:pt x="3790" y="419"/>
                  </a:lnTo>
                  <a:lnTo>
                    <a:pt x="3809" y="438"/>
                  </a:lnTo>
                  <a:lnTo>
                    <a:pt x="3828" y="438"/>
                  </a:lnTo>
                  <a:lnTo>
                    <a:pt x="3847" y="438"/>
                  </a:lnTo>
                  <a:lnTo>
                    <a:pt x="3904" y="438"/>
                  </a:lnTo>
                  <a:lnTo>
                    <a:pt x="3923" y="419"/>
                  </a:lnTo>
                  <a:lnTo>
                    <a:pt x="3923" y="400"/>
                  </a:lnTo>
                  <a:lnTo>
                    <a:pt x="3943" y="400"/>
                  </a:lnTo>
                  <a:lnTo>
                    <a:pt x="3962" y="400"/>
                  </a:lnTo>
                  <a:lnTo>
                    <a:pt x="3981" y="419"/>
                  </a:lnTo>
                  <a:lnTo>
                    <a:pt x="3999" y="438"/>
                  </a:lnTo>
                  <a:lnTo>
                    <a:pt x="4019" y="438"/>
                  </a:lnTo>
                  <a:lnTo>
                    <a:pt x="4038" y="438"/>
                  </a:lnTo>
                  <a:lnTo>
                    <a:pt x="4038" y="419"/>
                  </a:lnTo>
                  <a:lnTo>
                    <a:pt x="4057" y="419"/>
                  </a:lnTo>
                  <a:lnTo>
                    <a:pt x="4076" y="438"/>
                  </a:lnTo>
                  <a:lnTo>
                    <a:pt x="4095" y="438"/>
                  </a:lnTo>
                  <a:lnTo>
                    <a:pt x="4114" y="438"/>
                  </a:lnTo>
                  <a:lnTo>
                    <a:pt x="4190" y="438"/>
                  </a:lnTo>
                  <a:lnTo>
                    <a:pt x="4209" y="419"/>
                  </a:lnTo>
                  <a:lnTo>
                    <a:pt x="4285" y="400"/>
                  </a:lnTo>
                  <a:lnTo>
                    <a:pt x="4304" y="419"/>
                  </a:lnTo>
                  <a:lnTo>
                    <a:pt x="4304" y="400"/>
                  </a:lnTo>
                  <a:lnTo>
                    <a:pt x="4324" y="381"/>
                  </a:lnTo>
                  <a:lnTo>
                    <a:pt x="4324" y="400"/>
                  </a:lnTo>
                  <a:lnTo>
                    <a:pt x="4343" y="400"/>
                  </a:lnTo>
                  <a:lnTo>
                    <a:pt x="4343" y="419"/>
                  </a:lnTo>
                  <a:lnTo>
                    <a:pt x="4343" y="438"/>
                  </a:lnTo>
                  <a:lnTo>
                    <a:pt x="4343" y="457"/>
                  </a:lnTo>
                  <a:lnTo>
                    <a:pt x="4380" y="477"/>
                  </a:lnTo>
                  <a:lnTo>
                    <a:pt x="4400" y="495"/>
                  </a:lnTo>
                  <a:lnTo>
                    <a:pt x="4380" y="514"/>
                  </a:lnTo>
                  <a:lnTo>
                    <a:pt x="4400" y="533"/>
                  </a:lnTo>
                  <a:lnTo>
                    <a:pt x="4419" y="553"/>
                  </a:lnTo>
                  <a:lnTo>
                    <a:pt x="4438" y="553"/>
                  </a:lnTo>
                  <a:lnTo>
                    <a:pt x="4457" y="553"/>
                  </a:lnTo>
                  <a:lnTo>
                    <a:pt x="4495" y="572"/>
                  </a:lnTo>
                  <a:lnTo>
                    <a:pt x="4495" y="591"/>
                  </a:lnTo>
                  <a:lnTo>
                    <a:pt x="4514" y="591"/>
                  </a:lnTo>
                  <a:lnTo>
                    <a:pt x="4533" y="591"/>
                  </a:lnTo>
                  <a:lnTo>
                    <a:pt x="4552" y="591"/>
                  </a:lnTo>
                  <a:lnTo>
                    <a:pt x="4571" y="609"/>
                  </a:lnTo>
                  <a:lnTo>
                    <a:pt x="4571" y="629"/>
                  </a:lnTo>
                  <a:lnTo>
                    <a:pt x="4590" y="648"/>
                  </a:lnTo>
                  <a:lnTo>
                    <a:pt x="4609" y="686"/>
                  </a:lnTo>
                  <a:lnTo>
                    <a:pt x="4647" y="762"/>
                  </a:lnTo>
                  <a:lnTo>
                    <a:pt x="4666" y="838"/>
                  </a:lnTo>
                  <a:lnTo>
                    <a:pt x="4666" y="895"/>
                  </a:lnTo>
                  <a:lnTo>
                    <a:pt x="4666" y="914"/>
                  </a:lnTo>
                  <a:lnTo>
                    <a:pt x="4647" y="971"/>
                  </a:lnTo>
                  <a:lnTo>
                    <a:pt x="4629" y="990"/>
                  </a:lnTo>
                  <a:lnTo>
                    <a:pt x="4629" y="1010"/>
                  </a:lnTo>
                  <a:lnTo>
                    <a:pt x="4629" y="1029"/>
                  </a:lnTo>
                  <a:lnTo>
                    <a:pt x="4647" y="1029"/>
                  </a:lnTo>
                  <a:lnTo>
                    <a:pt x="4647" y="1048"/>
                  </a:lnTo>
                  <a:lnTo>
                    <a:pt x="4666" y="1105"/>
                  </a:lnTo>
                  <a:lnTo>
                    <a:pt x="4666" y="1124"/>
                  </a:lnTo>
                  <a:lnTo>
                    <a:pt x="4666" y="1143"/>
                  </a:lnTo>
                  <a:lnTo>
                    <a:pt x="4685" y="1181"/>
                  </a:lnTo>
                  <a:lnTo>
                    <a:pt x="4705" y="1181"/>
                  </a:lnTo>
                  <a:lnTo>
                    <a:pt x="4705" y="1200"/>
                  </a:lnTo>
                  <a:lnTo>
                    <a:pt x="4724" y="1200"/>
                  </a:lnTo>
                  <a:lnTo>
                    <a:pt x="4724" y="1219"/>
                  </a:lnTo>
                  <a:lnTo>
                    <a:pt x="4724" y="1276"/>
                  </a:lnTo>
                  <a:lnTo>
                    <a:pt x="4724" y="1315"/>
                  </a:lnTo>
                  <a:lnTo>
                    <a:pt x="4705" y="1334"/>
                  </a:lnTo>
                  <a:lnTo>
                    <a:pt x="4705" y="1352"/>
                  </a:lnTo>
                  <a:lnTo>
                    <a:pt x="4685" y="1352"/>
                  </a:lnTo>
                  <a:lnTo>
                    <a:pt x="4685" y="137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24" y="1448"/>
                  </a:lnTo>
                  <a:lnTo>
                    <a:pt x="4743" y="1448"/>
                  </a:lnTo>
                  <a:lnTo>
                    <a:pt x="4761" y="1448"/>
                  </a:lnTo>
                  <a:lnTo>
                    <a:pt x="4761" y="1467"/>
                  </a:lnTo>
                  <a:lnTo>
                    <a:pt x="4761" y="1486"/>
                  </a:lnTo>
                  <a:lnTo>
                    <a:pt x="4781" y="1486"/>
                  </a:lnTo>
                  <a:lnTo>
                    <a:pt x="4781" y="1505"/>
                  </a:lnTo>
                  <a:lnTo>
                    <a:pt x="4800" y="1524"/>
                  </a:lnTo>
                  <a:lnTo>
                    <a:pt x="4800" y="1543"/>
                  </a:lnTo>
                  <a:lnTo>
                    <a:pt x="4819" y="1562"/>
                  </a:lnTo>
                  <a:lnTo>
                    <a:pt x="4838" y="1581"/>
                  </a:lnTo>
                  <a:lnTo>
                    <a:pt x="4857" y="1600"/>
                  </a:lnTo>
                  <a:lnTo>
                    <a:pt x="4876" y="1600"/>
                  </a:lnTo>
                  <a:lnTo>
                    <a:pt x="4895" y="1619"/>
                  </a:lnTo>
                  <a:lnTo>
                    <a:pt x="4914" y="1619"/>
                  </a:lnTo>
                  <a:lnTo>
                    <a:pt x="4914" y="1638"/>
                  </a:lnTo>
                  <a:lnTo>
                    <a:pt x="4933" y="1657"/>
                  </a:lnTo>
                  <a:lnTo>
                    <a:pt x="4933" y="1714"/>
                  </a:lnTo>
                  <a:lnTo>
                    <a:pt x="4933" y="1733"/>
                  </a:lnTo>
                  <a:lnTo>
                    <a:pt x="4933" y="1752"/>
                  </a:lnTo>
                  <a:lnTo>
                    <a:pt x="4952" y="1752"/>
                  </a:lnTo>
                  <a:lnTo>
                    <a:pt x="4952" y="1772"/>
                  </a:lnTo>
                  <a:lnTo>
                    <a:pt x="4971" y="1810"/>
                  </a:lnTo>
                  <a:lnTo>
                    <a:pt x="4971" y="1828"/>
                  </a:lnTo>
                  <a:lnTo>
                    <a:pt x="4990" y="1828"/>
                  </a:lnTo>
                  <a:lnTo>
                    <a:pt x="4990" y="1848"/>
                  </a:lnTo>
                  <a:lnTo>
                    <a:pt x="5009" y="1848"/>
                  </a:lnTo>
                  <a:lnTo>
                    <a:pt x="5028" y="1848"/>
                  </a:lnTo>
                  <a:lnTo>
                    <a:pt x="5028" y="1867"/>
                  </a:lnTo>
                  <a:lnTo>
                    <a:pt x="5028" y="1886"/>
                  </a:lnTo>
                  <a:lnTo>
                    <a:pt x="5009" y="1905"/>
                  </a:lnTo>
                  <a:lnTo>
                    <a:pt x="5009" y="1924"/>
                  </a:lnTo>
                  <a:lnTo>
                    <a:pt x="5028" y="1924"/>
                  </a:lnTo>
                  <a:lnTo>
                    <a:pt x="5028" y="1943"/>
                  </a:lnTo>
                  <a:lnTo>
                    <a:pt x="5009" y="1943"/>
                  </a:lnTo>
                  <a:lnTo>
                    <a:pt x="4971" y="1962"/>
                  </a:lnTo>
                  <a:lnTo>
                    <a:pt x="4971" y="1981"/>
                  </a:lnTo>
                  <a:lnTo>
                    <a:pt x="4990" y="2000"/>
                  </a:lnTo>
                  <a:lnTo>
                    <a:pt x="4990" y="2019"/>
                  </a:lnTo>
                  <a:lnTo>
                    <a:pt x="4971" y="2038"/>
                  </a:lnTo>
                  <a:lnTo>
                    <a:pt x="4990" y="2038"/>
                  </a:lnTo>
                  <a:lnTo>
                    <a:pt x="4990" y="2057"/>
                  </a:lnTo>
                  <a:lnTo>
                    <a:pt x="4971" y="2057"/>
                  </a:lnTo>
                  <a:lnTo>
                    <a:pt x="4952" y="2057"/>
                  </a:lnTo>
                  <a:lnTo>
                    <a:pt x="4952" y="2077"/>
                  </a:lnTo>
                  <a:lnTo>
                    <a:pt x="4952" y="2095"/>
                  </a:lnTo>
                  <a:lnTo>
                    <a:pt x="4952" y="2114"/>
                  </a:lnTo>
                  <a:lnTo>
                    <a:pt x="4971" y="2133"/>
                  </a:lnTo>
                  <a:lnTo>
                    <a:pt x="4952" y="2172"/>
                  </a:lnTo>
                  <a:lnTo>
                    <a:pt x="4952" y="2191"/>
                  </a:lnTo>
                  <a:lnTo>
                    <a:pt x="4971" y="2191"/>
                  </a:lnTo>
                  <a:lnTo>
                    <a:pt x="4971" y="2209"/>
                  </a:lnTo>
                  <a:lnTo>
                    <a:pt x="5047" y="2229"/>
                  </a:lnTo>
                  <a:lnTo>
                    <a:pt x="5066" y="2229"/>
                  </a:lnTo>
                  <a:lnTo>
                    <a:pt x="5086" y="2209"/>
                  </a:lnTo>
                  <a:lnTo>
                    <a:pt x="5105" y="2209"/>
                  </a:lnTo>
                  <a:lnTo>
                    <a:pt x="5162" y="2209"/>
                  </a:lnTo>
                  <a:lnTo>
                    <a:pt x="5200" y="2209"/>
                  </a:lnTo>
                  <a:lnTo>
                    <a:pt x="5219" y="2191"/>
                  </a:lnTo>
                  <a:lnTo>
                    <a:pt x="5219" y="2172"/>
                  </a:lnTo>
                  <a:lnTo>
                    <a:pt x="5238" y="2172"/>
                  </a:lnTo>
                  <a:lnTo>
                    <a:pt x="5257" y="2191"/>
                  </a:lnTo>
                  <a:lnTo>
                    <a:pt x="5295" y="2209"/>
                  </a:lnTo>
                  <a:lnTo>
                    <a:pt x="5352" y="2191"/>
                  </a:lnTo>
                  <a:lnTo>
                    <a:pt x="5390" y="2209"/>
                  </a:lnTo>
                  <a:lnTo>
                    <a:pt x="5390" y="2191"/>
                  </a:lnTo>
                  <a:lnTo>
                    <a:pt x="5371" y="2191"/>
                  </a:lnTo>
                  <a:lnTo>
                    <a:pt x="5409" y="2191"/>
                  </a:lnTo>
                  <a:lnTo>
                    <a:pt x="5409" y="2209"/>
                  </a:lnTo>
                  <a:lnTo>
                    <a:pt x="5428" y="2209"/>
                  </a:lnTo>
                  <a:lnTo>
                    <a:pt x="5447" y="2229"/>
                  </a:lnTo>
                  <a:lnTo>
                    <a:pt x="5467" y="2229"/>
                  </a:lnTo>
                  <a:lnTo>
                    <a:pt x="5486" y="2229"/>
                  </a:lnTo>
                  <a:lnTo>
                    <a:pt x="5523" y="2209"/>
                  </a:lnTo>
                  <a:lnTo>
                    <a:pt x="5543" y="2209"/>
                  </a:lnTo>
                  <a:lnTo>
                    <a:pt x="5543" y="2229"/>
                  </a:lnTo>
                  <a:lnTo>
                    <a:pt x="5562" y="2229"/>
                  </a:lnTo>
                  <a:lnTo>
                    <a:pt x="5581" y="2229"/>
                  </a:lnTo>
                  <a:lnTo>
                    <a:pt x="5600" y="2209"/>
                  </a:lnTo>
                  <a:lnTo>
                    <a:pt x="5619" y="2209"/>
                  </a:lnTo>
                  <a:lnTo>
                    <a:pt x="5638" y="2209"/>
                  </a:lnTo>
                  <a:lnTo>
                    <a:pt x="5638" y="2229"/>
                  </a:lnTo>
                  <a:lnTo>
                    <a:pt x="5657" y="2248"/>
                  </a:lnTo>
                  <a:lnTo>
                    <a:pt x="5714" y="2267"/>
                  </a:lnTo>
                  <a:lnTo>
                    <a:pt x="5714" y="2286"/>
                  </a:lnTo>
                  <a:lnTo>
                    <a:pt x="5714" y="2305"/>
                  </a:lnTo>
                  <a:lnTo>
                    <a:pt x="5695" y="2324"/>
                  </a:lnTo>
                  <a:lnTo>
                    <a:pt x="5676" y="2343"/>
                  </a:lnTo>
                  <a:lnTo>
                    <a:pt x="5657" y="2343"/>
                  </a:lnTo>
                  <a:lnTo>
                    <a:pt x="5657" y="2362"/>
                  </a:lnTo>
                  <a:lnTo>
                    <a:pt x="5676" y="2400"/>
                  </a:lnTo>
                  <a:lnTo>
                    <a:pt x="5676" y="2419"/>
                  </a:lnTo>
                  <a:lnTo>
                    <a:pt x="5657" y="2438"/>
                  </a:lnTo>
                  <a:lnTo>
                    <a:pt x="5657" y="2458"/>
                  </a:lnTo>
                  <a:lnTo>
                    <a:pt x="5657" y="2476"/>
                  </a:lnTo>
                  <a:lnTo>
                    <a:pt x="5657" y="2514"/>
                  </a:lnTo>
                  <a:lnTo>
                    <a:pt x="5638" y="2514"/>
                  </a:lnTo>
                  <a:lnTo>
                    <a:pt x="5619" y="2534"/>
                  </a:lnTo>
                  <a:lnTo>
                    <a:pt x="5619" y="2553"/>
                  </a:lnTo>
                  <a:lnTo>
                    <a:pt x="5638" y="2590"/>
                  </a:lnTo>
                  <a:lnTo>
                    <a:pt x="5657" y="2590"/>
                  </a:lnTo>
                  <a:lnTo>
                    <a:pt x="5676" y="2610"/>
                  </a:lnTo>
                  <a:lnTo>
                    <a:pt x="5695" y="2629"/>
                  </a:lnTo>
                  <a:lnTo>
                    <a:pt x="5714" y="2629"/>
                  </a:lnTo>
                  <a:lnTo>
                    <a:pt x="5714" y="2610"/>
                  </a:lnTo>
                  <a:lnTo>
                    <a:pt x="5733" y="2590"/>
                  </a:lnTo>
                  <a:lnTo>
                    <a:pt x="5733" y="2572"/>
                  </a:lnTo>
                  <a:lnTo>
                    <a:pt x="5752" y="2572"/>
                  </a:lnTo>
                  <a:lnTo>
                    <a:pt x="5733" y="2553"/>
                  </a:lnTo>
                  <a:lnTo>
                    <a:pt x="5733" y="2534"/>
                  </a:lnTo>
                  <a:lnTo>
                    <a:pt x="5752" y="2534"/>
                  </a:lnTo>
                  <a:lnTo>
                    <a:pt x="5752" y="2514"/>
                  </a:lnTo>
                  <a:lnTo>
                    <a:pt x="5771" y="2514"/>
                  </a:lnTo>
                  <a:lnTo>
                    <a:pt x="5790" y="2495"/>
                  </a:lnTo>
                  <a:lnTo>
                    <a:pt x="5809" y="2514"/>
                  </a:lnTo>
                  <a:lnTo>
                    <a:pt x="5828" y="2514"/>
                  </a:lnTo>
                  <a:lnTo>
                    <a:pt x="5848" y="2514"/>
                  </a:lnTo>
                  <a:lnTo>
                    <a:pt x="5848" y="2534"/>
                  </a:lnTo>
                  <a:lnTo>
                    <a:pt x="5867" y="2534"/>
                  </a:lnTo>
                  <a:lnTo>
                    <a:pt x="5867" y="2553"/>
                  </a:lnTo>
                  <a:lnTo>
                    <a:pt x="5885" y="2553"/>
                  </a:lnTo>
                  <a:lnTo>
                    <a:pt x="5904" y="2553"/>
                  </a:lnTo>
                  <a:lnTo>
                    <a:pt x="5924" y="2572"/>
                  </a:lnTo>
                  <a:lnTo>
                    <a:pt x="5962" y="2553"/>
                  </a:lnTo>
                  <a:lnTo>
                    <a:pt x="5980" y="2610"/>
                  </a:lnTo>
                  <a:lnTo>
                    <a:pt x="5980" y="2629"/>
                  </a:lnTo>
                  <a:lnTo>
                    <a:pt x="5980" y="2648"/>
                  </a:lnTo>
                  <a:lnTo>
                    <a:pt x="6000" y="2686"/>
                  </a:lnTo>
                  <a:lnTo>
                    <a:pt x="6000" y="2705"/>
                  </a:lnTo>
                  <a:lnTo>
                    <a:pt x="6000" y="2724"/>
                  </a:lnTo>
                  <a:lnTo>
                    <a:pt x="6000" y="2743"/>
                  </a:lnTo>
                  <a:lnTo>
                    <a:pt x="6019" y="2743"/>
                  </a:lnTo>
                  <a:lnTo>
                    <a:pt x="6019" y="2762"/>
                  </a:lnTo>
                  <a:lnTo>
                    <a:pt x="6038" y="2762"/>
                  </a:lnTo>
                  <a:lnTo>
                    <a:pt x="6095" y="2781"/>
                  </a:lnTo>
                  <a:lnTo>
                    <a:pt x="6114" y="2781"/>
                  </a:lnTo>
                  <a:lnTo>
                    <a:pt x="6114" y="2762"/>
                  </a:lnTo>
                  <a:lnTo>
                    <a:pt x="6133" y="2762"/>
                  </a:lnTo>
                  <a:lnTo>
                    <a:pt x="6152" y="2762"/>
                  </a:lnTo>
                  <a:lnTo>
                    <a:pt x="6152" y="2781"/>
                  </a:lnTo>
                  <a:lnTo>
                    <a:pt x="6133" y="2781"/>
                  </a:lnTo>
                  <a:lnTo>
                    <a:pt x="6114" y="2819"/>
                  </a:lnTo>
                  <a:lnTo>
                    <a:pt x="6114" y="2838"/>
                  </a:lnTo>
                  <a:lnTo>
                    <a:pt x="6095" y="2838"/>
                  </a:lnTo>
                  <a:lnTo>
                    <a:pt x="6095" y="2857"/>
                  </a:lnTo>
                  <a:lnTo>
                    <a:pt x="6095" y="2876"/>
                  </a:lnTo>
                  <a:lnTo>
                    <a:pt x="6019" y="2915"/>
                  </a:lnTo>
                  <a:lnTo>
                    <a:pt x="6019" y="2934"/>
                  </a:lnTo>
                  <a:lnTo>
                    <a:pt x="6000" y="2971"/>
                  </a:lnTo>
                  <a:lnTo>
                    <a:pt x="5980" y="3010"/>
                  </a:lnTo>
                  <a:lnTo>
                    <a:pt x="5962" y="3010"/>
                  </a:lnTo>
                  <a:lnTo>
                    <a:pt x="5943" y="3010"/>
                  </a:lnTo>
                  <a:lnTo>
                    <a:pt x="5943" y="2991"/>
                  </a:lnTo>
                  <a:lnTo>
                    <a:pt x="5943" y="2971"/>
                  </a:lnTo>
                  <a:lnTo>
                    <a:pt x="5962" y="2895"/>
                  </a:lnTo>
                  <a:lnTo>
                    <a:pt x="5980" y="2876"/>
                  </a:lnTo>
                  <a:lnTo>
                    <a:pt x="6000" y="2857"/>
                  </a:lnTo>
                  <a:lnTo>
                    <a:pt x="6057" y="2838"/>
                  </a:lnTo>
                  <a:lnTo>
                    <a:pt x="6057" y="2819"/>
                  </a:lnTo>
                  <a:lnTo>
                    <a:pt x="6038" y="2819"/>
                  </a:lnTo>
                  <a:lnTo>
                    <a:pt x="6038" y="2838"/>
                  </a:lnTo>
                  <a:lnTo>
                    <a:pt x="6019" y="2838"/>
                  </a:lnTo>
                  <a:lnTo>
                    <a:pt x="6000" y="2838"/>
                  </a:lnTo>
                  <a:lnTo>
                    <a:pt x="5980" y="2838"/>
                  </a:lnTo>
                  <a:lnTo>
                    <a:pt x="5962" y="2857"/>
                  </a:lnTo>
                  <a:lnTo>
                    <a:pt x="5943" y="2857"/>
                  </a:lnTo>
                  <a:lnTo>
                    <a:pt x="5943" y="2876"/>
                  </a:lnTo>
                  <a:lnTo>
                    <a:pt x="5943" y="2857"/>
                  </a:lnTo>
                  <a:lnTo>
                    <a:pt x="5924" y="2838"/>
                  </a:lnTo>
                  <a:lnTo>
                    <a:pt x="5904" y="2838"/>
                  </a:lnTo>
                  <a:lnTo>
                    <a:pt x="5904" y="2857"/>
                  </a:lnTo>
                  <a:lnTo>
                    <a:pt x="5904" y="2876"/>
                  </a:lnTo>
                  <a:lnTo>
                    <a:pt x="5904" y="2895"/>
                  </a:lnTo>
                  <a:lnTo>
                    <a:pt x="5885" y="2895"/>
                  </a:lnTo>
                  <a:lnTo>
                    <a:pt x="5885" y="2915"/>
                  </a:lnTo>
                  <a:lnTo>
                    <a:pt x="5867" y="2915"/>
                  </a:lnTo>
                  <a:lnTo>
                    <a:pt x="5885" y="2876"/>
                  </a:lnTo>
                  <a:lnTo>
                    <a:pt x="5867" y="2876"/>
                  </a:lnTo>
                  <a:lnTo>
                    <a:pt x="5867" y="2819"/>
                  </a:lnTo>
                  <a:lnTo>
                    <a:pt x="5867" y="2800"/>
                  </a:lnTo>
                  <a:lnTo>
                    <a:pt x="5867" y="2781"/>
                  </a:lnTo>
                  <a:lnTo>
                    <a:pt x="5848" y="2800"/>
                  </a:lnTo>
                  <a:lnTo>
                    <a:pt x="5848" y="2819"/>
                  </a:lnTo>
                  <a:lnTo>
                    <a:pt x="5828" y="2819"/>
                  </a:lnTo>
                  <a:lnTo>
                    <a:pt x="5828" y="2838"/>
                  </a:lnTo>
                  <a:lnTo>
                    <a:pt x="5848" y="2838"/>
                  </a:lnTo>
                  <a:lnTo>
                    <a:pt x="5848" y="2857"/>
                  </a:lnTo>
                  <a:lnTo>
                    <a:pt x="5828" y="2857"/>
                  </a:lnTo>
                  <a:lnTo>
                    <a:pt x="5809" y="2838"/>
                  </a:lnTo>
                  <a:lnTo>
                    <a:pt x="5790" y="2838"/>
                  </a:lnTo>
                  <a:lnTo>
                    <a:pt x="5790" y="2819"/>
                  </a:lnTo>
                  <a:lnTo>
                    <a:pt x="5771" y="2800"/>
                  </a:lnTo>
                  <a:lnTo>
                    <a:pt x="5771" y="2781"/>
                  </a:lnTo>
                  <a:lnTo>
                    <a:pt x="5771" y="2819"/>
                  </a:lnTo>
                  <a:lnTo>
                    <a:pt x="5752" y="2800"/>
                  </a:lnTo>
                  <a:lnTo>
                    <a:pt x="5752" y="2819"/>
                  </a:lnTo>
                  <a:lnTo>
                    <a:pt x="5771" y="2876"/>
                  </a:lnTo>
                  <a:lnTo>
                    <a:pt x="5752" y="2876"/>
                  </a:lnTo>
                  <a:lnTo>
                    <a:pt x="5733" y="2876"/>
                  </a:lnTo>
                  <a:lnTo>
                    <a:pt x="5714" y="2876"/>
                  </a:lnTo>
                  <a:lnTo>
                    <a:pt x="5714" y="2895"/>
                  </a:lnTo>
                  <a:lnTo>
                    <a:pt x="5752" y="2895"/>
                  </a:lnTo>
                  <a:lnTo>
                    <a:pt x="5771" y="2915"/>
                  </a:lnTo>
                  <a:lnTo>
                    <a:pt x="5752" y="2915"/>
                  </a:lnTo>
                  <a:lnTo>
                    <a:pt x="5752" y="2934"/>
                  </a:lnTo>
                  <a:lnTo>
                    <a:pt x="5771" y="2934"/>
                  </a:lnTo>
                  <a:lnTo>
                    <a:pt x="5790" y="2952"/>
                  </a:lnTo>
                  <a:lnTo>
                    <a:pt x="5790" y="2971"/>
                  </a:lnTo>
                  <a:lnTo>
                    <a:pt x="5790" y="2991"/>
                  </a:lnTo>
                  <a:lnTo>
                    <a:pt x="5771" y="2991"/>
                  </a:lnTo>
                  <a:lnTo>
                    <a:pt x="5752" y="2991"/>
                  </a:lnTo>
                  <a:lnTo>
                    <a:pt x="5752" y="3010"/>
                  </a:lnTo>
                  <a:lnTo>
                    <a:pt x="5752" y="3029"/>
                  </a:lnTo>
                  <a:lnTo>
                    <a:pt x="5733" y="3029"/>
                  </a:lnTo>
                  <a:lnTo>
                    <a:pt x="5714" y="3029"/>
                  </a:lnTo>
                  <a:lnTo>
                    <a:pt x="5695" y="3010"/>
                  </a:lnTo>
                  <a:lnTo>
                    <a:pt x="5676" y="3010"/>
                  </a:lnTo>
                  <a:lnTo>
                    <a:pt x="5657" y="3010"/>
                  </a:lnTo>
                  <a:lnTo>
                    <a:pt x="5638" y="3010"/>
                  </a:lnTo>
                  <a:lnTo>
                    <a:pt x="5600" y="3010"/>
                  </a:lnTo>
                  <a:lnTo>
                    <a:pt x="5581" y="2991"/>
                  </a:lnTo>
                  <a:lnTo>
                    <a:pt x="5543" y="2971"/>
                  </a:lnTo>
                  <a:lnTo>
                    <a:pt x="5523" y="2952"/>
                  </a:lnTo>
                  <a:lnTo>
                    <a:pt x="5486" y="2915"/>
                  </a:lnTo>
                  <a:lnTo>
                    <a:pt x="5486" y="2895"/>
                  </a:lnTo>
                  <a:lnTo>
                    <a:pt x="5486" y="2915"/>
                  </a:lnTo>
                  <a:lnTo>
                    <a:pt x="5504" y="2952"/>
                  </a:lnTo>
                  <a:lnTo>
                    <a:pt x="5504" y="2971"/>
                  </a:lnTo>
                  <a:lnTo>
                    <a:pt x="5504" y="2991"/>
                  </a:lnTo>
                  <a:lnTo>
                    <a:pt x="5523" y="2991"/>
                  </a:lnTo>
                  <a:lnTo>
                    <a:pt x="5543" y="3010"/>
                  </a:lnTo>
                  <a:lnTo>
                    <a:pt x="5523" y="3029"/>
                  </a:lnTo>
                  <a:lnTo>
                    <a:pt x="5504" y="3029"/>
                  </a:lnTo>
                  <a:lnTo>
                    <a:pt x="5504" y="3048"/>
                  </a:lnTo>
                  <a:lnTo>
                    <a:pt x="5543" y="3048"/>
                  </a:lnTo>
                  <a:lnTo>
                    <a:pt x="5562" y="3048"/>
                  </a:lnTo>
                  <a:lnTo>
                    <a:pt x="5600" y="3048"/>
                  </a:lnTo>
                  <a:lnTo>
                    <a:pt x="5600" y="3067"/>
                  </a:lnTo>
                  <a:lnTo>
                    <a:pt x="5581" y="3067"/>
                  </a:lnTo>
                  <a:lnTo>
                    <a:pt x="5562" y="3067"/>
                  </a:lnTo>
                  <a:lnTo>
                    <a:pt x="5581" y="3086"/>
                  </a:lnTo>
                  <a:lnTo>
                    <a:pt x="5600" y="3086"/>
                  </a:lnTo>
                  <a:lnTo>
                    <a:pt x="5619" y="3105"/>
                  </a:lnTo>
                  <a:lnTo>
                    <a:pt x="5619" y="3086"/>
                  </a:lnTo>
                  <a:lnTo>
                    <a:pt x="5638" y="3086"/>
                  </a:lnTo>
                  <a:lnTo>
                    <a:pt x="5657" y="3086"/>
                  </a:lnTo>
                  <a:lnTo>
                    <a:pt x="5695" y="3067"/>
                  </a:lnTo>
                  <a:lnTo>
                    <a:pt x="5714" y="3086"/>
                  </a:lnTo>
                  <a:lnTo>
                    <a:pt x="5733" y="3105"/>
                  </a:lnTo>
                  <a:lnTo>
                    <a:pt x="5733" y="3124"/>
                  </a:lnTo>
                  <a:lnTo>
                    <a:pt x="5733" y="3105"/>
                  </a:lnTo>
                  <a:lnTo>
                    <a:pt x="5714" y="3124"/>
                  </a:lnTo>
                  <a:lnTo>
                    <a:pt x="5733" y="3143"/>
                  </a:lnTo>
                  <a:lnTo>
                    <a:pt x="5733" y="3124"/>
                  </a:lnTo>
                  <a:lnTo>
                    <a:pt x="5752" y="3124"/>
                  </a:lnTo>
                  <a:lnTo>
                    <a:pt x="5752" y="3105"/>
                  </a:lnTo>
                  <a:lnTo>
                    <a:pt x="5771" y="3105"/>
                  </a:lnTo>
                  <a:lnTo>
                    <a:pt x="5790" y="3105"/>
                  </a:lnTo>
                  <a:lnTo>
                    <a:pt x="5809" y="3105"/>
                  </a:lnTo>
                  <a:lnTo>
                    <a:pt x="5848" y="3124"/>
                  </a:lnTo>
                  <a:lnTo>
                    <a:pt x="5809" y="3162"/>
                  </a:lnTo>
                  <a:lnTo>
                    <a:pt x="5771" y="3181"/>
                  </a:lnTo>
                  <a:lnTo>
                    <a:pt x="5695" y="3333"/>
                  </a:lnTo>
                  <a:lnTo>
                    <a:pt x="5695" y="3372"/>
                  </a:lnTo>
                  <a:lnTo>
                    <a:pt x="5676" y="3410"/>
                  </a:lnTo>
                  <a:lnTo>
                    <a:pt x="5657" y="3410"/>
                  </a:lnTo>
                  <a:lnTo>
                    <a:pt x="5638" y="3391"/>
                  </a:lnTo>
                  <a:lnTo>
                    <a:pt x="5638" y="3372"/>
                  </a:lnTo>
                  <a:lnTo>
                    <a:pt x="5619" y="3372"/>
                  </a:lnTo>
                  <a:lnTo>
                    <a:pt x="5600" y="3372"/>
                  </a:lnTo>
                  <a:lnTo>
                    <a:pt x="5600" y="3391"/>
                  </a:lnTo>
                  <a:lnTo>
                    <a:pt x="5619" y="3391"/>
                  </a:lnTo>
                  <a:lnTo>
                    <a:pt x="5638" y="3410"/>
                  </a:lnTo>
                  <a:lnTo>
                    <a:pt x="5638" y="3429"/>
                  </a:lnTo>
                  <a:lnTo>
                    <a:pt x="5562" y="3410"/>
                  </a:lnTo>
                  <a:lnTo>
                    <a:pt x="5486" y="3429"/>
                  </a:lnTo>
                  <a:lnTo>
                    <a:pt x="5467" y="3429"/>
                  </a:lnTo>
                  <a:lnTo>
                    <a:pt x="5447" y="3448"/>
                  </a:lnTo>
                  <a:lnTo>
                    <a:pt x="5467" y="3467"/>
                  </a:lnTo>
                  <a:lnTo>
                    <a:pt x="5467" y="3448"/>
                  </a:lnTo>
                  <a:lnTo>
                    <a:pt x="5486" y="3448"/>
                  </a:lnTo>
                  <a:lnTo>
                    <a:pt x="5638" y="3448"/>
                  </a:lnTo>
                  <a:lnTo>
                    <a:pt x="5638" y="3429"/>
                  </a:lnTo>
                  <a:lnTo>
                    <a:pt x="5657" y="3429"/>
                  </a:lnTo>
                  <a:lnTo>
                    <a:pt x="5657" y="3448"/>
                  </a:lnTo>
                  <a:lnTo>
                    <a:pt x="5657" y="3467"/>
                  </a:lnTo>
                  <a:lnTo>
                    <a:pt x="5638" y="3543"/>
                  </a:lnTo>
                  <a:lnTo>
                    <a:pt x="5638" y="3562"/>
                  </a:lnTo>
                  <a:lnTo>
                    <a:pt x="5600" y="3562"/>
                  </a:lnTo>
                  <a:lnTo>
                    <a:pt x="5562" y="3543"/>
                  </a:lnTo>
                  <a:lnTo>
                    <a:pt x="5314" y="3562"/>
                  </a:lnTo>
                  <a:lnTo>
                    <a:pt x="5314" y="3581"/>
                  </a:lnTo>
                  <a:lnTo>
                    <a:pt x="5295" y="3581"/>
                  </a:lnTo>
                  <a:lnTo>
                    <a:pt x="5276" y="3581"/>
                  </a:lnTo>
                  <a:lnTo>
                    <a:pt x="5257" y="3581"/>
                  </a:lnTo>
                  <a:lnTo>
                    <a:pt x="5238" y="3581"/>
                  </a:lnTo>
                  <a:lnTo>
                    <a:pt x="5219" y="3581"/>
                  </a:lnTo>
                  <a:lnTo>
                    <a:pt x="5200" y="3581"/>
                  </a:lnTo>
                  <a:lnTo>
                    <a:pt x="5200" y="3600"/>
                  </a:lnTo>
                  <a:lnTo>
                    <a:pt x="5181" y="3581"/>
                  </a:lnTo>
                  <a:lnTo>
                    <a:pt x="5162" y="3600"/>
                  </a:lnTo>
                  <a:lnTo>
                    <a:pt x="5142" y="3600"/>
                  </a:lnTo>
                  <a:lnTo>
                    <a:pt x="5142" y="3581"/>
                  </a:lnTo>
                  <a:lnTo>
                    <a:pt x="5142" y="3562"/>
                  </a:lnTo>
                  <a:lnTo>
                    <a:pt x="5123" y="3562"/>
                  </a:lnTo>
                  <a:lnTo>
                    <a:pt x="5123" y="3581"/>
                  </a:lnTo>
                  <a:lnTo>
                    <a:pt x="5105" y="3581"/>
                  </a:lnTo>
                  <a:lnTo>
                    <a:pt x="5086" y="3581"/>
                  </a:lnTo>
                  <a:lnTo>
                    <a:pt x="5066" y="3600"/>
                  </a:lnTo>
                  <a:lnTo>
                    <a:pt x="5047" y="3600"/>
                  </a:lnTo>
                  <a:lnTo>
                    <a:pt x="5028" y="3619"/>
                  </a:lnTo>
                  <a:lnTo>
                    <a:pt x="5009" y="3638"/>
                  </a:lnTo>
                  <a:lnTo>
                    <a:pt x="4971" y="3677"/>
                  </a:lnTo>
                  <a:lnTo>
                    <a:pt x="4971" y="3695"/>
                  </a:lnTo>
                  <a:lnTo>
                    <a:pt x="4895" y="3733"/>
                  </a:lnTo>
                  <a:lnTo>
                    <a:pt x="4838" y="3753"/>
                  </a:lnTo>
                  <a:lnTo>
                    <a:pt x="4819" y="3753"/>
                  </a:lnTo>
                  <a:lnTo>
                    <a:pt x="4800" y="3753"/>
                  </a:lnTo>
                  <a:lnTo>
                    <a:pt x="4800" y="3772"/>
                  </a:lnTo>
                  <a:lnTo>
                    <a:pt x="4781" y="3791"/>
                  </a:lnTo>
                  <a:lnTo>
                    <a:pt x="4781" y="3809"/>
                  </a:lnTo>
                  <a:lnTo>
                    <a:pt x="4761" y="3809"/>
                  </a:lnTo>
                  <a:lnTo>
                    <a:pt x="4724" y="3809"/>
                  </a:lnTo>
                  <a:lnTo>
                    <a:pt x="4705" y="3809"/>
                  </a:lnTo>
                  <a:lnTo>
                    <a:pt x="4685" y="3809"/>
                  </a:lnTo>
                  <a:lnTo>
                    <a:pt x="4629" y="3772"/>
                  </a:lnTo>
                  <a:lnTo>
                    <a:pt x="4571" y="3733"/>
                  </a:lnTo>
                  <a:lnTo>
                    <a:pt x="4552" y="3733"/>
                  </a:lnTo>
                  <a:lnTo>
                    <a:pt x="4552" y="3714"/>
                  </a:lnTo>
                  <a:lnTo>
                    <a:pt x="4533" y="3714"/>
                  </a:lnTo>
                  <a:lnTo>
                    <a:pt x="4476" y="3677"/>
                  </a:lnTo>
                  <a:lnTo>
                    <a:pt x="4457" y="3657"/>
                  </a:lnTo>
                  <a:lnTo>
                    <a:pt x="4457" y="3638"/>
                  </a:lnTo>
                  <a:lnTo>
                    <a:pt x="4438" y="3638"/>
                  </a:lnTo>
                  <a:lnTo>
                    <a:pt x="4438" y="3619"/>
                  </a:lnTo>
                  <a:lnTo>
                    <a:pt x="4419" y="3619"/>
                  </a:lnTo>
                  <a:lnTo>
                    <a:pt x="4400" y="3600"/>
                  </a:lnTo>
                  <a:lnTo>
                    <a:pt x="4380" y="3600"/>
                  </a:lnTo>
                  <a:lnTo>
                    <a:pt x="4362" y="3600"/>
                  </a:lnTo>
                  <a:lnTo>
                    <a:pt x="4362" y="3581"/>
                  </a:lnTo>
                  <a:lnTo>
                    <a:pt x="4343" y="3600"/>
                  </a:lnTo>
                  <a:lnTo>
                    <a:pt x="4304" y="3581"/>
                  </a:lnTo>
                  <a:lnTo>
                    <a:pt x="4304" y="3600"/>
                  </a:lnTo>
                  <a:lnTo>
                    <a:pt x="4285" y="3600"/>
                  </a:lnTo>
                  <a:lnTo>
                    <a:pt x="4190" y="3619"/>
                  </a:lnTo>
                  <a:lnTo>
                    <a:pt x="4171" y="3619"/>
                  </a:lnTo>
                  <a:lnTo>
                    <a:pt x="4152" y="3619"/>
                  </a:lnTo>
                  <a:lnTo>
                    <a:pt x="4152" y="3638"/>
                  </a:lnTo>
                  <a:lnTo>
                    <a:pt x="4133" y="3638"/>
                  </a:lnTo>
                  <a:lnTo>
                    <a:pt x="4114" y="3619"/>
                  </a:lnTo>
                  <a:lnTo>
                    <a:pt x="4095" y="3619"/>
                  </a:lnTo>
                  <a:lnTo>
                    <a:pt x="4076" y="3619"/>
                  </a:lnTo>
                  <a:lnTo>
                    <a:pt x="4057" y="3619"/>
                  </a:lnTo>
                  <a:lnTo>
                    <a:pt x="4038" y="3619"/>
                  </a:lnTo>
                  <a:lnTo>
                    <a:pt x="4019" y="3619"/>
                  </a:lnTo>
                  <a:lnTo>
                    <a:pt x="4019" y="3638"/>
                  </a:lnTo>
                  <a:lnTo>
                    <a:pt x="3999" y="3638"/>
                  </a:lnTo>
                  <a:lnTo>
                    <a:pt x="3999" y="3657"/>
                  </a:lnTo>
                  <a:lnTo>
                    <a:pt x="3999" y="3677"/>
                  </a:lnTo>
                  <a:lnTo>
                    <a:pt x="3999" y="3695"/>
                  </a:lnTo>
                  <a:lnTo>
                    <a:pt x="3981" y="3695"/>
                  </a:lnTo>
                  <a:lnTo>
                    <a:pt x="3981" y="3677"/>
                  </a:lnTo>
                  <a:lnTo>
                    <a:pt x="3962" y="3677"/>
                  </a:lnTo>
                  <a:lnTo>
                    <a:pt x="3962" y="3657"/>
                  </a:lnTo>
                  <a:lnTo>
                    <a:pt x="3962" y="3638"/>
                  </a:lnTo>
                  <a:lnTo>
                    <a:pt x="3943" y="3638"/>
                  </a:lnTo>
                  <a:lnTo>
                    <a:pt x="3904" y="3638"/>
                  </a:lnTo>
                  <a:lnTo>
                    <a:pt x="3885" y="3619"/>
                  </a:lnTo>
                  <a:lnTo>
                    <a:pt x="3885" y="3600"/>
                  </a:lnTo>
                  <a:lnTo>
                    <a:pt x="3867" y="3600"/>
                  </a:lnTo>
                  <a:lnTo>
                    <a:pt x="3809" y="3600"/>
                  </a:lnTo>
                  <a:lnTo>
                    <a:pt x="3790" y="3600"/>
                  </a:lnTo>
                  <a:lnTo>
                    <a:pt x="3771" y="3581"/>
                  </a:lnTo>
                  <a:lnTo>
                    <a:pt x="3752" y="3581"/>
                  </a:lnTo>
                  <a:lnTo>
                    <a:pt x="3752" y="3600"/>
                  </a:lnTo>
                  <a:lnTo>
                    <a:pt x="3771" y="3619"/>
                  </a:lnTo>
                  <a:lnTo>
                    <a:pt x="3790" y="3619"/>
                  </a:lnTo>
                  <a:lnTo>
                    <a:pt x="3771" y="3619"/>
                  </a:lnTo>
                  <a:lnTo>
                    <a:pt x="3771" y="3638"/>
                  </a:lnTo>
                  <a:lnTo>
                    <a:pt x="3714" y="3638"/>
                  </a:lnTo>
                  <a:lnTo>
                    <a:pt x="3695" y="3657"/>
                  </a:lnTo>
                  <a:lnTo>
                    <a:pt x="3695" y="3695"/>
                  </a:lnTo>
                  <a:lnTo>
                    <a:pt x="3676" y="3733"/>
                  </a:lnTo>
                  <a:lnTo>
                    <a:pt x="3657" y="3753"/>
                  </a:lnTo>
                  <a:lnTo>
                    <a:pt x="3638" y="3791"/>
                  </a:lnTo>
                  <a:lnTo>
                    <a:pt x="3619" y="3791"/>
                  </a:lnTo>
                  <a:lnTo>
                    <a:pt x="3619" y="3809"/>
                  </a:lnTo>
                  <a:lnTo>
                    <a:pt x="3619" y="3829"/>
                  </a:lnTo>
                  <a:lnTo>
                    <a:pt x="3600" y="3809"/>
                  </a:lnTo>
                  <a:lnTo>
                    <a:pt x="3581" y="3809"/>
                  </a:lnTo>
                  <a:lnTo>
                    <a:pt x="3562" y="3809"/>
                  </a:lnTo>
                  <a:lnTo>
                    <a:pt x="3523" y="3848"/>
                  </a:lnTo>
                  <a:lnTo>
                    <a:pt x="3505" y="3848"/>
                  </a:lnTo>
                  <a:lnTo>
                    <a:pt x="3486" y="3829"/>
                  </a:lnTo>
                  <a:lnTo>
                    <a:pt x="3486" y="3848"/>
                  </a:lnTo>
                  <a:lnTo>
                    <a:pt x="3466" y="3848"/>
                  </a:lnTo>
                  <a:lnTo>
                    <a:pt x="3466" y="3867"/>
                  </a:lnTo>
                  <a:lnTo>
                    <a:pt x="3447" y="3867"/>
                  </a:lnTo>
                  <a:lnTo>
                    <a:pt x="3447" y="3848"/>
                  </a:lnTo>
                  <a:lnTo>
                    <a:pt x="3447" y="3829"/>
                  </a:lnTo>
                  <a:lnTo>
                    <a:pt x="3428" y="3829"/>
                  </a:lnTo>
                  <a:lnTo>
                    <a:pt x="3409" y="3848"/>
                  </a:lnTo>
                  <a:lnTo>
                    <a:pt x="3390" y="3848"/>
                  </a:lnTo>
                  <a:lnTo>
                    <a:pt x="3390" y="3829"/>
                  </a:lnTo>
                  <a:lnTo>
                    <a:pt x="3371" y="3829"/>
                  </a:lnTo>
                  <a:lnTo>
                    <a:pt x="3352" y="3829"/>
                  </a:lnTo>
                  <a:lnTo>
                    <a:pt x="3333" y="3829"/>
                  </a:lnTo>
                  <a:lnTo>
                    <a:pt x="3314" y="3829"/>
                  </a:lnTo>
                  <a:lnTo>
                    <a:pt x="3295" y="3829"/>
                  </a:lnTo>
                  <a:lnTo>
                    <a:pt x="3276" y="3829"/>
                  </a:lnTo>
                  <a:lnTo>
                    <a:pt x="3276" y="3848"/>
                  </a:lnTo>
                  <a:lnTo>
                    <a:pt x="3257" y="3867"/>
                  </a:lnTo>
                  <a:lnTo>
                    <a:pt x="3238" y="3867"/>
                  </a:lnTo>
                  <a:lnTo>
                    <a:pt x="3181" y="3886"/>
                  </a:lnTo>
                  <a:lnTo>
                    <a:pt x="3181" y="3905"/>
                  </a:lnTo>
                  <a:lnTo>
                    <a:pt x="3161" y="3905"/>
                  </a:lnTo>
                  <a:lnTo>
                    <a:pt x="3142" y="3924"/>
                  </a:lnTo>
                  <a:lnTo>
                    <a:pt x="3142" y="3943"/>
                  </a:lnTo>
                  <a:lnTo>
                    <a:pt x="3124" y="3981"/>
                  </a:lnTo>
                  <a:lnTo>
                    <a:pt x="3124" y="4000"/>
                  </a:lnTo>
                  <a:lnTo>
                    <a:pt x="3105" y="4019"/>
                  </a:lnTo>
                  <a:lnTo>
                    <a:pt x="3105" y="4038"/>
                  </a:lnTo>
                  <a:lnTo>
                    <a:pt x="3105" y="4058"/>
                  </a:lnTo>
                  <a:lnTo>
                    <a:pt x="3124" y="4058"/>
                  </a:lnTo>
                  <a:lnTo>
                    <a:pt x="3124" y="4076"/>
                  </a:lnTo>
                  <a:lnTo>
                    <a:pt x="3105" y="4095"/>
                  </a:lnTo>
                  <a:lnTo>
                    <a:pt x="3142" y="4153"/>
                  </a:lnTo>
                  <a:lnTo>
                    <a:pt x="3142" y="4172"/>
                  </a:lnTo>
                  <a:lnTo>
                    <a:pt x="3142" y="4190"/>
                  </a:lnTo>
                  <a:lnTo>
                    <a:pt x="3142" y="4210"/>
                  </a:lnTo>
                  <a:lnTo>
                    <a:pt x="3142" y="4229"/>
                  </a:lnTo>
                  <a:lnTo>
                    <a:pt x="3105" y="4248"/>
                  </a:lnTo>
                  <a:lnTo>
                    <a:pt x="3105" y="4267"/>
                  </a:lnTo>
                  <a:lnTo>
                    <a:pt x="3085" y="4267"/>
                  </a:lnTo>
                  <a:lnTo>
                    <a:pt x="3066" y="4267"/>
                  </a:lnTo>
                  <a:lnTo>
                    <a:pt x="3009" y="4286"/>
                  </a:lnTo>
                  <a:lnTo>
                    <a:pt x="2990" y="4286"/>
                  </a:lnTo>
                  <a:lnTo>
                    <a:pt x="2990" y="4305"/>
                  </a:lnTo>
                  <a:lnTo>
                    <a:pt x="2971" y="4305"/>
                  </a:lnTo>
                  <a:lnTo>
                    <a:pt x="2971" y="4286"/>
                  </a:lnTo>
                  <a:lnTo>
                    <a:pt x="2952" y="4267"/>
                  </a:lnTo>
                  <a:lnTo>
                    <a:pt x="2952" y="4248"/>
                  </a:lnTo>
                  <a:lnTo>
                    <a:pt x="2933" y="4248"/>
                  </a:lnTo>
                  <a:lnTo>
                    <a:pt x="2914" y="4229"/>
                  </a:lnTo>
                  <a:lnTo>
                    <a:pt x="2914" y="4210"/>
                  </a:lnTo>
                  <a:lnTo>
                    <a:pt x="2895" y="4210"/>
                  </a:lnTo>
                  <a:lnTo>
                    <a:pt x="2800" y="4210"/>
                  </a:lnTo>
                  <a:lnTo>
                    <a:pt x="2780" y="4210"/>
                  </a:lnTo>
                  <a:lnTo>
                    <a:pt x="2780" y="4190"/>
                  </a:lnTo>
                  <a:lnTo>
                    <a:pt x="2761" y="4190"/>
                  </a:lnTo>
                  <a:lnTo>
                    <a:pt x="2743" y="4190"/>
                  </a:lnTo>
                  <a:lnTo>
                    <a:pt x="2724" y="4210"/>
                  </a:lnTo>
                  <a:lnTo>
                    <a:pt x="2704" y="4210"/>
                  </a:lnTo>
                  <a:lnTo>
                    <a:pt x="2552" y="4210"/>
                  </a:lnTo>
                  <a:lnTo>
                    <a:pt x="2495" y="4190"/>
                  </a:lnTo>
                  <a:lnTo>
                    <a:pt x="2476" y="4172"/>
                  </a:lnTo>
                  <a:lnTo>
                    <a:pt x="2438" y="4190"/>
                  </a:lnTo>
                  <a:lnTo>
                    <a:pt x="2419" y="4172"/>
                  </a:lnTo>
                  <a:lnTo>
                    <a:pt x="2399" y="4153"/>
                  </a:lnTo>
                  <a:lnTo>
                    <a:pt x="2343" y="4134"/>
                  </a:lnTo>
                  <a:lnTo>
                    <a:pt x="2343" y="4114"/>
                  </a:lnTo>
                  <a:lnTo>
                    <a:pt x="2323" y="4114"/>
                  </a:lnTo>
                  <a:lnTo>
                    <a:pt x="2323" y="4095"/>
                  </a:lnTo>
                  <a:lnTo>
                    <a:pt x="2323" y="4076"/>
                  </a:lnTo>
                  <a:lnTo>
                    <a:pt x="2267" y="4058"/>
                  </a:lnTo>
                  <a:lnTo>
                    <a:pt x="2247" y="4038"/>
                  </a:lnTo>
                  <a:lnTo>
                    <a:pt x="2228" y="4058"/>
                  </a:lnTo>
                  <a:lnTo>
                    <a:pt x="2209" y="4038"/>
                  </a:lnTo>
                  <a:lnTo>
                    <a:pt x="2171" y="4038"/>
                  </a:lnTo>
                  <a:lnTo>
                    <a:pt x="2152" y="4038"/>
                  </a:lnTo>
                  <a:lnTo>
                    <a:pt x="2133" y="4038"/>
                  </a:lnTo>
                  <a:lnTo>
                    <a:pt x="2114" y="4038"/>
                  </a:lnTo>
                  <a:lnTo>
                    <a:pt x="2095" y="4038"/>
                  </a:lnTo>
                  <a:lnTo>
                    <a:pt x="2057" y="4019"/>
                  </a:lnTo>
                  <a:lnTo>
                    <a:pt x="2000" y="4019"/>
                  </a:lnTo>
                  <a:lnTo>
                    <a:pt x="1962" y="4000"/>
                  </a:lnTo>
                  <a:lnTo>
                    <a:pt x="1923" y="4000"/>
                  </a:lnTo>
                  <a:lnTo>
                    <a:pt x="1866" y="4000"/>
                  </a:lnTo>
                  <a:lnTo>
                    <a:pt x="1828" y="4000"/>
                  </a:lnTo>
                  <a:lnTo>
                    <a:pt x="1828" y="3981"/>
                  </a:lnTo>
                  <a:lnTo>
                    <a:pt x="1809" y="3962"/>
                  </a:lnTo>
                  <a:lnTo>
                    <a:pt x="1676" y="3924"/>
                  </a:lnTo>
                  <a:lnTo>
                    <a:pt x="1657" y="3924"/>
                  </a:lnTo>
                  <a:lnTo>
                    <a:pt x="1637" y="3924"/>
                  </a:lnTo>
                  <a:lnTo>
                    <a:pt x="1637" y="3943"/>
                  </a:lnTo>
                  <a:lnTo>
                    <a:pt x="1619" y="3943"/>
                  </a:lnTo>
                  <a:lnTo>
                    <a:pt x="1581" y="3962"/>
                  </a:lnTo>
                  <a:lnTo>
                    <a:pt x="1561" y="3962"/>
                  </a:lnTo>
                  <a:lnTo>
                    <a:pt x="1542" y="3962"/>
                  </a:lnTo>
                  <a:lnTo>
                    <a:pt x="1523" y="3943"/>
                  </a:lnTo>
                  <a:lnTo>
                    <a:pt x="1505" y="3943"/>
                  </a:lnTo>
                  <a:lnTo>
                    <a:pt x="1466" y="3962"/>
                  </a:lnTo>
                  <a:lnTo>
                    <a:pt x="1409" y="3962"/>
                  </a:lnTo>
                  <a:lnTo>
                    <a:pt x="1390" y="3962"/>
                  </a:lnTo>
                  <a:lnTo>
                    <a:pt x="1371" y="3943"/>
                  </a:lnTo>
                  <a:lnTo>
                    <a:pt x="1371" y="3924"/>
                  </a:lnTo>
                  <a:lnTo>
                    <a:pt x="1333" y="3924"/>
                  </a:lnTo>
                  <a:lnTo>
                    <a:pt x="1314" y="3905"/>
                  </a:lnTo>
                  <a:lnTo>
                    <a:pt x="1276" y="3886"/>
                  </a:lnTo>
                  <a:lnTo>
                    <a:pt x="1276" y="3867"/>
                  </a:lnTo>
                  <a:lnTo>
                    <a:pt x="1257" y="3867"/>
                  </a:lnTo>
                  <a:lnTo>
                    <a:pt x="1238" y="3848"/>
                  </a:lnTo>
                  <a:lnTo>
                    <a:pt x="1180" y="3829"/>
                  </a:lnTo>
                  <a:lnTo>
                    <a:pt x="1161" y="3829"/>
                  </a:lnTo>
                  <a:lnTo>
                    <a:pt x="1143" y="3829"/>
                  </a:lnTo>
                  <a:lnTo>
                    <a:pt x="1066" y="3867"/>
                  </a:lnTo>
                  <a:lnTo>
                    <a:pt x="1066" y="3886"/>
                  </a:lnTo>
                  <a:lnTo>
                    <a:pt x="1047" y="3886"/>
                  </a:lnTo>
                  <a:lnTo>
                    <a:pt x="1028" y="3886"/>
                  </a:lnTo>
                  <a:lnTo>
                    <a:pt x="990" y="3867"/>
                  </a:lnTo>
                  <a:lnTo>
                    <a:pt x="933" y="3848"/>
                  </a:lnTo>
                  <a:lnTo>
                    <a:pt x="914" y="3848"/>
                  </a:lnTo>
                  <a:lnTo>
                    <a:pt x="895" y="3848"/>
                  </a:lnTo>
                  <a:lnTo>
                    <a:pt x="876" y="3848"/>
                  </a:lnTo>
                  <a:lnTo>
                    <a:pt x="876" y="3809"/>
                  </a:lnTo>
                  <a:lnTo>
                    <a:pt x="857" y="3772"/>
                  </a:lnTo>
                  <a:lnTo>
                    <a:pt x="819" y="3714"/>
                  </a:lnTo>
                  <a:lnTo>
                    <a:pt x="799" y="3677"/>
                  </a:lnTo>
                  <a:lnTo>
                    <a:pt x="799" y="3638"/>
                  </a:lnTo>
                  <a:lnTo>
                    <a:pt x="780" y="3600"/>
                  </a:lnTo>
                  <a:lnTo>
                    <a:pt x="762" y="3581"/>
                  </a:lnTo>
                  <a:lnTo>
                    <a:pt x="723" y="3543"/>
                  </a:lnTo>
                  <a:lnTo>
                    <a:pt x="723" y="3524"/>
                  </a:lnTo>
                  <a:lnTo>
                    <a:pt x="723" y="3505"/>
                  </a:lnTo>
                  <a:lnTo>
                    <a:pt x="723" y="3486"/>
                  </a:lnTo>
                  <a:lnTo>
                    <a:pt x="723" y="3429"/>
                  </a:lnTo>
                  <a:lnTo>
                    <a:pt x="723" y="3372"/>
                  </a:lnTo>
                  <a:lnTo>
                    <a:pt x="723" y="3352"/>
                  </a:lnTo>
                  <a:lnTo>
                    <a:pt x="704" y="3333"/>
                  </a:lnTo>
                  <a:lnTo>
                    <a:pt x="685" y="3315"/>
                  </a:lnTo>
                  <a:lnTo>
                    <a:pt x="666" y="3296"/>
                  </a:lnTo>
                  <a:lnTo>
                    <a:pt x="685" y="3276"/>
                  </a:lnTo>
                  <a:lnTo>
                    <a:pt x="685" y="3257"/>
                  </a:lnTo>
                  <a:lnTo>
                    <a:pt x="666" y="3219"/>
                  </a:lnTo>
                  <a:lnTo>
                    <a:pt x="666" y="3200"/>
                  </a:lnTo>
                  <a:lnTo>
                    <a:pt x="647" y="3181"/>
                  </a:lnTo>
                  <a:lnTo>
                    <a:pt x="609" y="3219"/>
                  </a:lnTo>
                  <a:lnTo>
                    <a:pt x="590" y="3219"/>
                  </a:lnTo>
                  <a:lnTo>
                    <a:pt x="590" y="3181"/>
                  </a:lnTo>
                  <a:lnTo>
                    <a:pt x="590" y="3162"/>
                  </a:lnTo>
                  <a:lnTo>
                    <a:pt x="571" y="3143"/>
                  </a:lnTo>
                  <a:lnTo>
                    <a:pt x="552" y="3124"/>
                  </a:lnTo>
                  <a:lnTo>
                    <a:pt x="533" y="3124"/>
                  </a:lnTo>
                  <a:lnTo>
                    <a:pt x="514" y="3124"/>
                  </a:lnTo>
                  <a:lnTo>
                    <a:pt x="495" y="3105"/>
                  </a:lnTo>
                  <a:lnTo>
                    <a:pt x="476" y="3124"/>
                  </a:lnTo>
                  <a:lnTo>
                    <a:pt x="476" y="3143"/>
                  </a:lnTo>
                  <a:lnTo>
                    <a:pt x="495" y="3143"/>
                  </a:lnTo>
                  <a:lnTo>
                    <a:pt x="476" y="3162"/>
                  </a:lnTo>
                  <a:lnTo>
                    <a:pt x="457" y="3143"/>
                  </a:lnTo>
                  <a:lnTo>
                    <a:pt x="457" y="3124"/>
                  </a:lnTo>
                  <a:lnTo>
                    <a:pt x="457" y="3105"/>
                  </a:lnTo>
                  <a:lnTo>
                    <a:pt x="457" y="3086"/>
                  </a:lnTo>
                  <a:lnTo>
                    <a:pt x="457" y="3048"/>
                  </a:lnTo>
                  <a:lnTo>
                    <a:pt x="438" y="3048"/>
                  </a:lnTo>
                  <a:lnTo>
                    <a:pt x="418" y="3086"/>
                  </a:lnTo>
                  <a:lnTo>
                    <a:pt x="399" y="3086"/>
                  </a:lnTo>
                  <a:lnTo>
                    <a:pt x="381" y="3086"/>
                  </a:lnTo>
                  <a:lnTo>
                    <a:pt x="362" y="3086"/>
                  </a:lnTo>
                  <a:lnTo>
                    <a:pt x="381" y="3124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2" y="3143"/>
                  </a:lnTo>
                  <a:lnTo>
                    <a:pt x="323" y="3162"/>
                  </a:lnTo>
                  <a:lnTo>
                    <a:pt x="323" y="3143"/>
                  </a:lnTo>
                  <a:lnTo>
                    <a:pt x="304" y="3124"/>
                  </a:lnTo>
                  <a:lnTo>
                    <a:pt x="286" y="3105"/>
                  </a:lnTo>
                  <a:lnTo>
                    <a:pt x="266" y="3105"/>
                  </a:lnTo>
                  <a:lnTo>
                    <a:pt x="247" y="3124"/>
                  </a:lnTo>
                  <a:lnTo>
                    <a:pt x="247" y="3143"/>
                  </a:lnTo>
                  <a:lnTo>
                    <a:pt x="228" y="3143"/>
                  </a:lnTo>
                  <a:lnTo>
                    <a:pt x="209" y="3143"/>
                  </a:lnTo>
                  <a:lnTo>
                    <a:pt x="190" y="3143"/>
                  </a:lnTo>
                  <a:lnTo>
                    <a:pt x="190" y="3162"/>
                  </a:lnTo>
                  <a:lnTo>
                    <a:pt x="190" y="3181"/>
                  </a:lnTo>
                  <a:lnTo>
                    <a:pt x="171" y="3181"/>
                  </a:lnTo>
                  <a:lnTo>
                    <a:pt x="171" y="3200"/>
                  </a:lnTo>
                  <a:lnTo>
                    <a:pt x="152" y="3200"/>
                  </a:lnTo>
                  <a:lnTo>
                    <a:pt x="152" y="3219"/>
                  </a:lnTo>
                  <a:lnTo>
                    <a:pt x="152" y="3238"/>
                  </a:lnTo>
                  <a:lnTo>
                    <a:pt x="152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33" y="3181"/>
                  </a:lnTo>
                  <a:lnTo>
                    <a:pt x="114" y="3181"/>
                  </a:lnTo>
                  <a:lnTo>
                    <a:pt x="95" y="3162"/>
                  </a:lnTo>
                  <a:lnTo>
                    <a:pt x="76" y="3162"/>
                  </a:lnTo>
                  <a:lnTo>
                    <a:pt x="57" y="3162"/>
                  </a:lnTo>
                  <a:lnTo>
                    <a:pt x="57" y="3143"/>
                  </a:lnTo>
                  <a:lnTo>
                    <a:pt x="37" y="3124"/>
                  </a:lnTo>
                  <a:lnTo>
                    <a:pt x="0" y="3143"/>
                  </a:lnTo>
                  <a:lnTo>
                    <a:pt x="0" y="3124"/>
                  </a:lnTo>
                  <a:lnTo>
                    <a:pt x="19" y="3105"/>
                  </a:lnTo>
                  <a:lnTo>
                    <a:pt x="19" y="3086"/>
                  </a:lnTo>
                  <a:lnTo>
                    <a:pt x="0" y="3067"/>
                  </a:lnTo>
                  <a:lnTo>
                    <a:pt x="0" y="3048"/>
                  </a:lnTo>
                  <a:lnTo>
                    <a:pt x="0" y="3029"/>
                  </a:lnTo>
                  <a:lnTo>
                    <a:pt x="0" y="2991"/>
                  </a:lnTo>
                  <a:lnTo>
                    <a:pt x="0" y="2952"/>
                  </a:lnTo>
                  <a:lnTo>
                    <a:pt x="19" y="2915"/>
                  </a:lnTo>
                  <a:lnTo>
                    <a:pt x="57" y="2895"/>
                  </a:lnTo>
                  <a:lnTo>
                    <a:pt x="76" y="2857"/>
                  </a:lnTo>
                  <a:lnTo>
                    <a:pt x="95" y="2819"/>
                  </a:lnTo>
                  <a:lnTo>
                    <a:pt x="114" y="2762"/>
                  </a:lnTo>
                  <a:lnTo>
                    <a:pt x="133" y="2743"/>
                  </a:lnTo>
                  <a:lnTo>
                    <a:pt x="152" y="2705"/>
                  </a:lnTo>
                  <a:lnTo>
                    <a:pt x="171" y="2686"/>
                  </a:lnTo>
                  <a:lnTo>
                    <a:pt x="171" y="2667"/>
                  </a:lnTo>
                  <a:lnTo>
                    <a:pt x="133" y="2629"/>
                  </a:lnTo>
                  <a:lnTo>
                    <a:pt x="133" y="2610"/>
                  </a:lnTo>
                  <a:lnTo>
                    <a:pt x="133" y="2590"/>
                  </a:lnTo>
                  <a:lnTo>
                    <a:pt x="133" y="2572"/>
                  </a:lnTo>
                  <a:lnTo>
                    <a:pt x="133" y="2534"/>
                  </a:lnTo>
                  <a:lnTo>
                    <a:pt x="190" y="2362"/>
                  </a:lnTo>
                  <a:lnTo>
                    <a:pt x="190" y="2343"/>
                  </a:lnTo>
                  <a:lnTo>
                    <a:pt x="228" y="2305"/>
                  </a:lnTo>
                  <a:lnTo>
                    <a:pt x="228" y="2267"/>
                  </a:lnTo>
                  <a:close/>
                  <a:moveTo>
                    <a:pt x="5867" y="2934"/>
                  </a:moveTo>
                  <a:lnTo>
                    <a:pt x="5904" y="2915"/>
                  </a:lnTo>
                  <a:lnTo>
                    <a:pt x="5924" y="2895"/>
                  </a:lnTo>
                  <a:lnTo>
                    <a:pt x="5943" y="2895"/>
                  </a:lnTo>
                  <a:lnTo>
                    <a:pt x="5943" y="2915"/>
                  </a:lnTo>
                  <a:lnTo>
                    <a:pt x="5943" y="2934"/>
                  </a:lnTo>
                  <a:lnTo>
                    <a:pt x="5924" y="2971"/>
                  </a:lnTo>
                  <a:lnTo>
                    <a:pt x="5924" y="3010"/>
                  </a:lnTo>
                  <a:lnTo>
                    <a:pt x="5943" y="3029"/>
                  </a:lnTo>
                  <a:lnTo>
                    <a:pt x="5924" y="3029"/>
                  </a:lnTo>
                  <a:lnTo>
                    <a:pt x="5904" y="3048"/>
                  </a:lnTo>
                  <a:lnTo>
                    <a:pt x="5885" y="3048"/>
                  </a:lnTo>
                  <a:lnTo>
                    <a:pt x="5867" y="3029"/>
                  </a:lnTo>
                  <a:lnTo>
                    <a:pt x="5885" y="3010"/>
                  </a:lnTo>
                  <a:lnTo>
                    <a:pt x="5885" y="2991"/>
                  </a:lnTo>
                  <a:lnTo>
                    <a:pt x="5867" y="2971"/>
                  </a:lnTo>
                  <a:lnTo>
                    <a:pt x="5867" y="2952"/>
                  </a:lnTo>
                  <a:lnTo>
                    <a:pt x="5867" y="2934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39254891-FB6D-A555-EE64-7454AAEA9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3175" y="6059488"/>
              <a:ext cx="922338" cy="644525"/>
            </a:xfrm>
            <a:custGeom>
              <a:avLst/>
              <a:gdLst>
                <a:gd name="T0" fmla="*/ 2147483646 w 5125"/>
                <a:gd name="T1" fmla="*/ 2147483646 h 3582"/>
                <a:gd name="T2" fmla="*/ 2147483646 w 5125"/>
                <a:gd name="T3" fmla="*/ 2147483646 h 3582"/>
                <a:gd name="T4" fmla="*/ 2147483646 w 5125"/>
                <a:gd name="T5" fmla="*/ 2147483646 h 3582"/>
                <a:gd name="T6" fmla="*/ 2147483646 w 5125"/>
                <a:gd name="T7" fmla="*/ 2147483646 h 3582"/>
                <a:gd name="T8" fmla="*/ 2147483646 w 5125"/>
                <a:gd name="T9" fmla="*/ 2147483646 h 3582"/>
                <a:gd name="T10" fmla="*/ 2147483646 w 5125"/>
                <a:gd name="T11" fmla="*/ 2147483646 h 3582"/>
                <a:gd name="T12" fmla="*/ 2147483646 w 5125"/>
                <a:gd name="T13" fmla="*/ 2147483646 h 3582"/>
                <a:gd name="T14" fmla="*/ 2147483646 w 5125"/>
                <a:gd name="T15" fmla="*/ 2147483646 h 3582"/>
                <a:gd name="T16" fmla="*/ 2147483646 w 5125"/>
                <a:gd name="T17" fmla="*/ 2147483646 h 3582"/>
                <a:gd name="T18" fmla="*/ 2147483646 w 5125"/>
                <a:gd name="T19" fmla="*/ 2147483646 h 3582"/>
                <a:gd name="T20" fmla="*/ 2147483646 w 5125"/>
                <a:gd name="T21" fmla="*/ 2147483646 h 3582"/>
                <a:gd name="T22" fmla="*/ 2147483646 w 5125"/>
                <a:gd name="T23" fmla="*/ 2147483646 h 3582"/>
                <a:gd name="T24" fmla="*/ 2147483646 w 5125"/>
                <a:gd name="T25" fmla="*/ 2147483646 h 3582"/>
                <a:gd name="T26" fmla="*/ 2147483646 w 5125"/>
                <a:gd name="T27" fmla="*/ 2147483646 h 3582"/>
                <a:gd name="T28" fmla="*/ 2147483646 w 5125"/>
                <a:gd name="T29" fmla="*/ 2147483646 h 3582"/>
                <a:gd name="T30" fmla="*/ 2147483646 w 5125"/>
                <a:gd name="T31" fmla="*/ 2147483646 h 3582"/>
                <a:gd name="T32" fmla="*/ 2147483646 w 5125"/>
                <a:gd name="T33" fmla="*/ 2147483646 h 3582"/>
                <a:gd name="T34" fmla="*/ 2147483646 w 5125"/>
                <a:gd name="T35" fmla="*/ 2147483646 h 3582"/>
                <a:gd name="T36" fmla="*/ 2147483646 w 5125"/>
                <a:gd name="T37" fmla="*/ 2147483646 h 3582"/>
                <a:gd name="T38" fmla="*/ 2147483646 w 5125"/>
                <a:gd name="T39" fmla="*/ 2147483646 h 3582"/>
                <a:gd name="T40" fmla="*/ 2147483646 w 5125"/>
                <a:gd name="T41" fmla="*/ 2147483646 h 3582"/>
                <a:gd name="T42" fmla="*/ 2147483646 w 5125"/>
                <a:gd name="T43" fmla="*/ 2147483646 h 3582"/>
                <a:gd name="T44" fmla="*/ 2147483646 w 5125"/>
                <a:gd name="T45" fmla="*/ 2147483646 h 3582"/>
                <a:gd name="T46" fmla="*/ 2147483646 w 5125"/>
                <a:gd name="T47" fmla="*/ 2147483646 h 3582"/>
                <a:gd name="T48" fmla="*/ 2147483646 w 5125"/>
                <a:gd name="T49" fmla="*/ 2147483646 h 3582"/>
                <a:gd name="T50" fmla="*/ 2147483646 w 5125"/>
                <a:gd name="T51" fmla="*/ 2147483646 h 3582"/>
                <a:gd name="T52" fmla="*/ 2147483646 w 5125"/>
                <a:gd name="T53" fmla="*/ 2147483646 h 3582"/>
                <a:gd name="T54" fmla="*/ 2147483646 w 5125"/>
                <a:gd name="T55" fmla="*/ 2147483646 h 3582"/>
                <a:gd name="T56" fmla="*/ 2147483646 w 5125"/>
                <a:gd name="T57" fmla="*/ 2147483646 h 3582"/>
                <a:gd name="T58" fmla="*/ 2147483646 w 5125"/>
                <a:gd name="T59" fmla="*/ 2147483646 h 3582"/>
                <a:gd name="T60" fmla="*/ 2147483646 w 5125"/>
                <a:gd name="T61" fmla="*/ 2147483646 h 3582"/>
                <a:gd name="T62" fmla="*/ 2147483646 w 5125"/>
                <a:gd name="T63" fmla="*/ 2147483646 h 3582"/>
                <a:gd name="T64" fmla="*/ 2147483646 w 5125"/>
                <a:gd name="T65" fmla="*/ 2147483646 h 3582"/>
                <a:gd name="T66" fmla="*/ 2147483646 w 5125"/>
                <a:gd name="T67" fmla="*/ 2147483646 h 3582"/>
                <a:gd name="T68" fmla="*/ 2147483646 w 5125"/>
                <a:gd name="T69" fmla="*/ 2147483646 h 3582"/>
                <a:gd name="T70" fmla="*/ 2147483646 w 5125"/>
                <a:gd name="T71" fmla="*/ 2147483646 h 3582"/>
                <a:gd name="T72" fmla="*/ 2147483646 w 5125"/>
                <a:gd name="T73" fmla="*/ 2147483646 h 3582"/>
                <a:gd name="T74" fmla="*/ 2147483646 w 5125"/>
                <a:gd name="T75" fmla="*/ 2147483646 h 3582"/>
                <a:gd name="T76" fmla="*/ 2147483646 w 5125"/>
                <a:gd name="T77" fmla="*/ 2147483646 h 3582"/>
                <a:gd name="T78" fmla="*/ 2147483646 w 5125"/>
                <a:gd name="T79" fmla="*/ 2147483646 h 3582"/>
                <a:gd name="T80" fmla="*/ 2147483646 w 5125"/>
                <a:gd name="T81" fmla="*/ 2147483646 h 3582"/>
                <a:gd name="T82" fmla="*/ 2147483646 w 5125"/>
                <a:gd name="T83" fmla="*/ 2147483646 h 3582"/>
                <a:gd name="T84" fmla="*/ 2147483646 w 5125"/>
                <a:gd name="T85" fmla="*/ 2147483646 h 3582"/>
                <a:gd name="T86" fmla="*/ 2147483646 w 5125"/>
                <a:gd name="T87" fmla="*/ 2147483646 h 3582"/>
                <a:gd name="T88" fmla="*/ 2147483646 w 5125"/>
                <a:gd name="T89" fmla="*/ 2147483646 h 3582"/>
                <a:gd name="T90" fmla="*/ 2147483646 w 5125"/>
                <a:gd name="T91" fmla="*/ 2147483646 h 3582"/>
                <a:gd name="T92" fmla="*/ 2147483646 w 5125"/>
                <a:gd name="T93" fmla="*/ 2147483646 h 3582"/>
                <a:gd name="T94" fmla="*/ 2147483646 w 5125"/>
                <a:gd name="T95" fmla="*/ 2147483646 h 3582"/>
                <a:gd name="T96" fmla="*/ 2147483646 w 5125"/>
                <a:gd name="T97" fmla="*/ 2147483646 h 3582"/>
                <a:gd name="T98" fmla="*/ 2147483646 w 5125"/>
                <a:gd name="T99" fmla="*/ 2147483646 h 3582"/>
                <a:gd name="T100" fmla="*/ 2147483646 w 5125"/>
                <a:gd name="T101" fmla="*/ 2147483646 h 3582"/>
                <a:gd name="T102" fmla="*/ 2147483646 w 5125"/>
                <a:gd name="T103" fmla="*/ 2147483646 h 3582"/>
                <a:gd name="T104" fmla="*/ 2147483646 w 5125"/>
                <a:gd name="T105" fmla="*/ 2147483646 h 3582"/>
                <a:gd name="T106" fmla="*/ 2147483646 w 5125"/>
                <a:gd name="T107" fmla="*/ 2147483646 h 3582"/>
                <a:gd name="T108" fmla="*/ 2147483646 w 5125"/>
                <a:gd name="T109" fmla="*/ 2147483646 h 3582"/>
                <a:gd name="T110" fmla="*/ 2147483646 w 5125"/>
                <a:gd name="T111" fmla="*/ 2147483646 h 3582"/>
                <a:gd name="T112" fmla="*/ 2147483646 w 5125"/>
                <a:gd name="T113" fmla="*/ 2147483646 h 3582"/>
                <a:gd name="T114" fmla="*/ 2147483646 w 5125"/>
                <a:gd name="T115" fmla="*/ 2147483646 h 3582"/>
                <a:gd name="T116" fmla="*/ 2147483646 w 5125"/>
                <a:gd name="T117" fmla="*/ 2147483646 h 3582"/>
                <a:gd name="T118" fmla="*/ 2147483646 w 5125"/>
                <a:gd name="T119" fmla="*/ 2147483646 h 358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125" h="3582">
                  <a:moveTo>
                    <a:pt x="0" y="1257"/>
                  </a:moveTo>
                  <a:lnTo>
                    <a:pt x="19" y="1238"/>
                  </a:lnTo>
                  <a:lnTo>
                    <a:pt x="39" y="1219"/>
                  </a:lnTo>
                  <a:lnTo>
                    <a:pt x="19" y="1200"/>
                  </a:lnTo>
                  <a:lnTo>
                    <a:pt x="39" y="1181"/>
                  </a:lnTo>
                  <a:lnTo>
                    <a:pt x="39" y="1162"/>
                  </a:lnTo>
                  <a:lnTo>
                    <a:pt x="39" y="1124"/>
                  </a:lnTo>
                  <a:lnTo>
                    <a:pt x="58" y="1124"/>
                  </a:lnTo>
                  <a:lnTo>
                    <a:pt x="76" y="1105"/>
                  </a:lnTo>
                  <a:lnTo>
                    <a:pt x="115" y="1010"/>
                  </a:lnTo>
                  <a:lnTo>
                    <a:pt x="134" y="972"/>
                  </a:lnTo>
                  <a:lnTo>
                    <a:pt x="134" y="952"/>
                  </a:lnTo>
                  <a:lnTo>
                    <a:pt x="115" y="876"/>
                  </a:lnTo>
                  <a:lnTo>
                    <a:pt x="115" y="838"/>
                  </a:lnTo>
                  <a:lnTo>
                    <a:pt x="95" y="838"/>
                  </a:lnTo>
                  <a:lnTo>
                    <a:pt x="95" y="819"/>
                  </a:lnTo>
                  <a:lnTo>
                    <a:pt x="95" y="800"/>
                  </a:lnTo>
                  <a:lnTo>
                    <a:pt x="76" y="800"/>
                  </a:lnTo>
                  <a:lnTo>
                    <a:pt x="76" y="781"/>
                  </a:lnTo>
                  <a:lnTo>
                    <a:pt x="76" y="762"/>
                  </a:lnTo>
                  <a:lnTo>
                    <a:pt x="95" y="762"/>
                  </a:lnTo>
                  <a:lnTo>
                    <a:pt x="115" y="743"/>
                  </a:lnTo>
                  <a:lnTo>
                    <a:pt x="115" y="724"/>
                  </a:lnTo>
                  <a:lnTo>
                    <a:pt x="95" y="686"/>
                  </a:lnTo>
                  <a:lnTo>
                    <a:pt x="95" y="667"/>
                  </a:lnTo>
                  <a:lnTo>
                    <a:pt x="115" y="629"/>
                  </a:lnTo>
                  <a:lnTo>
                    <a:pt x="115" y="610"/>
                  </a:lnTo>
                  <a:lnTo>
                    <a:pt x="115" y="591"/>
                  </a:lnTo>
                  <a:lnTo>
                    <a:pt x="115" y="571"/>
                  </a:lnTo>
                  <a:lnTo>
                    <a:pt x="134" y="552"/>
                  </a:lnTo>
                  <a:lnTo>
                    <a:pt x="134" y="515"/>
                  </a:lnTo>
                  <a:lnTo>
                    <a:pt x="115" y="419"/>
                  </a:lnTo>
                  <a:lnTo>
                    <a:pt x="134" y="400"/>
                  </a:lnTo>
                  <a:lnTo>
                    <a:pt x="172" y="343"/>
                  </a:lnTo>
                  <a:lnTo>
                    <a:pt x="172" y="305"/>
                  </a:lnTo>
                  <a:lnTo>
                    <a:pt x="191" y="305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86" y="324"/>
                  </a:lnTo>
                  <a:lnTo>
                    <a:pt x="324" y="343"/>
                  </a:lnTo>
                  <a:lnTo>
                    <a:pt x="343" y="343"/>
                  </a:lnTo>
                  <a:lnTo>
                    <a:pt x="362" y="343"/>
                  </a:lnTo>
                  <a:lnTo>
                    <a:pt x="362" y="324"/>
                  </a:lnTo>
                  <a:lnTo>
                    <a:pt x="439" y="286"/>
                  </a:lnTo>
                  <a:lnTo>
                    <a:pt x="457" y="286"/>
                  </a:lnTo>
                  <a:lnTo>
                    <a:pt x="476" y="286"/>
                  </a:lnTo>
                  <a:lnTo>
                    <a:pt x="534" y="305"/>
                  </a:lnTo>
                  <a:lnTo>
                    <a:pt x="553" y="324"/>
                  </a:lnTo>
                  <a:lnTo>
                    <a:pt x="572" y="324"/>
                  </a:lnTo>
                  <a:lnTo>
                    <a:pt x="572" y="343"/>
                  </a:lnTo>
                  <a:lnTo>
                    <a:pt x="610" y="362"/>
                  </a:lnTo>
                  <a:lnTo>
                    <a:pt x="629" y="381"/>
                  </a:lnTo>
                  <a:lnTo>
                    <a:pt x="667" y="381"/>
                  </a:lnTo>
                  <a:lnTo>
                    <a:pt x="667" y="400"/>
                  </a:lnTo>
                  <a:lnTo>
                    <a:pt x="686" y="419"/>
                  </a:lnTo>
                  <a:lnTo>
                    <a:pt x="705" y="419"/>
                  </a:lnTo>
                  <a:lnTo>
                    <a:pt x="762" y="419"/>
                  </a:lnTo>
                  <a:lnTo>
                    <a:pt x="801" y="400"/>
                  </a:lnTo>
                  <a:lnTo>
                    <a:pt x="819" y="400"/>
                  </a:lnTo>
                  <a:lnTo>
                    <a:pt x="838" y="419"/>
                  </a:lnTo>
                  <a:lnTo>
                    <a:pt x="857" y="419"/>
                  </a:lnTo>
                  <a:lnTo>
                    <a:pt x="877" y="419"/>
                  </a:lnTo>
                  <a:lnTo>
                    <a:pt x="915" y="400"/>
                  </a:lnTo>
                  <a:lnTo>
                    <a:pt x="933" y="400"/>
                  </a:lnTo>
                  <a:lnTo>
                    <a:pt x="933" y="381"/>
                  </a:lnTo>
                  <a:lnTo>
                    <a:pt x="953" y="381"/>
                  </a:lnTo>
                  <a:lnTo>
                    <a:pt x="972" y="381"/>
                  </a:lnTo>
                  <a:lnTo>
                    <a:pt x="1105" y="419"/>
                  </a:lnTo>
                  <a:lnTo>
                    <a:pt x="1124" y="438"/>
                  </a:lnTo>
                  <a:lnTo>
                    <a:pt x="1124" y="457"/>
                  </a:lnTo>
                  <a:lnTo>
                    <a:pt x="1162" y="457"/>
                  </a:lnTo>
                  <a:lnTo>
                    <a:pt x="1219" y="457"/>
                  </a:lnTo>
                  <a:lnTo>
                    <a:pt x="1258" y="457"/>
                  </a:lnTo>
                  <a:lnTo>
                    <a:pt x="1296" y="476"/>
                  </a:lnTo>
                  <a:lnTo>
                    <a:pt x="1353" y="476"/>
                  </a:lnTo>
                  <a:lnTo>
                    <a:pt x="1391" y="495"/>
                  </a:lnTo>
                  <a:lnTo>
                    <a:pt x="1410" y="495"/>
                  </a:lnTo>
                  <a:lnTo>
                    <a:pt x="1429" y="495"/>
                  </a:lnTo>
                  <a:lnTo>
                    <a:pt x="1448" y="495"/>
                  </a:lnTo>
                  <a:lnTo>
                    <a:pt x="1467" y="495"/>
                  </a:lnTo>
                  <a:lnTo>
                    <a:pt x="1505" y="495"/>
                  </a:lnTo>
                  <a:lnTo>
                    <a:pt x="1524" y="515"/>
                  </a:lnTo>
                  <a:lnTo>
                    <a:pt x="1543" y="495"/>
                  </a:lnTo>
                  <a:lnTo>
                    <a:pt x="1563" y="515"/>
                  </a:lnTo>
                  <a:lnTo>
                    <a:pt x="1619" y="533"/>
                  </a:lnTo>
                  <a:lnTo>
                    <a:pt x="1619" y="552"/>
                  </a:lnTo>
                  <a:lnTo>
                    <a:pt x="1619" y="571"/>
                  </a:lnTo>
                  <a:lnTo>
                    <a:pt x="1639" y="571"/>
                  </a:lnTo>
                  <a:lnTo>
                    <a:pt x="1639" y="591"/>
                  </a:lnTo>
                  <a:lnTo>
                    <a:pt x="1695" y="610"/>
                  </a:lnTo>
                  <a:lnTo>
                    <a:pt x="1715" y="629"/>
                  </a:lnTo>
                  <a:lnTo>
                    <a:pt x="1734" y="647"/>
                  </a:lnTo>
                  <a:lnTo>
                    <a:pt x="1772" y="629"/>
                  </a:lnTo>
                  <a:lnTo>
                    <a:pt x="1791" y="647"/>
                  </a:lnTo>
                  <a:lnTo>
                    <a:pt x="1848" y="667"/>
                  </a:lnTo>
                  <a:lnTo>
                    <a:pt x="2000" y="667"/>
                  </a:lnTo>
                  <a:lnTo>
                    <a:pt x="2020" y="667"/>
                  </a:lnTo>
                  <a:lnTo>
                    <a:pt x="2039" y="647"/>
                  </a:lnTo>
                  <a:lnTo>
                    <a:pt x="2057" y="647"/>
                  </a:lnTo>
                  <a:lnTo>
                    <a:pt x="2076" y="647"/>
                  </a:lnTo>
                  <a:lnTo>
                    <a:pt x="2076" y="667"/>
                  </a:lnTo>
                  <a:lnTo>
                    <a:pt x="2096" y="667"/>
                  </a:lnTo>
                  <a:lnTo>
                    <a:pt x="2191" y="667"/>
                  </a:lnTo>
                  <a:lnTo>
                    <a:pt x="2210" y="667"/>
                  </a:lnTo>
                  <a:lnTo>
                    <a:pt x="2210" y="686"/>
                  </a:lnTo>
                  <a:lnTo>
                    <a:pt x="2229" y="705"/>
                  </a:lnTo>
                  <a:lnTo>
                    <a:pt x="2248" y="705"/>
                  </a:lnTo>
                  <a:lnTo>
                    <a:pt x="2248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62"/>
                  </a:lnTo>
                  <a:lnTo>
                    <a:pt x="2286" y="743"/>
                  </a:lnTo>
                  <a:lnTo>
                    <a:pt x="2305" y="743"/>
                  </a:lnTo>
                  <a:lnTo>
                    <a:pt x="2362" y="724"/>
                  </a:lnTo>
                  <a:lnTo>
                    <a:pt x="2381" y="724"/>
                  </a:lnTo>
                  <a:lnTo>
                    <a:pt x="2401" y="724"/>
                  </a:lnTo>
                  <a:lnTo>
                    <a:pt x="2401" y="705"/>
                  </a:lnTo>
                  <a:lnTo>
                    <a:pt x="2438" y="686"/>
                  </a:lnTo>
                  <a:lnTo>
                    <a:pt x="2438" y="667"/>
                  </a:lnTo>
                  <a:lnTo>
                    <a:pt x="2438" y="647"/>
                  </a:lnTo>
                  <a:lnTo>
                    <a:pt x="2438" y="629"/>
                  </a:lnTo>
                  <a:lnTo>
                    <a:pt x="2438" y="610"/>
                  </a:lnTo>
                  <a:lnTo>
                    <a:pt x="2401" y="552"/>
                  </a:lnTo>
                  <a:lnTo>
                    <a:pt x="2420" y="533"/>
                  </a:lnTo>
                  <a:lnTo>
                    <a:pt x="2420" y="515"/>
                  </a:lnTo>
                  <a:lnTo>
                    <a:pt x="2401" y="515"/>
                  </a:lnTo>
                  <a:lnTo>
                    <a:pt x="2401" y="495"/>
                  </a:lnTo>
                  <a:lnTo>
                    <a:pt x="2401" y="476"/>
                  </a:lnTo>
                  <a:lnTo>
                    <a:pt x="2420" y="457"/>
                  </a:lnTo>
                  <a:lnTo>
                    <a:pt x="2420" y="438"/>
                  </a:lnTo>
                  <a:lnTo>
                    <a:pt x="2438" y="400"/>
                  </a:lnTo>
                  <a:lnTo>
                    <a:pt x="2438" y="381"/>
                  </a:lnTo>
                  <a:lnTo>
                    <a:pt x="2457" y="362"/>
                  </a:lnTo>
                  <a:lnTo>
                    <a:pt x="2477" y="362"/>
                  </a:lnTo>
                  <a:lnTo>
                    <a:pt x="2477" y="343"/>
                  </a:lnTo>
                  <a:lnTo>
                    <a:pt x="2534" y="324"/>
                  </a:lnTo>
                  <a:lnTo>
                    <a:pt x="2553" y="324"/>
                  </a:lnTo>
                  <a:lnTo>
                    <a:pt x="2572" y="305"/>
                  </a:lnTo>
                  <a:lnTo>
                    <a:pt x="2572" y="286"/>
                  </a:lnTo>
                  <a:lnTo>
                    <a:pt x="2591" y="286"/>
                  </a:lnTo>
                  <a:lnTo>
                    <a:pt x="2610" y="286"/>
                  </a:lnTo>
                  <a:lnTo>
                    <a:pt x="2629" y="286"/>
                  </a:lnTo>
                  <a:lnTo>
                    <a:pt x="2648" y="286"/>
                  </a:lnTo>
                  <a:lnTo>
                    <a:pt x="2667" y="286"/>
                  </a:lnTo>
                  <a:lnTo>
                    <a:pt x="2686" y="286"/>
                  </a:lnTo>
                  <a:lnTo>
                    <a:pt x="2686" y="305"/>
                  </a:lnTo>
                  <a:lnTo>
                    <a:pt x="2705" y="305"/>
                  </a:lnTo>
                  <a:lnTo>
                    <a:pt x="2724" y="286"/>
                  </a:lnTo>
                  <a:lnTo>
                    <a:pt x="2743" y="286"/>
                  </a:lnTo>
                  <a:lnTo>
                    <a:pt x="2743" y="305"/>
                  </a:lnTo>
                  <a:lnTo>
                    <a:pt x="2743" y="324"/>
                  </a:lnTo>
                  <a:lnTo>
                    <a:pt x="2762" y="324"/>
                  </a:lnTo>
                  <a:lnTo>
                    <a:pt x="2762" y="305"/>
                  </a:lnTo>
                  <a:lnTo>
                    <a:pt x="2782" y="305"/>
                  </a:lnTo>
                  <a:lnTo>
                    <a:pt x="2782" y="286"/>
                  </a:lnTo>
                  <a:lnTo>
                    <a:pt x="2801" y="305"/>
                  </a:lnTo>
                  <a:lnTo>
                    <a:pt x="2819" y="305"/>
                  </a:lnTo>
                  <a:lnTo>
                    <a:pt x="2858" y="266"/>
                  </a:lnTo>
                  <a:lnTo>
                    <a:pt x="2877" y="266"/>
                  </a:lnTo>
                  <a:lnTo>
                    <a:pt x="2896" y="266"/>
                  </a:lnTo>
                  <a:lnTo>
                    <a:pt x="2915" y="286"/>
                  </a:lnTo>
                  <a:lnTo>
                    <a:pt x="2915" y="266"/>
                  </a:lnTo>
                  <a:lnTo>
                    <a:pt x="2915" y="248"/>
                  </a:lnTo>
                  <a:lnTo>
                    <a:pt x="2934" y="248"/>
                  </a:lnTo>
                  <a:lnTo>
                    <a:pt x="2953" y="210"/>
                  </a:lnTo>
                  <a:lnTo>
                    <a:pt x="2972" y="190"/>
                  </a:lnTo>
                  <a:lnTo>
                    <a:pt x="2991" y="152"/>
                  </a:lnTo>
                  <a:lnTo>
                    <a:pt x="2991" y="114"/>
                  </a:lnTo>
                  <a:lnTo>
                    <a:pt x="3010" y="95"/>
                  </a:lnTo>
                  <a:lnTo>
                    <a:pt x="3067" y="95"/>
                  </a:lnTo>
                  <a:lnTo>
                    <a:pt x="3067" y="76"/>
                  </a:lnTo>
                  <a:lnTo>
                    <a:pt x="3086" y="76"/>
                  </a:lnTo>
                  <a:lnTo>
                    <a:pt x="3067" y="76"/>
                  </a:lnTo>
                  <a:lnTo>
                    <a:pt x="3048" y="57"/>
                  </a:lnTo>
                  <a:lnTo>
                    <a:pt x="3048" y="38"/>
                  </a:lnTo>
                  <a:lnTo>
                    <a:pt x="3067" y="38"/>
                  </a:lnTo>
                  <a:lnTo>
                    <a:pt x="3086" y="57"/>
                  </a:lnTo>
                  <a:lnTo>
                    <a:pt x="3105" y="57"/>
                  </a:lnTo>
                  <a:lnTo>
                    <a:pt x="3163" y="57"/>
                  </a:lnTo>
                  <a:lnTo>
                    <a:pt x="3181" y="57"/>
                  </a:lnTo>
                  <a:lnTo>
                    <a:pt x="3181" y="76"/>
                  </a:lnTo>
                  <a:lnTo>
                    <a:pt x="3200" y="95"/>
                  </a:lnTo>
                  <a:lnTo>
                    <a:pt x="3239" y="95"/>
                  </a:lnTo>
                  <a:lnTo>
                    <a:pt x="3258" y="95"/>
                  </a:lnTo>
                  <a:lnTo>
                    <a:pt x="3258" y="114"/>
                  </a:lnTo>
                  <a:lnTo>
                    <a:pt x="3258" y="134"/>
                  </a:lnTo>
                  <a:lnTo>
                    <a:pt x="3277" y="134"/>
                  </a:lnTo>
                  <a:lnTo>
                    <a:pt x="3277" y="152"/>
                  </a:lnTo>
                  <a:lnTo>
                    <a:pt x="3295" y="152"/>
                  </a:lnTo>
                  <a:lnTo>
                    <a:pt x="3295" y="134"/>
                  </a:lnTo>
                  <a:lnTo>
                    <a:pt x="3295" y="114"/>
                  </a:lnTo>
                  <a:lnTo>
                    <a:pt x="3295" y="95"/>
                  </a:lnTo>
                  <a:lnTo>
                    <a:pt x="3315" y="95"/>
                  </a:lnTo>
                  <a:lnTo>
                    <a:pt x="3315" y="76"/>
                  </a:lnTo>
                  <a:lnTo>
                    <a:pt x="3334" y="76"/>
                  </a:lnTo>
                  <a:lnTo>
                    <a:pt x="3353" y="76"/>
                  </a:lnTo>
                  <a:lnTo>
                    <a:pt x="3372" y="76"/>
                  </a:lnTo>
                  <a:lnTo>
                    <a:pt x="3391" y="76"/>
                  </a:lnTo>
                  <a:lnTo>
                    <a:pt x="3410" y="76"/>
                  </a:lnTo>
                  <a:lnTo>
                    <a:pt x="3429" y="95"/>
                  </a:lnTo>
                  <a:lnTo>
                    <a:pt x="3448" y="95"/>
                  </a:lnTo>
                  <a:lnTo>
                    <a:pt x="3448" y="76"/>
                  </a:lnTo>
                  <a:lnTo>
                    <a:pt x="3467" y="76"/>
                  </a:lnTo>
                  <a:lnTo>
                    <a:pt x="3486" y="76"/>
                  </a:lnTo>
                  <a:lnTo>
                    <a:pt x="3581" y="57"/>
                  </a:lnTo>
                  <a:lnTo>
                    <a:pt x="3600" y="57"/>
                  </a:lnTo>
                  <a:lnTo>
                    <a:pt x="3600" y="38"/>
                  </a:lnTo>
                  <a:lnTo>
                    <a:pt x="3639" y="57"/>
                  </a:lnTo>
                  <a:lnTo>
                    <a:pt x="3658" y="38"/>
                  </a:lnTo>
                  <a:lnTo>
                    <a:pt x="3658" y="57"/>
                  </a:lnTo>
                  <a:lnTo>
                    <a:pt x="3676" y="57"/>
                  </a:lnTo>
                  <a:lnTo>
                    <a:pt x="3696" y="57"/>
                  </a:lnTo>
                  <a:lnTo>
                    <a:pt x="3715" y="76"/>
                  </a:lnTo>
                  <a:lnTo>
                    <a:pt x="3734" y="76"/>
                  </a:lnTo>
                  <a:lnTo>
                    <a:pt x="3734" y="95"/>
                  </a:lnTo>
                  <a:lnTo>
                    <a:pt x="3753" y="95"/>
                  </a:lnTo>
                  <a:lnTo>
                    <a:pt x="3753" y="114"/>
                  </a:lnTo>
                  <a:lnTo>
                    <a:pt x="3772" y="134"/>
                  </a:lnTo>
                  <a:lnTo>
                    <a:pt x="3829" y="171"/>
                  </a:lnTo>
                  <a:lnTo>
                    <a:pt x="3848" y="171"/>
                  </a:lnTo>
                  <a:lnTo>
                    <a:pt x="3848" y="190"/>
                  </a:lnTo>
                  <a:lnTo>
                    <a:pt x="3867" y="190"/>
                  </a:lnTo>
                  <a:lnTo>
                    <a:pt x="3925" y="229"/>
                  </a:lnTo>
                  <a:lnTo>
                    <a:pt x="3981" y="266"/>
                  </a:lnTo>
                  <a:lnTo>
                    <a:pt x="4001" y="266"/>
                  </a:lnTo>
                  <a:lnTo>
                    <a:pt x="4020" y="266"/>
                  </a:lnTo>
                  <a:lnTo>
                    <a:pt x="4057" y="266"/>
                  </a:lnTo>
                  <a:lnTo>
                    <a:pt x="4077" y="266"/>
                  </a:lnTo>
                  <a:lnTo>
                    <a:pt x="4077" y="248"/>
                  </a:lnTo>
                  <a:lnTo>
                    <a:pt x="4096" y="229"/>
                  </a:lnTo>
                  <a:lnTo>
                    <a:pt x="4096" y="210"/>
                  </a:lnTo>
                  <a:lnTo>
                    <a:pt x="4115" y="210"/>
                  </a:lnTo>
                  <a:lnTo>
                    <a:pt x="4134" y="210"/>
                  </a:lnTo>
                  <a:lnTo>
                    <a:pt x="4191" y="190"/>
                  </a:lnTo>
                  <a:lnTo>
                    <a:pt x="4267" y="152"/>
                  </a:lnTo>
                  <a:lnTo>
                    <a:pt x="4267" y="134"/>
                  </a:lnTo>
                  <a:lnTo>
                    <a:pt x="4305" y="95"/>
                  </a:lnTo>
                  <a:lnTo>
                    <a:pt x="4324" y="76"/>
                  </a:lnTo>
                  <a:lnTo>
                    <a:pt x="4343" y="57"/>
                  </a:lnTo>
                  <a:lnTo>
                    <a:pt x="4362" y="57"/>
                  </a:lnTo>
                  <a:lnTo>
                    <a:pt x="4382" y="38"/>
                  </a:lnTo>
                  <a:lnTo>
                    <a:pt x="4401" y="38"/>
                  </a:lnTo>
                  <a:lnTo>
                    <a:pt x="4419" y="38"/>
                  </a:lnTo>
                  <a:lnTo>
                    <a:pt x="4419" y="19"/>
                  </a:lnTo>
                  <a:lnTo>
                    <a:pt x="4438" y="19"/>
                  </a:lnTo>
                  <a:lnTo>
                    <a:pt x="4438" y="38"/>
                  </a:lnTo>
                  <a:lnTo>
                    <a:pt x="4438" y="57"/>
                  </a:lnTo>
                  <a:lnTo>
                    <a:pt x="4458" y="57"/>
                  </a:lnTo>
                  <a:lnTo>
                    <a:pt x="4477" y="38"/>
                  </a:lnTo>
                  <a:lnTo>
                    <a:pt x="4496" y="57"/>
                  </a:lnTo>
                  <a:lnTo>
                    <a:pt x="4496" y="38"/>
                  </a:lnTo>
                  <a:lnTo>
                    <a:pt x="4515" y="38"/>
                  </a:lnTo>
                  <a:lnTo>
                    <a:pt x="4534" y="38"/>
                  </a:lnTo>
                  <a:lnTo>
                    <a:pt x="4553" y="38"/>
                  </a:lnTo>
                  <a:lnTo>
                    <a:pt x="4572" y="38"/>
                  </a:lnTo>
                  <a:lnTo>
                    <a:pt x="4591" y="38"/>
                  </a:lnTo>
                  <a:lnTo>
                    <a:pt x="4610" y="38"/>
                  </a:lnTo>
                  <a:lnTo>
                    <a:pt x="4610" y="19"/>
                  </a:lnTo>
                  <a:lnTo>
                    <a:pt x="4858" y="0"/>
                  </a:lnTo>
                  <a:lnTo>
                    <a:pt x="4896" y="19"/>
                  </a:lnTo>
                  <a:lnTo>
                    <a:pt x="4934" y="19"/>
                  </a:lnTo>
                  <a:lnTo>
                    <a:pt x="4915" y="57"/>
                  </a:lnTo>
                  <a:lnTo>
                    <a:pt x="4896" y="76"/>
                  </a:lnTo>
                  <a:lnTo>
                    <a:pt x="4896" y="95"/>
                  </a:lnTo>
                  <a:lnTo>
                    <a:pt x="4915" y="114"/>
                  </a:lnTo>
                  <a:lnTo>
                    <a:pt x="4934" y="190"/>
                  </a:lnTo>
                  <a:lnTo>
                    <a:pt x="4934" y="210"/>
                  </a:lnTo>
                  <a:lnTo>
                    <a:pt x="4915" y="229"/>
                  </a:lnTo>
                  <a:lnTo>
                    <a:pt x="4896" y="229"/>
                  </a:lnTo>
                  <a:lnTo>
                    <a:pt x="4877" y="229"/>
                  </a:lnTo>
                  <a:lnTo>
                    <a:pt x="4877" y="248"/>
                  </a:lnTo>
                  <a:lnTo>
                    <a:pt x="4858" y="266"/>
                  </a:lnTo>
                  <a:lnTo>
                    <a:pt x="4858" y="286"/>
                  </a:lnTo>
                  <a:lnTo>
                    <a:pt x="4839" y="286"/>
                  </a:lnTo>
                  <a:lnTo>
                    <a:pt x="4800" y="266"/>
                  </a:lnTo>
                  <a:lnTo>
                    <a:pt x="4782" y="266"/>
                  </a:lnTo>
                  <a:lnTo>
                    <a:pt x="4782" y="248"/>
                  </a:lnTo>
                  <a:lnTo>
                    <a:pt x="4782" y="229"/>
                  </a:lnTo>
                  <a:lnTo>
                    <a:pt x="4763" y="210"/>
                  </a:lnTo>
                  <a:lnTo>
                    <a:pt x="4763" y="190"/>
                  </a:lnTo>
                  <a:lnTo>
                    <a:pt x="4763" y="171"/>
                  </a:lnTo>
                  <a:lnTo>
                    <a:pt x="4743" y="152"/>
                  </a:lnTo>
                  <a:lnTo>
                    <a:pt x="4743" y="134"/>
                  </a:lnTo>
                  <a:lnTo>
                    <a:pt x="4743" y="95"/>
                  </a:lnTo>
                  <a:lnTo>
                    <a:pt x="4724" y="95"/>
                  </a:lnTo>
                  <a:lnTo>
                    <a:pt x="4724" y="134"/>
                  </a:lnTo>
                  <a:lnTo>
                    <a:pt x="4743" y="152"/>
                  </a:lnTo>
                  <a:lnTo>
                    <a:pt x="4724" y="171"/>
                  </a:lnTo>
                  <a:lnTo>
                    <a:pt x="4743" y="190"/>
                  </a:lnTo>
                  <a:lnTo>
                    <a:pt x="4763" y="210"/>
                  </a:lnTo>
                  <a:lnTo>
                    <a:pt x="4763" y="229"/>
                  </a:lnTo>
                  <a:lnTo>
                    <a:pt x="4763" y="248"/>
                  </a:lnTo>
                  <a:lnTo>
                    <a:pt x="4763" y="266"/>
                  </a:lnTo>
                  <a:lnTo>
                    <a:pt x="4763" y="286"/>
                  </a:lnTo>
                  <a:lnTo>
                    <a:pt x="4763" y="305"/>
                  </a:lnTo>
                  <a:lnTo>
                    <a:pt x="4743" y="305"/>
                  </a:lnTo>
                  <a:lnTo>
                    <a:pt x="4763" y="343"/>
                  </a:lnTo>
                  <a:lnTo>
                    <a:pt x="4743" y="343"/>
                  </a:lnTo>
                  <a:lnTo>
                    <a:pt x="4724" y="343"/>
                  </a:lnTo>
                  <a:lnTo>
                    <a:pt x="4763" y="362"/>
                  </a:lnTo>
                  <a:lnTo>
                    <a:pt x="4782" y="362"/>
                  </a:lnTo>
                  <a:lnTo>
                    <a:pt x="4800" y="381"/>
                  </a:lnTo>
                  <a:lnTo>
                    <a:pt x="4800" y="400"/>
                  </a:lnTo>
                  <a:lnTo>
                    <a:pt x="4858" y="419"/>
                  </a:lnTo>
                  <a:lnTo>
                    <a:pt x="4877" y="438"/>
                  </a:lnTo>
                  <a:lnTo>
                    <a:pt x="4877" y="457"/>
                  </a:lnTo>
                  <a:lnTo>
                    <a:pt x="4877" y="476"/>
                  </a:lnTo>
                  <a:lnTo>
                    <a:pt x="4896" y="476"/>
                  </a:lnTo>
                  <a:lnTo>
                    <a:pt x="4896" y="495"/>
                  </a:lnTo>
                  <a:lnTo>
                    <a:pt x="4896" y="515"/>
                  </a:lnTo>
                  <a:lnTo>
                    <a:pt x="4858" y="610"/>
                  </a:lnTo>
                  <a:lnTo>
                    <a:pt x="4839" y="647"/>
                  </a:lnTo>
                  <a:lnTo>
                    <a:pt x="4839" y="724"/>
                  </a:lnTo>
                  <a:lnTo>
                    <a:pt x="4839" y="781"/>
                  </a:lnTo>
                  <a:lnTo>
                    <a:pt x="4839" y="800"/>
                  </a:lnTo>
                  <a:lnTo>
                    <a:pt x="4896" y="838"/>
                  </a:lnTo>
                  <a:lnTo>
                    <a:pt x="4915" y="838"/>
                  </a:lnTo>
                  <a:lnTo>
                    <a:pt x="4934" y="838"/>
                  </a:lnTo>
                  <a:lnTo>
                    <a:pt x="4934" y="857"/>
                  </a:lnTo>
                  <a:lnTo>
                    <a:pt x="4915" y="876"/>
                  </a:lnTo>
                  <a:lnTo>
                    <a:pt x="4896" y="896"/>
                  </a:lnTo>
                  <a:lnTo>
                    <a:pt x="4896" y="914"/>
                  </a:lnTo>
                  <a:lnTo>
                    <a:pt x="4877" y="933"/>
                  </a:lnTo>
                  <a:lnTo>
                    <a:pt x="4896" y="972"/>
                  </a:lnTo>
                  <a:lnTo>
                    <a:pt x="4896" y="991"/>
                  </a:lnTo>
                  <a:lnTo>
                    <a:pt x="4896" y="1010"/>
                  </a:lnTo>
                  <a:lnTo>
                    <a:pt x="4896" y="1048"/>
                  </a:lnTo>
                  <a:lnTo>
                    <a:pt x="4896" y="1067"/>
                  </a:lnTo>
                  <a:lnTo>
                    <a:pt x="4915" y="1067"/>
                  </a:lnTo>
                  <a:lnTo>
                    <a:pt x="4934" y="1086"/>
                  </a:lnTo>
                  <a:lnTo>
                    <a:pt x="4934" y="1105"/>
                  </a:lnTo>
                  <a:lnTo>
                    <a:pt x="4934" y="1124"/>
                  </a:lnTo>
                  <a:lnTo>
                    <a:pt x="4915" y="1162"/>
                  </a:lnTo>
                  <a:lnTo>
                    <a:pt x="4915" y="1181"/>
                  </a:lnTo>
                  <a:lnTo>
                    <a:pt x="4896" y="1181"/>
                  </a:lnTo>
                  <a:lnTo>
                    <a:pt x="4915" y="1238"/>
                  </a:lnTo>
                  <a:lnTo>
                    <a:pt x="4934" y="1238"/>
                  </a:lnTo>
                  <a:lnTo>
                    <a:pt x="4953" y="1238"/>
                  </a:lnTo>
                  <a:lnTo>
                    <a:pt x="4972" y="1238"/>
                  </a:lnTo>
                  <a:lnTo>
                    <a:pt x="4972" y="1219"/>
                  </a:lnTo>
                  <a:lnTo>
                    <a:pt x="4991" y="1200"/>
                  </a:lnTo>
                  <a:lnTo>
                    <a:pt x="4991" y="1219"/>
                  </a:lnTo>
                  <a:lnTo>
                    <a:pt x="5010" y="1238"/>
                  </a:lnTo>
                  <a:lnTo>
                    <a:pt x="5029" y="1238"/>
                  </a:lnTo>
                  <a:lnTo>
                    <a:pt x="5029" y="1257"/>
                  </a:lnTo>
                  <a:lnTo>
                    <a:pt x="5010" y="1257"/>
                  </a:lnTo>
                  <a:lnTo>
                    <a:pt x="5010" y="1295"/>
                  </a:lnTo>
                  <a:lnTo>
                    <a:pt x="4991" y="1314"/>
                  </a:lnTo>
                  <a:lnTo>
                    <a:pt x="4972" y="1295"/>
                  </a:lnTo>
                  <a:lnTo>
                    <a:pt x="4991" y="1295"/>
                  </a:lnTo>
                  <a:lnTo>
                    <a:pt x="4991" y="1276"/>
                  </a:lnTo>
                  <a:lnTo>
                    <a:pt x="4972" y="1276"/>
                  </a:lnTo>
                  <a:lnTo>
                    <a:pt x="4953" y="1276"/>
                  </a:lnTo>
                  <a:lnTo>
                    <a:pt x="4934" y="1276"/>
                  </a:lnTo>
                  <a:lnTo>
                    <a:pt x="4934" y="1295"/>
                  </a:lnTo>
                  <a:lnTo>
                    <a:pt x="4915" y="1314"/>
                  </a:lnTo>
                  <a:lnTo>
                    <a:pt x="4896" y="1314"/>
                  </a:lnTo>
                  <a:lnTo>
                    <a:pt x="4896" y="1333"/>
                  </a:lnTo>
                  <a:lnTo>
                    <a:pt x="4896" y="1353"/>
                  </a:lnTo>
                  <a:lnTo>
                    <a:pt x="4896" y="1390"/>
                  </a:lnTo>
                  <a:lnTo>
                    <a:pt x="4915" y="1390"/>
                  </a:lnTo>
                  <a:lnTo>
                    <a:pt x="4934" y="1409"/>
                  </a:lnTo>
                  <a:lnTo>
                    <a:pt x="4953" y="1409"/>
                  </a:lnTo>
                  <a:lnTo>
                    <a:pt x="4953" y="1429"/>
                  </a:lnTo>
                  <a:lnTo>
                    <a:pt x="4953" y="1486"/>
                  </a:lnTo>
                  <a:lnTo>
                    <a:pt x="4953" y="1467"/>
                  </a:lnTo>
                  <a:lnTo>
                    <a:pt x="4934" y="1467"/>
                  </a:lnTo>
                  <a:lnTo>
                    <a:pt x="4934" y="1486"/>
                  </a:lnTo>
                  <a:lnTo>
                    <a:pt x="4934" y="1505"/>
                  </a:lnTo>
                  <a:lnTo>
                    <a:pt x="4934" y="1524"/>
                  </a:lnTo>
                  <a:lnTo>
                    <a:pt x="4915" y="1524"/>
                  </a:lnTo>
                  <a:lnTo>
                    <a:pt x="4896" y="1524"/>
                  </a:lnTo>
                  <a:lnTo>
                    <a:pt x="4896" y="1543"/>
                  </a:lnTo>
                  <a:lnTo>
                    <a:pt x="4877" y="1543"/>
                  </a:lnTo>
                  <a:lnTo>
                    <a:pt x="4877" y="1562"/>
                  </a:lnTo>
                  <a:lnTo>
                    <a:pt x="4877" y="1581"/>
                  </a:lnTo>
                  <a:lnTo>
                    <a:pt x="4896" y="1657"/>
                  </a:lnTo>
                  <a:lnTo>
                    <a:pt x="4915" y="1676"/>
                  </a:lnTo>
                  <a:lnTo>
                    <a:pt x="4934" y="1676"/>
                  </a:lnTo>
                  <a:lnTo>
                    <a:pt x="4934" y="1695"/>
                  </a:lnTo>
                  <a:lnTo>
                    <a:pt x="4934" y="1714"/>
                  </a:lnTo>
                  <a:lnTo>
                    <a:pt x="4915" y="1714"/>
                  </a:lnTo>
                  <a:lnTo>
                    <a:pt x="4896" y="1714"/>
                  </a:lnTo>
                  <a:lnTo>
                    <a:pt x="4877" y="1753"/>
                  </a:lnTo>
                  <a:lnTo>
                    <a:pt x="4877" y="1771"/>
                  </a:lnTo>
                  <a:lnTo>
                    <a:pt x="4877" y="1790"/>
                  </a:lnTo>
                  <a:lnTo>
                    <a:pt x="4877" y="1810"/>
                  </a:lnTo>
                  <a:lnTo>
                    <a:pt x="4896" y="1829"/>
                  </a:lnTo>
                  <a:lnTo>
                    <a:pt x="4896" y="1848"/>
                  </a:lnTo>
                  <a:lnTo>
                    <a:pt x="4896" y="1867"/>
                  </a:lnTo>
                  <a:lnTo>
                    <a:pt x="4915" y="1867"/>
                  </a:lnTo>
                  <a:lnTo>
                    <a:pt x="4896" y="1867"/>
                  </a:lnTo>
                  <a:lnTo>
                    <a:pt x="4896" y="1886"/>
                  </a:lnTo>
                  <a:lnTo>
                    <a:pt x="4877" y="1886"/>
                  </a:lnTo>
                  <a:lnTo>
                    <a:pt x="4896" y="1886"/>
                  </a:lnTo>
                  <a:lnTo>
                    <a:pt x="4896" y="1905"/>
                  </a:lnTo>
                  <a:lnTo>
                    <a:pt x="4934" y="1943"/>
                  </a:lnTo>
                  <a:lnTo>
                    <a:pt x="4934" y="1962"/>
                  </a:lnTo>
                  <a:lnTo>
                    <a:pt x="4915" y="1962"/>
                  </a:lnTo>
                  <a:lnTo>
                    <a:pt x="4915" y="1981"/>
                  </a:lnTo>
                  <a:lnTo>
                    <a:pt x="4934" y="1981"/>
                  </a:lnTo>
                  <a:lnTo>
                    <a:pt x="4953" y="1981"/>
                  </a:lnTo>
                  <a:lnTo>
                    <a:pt x="4934" y="2000"/>
                  </a:lnTo>
                  <a:lnTo>
                    <a:pt x="4915" y="2038"/>
                  </a:lnTo>
                  <a:lnTo>
                    <a:pt x="4915" y="2057"/>
                  </a:lnTo>
                  <a:lnTo>
                    <a:pt x="4896" y="2115"/>
                  </a:lnTo>
                  <a:lnTo>
                    <a:pt x="4896" y="2152"/>
                  </a:lnTo>
                  <a:lnTo>
                    <a:pt x="4915" y="2152"/>
                  </a:lnTo>
                  <a:lnTo>
                    <a:pt x="4915" y="2171"/>
                  </a:lnTo>
                  <a:lnTo>
                    <a:pt x="4915" y="2190"/>
                  </a:lnTo>
                  <a:lnTo>
                    <a:pt x="4896" y="2190"/>
                  </a:lnTo>
                  <a:lnTo>
                    <a:pt x="4896" y="2210"/>
                  </a:lnTo>
                  <a:lnTo>
                    <a:pt x="4877" y="2247"/>
                  </a:lnTo>
                  <a:lnTo>
                    <a:pt x="4877" y="2286"/>
                  </a:lnTo>
                  <a:lnTo>
                    <a:pt x="4858" y="2324"/>
                  </a:lnTo>
                  <a:lnTo>
                    <a:pt x="4858" y="2362"/>
                  </a:lnTo>
                  <a:lnTo>
                    <a:pt x="4877" y="2381"/>
                  </a:lnTo>
                  <a:lnTo>
                    <a:pt x="4858" y="2400"/>
                  </a:lnTo>
                  <a:lnTo>
                    <a:pt x="4839" y="2419"/>
                  </a:lnTo>
                  <a:lnTo>
                    <a:pt x="4819" y="2438"/>
                  </a:lnTo>
                  <a:lnTo>
                    <a:pt x="4819" y="2457"/>
                  </a:lnTo>
                  <a:lnTo>
                    <a:pt x="4819" y="2496"/>
                  </a:lnTo>
                  <a:lnTo>
                    <a:pt x="4800" y="2533"/>
                  </a:lnTo>
                  <a:lnTo>
                    <a:pt x="4782" y="2533"/>
                  </a:lnTo>
                  <a:lnTo>
                    <a:pt x="4782" y="2572"/>
                  </a:lnTo>
                  <a:lnTo>
                    <a:pt x="4763" y="2610"/>
                  </a:lnTo>
                  <a:lnTo>
                    <a:pt x="4763" y="2628"/>
                  </a:lnTo>
                  <a:lnTo>
                    <a:pt x="4763" y="2648"/>
                  </a:lnTo>
                  <a:lnTo>
                    <a:pt x="4743" y="2648"/>
                  </a:lnTo>
                  <a:lnTo>
                    <a:pt x="4724" y="2628"/>
                  </a:lnTo>
                  <a:lnTo>
                    <a:pt x="4724" y="2610"/>
                  </a:lnTo>
                  <a:lnTo>
                    <a:pt x="4724" y="2591"/>
                  </a:lnTo>
                  <a:lnTo>
                    <a:pt x="4724" y="2572"/>
                  </a:lnTo>
                  <a:lnTo>
                    <a:pt x="4724" y="2552"/>
                  </a:lnTo>
                  <a:lnTo>
                    <a:pt x="4724" y="2533"/>
                  </a:lnTo>
                  <a:lnTo>
                    <a:pt x="4705" y="2496"/>
                  </a:lnTo>
                  <a:lnTo>
                    <a:pt x="4686" y="2496"/>
                  </a:lnTo>
                  <a:lnTo>
                    <a:pt x="4686" y="2476"/>
                  </a:lnTo>
                  <a:lnTo>
                    <a:pt x="4667" y="2476"/>
                  </a:lnTo>
                  <a:lnTo>
                    <a:pt x="4648" y="2496"/>
                  </a:lnTo>
                  <a:lnTo>
                    <a:pt x="4648" y="2514"/>
                  </a:lnTo>
                  <a:lnTo>
                    <a:pt x="4667" y="2533"/>
                  </a:lnTo>
                  <a:lnTo>
                    <a:pt x="4667" y="2552"/>
                  </a:lnTo>
                  <a:lnTo>
                    <a:pt x="4667" y="2572"/>
                  </a:lnTo>
                  <a:lnTo>
                    <a:pt x="4648" y="2572"/>
                  </a:lnTo>
                  <a:lnTo>
                    <a:pt x="4667" y="2591"/>
                  </a:lnTo>
                  <a:lnTo>
                    <a:pt x="4686" y="2591"/>
                  </a:lnTo>
                  <a:lnTo>
                    <a:pt x="4686" y="2610"/>
                  </a:lnTo>
                  <a:lnTo>
                    <a:pt x="4667" y="2628"/>
                  </a:lnTo>
                  <a:lnTo>
                    <a:pt x="4667" y="2648"/>
                  </a:lnTo>
                  <a:lnTo>
                    <a:pt x="4686" y="2648"/>
                  </a:lnTo>
                  <a:lnTo>
                    <a:pt x="4724" y="2667"/>
                  </a:lnTo>
                  <a:lnTo>
                    <a:pt x="4724" y="2686"/>
                  </a:lnTo>
                  <a:lnTo>
                    <a:pt x="4743" y="2686"/>
                  </a:lnTo>
                  <a:lnTo>
                    <a:pt x="4763" y="2686"/>
                  </a:lnTo>
                  <a:lnTo>
                    <a:pt x="4763" y="2667"/>
                  </a:lnTo>
                  <a:lnTo>
                    <a:pt x="4763" y="2686"/>
                  </a:lnTo>
                  <a:lnTo>
                    <a:pt x="4763" y="2705"/>
                  </a:lnTo>
                  <a:lnTo>
                    <a:pt x="4724" y="2743"/>
                  </a:lnTo>
                  <a:lnTo>
                    <a:pt x="4724" y="2762"/>
                  </a:lnTo>
                  <a:lnTo>
                    <a:pt x="4705" y="2781"/>
                  </a:lnTo>
                  <a:lnTo>
                    <a:pt x="4667" y="2781"/>
                  </a:lnTo>
                  <a:lnTo>
                    <a:pt x="4648" y="2800"/>
                  </a:lnTo>
                  <a:lnTo>
                    <a:pt x="4629" y="2800"/>
                  </a:lnTo>
                  <a:lnTo>
                    <a:pt x="4591" y="2819"/>
                  </a:lnTo>
                  <a:lnTo>
                    <a:pt x="4572" y="2819"/>
                  </a:lnTo>
                  <a:lnTo>
                    <a:pt x="4553" y="2857"/>
                  </a:lnTo>
                  <a:lnTo>
                    <a:pt x="4477" y="2895"/>
                  </a:lnTo>
                  <a:lnTo>
                    <a:pt x="4210" y="3105"/>
                  </a:lnTo>
                  <a:lnTo>
                    <a:pt x="4020" y="3334"/>
                  </a:lnTo>
                  <a:lnTo>
                    <a:pt x="3867" y="3543"/>
                  </a:lnTo>
                  <a:lnTo>
                    <a:pt x="3848" y="3543"/>
                  </a:lnTo>
                  <a:lnTo>
                    <a:pt x="3848" y="3524"/>
                  </a:lnTo>
                  <a:lnTo>
                    <a:pt x="3848" y="3505"/>
                  </a:lnTo>
                  <a:lnTo>
                    <a:pt x="3829" y="3505"/>
                  </a:lnTo>
                  <a:lnTo>
                    <a:pt x="3791" y="3505"/>
                  </a:lnTo>
                  <a:lnTo>
                    <a:pt x="3772" y="3486"/>
                  </a:lnTo>
                  <a:lnTo>
                    <a:pt x="3734" y="3448"/>
                  </a:lnTo>
                  <a:lnTo>
                    <a:pt x="3734" y="3429"/>
                  </a:lnTo>
                  <a:lnTo>
                    <a:pt x="3715" y="3429"/>
                  </a:lnTo>
                  <a:lnTo>
                    <a:pt x="3676" y="3410"/>
                  </a:lnTo>
                  <a:lnTo>
                    <a:pt x="3639" y="3410"/>
                  </a:lnTo>
                  <a:lnTo>
                    <a:pt x="3639" y="3429"/>
                  </a:lnTo>
                  <a:lnTo>
                    <a:pt x="3620" y="3429"/>
                  </a:lnTo>
                  <a:lnTo>
                    <a:pt x="3600" y="3429"/>
                  </a:lnTo>
                  <a:lnTo>
                    <a:pt x="3581" y="3448"/>
                  </a:lnTo>
                  <a:lnTo>
                    <a:pt x="3562" y="3448"/>
                  </a:lnTo>
                  <a:lnTo>
                    <a:pt x="3524" y="3448"/>
                  </a:lnTo>
                  <a:lnTo>
                    <a:pt x="3524" y="3467"/>
                  </a:lnTo>
                  <a:lnTo>
                    <a:pt x="3524" y="3486"/>
                  </a:lnTo>
                  <a:lnTo>
                    <a:pt x="3562" y="3505"/>
                  </a:lnTo>
                  <a:lnTo>
                    <a:pt x="3562" y="3524"/>
                  </a:lnTo>
                  <a:lnTo>
                    <a:pt x="3581" y="3543"/>
                  </a:lnTo>
                  <a:lnTo>
                    <a:pt x="3562" y="3562"/>
                  </a:lnTo>
                  <a:lnTo>
                    <a:pt x="3562" y="3581"/>
                  </a:lnTo>
                  <a:lnTo>
                    <a:pt x="3544" y="3581"/>
                  </a:lnTo>
                  <a:lnTo>
                    <a:pt x="3544" y="3562"/>
                  </a:lnTo>
                  <a:lnTo>
                    <a:pt x="3524" y="3562"/>
                  </a:lnTo>
                  <a:lnTo>
                    <a:pt x="3524" y="3543"/>
                  </a:lnTo>
                  <a:lnTo>
                    <a:pt x="3467" y="3524"/>
                  </a:lnTo>
                  <a:lnTo>
                    <a:pt x="3448" y="3505"/>
                  </a:lnTo>
                  <a:lnTo>
                    <a:pt x="3448" y="3486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48" y="3390"/>
                  </a:lnTo>
                  <a:lnTo>
                    <a:pt x="3467" y="3390"/>
                  </a:lnTo>
                  <a:lnTo>
                    <a:pt x="3505" y="3353"/>
                  </a:lnTo>
                  <a:lnTo>
                    <a:pt x="3524" y="3334"/>
                  </a:lnTo>
                  <a:lnTo>
                    <a:pt x="3524" y="3314"/>
                  </a:lnTo>
                  <a:lnTo>
                    <a:pt x="3524" y="3295"/>
                  </a:lnTo>
                  <a:lnTo>
                    <a:pt x="3544" y="3295"/>
                  </a:lnTo>
                  <a:lnTo>
                    <a:pt x="3562" y="3314"/>
                  </a:lnTo>
                  <a:lnTo>
                    <a:pt x="3581" y="3314"/>
                  </a:lnTo>
                  <a:lnTo>
                    <a:pt x="3600" y="3314"/>
                  </a:lnTo>
                  <a:lnTo>
                    <a:pt x="3600" y="3295"/>
                  </a:lnTo>
                  <a:lnTo>
                    <a:pt x="3600" y="3276"/>
                  </a:lnTo>
                  <a:lnTo>
                    <a:pt x="3600" y="3257"/>
                  </a:lnTo>
                  <a:lnTo>
                    <a:pt x="3620" y="3238"/>
                  </a:lnTo>
                  <a:lnTo>
                    <a:pt x="3639" y="3200"/>
                  </a:lnTo>
                  <a:lnTo>
                    <a:pt x="3639" y="3162"/>
                  </a:lnTo>
                  <a:lnTo>
                    <a:pt x="3658" y="3162"/>
                  </a:lnTo>
                  <a:lnTo>
                    <a:pt x="3658" y="3143"/>
                  </a:lnTo>
                  <a:lnTo>
                    <a:pt x="3639" y="3048"/>
                  </a:lnTo>
                  <a:lnTo>
                    <a:pt x="3639" y="3009"/>
                  </a:lnTo>
                  <a:lnTo>
                    <a:pt x="3639" y="2972"/>
                  </a:lnTo>
                  <a:lnTo>
                    <a:pt x="3658" y="2972"/>
                  </a:lnTo>
                  <a:lnTo>
                    <a:pt x="3658" y="2953"/>
                  </a:lnTo>
                  <a:lnTo>
                    <a:pt x="3676" y="2953"/>
                  </a:lnTo>
                  <a:lnTo>
                    <a:pt x="3676" y="2933"/>
                  </a:lnTo>
                  <a:lnTo>
                    <a:pt x="3676" y="2914"/>
                  </a:lnTo>
                  <a:lnTo>
                    <a:pt x="3676" y="2895"/>
                  </a:lnTo>
                  <a:lnTo>
                    <a:pt x="3696" y="2895"/>
                  </a:lnTo>
                  <a:lnTo>
                    <a:pt x="3696" y="2914"/>
                  </a:lnTo>
                  <a:lnTo>
                    <a:pt x="3715" y="2877"/>
                  </a:lnTo>
                  <a:lnTo>
                    <a:pt x="3734" y="2877"/>
                  </a:lnTo>
                  <a:lnTo>
                    <a:pt x="3753" y="2877"/>
                  </a:lnTo>
                  <a:lnTo>
                    <a:pt x="3753" y="2857"/>
                  </a:lnTo>
                  <a:lnTo>
                    <a:pt x="3772" y="2857"/>
                  </a:lnTo>
                  <a:lnTo>
                    <a:pt x="3791" y="2800"/>
                  </a:lnTo>
                  <a:lnTo>
                    <a:pt x="3791" y="2781"/>
                  </a:lnTo>
                  <a:lnTo>
                    <a:pt x="3810" y="2781"/>
                  </a:lnTo>
                  <a:lnTo>
                    <a:pt x="3829" y="2781"/>
                  </a:lnTo>
                  <a:lnTo>
                    <a:pt x="3848" y="2781"/>
                  </a:lnTo>
                  <a:lnTo>
                    <a:pt x="3867" y="2781"/>
                  </a:lnTo>
                  <a:lnTo>
                    <a:pt x="3886" y="2781"/>
                  </a:lnTo>
                  <a:lnTo>
                    <a:pt x="3886" y="2762"/>
                  </a:lnTo>
                  <a:lnTo>
                    <a:pt x="3867" y="2724"/>
                  </a:lnTo>
                  <a:lnTo>
                    <a:pt x="3867" y="2705"/>
                  </a:lnTo>
                  <a:lnTo>
                    <a:pt x="3867" y="2686"/>
                  </a:lnTo>
                  <a:lnTo>
                    <a:pt x="3848" y="2667"/>
                  </a:lnTo>
                  <a:lnTo>
                    <a:pt x="3829" y="2628"/>
                  </a:lnTo>
                  <a:lnTo>
                    <a:pt x="3810" y="2648"/>
                  </a:lnTo>
                  <a:lnTo>
                    <a:pt x="3810" y="2667"/>
                  </a:lnTo>
                  <a:lnTo>
                    <a:pt x="3772" y="2667"/>
                  </a:lnTo>
                  <a:lnTo>
                    <a:pt x="3753" y="2648"/>
                  </a:lnTo>
                  <a:lnTo>
                    <a:pt x="3734" y="2628"/>
                  </a:lnTo>
                  <a:lnTo>
                    <a:pt x="3734" y="2610"/>
                  </a:lnTo>
                  <a:lnTo>
                    <a:pt x="3715" y="2610"/>
                  </a:lnTo>
                  <a:lnTo>
                    <a:pt x="3676" y="2628"/>
                  </a:lnTo>
                  <a:lnTo>
                    <a:pt x="3658" y="2628"/>
                  </a:lnTo>
                  <a:lnTo>
                    <a:pt x="3639" y="2628"/>
                  </a:lnTo>
                  <a:lnTo>
                    <a:pt x="3639" y="2610"/>
                  </a:lnTo>
                  <a:lnTo>
                    <a:pt x="3620" y="2610"/>
                  </a:lnTo>
                  <a:lnTo>
                    <a:pt x="3600" y="2628"/>
                  </a:lnTo>
                  <a:lnTo>
                    <a:pt x="3581" y="2628"/>
                  </a:lnTo>
                  <a:lnTo>
                    <a:pt x="3562" y="2648"/>
                  </a:lnTo>
                  <a:lnTo>
                    <a:pt x="3544" y="2648"/>
                  </a:lnTo>
                  <a:lnTo>
                    <a:pt x="3524" y="2628"/>
                  </a:lnTo>
                  <a:lnTo>
                    <a:pt x="3505" y="2628"/>
                  </a:lnTo>
                  <a:lnTo>
                    <a:pt x="3486" y="2628"/>
                  </a:lnTo>
                  <a:lnTo>
                    <a:pt x="3486" y="2610"/>
                  </a:lnTo>
                  <a:lnTo>
                    <a:pt x="3467" y="2610"/>
                  </a:lnTo>
                  <a:lnTo>
                    <a:pt x="3467" y="2628"/>
                  </a:lnTo>
                  <a:lnTo>
                    <a:pt x="3467" y="2648"/>
                  </a:lnTo>
                  <a:lnTo>
                    <a:pt x="3448" y="2648"/>
                  </a:lnTo>
                  <a:lnTo>
                    <a:pt x="3448" y="2628"/>
                  </a:lnTo>
                  <a:lnTo>
                    <a:pt x="3410" y="2610"/>
                  </a:lnTo>
                  <a:lnTo>
                    <a:pt x="3391" y="2610"/>
                  </a:lnTo>
                  <a:lnTo>
                    <a:pt x="3315" y="2591"/>
                  </a:lnTo>
                  <a:lnTo>
                    <a:pt x="3295" y="2610"/>
                  </a:lnTo>
                  <a:lnTo>
                    <a:pt x="3277" y="2610"/>
                  </a:lnTo>
                  <a:lnTo>
                    <a:pt x="3258" y="2591"/>
                  </a:lnTo>
                  <a:lnTo>
                    <a:pt x="3239" y="2591"/>
                  </a:lnTo>
                  <a:lnTo>
                    <a:pt x="3181" y="2572"/>
                  </a:lnTo>
                  <a:lnTo>
                    <a:pt x="3163" y="2572"/>
                  </a:lnTo>
                  <a:lnTo>
                    <a:pt x="3143" y="2552"/>
                  </a:lnTo>
                  <a:lnTo>
                    <a:pt x="3124" y="2552"/>
                  </a:lnTo>
                  <a:lnTo>
                    <a:pt x="3105" y="2572"/>
                  </a:lnTo>
                  <a:lnTo>
                    <a:pt x="3067" y="2552"/>
                  </a:lnTo>
                  <a:lnTo>
                    <a:pt x="3029" y="2533"/>
                  </a:lnTo>
                  <a:lnTo>
                    <a:pt x="3010" y="2514"/>
                  </a:lnTo>
                  <a:lnTo>
                    <a:pt x="3010" y="2496"/>
                  </a:lnTo>
                  <a:lnTo>
                    <a:pt x="2972" y="2457"/>
                  </a:lnTo>
                  <a:lnTo>
                    <a:pt x="2953" y="2419"/>
                  </a:lnTo>
                  <a:lnTo>
                    <a:pt x="2934" y="2400"/>
                  </a:lnTo>
                  <a:lnTo>
                    <a:pt x="2915" y="2400"/>
                  </a:lnTo>
                  <a:lnTo>
                    <a:pt x="2915" y="2381"/>
                  </a:lnTo>
                  <a:lnTo>
                    <a:pt x="2896" y="2362"/>
                  </a:lnTo>
                  <a:lnTo>
                    <a:pt x="2877" y="2305"/>
                  </a:lnTo>
                  <a:lnTo>
                    <a:pt x="2858" y="2267"/>
                  </a:lnTo>
                  <a:lnTo>
                    <a:pt x="2858" y="2286"/>
                  </a:lnTo>
                  <a:lnTo>
                    <a:pt x="2838" y="2267"/>
                  </a:lnTo>
                  <a:lnTo>
                    <a:pt x="2819" y="2267"/>
                  </a:lnTo>
                  <a:lnTo>
                    <a:pt x="2801" y="2267"/>
                  </a:lnTo>
                  <a:lnTo>
                    <a:pt x="2782" y="2247"/>
                  </a:lnTo>
                  <a:lnTo>
                    <a:pt x="2782" y="2229"/>
                  </a:lnTo>
                  <a:lnTo>
                    <a:pt x="2762" y="2229"/>
                  </a:lnTo>
                  <a:lnTo>
                    <a:pt x="2762" y="2210"/>
                  </a:lnTo>
                  <a:lnTo>
                    <a:pt x="2782" y="2190"/>
                  </a:lnTo>
                  <a:lnTo>
                    <a:pt x="2782" y="2171"/>
                  </a:lnTo>
                  <a:lnTo>
                    <a:pt x="2782" y="2152"/>
                  </a:lnTo>
                  <a:lnTo>
                    <a:pt x="2743" y="2133"/>
                  </a:lnTo>
                  <a:lnTo>
                    <a:pt x="2724" y="2095"/>
                  </a:lnTo>
                  <a:lnTo>
                    <a:pt x="2705" y="2076"/>
                  </a:lnTo>
                  <a:lnTo>
                    <a:pt x="2686" y="2076"/>
                  </a:lnTo>
                  <a:lnTo>
                    <a:pt x="2648" y="2057"/>
                  </a:lnTo>
                  <a:lnTo>
                    <a:pt x="2629" y="2000"/>
                  </a:lnTo>
                  <a:lnTo>
                    <a:pt x="2591" y="1962"/>
                  </a:lnTo>
                  <a:lnTo>
                    <a:pt x="2591" y="1943"/>
                  </a:lnTo>
                  <a:lnTo>
                    <a:pt x="2572" y="1943"/>
                  </a:lnTo>
                  <a:lnTo>
                    <a:pt x="2553" y="1924"/>
                  </a:lnTo>
                  <a:lnTo>
                    <a:pt x="2534" y="1905"/>
                  </a:lnTo>
                  <a:lnTo>
                    <a:pt x="2496" y="1886"/>
                  </a:lnTo>
                  <a:lnTo>
                    <a:pt x="2477" y="1886"/>
                  </a:lnTo>
                  <a:lnTo>
                    <a:pt x="2457" y="1886"/>
                  </a:lnTo>
                  <a:lnTo>
                    <a:pt x="2420" y="1848"/>
                  </a:lnTo>
                  <a:lnTo>
                    <a:pt x="2401" y="1829"/>
                  </a:lnTo>
                  <a:lnTo>
                    <a:pt x="2401" y="1810"/>
                  </a:lnTo>
                  <a:lnTo>
                    <a:pt x="2401" y="1790"/>
                  </a:lnTo>
                  <a:lnTo>
                    <a:pt x="2381" y="1790"/>
                  </a:lnTo>
                  <a:lnTo>
                    <a:pt x="2362" y="1790"/>
                  </a:lnTo>
                  <a:lnTo>
                    <a:pt x="2343" y="1753"/>
                  </a:lnTo>
                  <a:lnTo>
                    <a:pt x="2343" y="1734"/>
                  </a:lnTo>
                  <a:lnTo>
                    <a:pt x="2324" y="1734"/>
                  </a:lnTo>
                  <a:lnTo>
                    <a:pt x="2305" y="1771"/>
                  </a:lnTo>
                  <a:lnTo>
                    <a:pt x="2305" y="1753"/>
                  </a:lnTo>
                  <a:lnTo>
                    <a:pt x="2286" y="1753"/>
                  </a:lnTo>
                  <a:lnTo>
                    <a:pt x="2286" y="1734"/>
                  </a:lnTo>
                  <a:lnTo>
                    <a:pt x="2267" y="1734"/>
                  </a:lnTo>
                  <a:lnTo>
                    <a:pt x="2248" y="1714"/>
                  </a:lnTo>
                  <a:lnTo>
                    <a:pt x="2248" y="1695"/>
                  </a:lnTo>
                  <a:lnTo>
                    <a:pt x="2248" y="1676"/>
                  </a:lnTo>
                  <a:lnTo>
                    <a:pt x="2229" y="1676"/>
                  </a:lnTo>
                  <a:lnTo>
                    <a:pt x="2210" y="1657"/>
                  </a:lnTo>
                  <a:lnTo>
                    <a:pt x="2191" y="1676"/>
                  </a:lnTo>
                  <a:lnTo>
                    <a:pt x="2172" y="1676"/>
                  </a:lnTo>
                  <a:lnTo>
                    <a:pt x="2153" y="1676"/>
                  </a:lnTo>
                  <a:lnTo>
                    <a:pt x="2134" y="1657"/>
                  </a:lnTo>
                  <a:lnTo>
                    <a:pt x="2153" y="1638"/>
                  </a:lnTo>
                  <a:lnTo>
                    <a:pt x="2134" y="1619"/>
                  </a:lnTo>
                  <a:lnTo>
                    <a:pt x="2115" y="1638"/>
                  </a:lnTo>
                  <a:lnTo>
                    <a:pt x="2096" y="1619"/>
                  </a:lnTo>
                  <a:lnTo>
                    <a:pt x="2096" y="1600"/>
                  </a:lnTo>
                  <a:lnTo>
                    <a:pt x="2076" y="1600"/>
                  </a:lnTo>
                  <a:lnTo>
                    <a:pt x="2076" y="1619"/>
                  </a:lnTo>
                  <a:lnTo>
                    <a:pt x="2057" y="1619"/>
                  </a:lnTo>
                  <a:lnTo>
                    <a:pt x="2057" y="1600"/>
                  </a:lnTo>
                  <a:lnTo>
                    <a:pt x="2057" y="1581"/>
                  </a:lnTo>
                  <a:lnTo>
                    <a:pt x="2039" y="1581"/>
                  </a:lnTo>
                  <a:lnTo>
                    <a:pt x="2020" y="1581"/>
                  </a:lnTo>
                  <a:lnTo>
                    <a:pt x="2000" y="1619"/>
                  </a:lnTo>
                  <a:lnTo>
                    <a:pt x="1981" y="1600"/>
                  </a:lnTo>
                  <a:lnTo>
                    <a:pt x="1962" y="1600"/>
                  </a:lnTo>
                  <a:lnTo>
                    <a:pt x="1943" y="1600"/>
                  </a:lnTo>
                  <a:lnTo>
                    <a:pt x="1924" y="1600"/>
                  </a:lnTo>
                  <a:lnTo>
                    <a:pt x="1943" y="1619"/>
                  </a:lnTo>
                  <a:lnTo>
                    <a:pt x="1905" y="1619"/>
                  </a:lnTo>
                  <a:lnTo>
                    <a:pt x="1886" y="1619"/>
                  </a:lnTo>
                  <a:lnTo>
                    <a:pt x="1867" y="1619"/>
                  </a:lnTo>
                  <a:lnTo>
                    <a:pt x="1867" y="1600"/>
                  </a:lnTo>
                  <a:lnTo>
                    <a:pt x="1867" y="1581"/>
                  </a:lnTo>
                  <a:lnTo>
                    <a:pt x="1848" y="1619"/>
                  </a:lnTo>
                  <a:lnTo>
                    <a:pt x="1829" y="1619"/>
                  </a:lnTo>
                  <a:lnTo>
                    <a:pt x="1829" y="1600"/>
                  </a:lnTo>
                  <a:lnTo>
                    <a:pt x="1810" y="1562"/>
                  </a:lnTo>
                  <a:lnTo>
                    <a:pt x="1810" y="1543"/>
                  </a:lnTo>
                  <a:lnTo>
                    <a:pt x="1810" y="1562"/>
                  </a:lnTo>
                  <a:lnTo>
                    <a:pt x="1791" y="1562"/>
                  </a:lnTo>
                  <a:lnTo>
                    <a:pt x="1772" y="1562"/>
                  </a:lnTo>
                  <a:lnTo>
                    <a:pt x="1791" y="1543"/>
                  </a:lnTo>
                  <a:lnTo>
                    <a:pt x="1772" y="1524"/>
                  </a:lnTo>
                  <a:lnTo>
                    <a:pt x="1715" y="1486"/>
                  </a:lnTo>
                  <a:lnTo>
                    <a:pt x="1734" y="1486"/>
                  </a:lnTo>
                  <a:lnTo>
                    <a:pt x="1753" y="1486"/>
                  </a:lnTo>
                  <a:lnTo>
                    <a:pt x="1772" y="1486"/>
                  </a:lnTo>
                  <a:lnTo>
                    <a:pt x="1772" y="1467"/>
                  </a:lnTo>
                  <a:lnTo>
                    <a:pt x="1715" y="1448"/>
                  </a:lnTo>
                  <a:lnTo>
                    <a:pt x="1715" y="1429"/>
                  </a:lnTo>
                  <a:lnTo>
                    <a:pt x="1639" y="1429"/>
                  </a:lnTo>
                  <a:lnTo>
                    <a:pt x="1619" y="1429"/>
                  </a:lnTo>
                  <a:lnTo>
                    <a:pt x="1619" y="1409"/>
                  </a:lnTo>
                  <a:lnTo>
                    <a:pt x="1639" y="1390"/>
                  </a:lnTo>
                  <a:lnTo>
                    <a:pt x="1619" y="1390"/>
                  </a:lnTo>
                  <a:lnTo>
                    <a:pt x="1600" y="1390"/>
                  </a:lnTo>
                  <a:lnTo>
                    <a:pt x="1581" y="1390"/>
                  </a:lnTo>
                  <a:lnTo>
                    <a:pt x="1581" y="1372"/>
                  </a:lnTo>
                  <a:lnTo>
                    <a:pt x="1563" y="1353"/>
                  </a:lnTo>
                  <a:lnTo>
                    <a:pt x="1543" y="1372"/>
                  </a:lnTo>
                  <a:lnTo>
                    <a:pt x="1524" y="1409"/>
                  </a:lnTo>
                  <a:lnTo>
                    <a:pt x="1505" y="1409"/>
                  </a:lnTo>
                  <a:lnTo>
                    <a:pt x="1486" y="1390"/>
                  </a:lnTo>
                  <a:lnTo>
                    <a:pt x="1486" y="1372"/>
                  </a:lnTo>
                  <a:lnTo>
                    <a:pt x="1505" y="1353"/>
                  </a:lnTo>
                  <a:lnTo>
                    <a:pt x="1505" y="1333"/>
                  </a:lnTo>
                  <a:lnTo>
                    <a:pt x="1486" y="1333"/>
                  </a:lnTo>
                  <a:lnTo>
                    <a:pt x="1448" y="1333"/>
                  </a:lnTo>
                  <a:lnTo>
                    <a:pt x="1448" y="1353"/>
                  </a:lnTo>
                  <a:lnTo>
                    <a:pt x="1448" y="1390"/>
                  </a:lnTo>
                  <a:lnTo>
                    <a:pt x="1429" y="1390"/>
                  </a:lnTo>
                  <a:lnTo>
                    <a:pt x="1429" y="1372"/>
                  </a:lnTo>
                  <a:lnTo>
                    <a:pt x="1410" y="1372"/>
                  </a:lnTo>
                  <a:lnTo>
                    <a:pt x="1391" y="1372"/>
                  </a:lnTo>
                  <a:lnTo>
                    <a:pt x="1372" y="1372"/>
                  </a:lnTo>
                  <a:lnTo>
                    <a:pt x="1372" y="1353"/>
                  </a:lnTo>
                  <a:lnTo>
                    <a:pt x="1372" y="1333"/>
                  </a:lnTo>
                  <a:lnTo>
                    <a:pt x="1353" y="1333"/>
                  </a:lnTo>
                  <a:lnTo>
                    <a:pt x="1334" y="1333"/>
                  </a:lnTo>
                  <a:lnTo>
                    <a:pt x="1353" y="1333"/>
                  </a:lnTo>
                  <a:lnTo>
                    <a:pt x="1353" y="1353"/>
                  </a:lnTo>
                  <a:lnTo>
                    <a:pt x="1334" y="1372"/>
                  </a:lnTo>
                  <a:lnTo>
                    <a:pt x="1334" y="1353"/>
                  </a:lnTo>
                  <a:lnTo>
                    <a:pt x="1334" y="1333"/>
                  </a:lnTo>
                  <a:lnTo>
                    <a:pt x="1314" y="1314"/>
                  </a:lnTo>
                  <a:lnTo>
                    <a:pt x="1314" y="1295"/>
                  </a:lnTo>
                  <a:lnTo>
                    <a:pt x="1296" y="1295"/>
                  </a:lnTo>
                  <a:lnTo>
                    <a:pt x="1296" y="1314"/>
                  </a:lnTo>
                  <a:lnTo>
                    <a:pt x="1296" y="1333"/>
                  </a:lnTo>
                  <a:lnTo>
                    <a:pt x="1277" y="1333"/>
                  </a:lnTo>
                  <a:lnTo>
                    <a:pt x="1277" y="1353"/>
                  </a:lnTo>
                  <a:lnTo>
                    <a:pt x="1258" y="1353"/>
                  </a:lnTo>
                  <a:lnTo>
                    <a:pt x="1238" y="1333"/>
                  </a:lnTo>
                  <a:lnTo>
                    <a:pt x="1219" y="1333"/>
                  </a:lnTo>
                  <a:lnTo>
                    <a:pt x="1200" y="1333"/>
                  </a:lnTo>
                  <a:lnTo>
                    <a:pt x="1182" y="1333"/>
                  </a:lnTo>
                  <a:lnTo>
                    <a:pt x="1162" y="1353"/>
                  </a:lnTo>
                  <a:lnTo>
                    <a:pt x="1143" y="1353"/>
                  </a:lnTo>
                  <a:lnTo>
                    <a:pt x="1105" y="1333"/>
                  </a:lnTo>
                  <a:lnTo>
                    <a:pt x="1105" y="1353"/>
                  </a:lnTo>
                  <a:lnTo>
                    <a:pt x="1086" y="1353"/>
                  </a:lnTo>
                  <a:lnTo>
                    <a:pt x="1086" y="1372"/>
                  </a:lnTo>
                  <a:lnTo>
                    <a:pt x="1067" y="1353"/>
                  </a:lnTo>
                  <a:lnTo>
                    <a:pt x="1067" y="1333"/>
                  </a:lnTo>
                  <a:lnTo>
                    <a:pt x="1048" y="1333"/>
                  </a:lnTo>
                  <a:lnTo>
                    <a:pt x="1010" y="1314"/>
                  </a:lnTo>
                  <a:lnTo>
                    <a:pt x="991" y="1295"/>
                  </a:lnTo>
                  <a:lnTo>
                    <a:pt x="972" y="1295"/>
                  </a:lnTo>
                  <a:lnTo>
                    <a:pt x="953" y="1295"/>
                  </a:lnTo>
                  <a:lnTo>
                    <a:pt x="953" y="1276"/>
                  </a:lnTo>
                  <a:lnTo>
                    <a:pt x="933" y="1257"/>
                  </a:lnTo>
                  <a:lnTo>
                    <a:pt x="915" y="1238"/>
                  </a:lnTo>
                  <a:lnTo>
                    <a:pt x="915" y="1257"/>
                  </a:lnTo>
                  <a:lnTo>
                    <a:pt x="896" y="1276"/>
                  </a:lnTo>
                  <a:lnTo>
                    <a:pt x="877" y="1276"/>
                  </a:lnTo>
                  <a:lnTo>
                    <a:pt x="857" y="1295"/>
                  </a:lnTo>
                  <a:lnTo>
                    <a:pt x="857" y="1276"/>
                  </a:lnTo>
                  <a:lnTo>
                    <a:pt x="857" y="1257"/>
                  </a:lnTo>
                  <a:lnTo>
                    <a:pt x="838" y="1276"/>
                  </a:lnTo>
                  <a:lnTo>
                    <a:pt x="819" y="1276"/>
                  </a:lnTo>
                  <a:lnTo>
                    <a:pt x="819" y="1295"/>
                  </a:lnTo>
                  <a:lnTo>
                    <a:pt x="819" y="1314"/>
                  </a:lnTo>
                  <a:lnTo>
                    <a:pt x="801" y="1314"/>
                  </a:lnTo>
                  <a:lnTo>
                    <a:pt x="801" y="1295"/>
                  </a:lnTo>
                  <a:lnTo>
                    <a:pt x="801" y="1276"/>
                  </a:lnTo>
                  <a:lnTo>
                    <a:pt x="819" y="1257"/>
                  </a:lnTo>
                  <a:lnTo>
                    <a:pt x="819" y="1238"/>
                  </a:lnTo>
                  <a:lnTo>
                    <a:pt x="801" y="1219"/>
                  </a:lnTo>
                  <a:lnTo>
                    <a:pt x="781" y="1238"/>
                  </a:lnTo>
                  <a:lnTo>
                    <a:pt x="781" y="1219"/>
                  </a:lnTo>
                  <a:lnTo>
                    <a:pt x="781" y="1200"/>
                  </a:lnTo>
                  <a:lnTo>
                    <a:pt x="801" y="1181"/>
                  </a:lnTo>
                  <a:lnTo>
                    <a:pt x="801" y="1162"/>
                  </a:lnTo>
                  <a:lnTo>
                    <a:pt x="781" y="1162"/>
                  </a:lnTo>
                  <a:lnTo>
                    <a:pt x="762" y="1162"/>
                  </a:lnTo>
                  <a:lnTo>
                    <a:pt x="743" y="1181"/>
                  </a:lnTo>
                  <a:lnTo>
                    <a:pt x="743" y="1200"/>
                  </a:lnTo>
                  <a:lnTo>
                    <a:pt x="743" y="1219"/>
                  </a:lnTo>
                  <a:lnTo>
                    <a:pt x="724" y="1238"/>
                  </a:lnTo>
                  <a:lnTo>
                    <a:pt x="705" y="1238"/>
                  </a:lnTo>
                  <a:lnTo>
                    <a:pt x="686" y="1257"/>
                  </a:lnTo>
                  <a:lnTo>
                    <a:pt x="686" y="1238"/>
                  </a:lnTo>
                  <a:lnTo>
                    <a:pt x="667" y="1219"/>
                  </a:lnTo>
                  <a:lnTo>
                    <a:pt x="648" y="1238"/>
                  </a:lnTo>
                  <a:lnTo>
                    <a:pt x="648" y="1257"/>
                  </a:lnTo>
                  <a:lnTo>
                    <a:pt x="629" y="1276"/>
                  </a:lnTo>
                  <a:lnTo>
                    <a:pt x="629" y="1257"/>
                  </a:lnTo>
                  <a:lnTo>
                    <a:pt x="610" y="1257"/>
                  </a:lnTo>
                  <a:lnTo>
                    <a:pt x="591" y="1238"/>
                  </a:lnTo>
                  <a:lnTo>
                    <a:pt x="572" y="1257"/>
                  </a:lnTo>
                  <a:lnTo>
                    <a:pt x="534" y="1276"/>
                  </a:lnTo>
                  <a:lnTo>
                    <a:pt x="496" y="1276"/>
                  </a:lnTo>
                  <a:lnTo>
                    <a:pt x="534" y="1238"/>
                  </a:lnTo>
                  <a:lnTo>
                    <a:pt x="534" y="1200"/>
                  </a:lnTo>
                  <a:lnTo>
                    <a:pt x="534" y="1181"/>
                  </a:lnTo>
                  <a:lnTo>
                    <a:pt x="515" y="1181"/>
                  </a:lnTo>
                  <a:lnTo>
                    <a:pt x="496" y="1181"/>
                  </a:lnTo>
                  <a:lnTo>
                    <a:pt x="457" y="1162"/>
                  </a:lnTo>
                  <a:lnTo>
                    <a:pt x="439" y="1181"/>
                  </a:lnTo>
                  <a:lnTo>
                    <a:pt x="420" y="1200"/>
                  </a:lnTo>
                  <a:lnTo>
                    <a:pt x="400" y="1219"/>
                  </a:lnTo>
                  <a:lnTo>
                    <a:pt x="381" y="1219"/>
                  </a:lnTo>
                  <a:lnTo>
                    <a:pt x="362" y="1219"/>
                  </a:lnTo>
                  <a:lnTo>
                    <a:pt x="362" y="1200"/>
                  </a:lnTo>
                  <a:lnTo>
                    <a:pt x="343" y="1200"/>
                  </a:lnTo>
                  <a:lnTo>
                    <a:pt x="324" y="1219"/>
                  </a:lnTo>
                  <a:lnTo>
                    <a:pt x="324" y="1238"/>
                  </a:lnTo>
                  <a:lnTo>
                    <a:pt x="324" y="1257"/>
                  </a:lnTo>
                  <a:lnTo>
                    <a:pt x="324" y="1276"/>
                  </a:lnTo>
                  <a:lnTo>
                    <a:pt x="305" y="1276"/>
                  </a:lnTo>
                  <a:lnTo>
                    <a:pt x="267" y="1257"/>
                  </a:lnTo>
                  <a:lnTo>
                    <a:pt x="248" y="1257"/>
                  </a:lnTo>
                  <a:lnTo>
                    <a:pt x="229" y="1276"/>
                  </a:lnTo>
                  <a:lnTo>
                    <a:pt x="210" y="1295"/>
                  </a:lnTo>
                  <a:lnTo>
                    <a:pt x="191" y="1295"/>
                  </a:lnTo>
                  <a:lnTo>
                    <a:pt x="191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53" y="1238"/>
                  </a:lnTo>
                  <a:lnTo>
                    <a:pt x="134" y="1257"/>
                  </a:lnTo>
                  <a:lnTo>
                    <a:pt x="115" y="1257"/>
                  </a:lnTo>
                  <a:lnTo>
                    <a:pt x="115" y="1276"/>
                  </a:lnTo>
                  <a:lnTo>
                    <a:pt x="95" y="1276"/>
                  </a:lnTo>
                  <a:lnTo>
                    <a:pt x="95" y="1257"/>
                  </a:lnTo>
                  <a:lnTo>
                    <a:pt x="76" y="1257"/>
                  </a:lnTo>
                  <a:lnTo>
                    <a:pt x="76" y="1238"/>
                  </a:lnTo>
                  <a:lnTo>
                    <a:pt x="58" y="1238"/>
                  </a:lnTo>
                  <a:lnTo>
                    <a:pt x="39" y="1238"/>
                  </a:lnTo>
                  <a:lnTo>
                    <a:pt x="19" y="1257"/>
                  </a:lnTo>
                  <a:lnTo>
                    <a:pt x="0" y="1257"/>
                  </a:lnTo>
                  <a:close/>
                  <a:moveTo>
                    <a:pt x="5067" y="1505"/>
                  </a:moveTo>
                  <a:lnTo>
                    <a:pt x="5067" y="1486"/>
                  </a:lnTo>
                  <a:lnTo>
                    <a:pt x="5086" y="1505"/>
                  </a:lnTo>
                  <a:lnTo>
                    <a:pt x="5105" y="1524"/>
                  </a:lnTo>
                  <a:lnTo>
                    <a:pt x="5124" y="1543"/>
                  </a:lnTo>
                  <a:lnTo>
                    <a:pt x="5124" y="1562"/>
                  </a:lnTo>
                  <a:lnTo>
                    <a:pt x="5105" y="1581"/>
                  </a:lnTo>
                  <a:lnTo>
                    <a:pt x="5105" y="1600"/>
                  </a:lnTo>
                  <a:lnTo>
                    <a:pt x="5105" y="1619"/>
                  </a:lnTo>
                  <a:lnTo>
                    <a:pt x="5086" y="1619"/>
                  </a:lnTo>
                  <a:lnTo>
                    <a:pt x="5086" y="1638"/>
                  </a:lnTo>
                  <a:lnTo>
                    <a:pt x="5086" y="1657"/>
                  </a:lnTo>
                  <a:lnTo>
                    <a:pt x="5086" y="1676"/>
                  </a:lnTo>
                  <a:lnTo>
                    <a:pt x="5086" y="1695"/>
                  </a:lnTo>
                  <a:lnTo>
                    <a:pt x="5067" y="1714"/>
                  </a:lnTo>
                  <a:lnTo>
                    <a:pt x="5067" y="1734"/>
                  </a:lnTo>
                  <a:lnTo>
                    <a:pt x="5048" y="1753"/>
                  </a:lnTo>
                  <a:lnTo>
                    <a:pt x="5010" y="1810"/>
                  </a:lnTo>
                  <a:lnTo>
                    <a:pt x="5010" y="1848"/>
                  </a:lnTo>
                  <a:lnTo>
                    <a:pt x="5029" y="1886"/>
                  </a:lnTo>
                  <a:lnTo>
                    <a:pt x="5010" y="1886"/>
                  </a:lnTo>
                  <a:lnTo>
                    <a:pt x="5010" y="1905"/>
                  </a:lnTo>
                  <a:lnTo>
                    <a:pt x="4991" y="1905"/>
                  </a:lnTo>
                  <a:lnTo>
                    <a:pt x="4972" y="1924"/>
                  </a:lnTo>
                  <a:lnTo>
                    <a:pt x="4972" y="1943"/>
                  </a:lnTo>
                  <a:lnTo>
                    <a:pt x="4953" y="1943"/>
                  </a:lnTo>
                  <a:lnTo>
                    <a:pt x="4953" y="1848"/>
                  </a:lnTo>
                  <a:lnTo>
                    <a:pt x="4953" y="1829"/>
                  </a:lnTo>
                  <a:lnTo>
                    <a:pt x="4972" y="1790"/>
                  </a:lnTo>
                  <a:lnTo>
                    <a:pt x="4953" y="1790"/>
                  </a:lnTo>
                  <a:lnTo>
                    <a:pt x="4953" y="1771"/>
                  </a:lnTo>
                  <a:lnTo>
                    <a:pt x="4991" y="1753"/>
                  </a:lnTo>
                  <a:lnTo>
                    <a:pt x="4972" y="1714"/>
                  </a:lnTo>
                  <a:lnTo>
                    <a:pt x="4972" y="1695"/>
                  </a:lnTo>
                  <a:lnTo>
                    <a:pt x="4953" y="1676"/>
                  </a:lnTo>
                  <a:lnTo>
                    <a:pt x="4972" y="1676"/>
                  </a:lnTo>
                  <a:lnTo>
                    <a:pt x="4991" y="1676"/>
                  </a:lnTo>
                  <a:lnTo>
                    <a:pt x="5010" y="1657"/>
                  </a:lnTo>
                  <a:lnTo>
                    <a:pt x="4991" y="1638"/>
                  </a:lnTo>
                  <a:lnTo>
                    <a:pt x="4991" y="1619"/>
                  </a:lnTo>
                  <a:lnTo>
                    <a:pt x="4991" y="1600"/>
                  </a:lnTo>
                  <a:lnTo>
                    <a:pt x="4972" y="1581"/>
                  </a:lnTo>
                  <a:lnTo>
                    <a:pt x="4972" y="1562"/>
                  </a:lnTo>
                  <a:lnTo>
                    <a:pt x="4991" y="1562"/>
                  </a:lnTo>
                  <a:lnTo>
                    <a:pt x="4991" y="1543"/>
                  </a:lnTo>
                  <a:lnTo>
                    <a:pt x="4991" y="1524"/>
                  </a:lnTo>
                  <a:lnTo>
                    <a:pt x="5010" y="1524"/>
                  </a:lnTo>
                  <a:lnTo>
                    <a:pt x="5048" y="1505"/>
                  </a:lnTo>
                  <a:lnTo>
                    <a:pt x="5067" y="1505"/>
                  </a:lnTo>
                  <a:close/>
                  <a:moveTo>
                    <a:pt x="4972" y="381"/>
                  </a:moveTo>
                  <a:lnTo>
                    <a:pt x="4953" y="400"/>
                  </a:lnTo>
                  <a:lnTo>
                    <a:pt x="4934" y="419"/>
                  </a:lnTo>
                  <a:lnTo>
                    <a:pt x="4934" y="438"/>
                  </a:lnTo>
                  <a:lnTo>
                    <a:pt x="4934" y="476"/>
                  </a:lnTo>
                  <a:lnTo>
                    <a:pt x="4915" y="457"/>
                  </a:lnTo>
                  <a:lnTo>
                    <a:pt x="4896" y="457"/>
                  </a:lnTo>
                  <a:lnTo>
                    <a:pt x="4877" y="438"/>
                  </a:lnTo>
                  <a:lnTo>
                    <a:pt x="4877" y="400"/>
                  </a:lnTo>
                  <a:lnTo>
                    <a:pt x="4858" y="400"/>
                  </a:lnTo>
                  <a:lnTo>
                    <a:pt x="4819" y="362"/>
                  </a:lnTo>
                  <a:lnTo>
                    <a:pt x="4839" y="324"/>
                  </a:lnTo>
                  <a:lnTo>
                    <a:pt x="4858" y="324"/>
                  </a:lnTo>
                  <a:lnTo>
                    <a:pt x="4877" y="305"/>
                  </a:lnTo>
                  <a:lnTo>
                    <a:pt x="4877" y="286"/>
                  </a:lnTo>
                  <a:lnTo>
                    <a:pt x="4896" y="266"/>
                  </a:lnTo>
                  <a:lnTo>
                    <a:pt x="4934" y="266"/>
                  </a:lnTo>
                  <a:lnTo>
                    <a:pt x="4953" y="248"/>
                  </a:lnTo>
                  <a:lnTo>
                    <a:pt x="495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91" y="229"/>
                  </a:lnTo>
                  <a:lnTo>
                    <a:pt x="5010" y="266"/>
                  </a:lnTo>
                  <a:lnTo>
                    <a:pt x="5010" y="286"/>
                  </a:lnTo>
                  <a:lnTo>
                    <a:pt x="4991" y="305"/>
                  </a:lnTo>
                  <a:lnTo>
                    <a:pt x="4991" y="324"/>
                  </a:lnTo>
                  <a:lnTo>
                    <a:pt x="4972" y="362"/>
                  </a:lnTo>
                  <a:lnTo>
                    <a:pt x="4972" y="381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74AEAB2A-96FE-8239-7928-9EE0A37AE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1152525"/>
              <a:ext cx="2946400" cy="2039938"/>
            </a:xfrm>
            <a:custGeom>
              <a:avLst/>
              <a:gdLst>
                <a:gd name="T0" fmla="*/ 2147483646 w 16364"/>
                <a:gd name="T1" fmla="*/ 2147483646 h 11335"/>
                <a:gd name="T2" fmla="*/ 2147483646 w 16364"/>
                <a:gd name="T3" fmla="*/ 2147483646 h 11335"/>
                <a:gd name="T4" fmla="*/ 2147483646 w 16364"/>
                <a:gd name="T5" fmla="*/ 2147483646 h 11335"/>
                <a:gd name="T6" fmla="*/ 2147483646 w 16364"/>
                <a:gd name="T7" fmla="*/ 2147483646 h 11335"/>
                <a:gd name="T8" fmla="*/ 2147483646 w 16364"/>
                <a:gd name="T9" fmla="*/ 2147483646 h 11335"/>
                <a:gd name="T10" fmla="*/ 2147483646 w 16364"/>
                <a:gd name="T11" fmla="*/ 2147483646 h 11335"/>
                <a:gd name="T12" fmla="*/ 2147483646 w 16364"/>
                <a:gd name="T13" fmla="*/ 2147483646 h 11335"/>
                <a:gd name="T14" fmla="*/ 2147483646 w 16364"/>
                <a:gd name="T15" fmla="*/ 2147483646 h 11335"/>
                <a:gd name="T16" fmla="*/ 2147483646 w 16364"/>
                <a:gd name="T17" fmla="*/ 2147483646 h 11335"/>
                <a:gd name="T18" fmla="*/ 2147483646 w 16364"/>
                <a:gd name="T19" fmla="*/ 2147483646 h 11335"/>
                <a:gd name="T20" fmla="*/ 2147483646 w 16364"/>
                <a:gd name="T21" fmla="*/ 2147483646 h 11335"/>
                <a:gd name="T22" fmla="*/ 2147483646 w 16364"/>
                <a:gd name="T23" fmla="*/ 2147483646 h 11335"/>
                <a:gd name="T24" fmla="*/ 2147483646 w 16364"/>
                <a:gd name="T25" fmla="*/ 2147483646 h 11335"/>
                <a:gd name="T26" fmla="*/ 2147483646 w 16364"/>
                <a:gd name="T27" fmla="*/ 2147483646 h 11335"/>
                <a:gd name="T28" fmla="*/ 2147483646 w 16364"/>
                <a:gd name="T29" fmla="*/ 2147483646 h 11335"/>
                <a:gd name="T30" fmla="*/ 2147483646 w 16364"/>
                <a:gd name="T31" fmla="*/ 2147483646 h 11335"/>
                <a:gd name="T32" fmla="*/ 2147483646 w 16364"/>
                <a:gd name="T33" fmla="*/ 2147483646 h 11335"/>
                <a:gd name="T34" fmla="*/ 2147483646 w 16364"/>
                <a:gd name="T35" fmla="*/ 2147483646 h 11335"/>
                <a:gd name="T36" fmla="*/ 2147483646 w 16364"/>
                <a:gd name="T37" fmla="*/ 2147483646 h 11335"/>
                <a:gd name="T38" fmla="*/ 2147483646 w 16364"/>
                <a:gd name="T39" fmla="*/ 2147483646 h 11335"/>
                <a:gd name="T40" fmla="*/ 2147483646 w 16364"/>
                <a:gd name="T41" fmla="*/ 2147483646 h 11335"/>
                <a:gd name="T42" fmla="*/ 2147483646 w 16364"/>
                <a:gd name="T43" fmla="*/ 2147483646 h 11335"/>
                <a:gd name="T44" fmla="*/ 2147483646 w 16364"/>
                <a:gd name="T45" fmla="*/ 2147483646 h 11335"/>
                <a:gd name="T46" fmla="*/ 2147483646 w 16364"/>
                <a:gd name="T47" fmla="*/ 2147483646 h 11335"/>
                <a:gd name="T48" fmla="*/ 2147483646 w 16364"/>
                <a:gd name="T49" fmla="*/ 2147483646 h 11335"/>
                <a:gd name="T50" fmla="*/ 2147483646 w 16364"/>
                <a:gd name="T51" fmla="*/ 2147483646 h 11335"/>
                <a:gd name="T52" fmla="*/ 2147483646 w 16364"/>
                <a:gd name="T53" fmla="*/ 2147483646 h 11335"/>
                <a:gd name="T54" fmla="*/ 2147483646 w 16364"/>
                <a:gd name="T55" fmla="*/ 2147483646 h 11335"/>
                <a:gd name="T56" fmla="*/ 2147483646 w 16364"/>
                <a:gd name="T57" fmla="*/ 2147483646 h 11335"/>
                <a:gd name="T58" fmla="*/ 2147483646 w 16364"/>
                <a:gd name="T59" fmla="*/ 2147483646 h 11335"/>
                <a:gd name="T60" fmla="*/ 2147483646 w 16364"/>
                <a:gd name="T61" fmla="*/ 2147483646 h 11335"/>
                <a:gd name="T62" fmla="*/ 2147483646 w 16364"/>
                <a:gd name="T63" fmla="*/ 2147483646 h 11335"/>
                <a:gd name="T64" fmla="*/ 2147483646 w 16364"/>
                <a:gd name="T65" fmla="*/ 2147483646 h 11335"/>
                <a:gd name="T66" fmla="*/ 2147483646 w 16364"/>
                <a:gd name="T67" fmla="*/ 2147483646 h 11335"/>
                <a:gd name="T68" fmla="*/ 2147483646 w 16364"/>
                <a:gd name="T69" fmla="*/ 2147483646 h 11335"/>
                <a:gd name="T70" fmla="*/ 2147483646 w 16364"/>
                <a:gd name="T71" fmla="*/ 2147483646 h 11335"/>
                <a:gd name="T72" fmla="*/ 2147483646 w 16364"/>
                <a:gd name="T73" fmla="*/ 2147483646 h 11335"/>
                <a:gd name="T74" fmla="*/ 2147483646 w 16364"/>
                <a:gd name="T75" fmla="*/ 2147483646 h 11335"/>
                <a:gd name="T76" fmla="*/ 2147483646 w 16364"/>
                <a:gd name="T77" fmla="*/ 2147483646 h 11335"/>
                <a:gd name="T78" fmla="*/ 2147483646 w 16364"/>
                <a:gd name="T79" fmla="*/ 2147483646 h 11335"/>
                <a:gd name="T80" fmla="*/ 2147483646 w 16364"/>
                <a:gd name="T81" fmla="*/ 2147483646 h 11335"/>
                <a:gd name="T82" fmla="*/ 2147483646 w 16364"/>
                <a:gd name="T83" fmla="*/ 2147483646 h 11335"/>
                <a:gd name="T84" fmla="*/ 2147483646 w 16364"/>
                <a:gd name="T85" fmla="*/ 2147483646 h 11335"/>
                <a:gd name="T86" fmla="*/ 2147483646 w 16364"/>
                <a:gd name="T87" fmla="*/ 2147483646 h 11335"/>
                <a:gd name="T88" fmla="*/ 2147483646 w 16364"/>
                <a:gd name="T89" fmla="*/ 2147483646 h 11335"/>
                <a:gd name="T90" fmla="*/ 2147483646 w 16364"/>
                <a:gd name="T91" fmla="*/ 2147483646 h 11335"/>
                <a:gd name="T92" fmla="*/ 2147483646 w 16364"/>
                <a:gd name="T93" fmla="*/ 2147483646 h 11335"/>
                <a:gd name="T94" fmla="*/ 2147483646 w 16364"/>
                <a:gd name="T95" fmla="*/ 2147483646 h 11335"/>
                <a:gd name="T96" fmla="*/ 2147483646 w 16364"/>
                <a:gd name="T97" fmla="*/ 2147483646 h 11335"/>
                <a:gd name="T98" fmla="*/ 2147483646 w 16364"/>
                <a:gd name="T99" fmla="*/ 2147483646 h 11335"/>
                <a:gd name="T100" fmla="*/ 2147483646 w 16364"/>
                <a:gd name="T101" fmla="*/ 2147483646 h 11335"/>
                <a:gd name="T102" fmla="*/ 2147483646 w 16364"/>
                <a:gd name="T103" fmla="*/ 2147483646 h 11335"/>
                <a:gd name="T104" fmla="*/ 2147483646 w 16364"/>
                <a:gd name="T105" fmla="*/ 2147483646 h 11335"/>
                <a:gd name="T106" fmla="*/ 2147483646 w 16364"/>
                <a:gd name="T107" fmla="*/ 2147483646 h 11335"/>
                <a:gd name="T108" fmla="*/ 2147483646 w 16364"/>
                <a:gd name="T109" fmla="*/ 2147483646 h 11335"/>
                <a:gd name="T110" fmla="*/ 2147483646 w 16364"/>
                <a:gd name="T111" fmla="*/ 2147483646 h 11335"/>
                <a:gd name="T112" fmla="*/ 2147483646 w 16364"/>
                <a:gd name="T113" fmla="*/ 2147483646 h 11335"/>
                <a:gd name="T114" fmla="*/ 2147483646 w 16364"/>
                <a:gd name="T115" fmla="*/ 2147483646 h 11335"/>
                <a:gd name="T116" fmla="*/ 2147483646 w 16364"/>
                <a:gd name="T117" fmla="*/ 2147483646 h 11335"/>
                <a:gd name="T118" fmla="*/ 2147483646 w 16364"/>
                <a:gd name="T119" fmla="*/ 2147483646 h 11335"/>
                <a:gd name="T120" fmla="*/ 2147483646 w 16364"/>
                <a:gd name="T121" fmla="*/ 2147483646 h 11335"/>
                <a:gd name="T122" fmla="*/ 2147483646 w 16364"/>
                <a:gd name="T123" fmla="*/ 2147483646 h 1133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364" h="11335">
                  <a:moveTo>
                    <a:pt x="6495" y="953"/>
                  </a:moveTo>
                  <a:lnTo>
                    <a:pt x="6515" y="972"/>
                  </a:lnTo>
                  <a:lnTo>
                    <a:pt x="6553" y="1010"/>
                  </a:lnTo>
                  <a:lnTo>
                    <a:pt x="6610" y="1067"/>
                  </a:lnTo>
                  <a:lnTo>
                    <a:pt x="6686" y="1124"/>
                  </a:lnTo>
                  <a:lnTo>
                    <a:pt x="6762" y="1200"/>
                  </a:lnTo>
                  <a:lnTo>
                    <a:pt x="6820" y="1258"/>
                  </a:lnTo>
                  <a:lnTo>
                    <a:pt x="6876" y="1295"/>
                  </a:lnTo>
                  <a:lnTo>
                    <a:pt x="6896" y="1314"/>
                  </a:lnTo>
                  <a:lnTo>
                    <a:pt x="6933" y="1353"/>
                  </a:lnTo>
                  <a:lnTo>
                    <a:pt x="6991" y="1391"/>
                  </a:lnTo>
                  <a:lnTo>
                    <a:pt x="7048" y="1391"/>
                  </a:lnTo>
                  <a:lnTo>
                    <a:pt x="7086" y="1391"/>
                  </a:lnTo>
                  <a:lnTo>
                    <a:pt x="7105" y="1391"/>
                  </a:lnTo>
                  <a:lnTo>
                    <a:pt x="7124" y="1391"/>
                  </a:lnTo>
                  <a:lnTo>
                    <a:pt x="7143" y="1410"/>
                  </a:lnTo>
                  <a:lnTo>
                    <a:pt x="7162" y="1410"/>
                  </a:lnTo>
                  <a:lnTo>
                    <a:pt x="7181" y="1410"/>
                  </a:lnTo>
                  <a:lnTo>
                    <a:pt x="7200" y="1410"/>
                  </a:lnTo>
                  <a:lnTo>
                    <a:pt x="7238" y="1372"/>
                  </a:lnTo>
                  <a:lnTo>
                    <a:pt x="7257" y="1353"/>
                  </a:lnTo>
                  <a:lnTo>
                    <a:pt x="7296" y="1353"/>
                  </a:lnTo>
                  <a:lnTo>
                    <a:pt x="7314" y="1353"/>
                  </a:lnTo>
                  <a:lnTo>
                    <a:pt x="7333" y="1334"/>
                  </a:lnTo>
                  <a:lnTo>
                    <a:pt x="7353" y="1314"/>
                  </a:lnTo>
                  <a:lnTo>
                    <a:pt x="7391" y="1277"/>
                  </a:lnTo>
                  <a:lnTo>
                    <a:pt x="7410" y="1258"/>
                  </a:lnTo>
                  <a:lnTo>
                    <a:pt x="7429" y="1238"/>
                  </a:lnTo>
                  <a:lnTo>
                    <a:pt x="7505" y="1200"/>
                  </a:lnTo>
                  <a:lnTo>
                    <a:pt x="7543" y="1181"/>
                  </a:lnTo>
                  <a:lnTo>
                    <a:pt x="7562" y="1181"/>
                  </a:lnTo>
                  <a:lnTo>
                    <a:pt x="7581" y="1181"/>
                  </a:lnTo>
                  <a:lnTo>
                    <a:pt x="7658" y="1181"/>
                  </a:lnTo>
                  <a:lnTo>
                    <a:pt x="7677" y="1181"/>
                  </a:lnTo>
                  <a:lnTo>
                    <a:pt x="7695" y="1181"/>
                  </a:lnTo>
                  <a:lnTo>
                    <a:pt x="7714" y="1181"/>
                  </a:lnTo>
                  <a:lnTo>
                    <a:pt x="7714" y="1200"/>
                  </a:lnTo>
                  <a:lnTo>
                    <a:pt x="7734" y="1219"/>
                  </a:lnTo>
                  <a:lnTo>
                    <a:pt x="7753" y="1238"/>
                  </a:lnTo>
                  <a:lnTo>
                    <a:pt x="7753" y="1277"/>
                  </a:lnTo>
                  <a:lnTo>
                    <a:pt x="7753" y="1295"/>
                  </a:lnTo>
                  <a:lnTo>
                    <a:pt x="7753" y="1334"/>
                  </a:lnTo>
                  <a:lnTo>
                    <a:pt x="7714" y="1372"/>
                  </a:lnTo>
                  <a:lnTo>
                    <a:pt x="7695" y="1410"/>
                  </a:lnTo>
                  <a:lnTo>
                    <a:pt x="7695" y="1448"/>
                  </a:lnTo>
                  <a:lnTo>
                    <a:pt x="7695" y="1467"/>
                  </a:lnTo>
                  <a:lnTo>
                    <a:pt x="7714" y="1486"/>
                  </a:lnTo>
                  <a:lnTo>
                    <a:pt x="7734" y="1486"/>
                  </a:lnTo>
                  <a:lnTo>
                    <a:pt x="7753" y="1486"/>
                  </a:lnTo>
                  <a:lnTo>
                    <a:pt x="7772" y="1486"/>
                  </a:lnTo>
                  <a:lnTo>
                    <a:pt x="7791" y="1467"/>
                  </a:lnTo>
                  <a:lnTo>
                    <a:pt x="7829" y="1448"/>
                  </a:lnTo>
                  <a:lnTo>
                    <a:pt x="7829" y="1429"/>
                  </a:lnTo>
                  <a:lnTo>
                    <a:pt x="7848" y="1410"/>
                  </a:lnTo>
                  <a:lnTo>
                    <a:pt x="7867" y="1391"/>
                  </a:lnTo>
                  <a:lnTo>
                    <a:pt x="7867" y="1372"/>
                  </a:lnTo>
                  <a:lnTo>
                    <a:pt x="7867" y="1353"/>
                  </a:lnTo>
                  <a:lnTo>
                    <a:pt x="7867" y="1334"/>
                  </a:lnTo>
                  <a:lnTo>
                    <a:pt x="7886" y="1314"/>
                  </a:lnTo>
                  <a:lnTo>
                    <a:pt x="7943" y="1238"/>
                  </a:lnTo>
                  <a:lnTo>
                    <a:pt x="7981" y="1238"/>
                  </a:lnTo>
                  <a:lnTo>
                    <a:pt x="8019" y="1238"/>
                  </a:lnTo>
                  <a:lnTo>
                    <a:pt x="8039" y="1238"/>
                  </a:lnTo>
                  <a:lnTo>
                    <a:pt x="8057" y="1238"/>
                  </a:lnTo>
                  <a:lnTo>
                    <a:pt x="8076" y="1200"/>
                  </a:lnTo>
                  <a:lnTo>
                    <a:pt x="8076" y="1162"/>
                  </a:lnTo>
                  <a:lnTo>
                    <a:pt x="8095" y="1086"/>
                  </a:lnTo>
                  <a:lnTo>
                    <a:pt x="8115" y="1048"/>
                  </a:lnTo>
                  <a:lnTo>
                    <a:pt x="8153" y="1029"/>
                  </a:lnTo>
                  <a:lnTo>
                    <a:pt x="8191" y="1029"/>
                  </a:lnTo>
                  <a:lnTo>
                    <a:pt x="8229" y="1029"/>
                  </a:lnTo>
                  <a:lnTo>
                    <a:pt x="8229" y="1010"/>
                  </a:lnTo>
                  <a:lnTo>
                    <a:pt x="8248" y="1010"/>
                  </a:lnTo>
                  <a:lnTo>
                    <a:pt x="8248" y="991"/>
                  </a:lnTo>
                  <a:lnTo>
                    <a:pt x="8267" y="972"/>
                  </a:lnTo>
                  <a:lnTo>
                    <a:pt x="8286" y="972"/>
                  </a:lnTo>
                  <a:lnTo>
                    <a:pt x="8305" y="953"/>
                  </a:lnTo>
                  <a:lnTo>
                    <a:pt x="8324" y="953"/>
                  </a:lnTo>
                  <a:lnTo>
                    <a:pt x="8343" y="953"/>
                  </a:lnTo>
                  <a:lnTo>
                    <a:pt x="8362" y="933"/>
                  </a:lnTo>
                  <a:lnTo>
                    <a:pt x="8381" y="914"/>
                  </a:lnTo>
                  <a:lnTo>
                    <a:pt x="8400" y="914"/>
                  </a:lnTo>
                  <a:lnTo>
                    <a:pt x="8457" y="933"/>
                  </a:lnTo>
                  <a:lnTo>
                    <a:pt x="8476" y="933"/>
                  </a:lnTo>
                  <a:lnTo>
                    <a:pt x="8496" y="933"/>
                  </a:lnTo>
                  <a:lnTo>
                    <a:pt x="8610" y="857"/>
                  </a:lnTo>
                  <a:lnTo>
                    <a:pt x="8629" y="838"/>
                  </a:lnTo>
                  <a:lnTo>
                    <a:pt x="8648" y="800"/>
                  </a:lnTo>
                  <a:lnTo>
                    <a:pt x="8667" y="762"/>
                  </a:lnTo>
                  <a:lnTo>
                    <a:pt x="8686" y="762"/>
                  </a:lnTo>
                  <a:lnTo>
                    <a:pt x="8724" y="724"/>
                  </a:lnTo>
                  <a:lnTo>
                    <a:pt x="8781" y="705"/>
                  </a:lnTo>
                  <a:lnTo>
                    <a:pt x="8801" y="686"/>
                  </a:lnTo>
                  <a:lnTo>
                    <a:pt x="8819" y="686"/>
                  </a:lnTo>
                  <a:lnTo>
                    <a:pt x="8838" y="705"/>
                  </a:lnTo>
                  <a:lnTo>
                    <a:pt x="8819" y="743"/>
                  </a:lnTo>
                  <a:lnTo>
                    <a:pt x="8819" y="762"/>
                  </a:lnTo>
                  <a:lnTo>
                    <a:pt x="8801" y="800"/>
                  </a:lnTo>
                  <a:lnTo>
                    <a:pt x="8819" y="819"/>
                  </a:lnTo>
                  <a:lnTo>
                    <a:pt x="8838" y="819"/>
                  </a:lnTo>
                  <a:lnTo>
                    <a:pt x="8857" y="800"/>
                  </a:lnTo>
                  <a:lnTo>
                    <a:pt x="8877" y="762"/>
                  </a:lnTo>
                  <a:lnTo>
                    <a:pt x="8896" y="743"/>
                  </a:lnTo>
                  <a:lnTo>
                    <a:pt x="8953" y="705"/>
                  </a:lnTo>
                  <a:lnTo>
                    <a:pt x="9010" y="648"/>
                  </a:lnTo>
                  <a:lnTo>
                    <a:pt x="9048" y="629"/>
                  </a:lnTo>
                  <a:lnTo>
                    <a:pt x="9067" y="610"/>
                  </a:lnTo>
                  <a:lnTo>
                    <a:pt x="9086" y="572"/>
                  </a:lnTo>
                  <a:lnTo>
                    <a:pt x="9105" y="552"/>
                  </a:lnTo>
                  <a:lnTo>
                    <a:pt x="9105" y="534"/>
                  </a:lnTo>
                  <a:lnTo>
                    <a:pt x="9105" y="515"/>
                  </a:lnTo>
                  <a:lnTo>
                    <a:pt x="9105" y="457"/>
                  </a:lnTo>
                  <a:lnTo>
                    <a:pt x="9124" y="400"/>
                  </a:lnTo>
                  <a:lnTo>
                    <a:pt x="9124" y="324"/>
                  </a:lnTo>
                  <a:lnTo>
                    <a:pt x="9143" y="286"/>
                  </a:lnTo>
                  <a:lnTo>
                    <a:pt x="9181" y="267"/>
                  </a:lnTo>
                  <a:lnTo>
                    <a:pt x="9219" y="248"/>
                  </a:lnTo>
                  <a:lnTo>
                    <a:pt x="9258" y="248"/>
                  </a:lnTo>
                  <a:lnTo>
                    <a:pt x="9353" y="248"/>
                  </a:lnTo>
                  <a:lnTo>
                    <a:pt x="9372" y="248"/>
                  </a:lnTo>
                  <a:lnTo>
                    <a:pt x="9391" y="248"/>
                  </a:lnTo>
                  <a:lnTo>
                    <a:pt x="9543" y="134"/>
                  </a:lnTo>
                  <a:lnTo>
                    <a:pt x="9581" y="115"/>
                  </a:lnTo>
                  <a:lnTo>
                    <a:pt x="9600" y="115"/>
                  </a:lnTo>
                  <a:lnTo>
                    <a:pt x="9619" y="115"/>
                  </a:lnTo>
                  <a:lnTo>
                    <a:pt x="9639" y="115"/>
                  </a:lnTo>
                  <a:lnTo>
                    <a:pt x="9695" y="95"/>
                  </a:lnTo>
                  <a:lnTo>
                    <a:pt x="9734" y="76"/>
                  </a:lnTo>
                  <a:lnTo>
                    <a:pt x="9734" y="57"/>
                  </a:lnTo>
                  <a:lnTo>
                    <a:pt x="9734" y="39"/>
                  </a:lnTo>
                  <a:lnTo>
                    <a:pt x="9753" y="0"/>
                  </a:lnTo>
                  <a:lnTo>
                    <a:pt x="9753" y="19"/>
                  </a:lnTo>
                  <a:lnTo>
                    <a:pt x="9810" y="57"/>
                  </a:lnTo>
                  <a:lnTo>
                    <a:pt x="9829" y="76"/>
                  </a:lnTo>
                  <a:lnTo>
                    <a:pt x="9848" y="76"/>
                  </a:lnTo>
                  <a:lnTo>
                    <a:pt x="9867" y="76"/>
                  </a:lnTo>
                  <a:lnTo>
                    <a:pt x="9886" y="76"/>
                  </a:lnTo>
                  <a:lnTo>
                    <a:pt x="9905" y="76"/>
                  </a:lnTo>
                  <a:lnTo>
                    <a:pt x="9924" y="57"/>
                  </a:lnTo>
                  <a:lnTo>
                    <a:pt x="9943" y="57"/>
                  </a:lnTo>
                  <a:lnTo>
                    <a:pt x="9981" y="57"/>
                  </a:lnTo>
                  <a:lnTo>
                    <a:pt x="9981" y="76"/>
                  </a:lnTo>
                  <a:lnTo>
                    <a:pt x="9981" y="95"/>
                  </a:lnTo>
                  <a:lnTo>
                    <a:pt x="10000" y="115"/>
                  </a:lnTo>
                  <a:lnTo>
                    <a:pt x="10020" y="134"/>
                  </a:lnTo>
                  <a:lnTo>
                    <a:pt x="10039" y="171"/>
                  </a:lnTo>
                  <a:lnTo>
                    <a:pt x="10057" y="191"/>
                  </a:lnTo>
                  <a:lnTo>
                    <a:pt x="10076" y="191"/>
                  </a:lnTo>
                  <a:lnTo>
                    <a:pt x="10115" y="210"/>
                  </a:lnTo>
                  <a:lnTo>
                    <a:pt x="10134" y="210"/>
                  </a:lnTo>
                  <a:lnTo>
                    <a:pt x="10153" y="210"/>
                  </a:lnTo>
                  <a:lnTo>
                    <a:pt x="10172" y="210"/>
                  </a:lnTo>
                  <a:lnTo>
                    <a:pt x="10191" y="210"/>
                  </a:lnTo>
                  <a:lnTo>
                    <a:pt x="10210" y="210"/>
                  </a:lnTo>
                  <a:lnTo>
                    <a:pt x="10248" y="210"/>
                  </a:lnTo>
                  <a:lnTo>
                    <a:pt x="10286" y="210"/>
                  </a:lnTo>
                  <a:lnTo>
                    <a:pt x="10343" y="248"/>
                  </a:lnTo>
                  <a:lnTo>
                    <a:pt x="10362" y="267"/>
                  </a:lnTo>
                  <a:lnTo>
                    <a:pt x="10381" y="267"/>
                  </a:lnTo>
                  <a:lnTo>
                    <a:pt x="10401" y="286"/>
                  </a:lnTo>
                  <a:lnTo>
                    <a:pt x="10401" y="305"/>
                  </a:lnTo>
                  <a:lnTo>
                    <a:pt x="10401" y="324"/>
                  </a:lnTo>
                  <a:lnTo>
                    <a:pt x="10381" y="362"/>
                  </a:lnTo>
                  <a:lnTo>
                    <a:pt x="10362" y="362"/>
                  </a:lnTo>
                  <a:lnTo>
                    <a:pt x="10362" y="381"/>
                  </a:lnTo>
                  <a:lnTo>
                    <a:pt x="10362" y="400"/>
                  </a:lnTo>
                  <a:lnTo>
                    <a:pt x="10381" y="438"/>
                  </a:lnTo>
                  <a:lnTo>
                    <a:pt x="10381" y="476"/>
                  </a:lnTo>
                  <a:lnTo>
                    <a:pt x="10381" y="496"/>
                  </a:lnTo>
                  <a:lnTo>
                    <a:pt x="10343" y="496"/>
                  </a:lnTo>
                  <a:lnTo>
                    <a:pt x="10343" y="515"/>
                  </a:lnTo>
                  <a:lnTo>
                    <a:pt x="10343" y="552"/>
                  </a:lnTo>
                  <a:lnTo>
                    <a:pt x="10324" y="552"/>
                  </a:lnTo>
                  <a:lnTo>
                    <a:pt x="10305" y="572"/>
                  </a:lnTo>
                  <a:lnTo>
                    <a:pt x="10305" y="591"/>
                  </a:lnTo>
                  <a:lnTo>
                    <a:pt x="10343" y="648"/>
                  </a:lnTo>
                  <a:lnTo>
                    <a:pt x="10362" y="667"/>
                  </a:lnTo>
                  <a:lnTo>
                    <a:pt x="10381" y="705"/>
                  </a:lnTo>
                  <a:lnTo>
                    <a:pt x="10401" y="724"/>
                  </a:lnTo>
                  <a:lnTo>
                    <a:pt x="10419" y="724"/>
                  </a:lnTo>
                  <a:lnTo>
                    <a:pt x="10419" y="743"/>
                  </a:lnTo>
                  <a:lnTo>
                    <a:pt x="10438" y="743"/>
                  </a:lnTo>
                  <a:lnTo>
                    <a:pt x="10457" y="781"/>
                  </a:lnTo>
                  <a:lnTo>
                    <a:pt x="10477" y="781"/>
                  </a:lnTo>
                  <a:lnTo>
                    <a:pt x="10477" y="800"/>
                  </a:lnTo>
                  <a:lnTo>
                    <a:pt x="10477" y="819"/>
                  </a:lnTo>
                  <a:lnTo>
                    <a:pt x="10533" y="991"/>
                  </a:lnTo>
                  <a:lnTo>
                    <a:pt x="10533" y="1010"/>
                  </a:lnTo>
                  <a:lnTo>
                    <a:pt x="10533" y="1029"/>
                  </a:lnTo>
                  <a:lnTo>
                    <a:pt x="10553" y="1086"/>
                  </a:lnTo>
                  <a:lnTo>
                    <a:pt x="10572" y="1105"/>
                  </a:lnTo>
                  <a:lnTo>
                    <a:pt x="10572" y="1200"/>
                  </a:lnTo>
                  <a:lnTo>
                    <a:pt x="10572" y="1219"/>
                  </a:lnTo>
                  <a:lnTo>
                    <a:pt x="10629" y="1295"/>
                  </a:lnTo>
                  <a:lnTo>
                    <a:pt x="10629" y="1334"/>
                  </a:lnTo>
                  <a:lnTo>
                    <a:pt x="10629" y="1353"/>
                  </a:lnTo>
                  <a:lnTo>
                    <a:pt x="10610" y="1372"/>
                  </a:lnTo>
                  <a:lnTo>
                    <a:pt x="10591" y="1372"/>
                  </a:lnTo>
                  <a:lnTo>
                    <a:pt x="10572" y="1391"/>
                  </a:lnTo>
                  <a:lnTo>
                    <a:pt x="10553" y="1410"/>
                  </a:lnTo>
                  <a:lnTo>
                    <a:pt x="10533" y="1429"/>
                  </a:lnTo>
                  <a:lnTo>
                    <a:pt x="10533" y="1448"/>
                  </a:lnTo>
                  <a:lnTo>
                    <a:pt x="10553" y="1467"/>
                  </a:lnTo>
                  <a:lnTo>
                    <a:pt x="10591" y="1581"/>
                  </a:lnTo>
                  <a:lnTo>
                    <a:pt x="10591" y="1619"/>
                  </a:lnTo>
                  <a:lnTo>
                    <a:pt x="10591" y="1639"/>
                  </a:lnTo>
                  <a:lnTo>
                    <a:pt x="10591" y="1657"/>
                  </a:lnTo>
                  <a:lnTo>
                    <a:pt x="10572" y="1676"/>
                  </a:lnTo>
                  <a:lnTo>
                    <a:pt x="10553" y="1695"/>
                  </a:lnTo>
                  <a:lnTo>
                    <a:pt x="10553" y="1715"/>
                  </a:lnTo>
                  <a:lnTo>
                    <a:pt x="10553" y="1771"/>
                  </a:lnTo>
                  <a:lnTo>
                    <a:pt x="10553" y="1791"/>
                  </a:lnTo>
                  <a:lnTo>
                    <a:pt x="10553" y="1810"/>
                  </a:lnTo>
                  <a:lnTo>
                    <a:pt x="10515" y="1848"/>
                  </a:lnTo>
                  <a:lnTo>
                    <a:pt x="10515" y="1867"/>
                  </a:lnTo>
                  <a:lnTo>
                    <a:pt x="10515" y="1924"/>
                  </a:lnTo>
                  <a:lnTo>
                    <a:pt x="10515" y="1943"/>
                  </a:lnTo>
                  <a:lnTo>
                    <a:pt x="10533" y="1962"/>
                  </a:lnTo>
                  <a:lnTo>
                    <a:pt x="10553" y="1981"/>
                  </a:lnTo>
                  <a:lnTo>
                    <a:pt x="10553" y="2000"/>
                  </a:lnTo>
                  <a:lnTo>
                    <a:pt x="10533" y="2057"/>
                  </a:lnTo>
                  <a:lnTo>
                    <a:pt x="10533" y="2076"/>
                  </a:lnTo>
                  <a:lnTo>
                    <a:pt x="10515" y="2076"/>
                  </a:lnTo>
                  <a:lnTo>
                    <a:pt x="10496" y="2096"/>
                  </a:lnTo>
                  <a:lnTo>
                    <a:pt x="10496" y="2115"/>
                  </a:lnTo>
                  <a:lnTo>
                    <a:pt x="10515" y="2134"/>
                  </a:lnTo>
                  <a:lnTo>
                    <a:pt x="10533" y="2152"/>
                  </a:lnTo>
                  <a:lnTo>
                    <a:pt x="10553" y="2172"/>
                  </a:lnTo>
                  <a:lnTo>
                    <a:pt x="10572" y="2191"/>
                  </a:lnTo>
                  <a:lnTo>
                    <a:pt x="10572" y="2210"/>
                  </a:lnTo>
                  <a:lnTo>
                    <a:pt x="10591" y="2267"/>
                  </a:lnTo>
                  <a:lnTo>
                    <a:pt x="10591" y="2286"/>
                  </a:lnTo>
                  <a:lnTo>
                    <a:pt x="10610" y="2305"/>
                  </a:lnTo>
                  <a:lnTo>
                    <a:pt x="10629" y="2324"/>
                  </a:lnTo>
                  <a:lnTo>
                    <a:pt x="10648" y="2324"/>
                  </a:lnTo>
                  <a:lnTo>
                    <a:pt x="10667" y="2343"/>
                  </a:lnTo>
                  <a:lnTo>
                    <a:pt x="10686" y="2381"/>
                  </a:lnTo>
                  <a:lnTo>
                    <a:pt x="10705" y="2401"/>
                  </a:lnTo>
                  <a:lnTo>
                    <a:pt x="10705" y="2419"/>
                  </a:lnTo>
                  <a:lnTo>
                    <a:pt x="10705" y="2438"/>
                  </a:lnTo>
                  <a:lnTo>
                    <a:pt x="10705" y="2457"/>
                  </a:lnTo>
                  <a:lnTo>
                    <a:pt x="10705" y="2515"/>
                  </a:lnTo>
                  <a:lnTo>
                    <a:pt x="10705" y="2533"/>
                  </a:lnTo>
                  <a:lnTo>
                    <a:pt x="10705" y="2553"/>
                  </a:lnTo>
                  <a:lnTo>
                    <a:pt x="10743" y="2553"/>
                  </a:lnTo>
                  <a:lnTo>
                    <a:pt x="10743" y="2572"/>
                  </a:lnTo>
                  <a:lnTo>
                    <a:pt x="10743" y="2591"/>
                  </a:lnTo>
                  <a:lnTo>
                    <a:pt x="10762" y="2667"/>
                  </a:lnTo>
                  <a:lnTo>
                    <a:pt x="10762" y="2686"/>
                  </a:lnTo>
                  <a:lnTo>
                    <a:pt x="10743" y="2724"/>
                  </a:lnTo>
                  <a:lnTo>
                    <a:pt x="10724" y="2724"/>
                  </a:lnTo>
                  <a:lnTo>
                    <a:pt x="10705" y="2743"/>
                  </a:lnTo>
                  <a:lnTo>
                    <a:pt x="10705" y="2762"/>
                  </a:lnTo>
                  <a:lnTo>
                    <a:pt x="10686" y="2762"/>
                  </a:lnTo>
                  <a:lnTo>
                    <a:pt x="10667" y="2762"/>
                  </a:lnTo>
                  <a:lnTo>
                    <a:pt x="10648" y="2762"/>
                  </a:lnTo>
                  <a:lnTo>
                    <a:pt x="10610" y="2743"/>
                  </a:lnTo>
                  <a:lnTo>
                    <a:pt x="10591" y="2743"/>
                  </a:lnTo>
                  <a:lnTo>
                    <a:pt x="10572" y="2743"/>
                  </a:lnTo>
                  <a:lnTo>
                    <a:pt x="10572" y="2762"/>
                  </a:lnTo>
                  <a:lnTo>
                    <a:pt x="10572" y="2781"/>
                  </a:lnTo>
                  <a:lnTo>
                    <a:pt x="10572" y="2800"/>
                  </a:lnTo>
                  <a:lnTo>
                    <a:pt x="10572" y="2819"/>
                  </a:lnTo>
                  <a:lnTo>
                    <a:pt x="10572" y="2838"/>
                  </a:lnTo>
                  <a:lnTo>
                    <a:pt x="10591" y="2838"/>
                  </a:lnTo>
                  <a:lnTo>
                    <a:pt x="10648" y="2858"/>
                  </a:lnTo>
                  <a:lnTo>
                    <a:pt x="10648" y="2877"/>
                  </a:lnTo>
                  <a:lnTo>
                    <a:pt x="10667" y="2877"/>
                  </a:lnTo>
                  <a:lnTo>
                    <a:pt x="10686" y="2914"/>
                  </a:lnTo>
                  <a:lnTo>
                    <a:pt x="10743" y="2972"/>
                  </a:lnTo>
                  <a:lnTo>
                    <a:pt x="10762" y="2991"/>
                  </a:lnTo>
                  <a:lnTo>
                    <a:pt x="10782" y="2991"/>
                  </a:lnTo>
                  <a:lnTo>
                    <a:pt x="10800" y="2991"/>
                  </a:lnTo>
                  <a:lnTo>
                    <a:pt x="10800" y="3010"/>
                  </a:lnTo>
                  <a:lnTo>
                    <a:pt x="10819" y="3010"/>
                  </a:lnTo>
                  <a:lnTo>
                    <a:pt x="10858" y="3067"/>
                  </a:lnTo>
                  <a:lnTo>
                    <a:pt x="10858" y="3086"/>
                  </a:lnTo>
                  <a:lnTo>
                    <a:pt x="10877" y="3086"/>
                  </a:lnTo>
                  <a:lnTo>
                    <a:pt x="10896" y="3086"/>
                  </a:lnTo>
                  <a:lnTo>
                    <a:pt x="10914" y="3086"/>
                  </a:lnTo>
                  <a:lnTo>
                    <a:pt x="10972" y="3143"/>
                  </a:lnTo>
                  <a:lnTo>
                    <a:pt x="11010" y="3162"/>
                  </a:lnTo>
                  <a:lnTo>
                    <a:pt x="11029" y="3162"/>
                  </a:lnTo>
                  <a:lnTo>
                    <a:pt x="11029" y="3181"/>
                  </a:lnTo>
                  <a:lnTo>
                    <a:pt x="11048" y="3200"/>
                  </a:lnTo>
                  <a:lnTo>
                    <a:pt x="11048" y="3219"/>
                  </a:lnTo>
                  <a:lnTo>
                    <a:pt x="11067" y="3239"/>
                  </a:lnTo>
                  <a:lnTo>
                    <a:pt x="11086" y="3239"/>
                  </a:lnTo>
                  <a:lnTo>
                    <a:pt x="11105" y="3258"/>
                  </a:lnTo>
                  <a:lnTo>
                    <a:pt x="11163" y="3372"/>
                  </a:lnTo>
                  <a:lnTo>
                    <a:pt x="11163" y="3391"/>
                  </a:lnTo>
                  <a:lnTo>
                    <a:pt x="11181" y="3391"/>
                  </a:lnTo>
                  <a:lnTo>
                    <a:pt x="11200" y="3391"/>
                  </a:lnTo>
                  <a:lnTo>
                    <a:pt x="11219" y="3391"/>
                  </a:lnTo>
                  <a:lnTo>
                    <a:pt x="11258" y="3372"/>
                  </a:lnTo>
                  <a:lnTo>
                    <a:pt x="11277" y="3372"/>
                  </a:lnTo>
                  <a:lnTo>
                    <a:pt x="11295" y="3372"/>
                  </a:lnTo>
                  <a:lnTo>
                    <a:pt x="11295" y="3391"/>
                  </a:lnTo>
                  <a:lnTo>
                    <a:pt x="11315" y="3391"/>
                  </a:lnTo>
                  <a:lnTo>
                    <a:pt x="11315" y="3410"/>
                  </a:lnTo>
                  <a:lnTo>
                    <a:pt x="11353" y="3410"/>
                  </a:lnTo>
                  <a:lnTo>
                    <a:pt x="11391" y="3410"/>
                  </a:lnTo>
                  <a:lnTo>
                    <a:pt x="11410" y="3410"/>
                  </a:lnTo>
                  <a:lnTo>
                    <a:pt x="11429" y="3429"/>
                  </a:lnTo>
                  <a:lnTo>
                    <a:pt x="11429" y="3410"/>
                  </a:lnTo>
                  <a:lnTo>
                    <a:pt x="11410" y="3315"/>
                  </a:lnTo>
                  <a:lnTo>
                    <a:pt x="11410" y="3295"/>
                  </a:lnTo>
                  <a:lnTo>
                    <a:pt x="11429" y="3219"/>
                  </a:lnTo>
                  <a:lnTo>
                    <a:pt x="11448" y="3162"/>
                  </a:lnTo>
                  <a:lnTo>
                    <a:pt x="11448" y="3124"/>
                  </a:lnTo>
                  <a:lnTo>
                    <a:pt x="11448" y="3105"/>
                  </a:lnTo>
                  <a:lnTo>
                    <a:pt x="11448" y="3086"/>
                  </a:lnTo>
                  <a:lnTo>
                    <a:pt x="11467" y="3067"/>
                  </a:lnTo>
                  <a:lnTo>
                    <a:pt x="11467" y="3048"/>
                  </a:lnTo>
                  <a:lnTo>
                    <a:pt x="11448" y="2972"/>
                  </a:lnTo>
                  <a:lnTo>
                    <a:pt x="11429" y="2953"/>
                  </a:lnTo>
                  <a:lnTo>
                    <a:pt x="11448" y="2953"/>
                  </a:lnTo>
                  <a:lnTo>
                    <a:pt x="11448" y="2934"/>
                  </a:lnTo>
                  <a:lnTo>
                    <a:pt x="11467" y="2877"/>
                  </a:lnTo>
                  <a:lnTo>
                    <a:pt x="11467" y="2819"/>
                  </a:lnTo>
                  <a:lnTo>
                    <a:pt x="11486" y="2781"/>
                  </a:lnTo>
                  <a:lnTo>
                    <a:pt x="11486" y="2762"/>
                  </a:lnTo>
                  <a:lnTo>
                    <a:pt x="11505" y="2762"/>
                  </a:lnTo>
                  <a:lnTo>
                    <a:pt x="11524" y="2743"/>
                  </a:lnTo>
                  <a:lnTo>
                    <a:pt x="11524" y="2724"/>
                  </a:lnTo>
                  <a:lnTo>
                    <a:pt x="11543" y="2705"/>
                  </a:lnTo>
                  <a:lnTo>
                    <a:pt x="11562" y="2686"/>
                  </a:lnTo>
                  <a:lnTo>
                    <a:pt x="11620" y="2648"/>
                  </a:lnTo>
                  <a:lnTo>
                    <a:pt x="11639" y="2648"/>
                  </a:lnTo>
                  <a:lnTo>
                    <a:pt x="11657" y="2648"/>
                  </a:lnTo>
                  <a:lnTo>
                    <a:pt x="11734" y="2610"/>
                  </a:lnTo>
                  <a:lnTo>
                    <a:pt x="11753" y="2610"/>
                  </a:lnTo>
                  <a:lnTo>
                    <a:pt x="11772" y="2591"/>
                  </a:lnTo>
                  <a:lnTo>
                    <a:pt x="11772" y="2572"/>
                  </a:lnTo>
                  <a:lnTo>
                    <a:pt x="11772" y="2553"/>
                  </a:lnTo>
                  <a:lnTo>
                    <a:pt x="11791" y="2553"/>
                  </a:lnTo>
                  <a:lnTo>
                    <a:pt x="11810" y="2553"/>
                  </a:lnTo>
                  <a:lnTo>
                    <a:pt x="11829" y="2553"/>
                  </a:lnTo>
                  <a:lnTo>
                    <a:pt x="11848" y="2553"/>
                  </a:lnTo>
                  <a:lnTo>
                    <a:pt x="11867" y="2553"/>
                  </a:lnTo>
                  <a:lnTo>
                    <a:pt x="11886" y="2553"/>
                  </a:lnTo>
                  <a:lnTo>
                    <a:pt x="11886" y="2572"/>
                  </a:lnTo>
                  <a:lnTo>
                    <a:pt x="11905" y="2572"/>
                  </a:lnTo>
                  <a:lnTo>
                    <a:pt x="11924" y="2591"/>
                  </a:lnTo>
                  <a:lnTo>
                    <a:pt x="11981" y="2610"/>
                  </a:lnTo>
                  <a:lnTo>
                    <a:pt x="12020" y="2610"/>
                  </a:lnTo>
                  <a:lnTo>
                    <a:pt x="12038" y="2610"/>
                  </a:lnTo>
                  <a:lnTo>
                    <a:pt x="12057" y="2629"/>
                  </a:lnTo>
                  <a:lnTo>
                    <a:pt x="12057" y="2648"/>
                  </a:lnTo>
                  <a:lnTo>
                    <a:pt x="12057" y="2667"/>
                  </a:lnTo>
                  <a:lnTo>
                    <a:pt x="12077" y="2667"/>
                  </a:lnTo>
                  <a:lnTo>
                    <a:pt x="12096" y="2686"/>
                  </a:lnTo>
                  <a:lnTo>
                    <a:pt x="12115" y="2686"/>
                  </a:lnTo>
                  <a:lnTo>
                    <a:pt x="12134" y="2724"/>
                  </a:lnTo>
                  <a:lnTo>
                    <a:pt x="12153" y="2743"/>
                  </a:lnTo>
                  <a:lnTo>
                    <a:pt x="12172" y="2743"/>
                  </a:lnTo>
                  <a:lnTo>
                    <a:pt x="12191" y="2800"/>
                  </a:lnTo>
                  <a:lnTo>
                    <a:pt x="12191" y="2819"/>
                  </a:lnTo>
                  <a:lnTo>
                    <a:pt x="12210" y="2838"/>
                  </a:lnTo>
                  <a:lnTo>
                    <a:pt x="12210" y="2858"/>
                  </a:lnTo>
                  <a:lnTo>
                    <a:pt x="12210" y="2877"/>
                  </a:lnTo>
                  <a:lnTo>
                    <a:pt x="12210" y="2895"/>
                  </a:lnTo>
                  <a:lnTo>
                    <a:pt x="12229" y="2895"/>
                  </a:lnTo>
                  <a:lnTo>
                    <a:pt x="12286" y="2895"/>
                  </a:lnTo>
                  <a:lnTo>
                    <a:pt x="12305" y="2895"/>
                  </a:lnTo>
                  <a:lnTo>
                    <a:pt x="12324" y="2895"/>
                  </a:lnTo>
                  <a:lnTo>
                    <a:pt x="12343" y="2895"/>
                  </a:lnTo>
                  <a:lnTo>
                    <a:pt x="12343" y="2877"/>
                  </a:lnTo>
                  <a:lnTo>
                    <a:pt x="12362" y="2877"/>
                  </a:lnTo>
                  <a:lnTo>
                    <a:pt x="12382" y="2877"/>
                  </a:lnTo>
                  <a:lnTo>
                    <a:pt x="12401" y="2877"/>
                  </a:lnTo>
                  <a:lnTo>
                    <a:pt x="12419" y="2877"/>
                  </a:lnTo>
                  <a:lnTo>
                    <a:pt x="12438" y="2877"/>
                  </a:lnTo>
                  <a:lnTo>
                    <a:pt x="12438" y="2858"/>
                  </a:lnTo>
                  <a:lnTo>
                    <a:pt x="12458" y="2838"/>
                  </a:lnTo>
                  <a:lnTo>
                    <a:pt x="12458" y="2819"/>
                  </a:lnTo>
                  <a:lnTo>
                    <a:pt x="12458" y="2800"/>
                  </a:lnTo>
                  <a:lnTo>
                    <a:pt x="12477" y="2800"/>
                  </a:lnTo>
                  <a:lnTo>
                    <a:pt x="12477" y="2781"/>
                  </a:lnTo>
                  <a:lnTo>
                    <a:pt x="12534" y="2781"/>
                  </a:lnTo>
                  <a:lnTo>
                    <a:pt x="12572" y="2762"/>
                  </a:lnTo>
                  <a:lnTo>
                    <a:pt x="12591" y="2762"/>
                  </a:lnTo>
                  <a:lnTo>
                    <a:pt x="12610" y="2743"/>
                  </a:lnTo>
                  <a:lnTo>
                    <a:pt x="12629" y="2743"/>
                  </a:lnTo>
                  <a:lnTo>
                    <a:pt x="12629" y="2724"/>
                  </a:lnTo>
                  <a:lnTo>
                    <a:pt x="12629" y="2705"/>
                  </a:lnTo>
                  <a:lnTo>
                    <a:pt x="12629" y="2686"/>
                  </a:lnTo>
                  <a:lnTo>
                    <a:pt x="12572" y="2610"/>
                  </a:lnTo>
                  <a:lnTo>
                    <a:pt x="12553" y="2610"/>
                  </a:lnTo>
                  <a:lnTo>
                    <a:pt x="12553" y="2591"/>
                  </a:lnTo>
                  <a:lnTo>
                    <a:pt x="12553" y="2572"/>
                  </a:lnTo>
                  <a:lnTo>
                    <a:pt x="12553" y="2533"/>
                  </a:lnTo>
                  <a:lnTo>
                    <a:pt x="12553" y="2515"/>
                  </a:lnTo>
                  <a:lnTo>
                    <a:pt x="12572" y="2515"/>
                  </a:lnTo>
                  <a:lnTo>
                    <a:pt x="12572" y="2496"/>
                  </a:lnTo>
                  <a:lnTo>
                    <a:pt x="12572" y="2477"/>
                  </a:lnTo>
                  <a:lnTo>
                    <a:pt x="12591" y="2457"/>
                  </a:lnTo>
                  <a:lnTo>
                    <a:pt x="12610" y="2419"/>
                  </a:lnTo>
                  <a:lnTo>
                    <a:pt x="12629" y="2381"/>
                  </a:lnTo>
                  <a:lnTo>
                    <a:pt x="12629" y="2362"/>
                  </a:lnTo>
                  <a:lnTo>
                    <a:pt x="12629" y="2324"/>
                  </a:lnTo>
                  <a:lnTo>
                    <a:pt x="12629" y="2305"/>
                  </a:lnTo>
                  <a:lnTo>
                    <a:pt x="12648" y="2286"/>
                  </a:lnTo>
                  <a:lnTo>
                    <a:pt x="12686" y="2229"/>
                  </a:lnTo>
                  <a:lnTo>
                    <a:pt x="12686" y="2210"/>
                  </a:lnTo>
                  <a:lnTo>
                    <a:pt x="12686" y="2191"/>
                  </a:lnTo>
                  <a:lnTo>
                    <a:pt x="12705" y="2172"/>
                  </a:lnTo>
                  <a:lnTo>
                    <a:pt x="12705" y="2152"/>
                  </a:lnTo>
                  <a:lnTo>
                    <a:pt x="12705" y="2134"/>
                  </a:lnTo>
                  <a:lnTo>
                    <a:pt x="12724" y="2134"/>
                  </a:lnTo>
                  <a:lnTo>
                    <a:pt x="12763" y="2096"/>
                  </a:lnTo>
                  <a:lnTo>
                    <a:pt x="12781" y="2038"/>
                  </a:lnTo>
                  <a:lnTo>
                    <a:pt x="12800" y="2020"/>
                  </a:lnTo>
                  <a:lnTo>
                    <a:pt x="12781" y="2000"/>
                  </a:lnTo>
                  <a:lnTo>
                    <a:pt x="12800" y="1981"/>
                  </a:lnTo>
                  <a:lnTo>
                    <a:pt x="12800" y="1962"/>
                  </a:lnTo>
                  <a:lnTo>
                    <a:pt x="12819" y="1962"/>
                  </a:lnTo>
                  <a:lnTo>
                    <a:pt x="12839" y="1943"/>
                  </a:lnTo>
                  <a:lnTo>
                    <a:pt x="12858" y="1943"/>
                  </a:lnTo>
                  <a:lnTo>
                    <a:pt x="12858" y="1924"/>
                  </a:lnTo>
                  <a:lnTo>
                    <a:pt x="12877" y="1905"/>
                  </a:lnTo>
                  <a:lnTo>
                    <a:pt x="12895" y="1886"/>
                  </a:lnTo>
                  <a:lnTo>
                    <a:pt x="13124" y="1886"/>
                  </a:lnTo>
                  <a:lnTo>
                    <a:pt x="13982" y="1886"/>
                  </a:lnTo>
                  <a:lnTo>
                    <a:pt x="14001" y="2172"/>
                  </a:lnTo>
                  <a:lnTo>
                    <a:pt x="14001" y="2191"/>
                  </a:lnTo>
                  <a:lnTo>
                    <a:pt x="13982" y="2210"/>
                  </a:lnTo>
                  <a:lnTo>
                    <a:pt x="13982" y="2267"/>
                  </a:lnTo>
                  <a:lnTo>
                    <a:pt x="13982" y="2362"/>
                  </a:lnTo>
                  <a:lnTo>
                    <a:pt x="13982" y="2401"/>
                  </a:lnTo>
                  <a:lnTo>
                    <a:pt x="13982" y="2419"/>
                  </a:lnTo>
                  <a:lnTo>
                    <a:pt x="14001" y="2438"/>
                  </a:lnTo>
                  <a:lnTo>
                    <a:pt x="14001" y="2457"/>
                  </a:lnTo>
                  <a:lnTo>
                    <a:pt x="14019" y="2457"/>
                  </a:lnTo>
                  <a:lnTo>
                    <a:pt x="14077" y="2477"/>
                  </a:lnTo>
                  <a:lnTo>
                    <a:pt x="14077" y="2496"/>
                  </a:lnTo>
                  <a:lnTo>
                    <a:pt x="14096" y="2496"/>
                  </a:lnTo>
                  <a:lnTo>
                    <a:pt x="14115" y="2515"/>
                  </a:lnTo>
                  <a:lnTo>
                    <a:pt x="14115" y="2533"/>
                  </a:lnTo>
                  <a:lnTo>
                    <a:pt x="14096" y="2533"/>
                  </a:lnTo>
                  <a:lnTo>
                    <a:pt x="14096" y="2553"/>
                  </a:lnTo>
                  <a:lnTo>
                    <a:pt x="14096" y="2572"/>
                  </a:lnTo>
                  <a:lnTo>
                    <a:pt x="14096" y="2610"/>
                  </a:lnTo>
                  <a:lnTo>
                    <a:pt x="14096" y="2648"/>
                  </a:lnTo>
                  <a:lnTo>
                    <a:pt x="14096" y="2686"/>
                  </a:lnTo>
                  <a:lnTo>
                    <a:pt x="14096" y="2705"/>
                  </a:lnTo>
                  <a:lnTo>
                    <a:pt x="14134" y="2743"/>
                  </a:lnTo>
                  <a:lnTo>
                    <a:pt x="14210" y="2819"/>
                  </a:lnTo>
                  <a:lnTo>
                    <a:pt x="14229" y="2819"/>
                  </a:lnTo>
                  <a:lnTo>
                    <a:pt x="14248" y="2819"/>
                  </a:lnTo>
                  <a:lnTo>
                    <a:pt x="14267" y="2819"/>
                  </a:lnTo>
                  <a:lnTo>
                    <a:pt x="14324" y="2858"/>
                  </a:lnTo>
                  <a:lnTo>
                    <a:pt x="14343" y="2877"/>
                  </a:lnTo>
                  <a:lnTo>
                    <a:pt x="14363" y="2877"/>
                  </a:lnTo>
                  <a:lnTo>
                    <a:pt x="14363" y="2895"/>
                  </a:lnTo>
                  <a:lnTo>
                    <a:pt x="14382" y="2895"/>
                  </a:lnTo>
                  <a:lnTo>
                    <a:pt x="14382" y="2934"/>
                  </a:lnTo>
                  <a:lnTo>
                    <a:pt x="14382" y="2953"/>
                  </a:lnTo>
                  <a:lnTo>
                    <a:pt x="14400" y="2972"/>
                  </a:lnTo>
                  <a:lnTo>
                    <a:pt x="14400" y="2991"/>
                  </a:lnTo>
                  <a:lnTo>
                    <a:pt x="14400" y="3029"/>
                  </a:lnTo>
                  <a:lnTo>
                    <a:pt x="14400" y="3048"/>
                  </a:lnTo>
                  <a:lnTo>
                    <a:pt x="14419" y="3067"/>
                  </a:lnTo>
                  <a:lnTo>
                    <a:pt x="14419" y="3086"/>
                  </a:lnTo>
                  <a:lnTo>
                    <a:pt x="14496" y="3143"/>
                  </a:lnTo>
                  <a:lnTo>
                    <a:pt x="14515" y="3143"/>
                  </a:lnTo>
                  <a:lnTo>
                    <a:pt x="14515" y="3162"/>
                  </a:lnTo>
                  <a:lnTo>
                    <a:pt x="14534" y="3143"/>
                  </a:lnTo>
                  <a:lnTo>
                    <a:pt x="14553" y="3162"/>
                  </a:lnTo>
                  <a:lnTo>
                    <a:pt x="14572" y="3162"/>
                  </a:lnTo>
                  <a:lnTo>
                    <a:pt x="14610" y="3219"/>
                  </a:lnTo>
                  <a:lnTo>
                    <a:pt x="14610" y="3239"/>
                  </a:lnTo>
                  <a:lnTo>
                    <a:pt x="14629" y="3239"/>
                  </a:lnTo>
                  <a:lnTo>
                    <a:pt x="14629" y="3258"/>
                  </a:lnTo>
                  <a:lnTo>
                    <a:pt x="14648" y="3258"/>
                  </a:lnTo>
                  <a:lnTo>
                    <a:pt x="14667" y="3258"/>
                  </a:lnTo>
                  <a:lnTo>
                    <a:pt x="14686" y="3276"/>
                  </a:lnTo>
                  <a:lnTo>
                    <a:pt x="14686" y="3295"/>
                  </a:lnTo>
                  <a:lnTo>
                    <a:pt x="14705" y="3295"/>
                  </a:lnTo>
                  <a:lnTo>
                    <a:pt x="14705" y="3315"/>
                  </a:lnTo>
                  <a:lnTo>
                    <a:pt x="14781" y="3353"/>
                  </a:lnTo>
                  <a:lnTo>
                    <a:pt x="14800" y="3353"/>
                  </a:lnTo>
                  <a:lnTo>
                    <a:pt x="14820" y="3372"/>
                  </a:lnTo>
                  <a:lnTo>
                    <a:pt x="14839" y="3372"/>
                  </a:lnTo>
                  <a:lnTo>
                    <a:pt x="14858" y="3410"/>
                  </a:lnTo>
                  <a:lnTo>
                    <a:pt x="14876" y="3410"/>
                  </a:lnTo>
                  <a:lnTo>
                    <a:pt x="14876" y="3429"/>
                  </a:lnTo>
                  <a:lnTo>
                    <a:pt x="14953" y="3448"/>
                  </a:lnTo>
                  <a:lnTo>
                    <a:pt x="14972" y="3448"/>
                  </a:lnTo>
                  <a:lnTo>
                    <a:pt x="14972" y="3467"/>
                  </a:lnTo>
                  <a:lnTo>
                    <a:pt x="15010" y="3505"/>
                  </a:lnTo>
                  <a:lnTo>
                    <a:pt x="15029" y="3524"/>
                  </a:lnTo>
                  <a:lnTo>
                    <a:pt x="15048" y="3524"/>
                  </a:lnTo>
                  <a:lnTo>
                    <a:pt x="15067" y="3524"/>
                  </a:lnTo>
                  <a:lnTo>
                    <a:pt x="15067" y="3543"/>
                  </a:lnTo>
                  <a:lnTo>
                    <a:pt x="15086" y="3543"/>
                  </a:lnTo>
                  <a:lnTo>
                    <a:pt x="15086" y="3562"/>
                  </a:lnTo>
                  <a:lnTo>
                    <a:pt x="15105" y="3581"/>
                  </a:lnTo>
                  <a:lnTo>
                    <a:pt x="15201" y="3620"/>
                  </a:lnTo>
                  <a:lnTo>
                    <a:pt x="15220" y="3620"/>
                  </a:lnTo>
                  <a:lnTo>
                    <a:pt x="15239" y="3638"/>
                  </a:lnTo>
                  <a:lnTo>
                    <a:pt x="15277" y="3657"/>
                  </a:lnTo>
                  <a:lnTo>
                    <a:pt x="15296" y="3676"/>
                  </a:lnTo>
                  <a:lnTo>
                    <a:pt x="15353" y="3696"/>
                  </a:lnTo>
                  <a:lnTo>
                    <a:pt x="15372" y="3696"/>
                  </a:lnTo>
                  <a:lnTo>
                    <a:pt x="15391" y="3715"/>
                  </a:lnTo>
                  <a:lnTo>
                    <a:pt x="15410" y="3715"/>
                  </a:lnTo>
                  <a:lnTo>
                    <a:pt x="15429" y="3715"/>
                  </a:lnTo>
                  <a:lnTo>
                    <a:pt x="15448" y="3715"/>
                  </a:lnTo>
                  <a:lnTo>
                    <a:pt x="15467" y="3696"/>
                  </a:lnTo>
                  <a:lnTo>
                    <a:pt x="15486" y="3696"/>
                  </a:lnTo>
                  <a:lnTo>
                    <a:pt x="15486" y="3715"/>
                  </a:lnTo>
                  <a:lnTo>
                    <a:pt x="15486" y="3734"/>
                  </a:lnTo>
                  <a:lnTo>
                    <a:pt x="15506" y="3752"/>
                  </a:lnTo>
                  <a:lnTo>
                    <a:pt x="15543" y="3752"/>
                  </a:lnTo>
                  <a:lnTo>
                    <a:pt x="15562" y="3752"/>
                  </a:lnTo>
                  <a:lnTo>
                    <a:pt x="15601" y="3772"/>
                  </a:lnTo>
                  <a:lnTo>
                    <a:pt x="15638" y="3791"/>
                  </a:lnTo>
                  <a:lnTo>
                    <a:pt x="15658" y="3829"/>
                  </a:lnTo>
                  <a:lnTo>
                    <a:pt x="15677" y="3867"/>
                  </a:lnTo>
                  <a:lnTo>
                    <a:pt x="15715" y="3905"/>
                  </a:lnTo>
                  <a:lnTo>
                    <a:pt x="15734" y="3924"/>
                  </a:lnTo>
                  <a:lnTo>
                    <a:pt x="15753" y="3924"/>
                  </a:lnTo>
                  <a:lnTo>
                    <a:pt x="15791" y="3943"/>
                  </a:lnTo>
                  <a:lnTo>
                    <a:pt x="15810" y="3943"/>
                  </a:lnTo>
                  <a:lnTo>
                    <a:pt x="15867" y="3981"/>
                  </a:lnTo>
                  <a:lnTo>
                    <a:pt x="15867" y="4001"/>
                  </a:lnTo>
                  <a:lnTo>
                    <a:pt x="15887" y="4001"/>
                  </a:lnTo>
                  <a:lnTo>
                    <a:pt x="15905" y="4001"/>
                  </a:lnTo>
                  <a:lnTo>
                    <a:pt x="15924" y="4001"/>
                  </a:lnTo>
                  <a:lnTo>
                    <a:pt x="15943" y="4001"/>
                  </a:lnTo>
                  <a:lnTo>
                    <a:pt x="15963" y="4001"/>
                  </a:lnTo>
                  <a:lnTo>
                    <a:pt x="15963" y="4019"/>
                  </a:lnTo>
                  <a:lnTo>
                    <a:pt x="15963" y="4038"/>
                  </a:lnTo>
                  <a:lnTo>
                    <a:pt x="15943" y="4096"/>
                  </a:lnTo>
                  <a:lnTo>
                    <a:pt x="15943" y="4115"/>
                  </a:lnTo>
                  <a:lnTo>
                    <a:pt x="15963" y="4133"/>
                  </a:lnTo>
                  <a:lnTo>
                    <a:pt x="15982" y="4133"/>
                  </a:lnTo>
                  <a:lnTo>
                    <a:pt x="15982" y="4153"/>
                  </a:lnTo>
                  <a:lnTo>
                    <a:pt x="16000" y="4153"/>
                  </a:lnTo>
                  <a:lnTo>
                    <a:pt x="16019" y="4153"/>
                  </a:lnTo>
                  <a:lnTo>
                    <a:pt x="16039" y="4172"/>
                  </a:lnTo>
                  <a:lnTo>
                    <a:pt x="16058" y="4172"/>
                  </a:lnTo>
                  <a:lnTo>
                    <a:pt x="16077" y="4172"/>
                  </a:lnTo>
                  <a:lnTo>
                    <a:pt x="16115" y="4133"/>
                  </a:lnTo>
                  <a:lnTo>
                    <a:pt x="16172" y="4115"/>
                  </a:lnTo>
                  <a:lnTo>
                    <a:pt x="16191" y="4115"/>
                  </a:lnTo>
                  <a:lnTo>
                    <a:pt x="16210" y="4115"/>
                  </a:lnTo>
                  <a:lnTo>
                    <a:pt x="16210" y="4133"/>
                  </a:lnTo>
                  <a:lnTo>
                    <a:pt x="16210" y="4153"/>
                  </a:lnTo>
                  <a:lnTo>
                    <a:pt x="16210" y="4172"/>
                  </a:lnTo>
                  <a:lnTo>
                    <a:pt x="16210" y="4191"/>
                  </a:lnTo>
                  <a:lnTo>
                    <a:pt x="16210" y="4210"/>
                  </a:lnTo>
                  <a:lnTo>
                    <a:pt x="16229" y="4210"/>
                  </a:lnTo>
                  <a:lnTo>
                    <a:pt x="16248" y="4210"/>
                  </a:lnTo>
                  <a:lnTo>
                    <a:pt x="16267" y="4210"/>
                  </a:lnTo>
                  <a:lnTo>
                    <a:pt x="16286" y="4229"/>
                  </a:lnTo>
                  <a:lnTo>
                    <a:pt x="16305" y="4210"/>
                  </a:lnTo>
                  <a:lnTo>
                    <a:pt x="16363" y="4191"/>
                  </a:lnTo>
                  <a:lnTo>
                    <a:pt x="16344" y="4210"/>
                  </a:lnTo>
                  <a:lnTo>
                    <a:pt x="16305" y="4229"/>
                  </a:lnTo>
                  <a:lnTo>
                    <a:pt x="16286" y="4248"/>
                  </a:lnTo>
                  <a:lnTo>
                    <a:pt x="16286" y="4267"/>
                  </a:lnTo>
                  <a:lnTo>
                    <a:pt x="16305" y="4286"/>
                  </a:lnTo>
                  <a:lnTo>
                    <a:pt x="16305" y="4305"/>
                  </a:lnTo>
                  <a:lnTo>
                    <a:pt x="16286" y="4324"/>
                  </a:lnTo>
                  <a:lnTo>
                    <a:pt x="15943" y="5086"/>
                  </a:lnTo>
                  <a:lnTo>
                    <a:pt x="14515" y="8191"/>
                  </a:lnTo>
                  <a:lnTo>
                    <a:pt x="14477" y="8248"/>
                  </a:lnTo>
                  <a:lnTo>
                    <a:pt x="14400" y="8305"/>
                  </a:lnTo>
                  <a:lnTo>
                    <a:pt x="14382" y="8324"/>
                  </a:lnTo>
                  <a:lnTo>
                    <a:pt x="14363" y="8344"/>
                  </a:lnTo>
                  <a:lnTo>
                    <a:pt x="14343" y="8381"/>
                  </a:lnTo>
                  <a:lnTo>
                    <a:pt x="14343" y="8400"/>
                  </a:lnTo>
                  <a:lnTo>
                    <a:pt x="14343" y="8420"/>
                  </a:lnTo>
                  <a:lnTo>
                    <a:pt x="14343" y="8439"/>
                  </a:lnTo>
                  <a:lnTo>
                    <a:pt x="14343" y="8458"/>
                  </a:lnTo>
                  <a:lnTo>
                    <a:pt x="14382" y="8553"/>
                  </a:lnTo>
                  <a:lnTo>
                    <a:pt x="14400" y="8572"/>
                  </a:lnTo>
                  <a:lnTo>
                    <a:pt x="14400" y="8591"/>
                  </a:lnTo>
                  <a:lnTo>
                    <a:pt x="14419" y="8610"/>
                  </a:lnTo>
                  <a:lnTo>
                    <a:pt x="14439" y="8629"/>
                  </a:lnTo>
                  <a:lnTo>
                    <a:pt x="14477" y="8648"/>
                  </a:lnTo>
                  <a:lnTo>
                    <a:pt x="14496" y="8667"/>
                  </a:lnTo>
                  <a:lnTo>
                    <a:pt x="14534" y="8724"/>
                  </a:lnTo>
                  <a:lnTo>
                    <a:pt x="14572" y="8743"/>
                  </a:lnTo>
                  <a:lnTo>
                    <a:pt x="14591" y="8762"/>
                  </a:lnTo>
                  <a:lnTo>
                    <a:pt x="14610" y="8801"/>
                  </a:lnTo>
                  <a:lnTo>
                    <a:pt x="14610" y="8820"/>
                  </a:lnTo>
                  <a:lnTo>
                    <a:pt x="14629" y="8857"/>
                  </a:lnTo>
                  <a:lnTo>
                    <a:pt x="14629" y="8877"/>
                  </a:lnTo>
                  <a:lnTo>
                    <a:pt x="14629" y="8896"/>
                  </a:lnTo>
                  <a:lnTo>
                    <a:pt x="14629" y="8915"/>
                  </a:lnTo>
                  <a:lnTo>
                    <a:pt x="14629" y="8934"/>
                  </a:lnTo>
                  <a:lnTo>
                    <a:pt x="14648" y="8953"/>
                  </a:lnTo>
                  <a:lnTo>
                    <a:pt x="14667" y="8972"/>
                  </a:lnTo>
                  <a:lnTo>
                    <a:pt x="14648" y="8991"/>
                  </a:lnTo>
                  <a:lnTo>
                    <a:pt x="14629" y="9029"/>
                  </a:lnTo>
                  <a:lnTo>
                    <a:pt x="14610" y="9029"/>
                  </a:lnTo>
                  <a:lnTo>
                    <a:pt x="14591" y="9048"/>
                  </a:lnTo>
                  <a:lnTo>
                    <a:pt x="14591" y="9067"/>
                  </a:lnTo>
                  <a:lnTo>
                    <a:pt x="14572" y="9086"/>
                  </a:lnTo>
                  <a:lnTo>
                    <a:pt x="14572" y="9105"/>
                  </a:lnTo>
                  <a:lnTo>
                    <a:pt x="14572" y="9124"/>
                  </a:lnTo>
                  <a:lnTo>
                    <a:pt x="14572" y="9143"/>
                  </a:lnTo>
                  <a:lnTo>
                    <a:pt x="14591" y="9162"/>
                  </a:lnTo>
                  <a:lnTo>
                    <a:pt x="14591" y="9182"/>
                  </a:lnTo>
                  <a:lnTo>
                    <a:pt x="14591" y="9201"/>
                  </a:lnTo>
                  <a:lnTo>
                    <a:pt x="14591" y="9219"/>
                  </a:lnTo>
                  <a:lnTo>
                    <a:pt x="14572" y="9238"/>
                  </a:lnTo>
                  <a:lnTo>
                    <a:pt x="14572" y="9258"/>
                  </a:lnTo>
                  <a:lnTo>
                    <a:pt x="14534" y="9296"/>
                  </a:lnTo>
                  <a:lnTo>
                    <a:pt x="14515" y="9353"/>
                  </a:lnTo>
                  <a:lnTo>
                    <a:pt x="14496" y="9353"/>
                  </a:lnTo>
                  <a:lnTo>
                    <a:pt x="14477" y="9372"/>
                  </a:lnTo>
                  <a:lnTo>
                    <a:pt x="14458" y="9391"/>
                  </a:lnTo>
                  <a:lnTo>
                    <a:pt x="14439" y="9410"/>
                  </a:lnTo>
                  <a:lnTo>
                    <a:pt x="14439" y="9429"/>
                  </a:lnTo>
                  <a:lnTo>
                    <a:pt x="14439" y="9448"/>
                  </a:lnTo>
                  <a:lnTo>
                    <a:pt x="14439" y="9467"/>
                  </a:lnTo>
                  <a:lnTo>
                    <a:pt x="14439" y="9486"/>
                  </a:lnTo>
                  <a:lnTo>
                    <a:pt x="14439" y="9505"/>
                  </a:lnTo>
                  <a:lnTo>
                    <a:pt x="14439" y="9524"/>
                  </a:lnTo>
                  <a:lnTo>
                    <a:pt x="14477" y="9563"/>
                  </a:lnTo>
                  <a:lnTo>
                    <a:pt x="14477" y="9600"/>
                  </a:lnTo>
                  <a:lnTo>
                    <a:pt x="14496" y="9677"/>
                  </a:lnTo>
                  <a:lnTo>
                    <a:pt x="14496" y="9695"/>
                  </a:lnTo>
                  <a:lnTo>
                    <a:pt x="14496" y="9715"/>
                  </a:lnTo>
                  <a:lnTo>
                    <a:pt x="14477" y="9791"/>
                  </a:lnTo>
                  <a:lnTo>
                    <a:pt x="14477" y="9810"/>
                  </a:lnTo>
                  <a:lnTo>
                    <a:pt x="14477" y="9829"/>
                  </a:lnTo>
                  <a:lnTo>
                    <a:pt x="14477" y="9848"/>
                  </a:lnTo>
                  <a:lnTo>
                    <a:pt x="14458" y="9867"/>
                  </a:lnTo>
                  <a:lnTo>
                    <a:pt x="14439" y="9886"/>
                  </a:lnTo>
                  <a:lnTo>
                    <a:pt x="14439" y="9924"/>
                  </a:lnTo>
                  <a:lnTo>
                    <a:pt x="14419" y="9944"/>
                  </a:lnTo>
                  <a:lnTo>
                    <a:pt x="14419" y="9962"/>
                  </a:lnTo>
                  <a:lnTo>
                    <a:pt x="14382" y="9981"/>
                  </a:lnTo>
                  <a:lnTo>
                    <a:pt x="14382" y="10000"/>
                  </a:lnTo>
                  <a:lnTo>
                    <a:pt x="14382" y="10020"/>
                  </a:lnTo>
                  <a:lnTo>
                    <a:pt x="14382" y="10076"/>
                  </a:lnTo>
                  <a:lnTo>
                    <a:pt x="14382" y="10096"/>
                  </a:lnTo>
                  <a:lnTo>
                    <a:pt x="14400" y="10096"/>
                  </a:lnTo>
                  <a:lnTo>
                    <a:pt x="14400" y="10115"/>
                  </a:lnTo>
                  <a:lnTo>
                    <a:pt x="14400" y="10134"/>
                  </a:lnTo>
                  <a:lnTo>
                    <a:pt x="14382" y="10172"/>
                  </a:lnTo>
                  <a:lnTo>
                    <a:pt x="14363" y="10191"/>
                  </a:lnTo>
                  <a:lnTo>
                    <a:pt x="14343" y="10248"/>
                  </a:lnTo>
                  <a:lnTo>
                    <a:pt x="14343" y="10267"/>
                  </a:lnTo>
                  <a:lnTo>
                    <a:pt x="14324" y="10286"/>
                  </a:lnTo>
                  <a:lnTo>
                    <a:pt x="14286" y="10305"/>
                  </a:lnTo>
                  <a:lnTo>
                    <a:pt x="11410" y="10325"/>
                  </a:lnTo>
                  <a:lnTo>
                    <a:pt x="11410" y="10286"/>
                  </a:lnTo>
                  <a:lnTo>
                    <a:pt x="11410" y="10267"/>
                  </a:lnTo>
                  <a:lnTo>
                    <a:pt x="11391" y="10267"/>
                  </a:lnTo>
                  <a:lnTo>
                    <a:pt x="11334" y="10267"/>
                  </a:lnTo>
                  <a:lnTo>
                    <a:pt x="11334" y="10248"/>
                  </a:lnTo>
                  <a:lnTo>
                    <a:pt x="11315" y="10248"/>
                  </a:lnTo>
                  <a:lnTo>
                    <a:pt x="11295" y="10248"/>
                  </a:lnTo>
                  <a:lnTo>
                    <a:pt x="11295" y="10267"/>
                  </a:lnTo>
                  <a:lnTo>
                    <a:pt x="11277" y="10286"/>
                  </a:lnTo>
                  <a:lnTo>
                    <a:pt x="11258" y="10305"/>
                  </a:lnTo>
                  <a:lnTo>
                    <a:pt x="11219" y="10305"/>
                  </a:lnTo>
                  <a:lnTo>
                    <a:pt x="11200" y="10305"/>
                  </a:lnTo>
                  <a:lnTo>
                    <a:pt x="11181" y="10325"/>
                  </a:lnTo>
                  <a:lnTo>
                    <a:pt x="11181" y="10343"/>
                  </a:lnTo>
                  <a:lnTo>
                    <a:pt x="11181" y="10362"/>
                  </a:lnTo>
                  <a:lnTo>
                    <a:pt x="11181" y="10381"/>
                  </a:lnTo>
                  <a:lnTo>
                    <a:pt x="11181" y="10401"/>
                  </a:lnTo>
                  <a:lnTo>
                    <a:pt x="11163" y="10401"/>
                  </a:lnTo>
                  <a:lnTo>
                    <a:pt x="11163" y="10420"/>
                  </a:lnTo>
                  <a:lnTo>
                    <a:pt x="11143" y="10420"/>
                  </a:lnTo>
                  <a:lnTo>
                    <a:pt x="11124" y="10420"/>
                  </a:lnTo>
                  <a:lnTo>
                    <a:pt x="11105" y="10420"/>
                  </a:lnTo>
                  <a:lnTo>
                    <a:pt x="11086" y="10420"/>
                  </a:lnTo>
                  <a:lnTo>
                    <a:pt x="11067" y="10401"/>
                  </a:lnTo>
                  <a:lnTo>
                    <a:pt x="11067" y="10381"/>
                  </a:lnTo>
                  <a:lnTo>
                    <a:pt x="11048" y="10381"/>
                  </a:lnTo>
                  <a:lnTo>
                    <a:pt x="11048" y="10362"/>
                  </a:lnTo>
                  <a:lnTo>
                    <a:pt x="11029" y="10362"/>
                  </a:lnTo>
                  <a:lnTo>
                    <a:pt x="10972" y="10343"/>
                  </a:lnTo>
                  <a:lnTo>
                    <a:pt x="10953" y="10343"/>
                  </a:lnTo>
                  <a:lnTo>
                    <a:pt x="10934" y="10343"/>
                  </a:lnTo>
                  <a:lnTo>
                    <a:pt x="10914" y="10325"/>
                  </a:lnTo>
                  <a:lnTo>
                    <a:pt x="10914" y="10305"/>
                  </a:lnTo>
                  <a:lnTo>
                    <a:pt x="10914" y="10267"/>
                  </a:lnTo>
                  <a:lnTo>
                    <a:pt x="10896" y="10248"/>
                  </a:lnTo>
                  <a:lnTo>
                    <a:pt x="10896" y="10210"/>
                  </a:lnTo>
                  <a:lnTo>
                    <a:pt x="10877" y="10210"/>
                  </a:lnTo>
                  <a:lnTo>
                    <a:pt x="10877" y="10191"/>
                  </a:lnTo>
                  <a:lnTo>
                    <a:pt x="10896" y="10172"/>
                  </a:lnTo>
                  <a:lnTo>
                    <a:pt x="10877" y="10172"/>
                  </a:lnTo>
                  <a:lnTo>
                    <a:pt x="10877" y="10153"/>
                  </a:lnTo>
                  <a:lnTo>
                    <a:pt x="10858" y="10153"/>
                  </a:lnTo>
                  <a:lnTo>
                    <a:pt x="10838" y="10153"/>
                  </a:lnTo>
                  <a:lnTo>
                    <a:pt x="10800" y="10153"/>
                  </a:lnTo>
                  <a:lnTo>
                    <a:pt x="10782" y="10153"/>
                  </a:lnTo>
                  <a:lnTo>
                    <a:pt x="10762" y="10153"/>
                  </a:lnTo>
                  <a:lnTo>
                    <a:pt x="10762" y="10134"/>
                  </a:lnTo>
                  <a:lnTo>
                    <a:pt x="10743" y="10115"/>
                  </a:lnTo>
                  <a:lnTo>
                    <a:pt x="10743" y="10076"/>
                  </a:lnTo>
                  <a:lnTo>
                    <a:pt x="10724" y="10039"/>
                  </a:lnTo>
                  <a:lnTo>
                    <a:pt x="10705" y="10020"/>
                  </a:lnTo>
                  <a:lnTo>
                    <a:pt x="10705" y="10000"/>
                  </a:lnTo>
                  <a:lnTo>
                    <a:pt x="10705" y="9981"/>
                  </a:lnTo>
                  <a:lnTo>
                    <a:pt x="10705" y="9962"/>
                  </a:lnTo>
                  <a:lnTo>
                    <a:pt x="10686" y="9962"/>
                  </a:lnTo>
                  <a:lnTo>
                    <a:pt x="10686" y="9944"/>
                  </a:lnTo>
                  <a:lnTo>
                    <a:pt x="10667" y="9944"/>
                  </a:lnTo>
                  <a:lnTo>
                    <a:pt x="10629" y="9924"/>
                  </a:lnTo>
                  <a:lnTo>
                    <a:pt x="10610" y="9924"/>
                  </a:lnTo>
                  <a:lnTo>
                    <a:pt x="10591" y="9944"/>
                  </a:lnTo>
                  <a:lnTo>
                    <a:pt x="10572" y="9944"/>
                  </a:lnTo>
                  <a:lnTo>
                    <a:pt x="10553" y="9944"/>
                  </a:lnTo>
                  <a:lnTo>
                    <a:pt x="10533" y="9944"/>
                  </a:lnTo>
                  <a:lnTo>
                    <a:pt x="10533" y="9924"/>
                  </a:lnTo>
                  <a:lnTo>
                    <a:pt x="10533" y="9886"/>
                  </a:lnTo>
                  <a:lnTo>
                    <a:pt x="10533" y="9867"/>
                  </a:lnTo>
                  <a:lnTo>
                    <a:pt x="10515" y="9867"/>
                  </a:lnTo>
                  <a:lnTo>
                    <a:pt x="10496" y="9848"/>
                  </a:lnTo>
                  <a:lnTo>
                    <a:pt x="10477" y="9829"/>
                  </a:lnTo>
                  <a:lnTo>
                    <a:pt x="10457" y="9829"/>
                  </a:lnTo>
                  <a:lnTo>
                    <a:pt x="10457" y="9810"/>
                  </a:lnTo>
                  <a:lnTo>
                    <a:pt x="10419" y="9753"/>
                  </a:lnTo>
                  <a:lnTo>
                    <a:pt x="10419" y="9734"/>
                  </a:lnTo>
                  <a:lnTo>
                    <a:pt x="10419" y="9715"/>
                  </a:lnTo>
                  <a:lnTo>
                    <a:pt x="10362" y="9658"/>
                  </a:lnTo>
                  <a:lnTo>
                    <a:pt x="10343" y="9658"/>
                  </a:lnTo>
                  <a:lnTo>
                    <a:pt x="10343" y="9639"/>
                  </a:lnTo>
                  <a:lnTo>
                    <a:pt x="10286" y="9619"/>
                  </a:lnTo>
                  <a:lnTo>
                    <a:pt x="10267" y="9619"/>
                  </a:lnTo>
                  <a:lnTo>
                    <a:pt x="10210" y="9600"/>
                  </a:lnTo>
                  <a:lnTo>
                    <a:pt x="9600" y="9600"/>
                  </a:lnTo>
                  <a:lnTo>
                    <a:pt x="9581" y="9619"/>
                  </a:lnTo>
                  <a:lnTo>
                    <a:pt x="9562" y="9677"/>
                  </a:lnTo>
                  <a:lnTo>
                    <a:pt x="9562" y="9695"/>
                  </a:lnTo>
                  <a:lnTo>
                    <a:pt x="9562" y="9734"/>
                  </a:lnTo>
                  <a:lnTo>
                    <a:pt x="9562" y="9753"/>
                  </a:lnTo>
                  <a:lnTo>
                    <a:pt x="9543" y="9753"/>
                  </a:lnTo>
                  <a:lnTo>
                    <a:pt x="9524" y="9753"/>
                  </a:lnTo>
                  <a:lnTo>
                    <a:pt x="9486" y="9772"/>
                  </a:lnTo>
                  <a:lnTo>
                    <a:pt x="9448" y="9772"/>
                  </a:lnTo>
                  <a:lnTo>
                    <a:pt x="9429" y="9791"/>
                  </a:lnTo>
                  <a:lnTo>
                    <a:pt x="9410" y="9791"/>
                  </a:lnTo>
                  <a:lnTo>
                    <a:pt x="9410" y="9810"/>
                  </a:lnTo>
                  <a:lnTo>
                    <a:pt x="9429" y="9848"/>
                  </a:lnTo>
                  <a:lnTo>
                    <a:pt x="9429" y="9867"/>
                  </a:lnTo>
                  <a:lnTo>
                    <a:pt x="9410" y="9867"/>
                  </a:lnTo>
                  <a:lnTo>
                    <a:pt x="9372" y="9886"/>
                  </a:lnTo>
                  <a:lnTo>
                    <a:pt x="9334" y="9886"/>
                  </a:lnTo>
                  <a:lnTo>
                    <a:pt x="9295" y="9905"/>
                  </a:lnTo>
                  <a:lnTo>
                    <a:pt x="9277" y="9905"/>
                  </a:lnTo>
                  <a:lnTo>
                    <a:pt x="9258" y="9905"/>
                  </a:lnTo>
                  <a:lnTo>
                    <a:pt x="9258" y="9924"/>
                  </a:lnTo>
                  <a:lnTo>
                    <a:pt x="9238" y="9944"/>
                  </a:lnTo>
                  <a:lnTo>
                    <a:pt x="9238" y="9962"/>
                  </a:lnTo>
                  <a:lnTo>
                    <a:pt x="9200" y="10000"/>
                  </a:lnTo>
                  <a:lnTo>
                    <a:pt x="9181" y="10000"/>
                  </a:lnTo>
                  <a:lnTo>
                    <a:pt x="9181" y="10020"/>
                  </a:lnTo>
                  <a:lnTo>
                    <a:pt x="9181" y="10039"/>
                  </a:lnTo>
                  <a:lnTo>
                    <a:pt x="9200" y="10058"/>
                  </a:lnTo>
                  <a:lnTo>
                    <a:pt x="9219" y="10076"/>
                  </a:lnTo>
                  <a:lnTo>
                    <a:pt x="9238" y="10076"/>
                  </a:lnTo>
                  <a:lnTo>
                    <a:pt x="9238" y="10096"/>
                  </a:lnTo>
                  <a:lnTo>
                    <a:pt x="9258" y="10115"/>
                  </a:lnTo>
                  <a:lnTo>
                    <a:pt x="9238" y="10134"/>
                  </a:lnTo>
                  <a:lnTo>
                    <a:pt x="9238" y="10153"/>
                  </a:lnTo>
                  <a:lnTo>
                    <a:pt x="9238" y="10172"/>
                  </a:lnTo>
                  <a:lnTo>
                    <a:pt x="9219" y="10172"/>
                  </a:lnTo>
                  <a:lnTo>
                    <a:pt x="9219" y="10191"/>
                  </a:lnTo>
                  <a:lnTo>
                    <a:pt x="9200" y="10191"/>
                  </a:lnTo>
                  <a:lnTo>
                    <a:pt x="9181" y="10229"/>
                  </a:lnTo>
                  <a:lnTo>
                    <a:pt x="9181" y="10248"/>
                  </a:lnTo>
                  <a:lnTo>
                    <a:pt x="9162" y="10248"/>
                  </a:lnTo>
                  <a:lnTo>
                    <a:pt x="9143" y="10267"/>
                  </a:lnTo>
                  <a:lnTo>
                    <a:pt x="9124" y="10267"/>
                  </a:lnTo>
                  <a:lnTo>
                    <a:pt x="9105" y="10267"/>
                  </a:lnTo>
                  <a:lnTo>
                    <a:pt x="9086" y="10267"/>
                  </a:lnTo>
                  <a:lnTo>
                    <a:pt x="9086" y="10248"/>
                  </a:lnTo>
                  <a:lnTo>
                    <a:pt x="9067" y="10248"/>
                  </a:lnTo>
                  <a:lnTo>
                    <a:pt x="9048" y="10267"/>
                  </a:lnTo>
                  <a:lnTo>
                    <a:pt x="9048" y="10305"/>
                  </a:lnTo>
                  <a:lnTo>
                    <a:pt x="9048" y="10325"/>
                  </a:lnTo>
                  <a:lnTo>
                    <a:pt x="9048" y="10343"/>
                  </a:lnTo>
                  <a:lnTo>
                    <a:pt x="9067" y="10362"/>
                  </a:lnTo>
                  <a:lnTo>
                    <a:pt x="9067" y="10381"/>
                  </a:lnTo>
                  <a:lnTo>
                    <a:pt x="9048" y="10401"/>
                  </a:lnTo>
                  <a:lnTo>
                    <a:pt x="9048" y="10420"/>
                  </a:lnTo>
                  <a:lnTo>
                    <a:pt x="9048" y="10439"/>
                  </a:lnTo>
                  <a:lnTo>
                    <a:pt x="9067" y="10496"/>
                  </a:lnTo>
                  <a:lnTo>
                    <a:pt x="9067" y="10515"/>
                  </a:lnTo>
                  <a:lnTo>
                    <a:pt x="9048" y="10515"/>
                  </a:lnTo>
                  <a:lnTo>
                    <a:pt x="9048" y="10496"/>
                  </a:lnTo>
                  <a:lnTo>
                    <a:pt x="9029" y="10496"/>
                  </a:lnTo>
                  <a:lnTo>
                    <a:pt x="9010" y="10477"/>
                  </a:lnTo>
                  <a:lnTo>
                    <a:pt x="9010" y="10496"/>
                  </a:lnTo>
                  <a:lnTo>
                    <a:pt x="8972" y="10496"/>
                  </a:lnTo>
                  <a:lnTo>
                    <a:pt x="8933" y="10496"/>
                  </a:lnTo>
                  <a:lnTo>
                    <a:pt x="8915" y="10496"/>
                  </a:lnTo>
                  <a:lnTo>
                    <a:pt x="8896" y="10496"/>
                  </a:lnTo>
                  <a:lnTo>
                    <a:pt x="8838" y="10477"/>
                  </a:lnTo>
                  <a:lnTo>
                    <a:pt x="8819" y="10496"/>
                  </a:lnTo>
                  <a:lnTo>
                    <a:pt x="8801" y="10515"/>
                  </a:lnTo>
                  <a:lnTo>
                    <a:pt x="8781" y="10515"/>
                  </a:lnTo>
                  <a:lnTo>
                    <a:pt x="8762" y="10515"/>
                  </a:lnTo>
                  <a:lnTo>
                    <a:pt x="8743" y="10496"/>
                  </a:lnTo>
                  <a:lnTo>
                    <a:pt x="8724" y="10496"/>
                  </a:lnTo>
                  <a:lnTo>
                    <a:pt x="8705" y="10515"/>
                  </a:lnTo>
                  <a:lnTo>
                    <a:pt x="8686" y="10534"/>
                  </a:lnTo>
                  <a:lnTo>
                    <a:pt x="8667" y="10534"/>
                  </a:lnTo>
                  <a:lnTo>
                    <a:pt x="8648" y="10553"/>
                  </a:lnTo>
                  <a:lnTo>
                    <a:pt x="8648" y="10572"/>
                  </a:lnTo>
                  <a:lnTo>
                    <a:pt x="8629" y="10572"/>
                  </a:lnTo>
                  <a:lnTo>
                    <a:pt x="8610" y="10572"/>
                  </a:lnTo>
                  <a:lnTo>
                    <a:pt x="8534" y="10572"/>
                  </a:lnTo>
                  <a:lnTo>
                    <a:pt x="8515" y="10572"/>
                  </a:lnTo>
                  <a:lnTo>
                    <a:pt x="8515" y="10553"/>
                  </a:lnTo>
                  <a:lnTo>
                    <a:pt x="8496" y="10553"/>
                  </a:lnTo>
                  <a:lnTo>
                    <a:pt x="8496" y="10534"/>
                  </a:lnTo>
                  <a:lnTo>
                    <a:pt x="8476" y="10534"/>
                  </a:lnTo>
                  <a:lnTo>
                    <a:pt x="8457" y="10534"/>
                  </a:lnTo>
                  <a:lnTo>
                    <a:pt x="8381" y="10572"/>
                  </a:lnTo>
                  <a:lnTo>
                    <a:pt x="8362" y="10591"/>
                  </a:lnTo>
                  <a:lnTo>
                    <a:pt x="8343" y="10610"/>
                  </a:lnTo>
                  <a:lnTo>
                    <a:pt x="8343" y="10629"/>
                  </a:lnTo>
                  <a:lnTo>
                    <a:pt x="8324" y="10629"/>
                  </a:lnTo>
                  <a:lnTo>
                    <a:pt x="8324" y="10648"/>
                  </a:lnTo>
                  <a:lnTo>
                    <a:pt x="8305" y="10667"/>
                  </a:lnTo>
                  <a:lnTo>
                    <a:pt x="8305" y="10686"/>
                  </a:lnTo>
                  <a:lnTo>
                    <a:pt x="8324" y="10724"/>
                  </a:lnTo>
                  <a:lnTo>
                    <a:pt x="8324" y="10743"/>
                  </a:lnTo>
                  <a:lnTo>
                    <a:pt x="8324" y="10762"/>
                  </a:lnTo>
                  <a:lnTo>
                    <a:pt x="8324" y="10782"/>
                  </a:lnTo>
                  <a:lnTo>
                    <a:pt x="8286" y="10801"/>
                  </a:lnTo>
                  <a:lnTo>
                    <a:pt x="8286" y="10819"/>
                  </a:lnTo>
                  <a:lnTo>
                    <a:pt x="8267" y="10819"/>
                  </a:lnTo>
                  <a:lnTo>
                    <a:pt x="8267" y="10838"/>
                  </a:lnTo>
                  <a:lnTo>
                    <a:pt x="8267" y="10858"/>
                  </a:lnTo>
                  <a:lnTo>
                    <a:pt x="8248" y="10877"/>
                  </a:lnTo>
                  <a:lnTo>
                    <a:pt x="8229" y="10877"/>
                  </a:lnTo>
                  <a:lnTo>
                    <a:pt x="8229" y="10915"/>
                  </a:lnTo>
                  <a:lnTo>
                    <a:pt x="8210" y="10915"/>
                  </a:lnTo>
                  <a:lnTo>
                    <a:pt x="8210" y="10934"/>
                  </a:lnTo>
                  <a:lnTo>
                    <a:pt x="8191" y="10934"/>
                  </a:lnTo>
                  <a:lnTo>
                    <a:pt x="8171" y="10953"/>
                  </a:lnTo>
                  <a:lnTo>
                    <a:pt x="8153" y="10953"/>
                  </a:lnTo>
                  <a:lnTo>
                    <a:pt x="8134" y="10953"/>
                  </a:lnTo>
                  <a:lnTo>
                    <a:pt x="8115" y="10953"/>
                  </a:lnTo>
                  <a:lnTo>
                    <a:pt x="8115" y="10934"/>
                  </a:lnTo>
                  <a:lnTo>
                    <a:pt x="8095" y="10934"/>
                  </a:lnTo>
                  <a:lnTo>
                    <a:pt x="8095" y="10915"/>
                  </a:lnTo>
                  <a:lnTo>
                    <a:pt x="8076" y="10915"/>
                  </a:lnTo>
                  <a:lnTo>
                    <a:pt x="8076" y="10896"/>
                  </a:lnTo>
                  <a:lnTo>
                    <a:pt x="8076" y="10877"/>
                  </a:lnTo>
                  <a:lnTo>
                    <a:pt x="8076" y="10858"/>
                  </a:lnTo>
                  <a:lnTo>
                    <a:pt x="8076" y="10838"/>
                  </a:lnTo>
                  <a:lnTo>
                    <a:pt x="8057" y="10838"/>
                  </a:lnTo>
                  <a:lnTo>
                    <a:pt x="8057" y="10819"/>
                  </a:lnTo>
                  <a:lnTo>
                    <a:pt x="8057" y="10801"/>
                  </a:lnTo>
                  <a:lnTo>
                    <a:pt x="8057" y="10782"/>
                  </a:lnTo>
                  <a:lnTo>
                    <a:pt x="8039" y="10782"/>
                  </a:lnTo>
                  <a:lnTo>
                    <a:pt x="8019" y="10801"/>
                  </a:lnTo>
                  <a:lnTo>
                    <a:pt x="8000" y="10819"/>
                  </a:lnTo>
                  <a:lnTo>
                    <a:pt x="7981" y="10819"/>
                  </a:lnTo>
                  <a:lnTo>
                    <a:pt x="7924" y="10858"/>
                  </a:lnTo>
                  <a:lnTo>
                    <a:pt x="7905" y="10877"/>
                  </a:lnTo>
                  <a:lnTo>
                    <a:pt x="7886" y="10877"/>
                  </a:lnTo>
                  <a:lnTo>
                    <a:pt x="7886" y="10896"/>
                  </a:lnTo>
                  <a:lnTo>
                    <a:pt x="7848" y="10915"/>
                  </a:lnTo>
                  <a:lnTo>
                    <a:pt x="7848" y="10934"/>
                  </a:lnTo>
                  <a:lnTo>
                    <a:pt x="7829" y="10934"/>
                  </a:lnTo>
                  <a:lnTo>
                    <a:pt x="7829" y="10953"/>
                  </a:lnTo>
                  <a:lnTo>
                    <a:pt x="7829" y="10972"/>
                  </a:lnTo>
                  <a:lnTo>
                    <a:pt x="7810" y="10972"/>
                  </a:lnTo>
                  <a:lnTo>
                    <a:pt x="7791" y="10972"/>
                  </a:lnTo>
                  <a:lnTo>
                    <a:pt x="7772" y="10953"/>
                  </a:lnTo>
                  <a:lnTo>
                    <a:pt x="7753" y="10934"/>
                  </a:lnTo>
                  <a:lnTo>
                    <a:pt x="7734" y="10934"/>
                  </a:lnTo>
                  <a:lnTo>
                    <a:pt x="7714" y="10934"/>
                  </a:lnTo>
                  <a:lnTo>
                    <a:pt x="7658" y="10972"/>
                  </a:lnTo>
                  <a:lnTo>
                    <a:pt x="7638" y="10991"/>
                  </a:lnTo>
                  <a:lnTo>
                    <a:pt x="7619" y="11010"/>
                  </a:lnTo>
                  <a:lnTo>
                    <a:pt x="7619" y="11029"/>
                  </a:lnTo>
                  <a:lnTo>
                    <a:pt x="7619" y="11048"/>
                  </a:lnTo>
                  <a:lnTo>
                    <a:pt x="7600" y="11048"/>
                  </a:lnTo>
                  <a:lnTo>
                    <a:pt x="7600" y="11067"/>
                  </a:lnTo>
                  <a:lnTo>
                    <a:pt x="7581" y="11067"/>
                  </a:lnTo>
                  <a:lnTo>
                    <a:pt x="7562" y="11086"/>
                  </a:lnTo>
                  <a:lnTo>
                    <a:pt x="7543" y="11086"/>
                  </a:lnTo>
                  <a:lnTo>
                    <a:pt x="7524" y="11086"/>
                  </a:lnTo>
                  <a:lnTo>
                    <a:pt x="7524" y="11067"/>
                  </a:lnTo>
                  <a:lnTo>
                    <a:pt x="7505" y="11048"/>
                  </a:lnTo>
                  <a:lnTo>
                    <a:pt x="7486" y="11048"/>
                  </a:lnTo>
                  <a:lnTo>
                    <a:pt x="7467" y="11029"/>
                  </a:lnTo>
                  <a:lnTo>
                    <a:pt x="7467" y="11010"/>
                  </a:lnTo>
                  <a:lnTo>
                    <a:pt x="7429" y="11010"/>
                  </a:lnTo>
                  <a:lnTo>
                    <a:pt x="7429" y="10991"/>
                  </a:lnTo>
                  <a:lnTo>
                    <a:pt x="7410" y="10972"/>
                  </a:lnTo>
                  <a:lnTo>
                    <a:pt x="7391" y="10953"/>
                  </a:lnTo>
                  <a:lnTo>
                    <a:pt x="7372" y="10934"/>
                  </a:lnTo>
                  <a:lnTo>
                    <a:pt x="7353" y="10934"/>
                  </a:lnTo>
                  <a:lnTo>
                    <a:pt x="7314" y="10934"/>
                  </a:lnTo>
                  <a:lnTo>
                    <a:pt x="7200" y="10953"/>
                  </a:lnTo>
                  <a:lnTo>
                    <a:pt x="7162" y="10953"/>
                  </a:lnTo>
                  <a:lnTo>
                    <a:pt x="7124" y="10934"/>
                  </a:lnTo>
                  <a:lnTo>
                    <a:pt x="7105" y="10934"/>
                  </a:lnTo>
                  <a:lnTo>
                    <a:pt x="7067" y="10934"/>
                  </a:lnTo>
                  <a:lnTo>
                    <a:pt x="7048" y="10934"/>
                  </a:lnTo>
                  <a:lnTo>
                    <a:pt x="7029" y="10934"/>
                  </a:lnTo>
                  <a:lnTo>
                    <a:pt x="7010" y="10934"/>
                  </a:lnTo>
                  <a:lnTo>
                    <a:pt x="6991" y="10934"/>
                  </a:lnTo>
                  <a:lnTo>
                    <a:pt x="6972" y="10934"/>
                  </a:lnTo>
                  <a:lnTo>
                    <a:pt x="6952" y="10934"/>
                  </a:lnTo>
                  <a:lnTo>
                    <a:pt x="6933" y="10934"/>
                  </a:lnTo>
                  <a:lnTo>
                    <a:pt x="6933" y="10953"/>
                  </a:lnTo>
                  <a:lnTo>
                    <a:pt x="6933" y="10991"/>
                  </a:lnTo>
                  <a:lnTo>
                    <a:pt x="6933" y="11029"/>
                  </a:lnTo>
                  <a:lnTo>
                    <a:pt x="6933" y="11048"/>
                  </a:lnTo>
                  <a:lnTo>
                    <a:pt x="6857" y="11105"/>
                  </a:lnTo>
                  <a:lnTo>
                    <a:pt x="6838" y="11143"/>
                  </a:lnTo>
                  <a:lnTo>
                    <a:pt x="6820" y="11163"/>
                  </a:lnTo>
                  <a:lnTo>
                    <a:pt x="6762" y="11182"/>
                  </a:lnTo>
                  <a:lnTo>
                    <a:pt x="6743" y="11182"/>
                  </a:lnTo>
                  <a:lnTo>
                    <a:pt x="6724" y="11200"/>
                  </a:lnTo>
                  <a:lnTo>
                    <a:pt x="6648" y="11258"/>
                  </a:lnTo>
                  <a:lnTo>
                    <a:pt x="6629" y="11258"/>
                  </a:lnTo>
                  <a:lnTo>
                    <a:pt x="6610" y="11258"/>
                  </a:lnTo>
                  <a:lnTo>
                    <a:pt x="6610" y="11277"/>
                  </a:lnTo>
                  <a:lnTo>
                    <a:pt x="6591" y="11277"/>
                  </a:lnTo>
                  <a:lnTo>
                    <a:pt x="6591" y="11296"/>
                  </a:lnTo>
                  <a:lnTo>
                    <a:pt x="6571" y="11296"/>
                  </a:lnTo>
                  <a:lnTo>
                    <a:pt x="6534" y="11334"/>
                  </a:lnTo>
                  <a:lnTo>
                    <a:pt x="3752" y="10039"/>
                  </a:lnTo>
                  <a:lnTo>
                    <a:pt x="3219" y="9753"/>
                  </a:lnTo>
                  <a:lnTo>
                    <a:pt x="1067" y="9219"/>
                  </a:lnTo>
                  <a:lnTo>
                    <a:pt x="19" y="8781"/>
                  </a:lnTo>
                  <a:lnTo>
                    <a:pt x="0" y="8762"/>
                  </a:lnTo>
                  <a:lnTo>
                    <a:pt x="0" y="8724"/>
                  </a:lnTo>
                  <a:lnTo>
                    <a:pt x="19" y="8705"/>
                  </a:lnTo>
                  <a:lnTo>
                    <a:pt x="38" y="8629"/>
                  </a:lnTo>
                  <a:lnTo>
                    <a:pt x="38" y="8572"/>
                  </a:lnTo>
                  <a:lnTo>
                    <a:pt x="57" y="8553"/>
                  </a:lnTo>
                  <a:lnTo>
                    <a:pt x="57" y="8534"/>
                  </a:lnTo>
                  <a:lnTo>
                    <a:pt x="95" y="8515"/>
                  </a:lnTo>
                  <a:lnTo>
                    <a:pt x="114" y="8496"/>
                  </a:lnTo>
                  <a:lnTo>
                    <a:pt x="114" y="8476"/>
                  </a:lnTo>
                  <a:lnTo>
                    <a:pt x="133" y="8476"/>
                  </a:lnTo>
                  <a:lnTo>
                    <a:pt x="152" y="8458"/>
                  </a:lnTo>
                  <a:lnTo>
                    <a:pt x="210" y="8420"/>
                  </a:lnTo>
                  <a:lnTo>
                    <a:pt x="286" y="8381"/>
                  </a:lnTo>
                  <a:lnTo>
                    <a:pt x="343" y="8324"/>
                  </a:lnTo>
                  <a:lnTo>
                    <a:pt x="381" y="8305"/>
                  </a:lnTo>
                  <a:lnTo>
                    <a:pt x="419" y="8267"/>
                  </a:lnTo>
                  <a:lnTo>
                    <a:pt x="438" y="8267"/>
                  </a:lnTo>
                  <a:lnTo>
                    <a:pt x="495" y="8267"/>
                  </a:lnTo>
                  <a:lnTo>
                    <a:pt x="533" y="8248"/>
                  </a:lnTo>
                  <a:lnTo>
                    <a:pt x="572" y="8229"/>
                  </a:lnTo>
                  <a:lnTo>
                    <a:pt x="609" y="8210"/>
                  </a:lnTo>
                  <a:lnTo>
                    <a:pt x="628" y="8172"/>
                  </a:lnTo>
                  <a:lnTo>
                    <a:pt x="628" y="8134"/>
                  </a:lnTo>
                  <a:lnTo>
                    <a:pt x="648" y="8115"/>
                  </a:lnTo>
                  <a:lnTo>
                    <a:pt x="648" y="8077"/>
                  </a:lnTo>
                  <a:lnTo>
                    <a:pt x="628" y="8058"/>
                  </a:lnTo>
                  <a:lnTo>
                    <a:pt x="609" y="8019"/>
                  </a:lnTo>
                  <a:lnTo>
                    <a:pt x="609" y="8000"/>
                  </a:lnTo>
                  <a:lnTo>
                    <a:pt x="591" y="7924"/>
                  </a:lnTo>
                  <a:lnTo>
                    <a:pt x="591" y="7905"/>
                  </a:lnTo>
                  <a:lnTo>
                    <a:pt x="552" y="7848"/>
                  </a:lnTo>
                  <a:lnTo>
                    <a:pt x="533" y="7829"/>
                  </a:lnTo>
                  <a:lnTo>
                    <a:pt x="533" y="7791"/>
                  </a:lnTo>
                  <a:lnTo>
                    <a:pt x="552" y="7753"/>
                  </a:lnTo>
                  <a:lnTo>
                    <a:pt x="572" y="7714"/>
                  </a:lnTo>
                  <a:lnTo>
                    <a:pt x="628" y="7600"/>
                  </a:lnTo>
                  <a:lnTo>
                    <a:pt x="667" y="7582"/>
                  </a:lnTo>
                  <a:lnTo>
                    <a:pt x="762" y="7448"/>
                  </a:lnTo>
                  <a:lnTo>
                    <a:pt x="781" y="7410"/>
                  </a:lnTo>
                  <a:lnTo>
                    <a:pt x="781" y="7391"/>
                  </a:lnTo>
                  <a:lnTo>
                    <a:pt x="800" y="7296"/>
                  </a:lnTo>
                  <a:lnTo>
                    <a:pt x="800" y="7277"/>
                  </a:lnTo>
                  <a:lnTo>
                    <a:pt x="781" y="7238"/>
                  </a:lnTo>
                  <a:lnTo>
                    <a:pt x="781" y="7220"/>
                  </a:lnTo>
                  <a:lnTo>
                    <a:pt x="800" y="7181"/>
                  </a:lnTo>
                  <a:lnTo>
                    <a:pt x="819" y="7124"/>
                  </a:lnTo>
                  <a:lnTo>
                    <a:pt x="819" y="7105"/>
                  </a:lnTo>
                  <a:lnTo>
                    <a:pt x="838" y="7067"/>
                  </a:lnTo>
                  <a:lnTo>
                    <a:pt x="857" y="7048"/>
                  </a:lnTo>
                  <a:lnTo>
                    <a:pt x="857" y="7029"/>
                  </a:lnTo>
                  <a:lnTo>
                    <a:pt x="857" y="7010"/>
                  </a:lnTo>
                  <a:lnTo>
                    <a:pt x="857" y="6953"/>
                  </a:lnTo>
                  <a:lnTo>
                    <a:pt x="838" y="6934"/>
                  </a:lnTo>
                  <a:lnTo>
                    <a:pt x="838" y="6915"/>
                  </a:lnTo>
                  <a:lnTo>
                    <a:pt x="838" y="6896"/>
                  </a:lnTo>
                  <a:lnTo>
                    <a:pt x="857" y="6896"/>
                  </a:lnTo>
                  <a:lnTo>
                    <a:pt x="876" y="6896"/>
                  </a:lnTo>
                  <a:lnTo>
                    <a:pt x="895" y="6896"/>
                  </a:lnTo>
                  <a:lnTo>
                    <a:pt x="895" y="6876"/>
                  </a:lnTo>
                  <a:lnTo>
                    <a:pt x="895" y="6857"/>
                  </a:lnTo>
                  <a:lnTo>
                    <a:pt x="914" y="6876"/>
                  </a:lnTo>
                  <a:lnTo>
                    <a:pt x="953" y="6857"/>
                  </a:lnTo>
                  <a:lnTo>
                    <a:pt x="972" y="6857"/>
                  </a:lnTo>
                  <a:lnTo>
                    <a:pt x="990" y="6839"/>
                  </a:lnTo>
                  <a:lnTo>
                    <a:pt x="1009" y="6839"/>
                  </a:lnTo>
                  <a:lnTo>
                    <a:pt x="1029" y="6839"/>
                  </a:lnTo>
                  <a:lnTo>
                    <a:pt x="1085" y="6839"/>
                  </a:lnTo>
                  <a:lnTo>
                    <a:pt x="1105" y="6820"/>
                  </a:lnTo>
                  <a:lnTo>
                    <a:pt x="1105" y="6800"/>
                  </a:lnTo>
                  <a:lnTo>
                    <a:pt x="1124" y="6781"/>
                  </a:lnTo>
                  <a:lnTo>
                    <a:pt x="1143" y="6781"/>
                  </a:lnTo>
                  <a:lnTo>
                    <a:pt x="1162" y="6743"/>
                  </a:lnTo>
                  <a:lnTo>
                    <a:pt x="1181" y="6743"/>
                  </a:lnTo>
                  <a:lnTo>
                    <a:pt x="1200" y="6724"/>
                  </a:lnTo>
                  <a:lnTo>
                    <a:pt x="1219" y="6724"/>
                  </a:lnTo>
                  <a:lnTo>
                    <a:pt x="1238" y="6724"/>
                  </a:lnTo>
                  <a:lnTo>
                    <a:pt x="1238" y="6705"/>
                  </a:lnTo>
                  <a:lnTo>
                    <a:pt x="1238" y="6686"/>
                  </a:lnTo>
                  <a:lnTo>
                    <a:pt x="1257" y="6686"/>
                  </a:lnTo>
                  <a:lnTo>
                    <a:pt x="1276" y="6686"/>
                  </a:lnTo>
                  <a:lnTo>
                    <a:pt x="1295" y="6667"/>
                  </a:lnTo>
                  <a:lnTo>
                    <a:pt x="1314" y="6667"/>
                  </a:lnTo>
                  <a:lnTo>
                    <a:pt x="1314" y="6648"/>
                  </a:lnTo>
                  <a:lnTo>
                    <a:pt x="1334" y="6591"/>
                  </a:lnTo>
                  <a:lnTo>
                    <a:pt x="1371" y="6572"/>
                  </a:lnTo>
                  <a:lnTo>
                    <a:pt x="1371" y="6553"/>
                  </a:lnTo>
                  <a:lnTo>
                    <a:pt x="1390" y="6553"/>
                  </a:lnTo>
                  <a:lnTo>
                    <a:pt x="1429" y="6553"/>
                  </a:lnTo>
                  <a:lnTo>
                    <a:pt x="1448" y="6553"/>
                  </a:lnTo>
                  <a:lnTo>
                    <a:pt x="1466" y="6553"/>
                  </a:lnTo>
                  <a:lnTo>
                    <a:pt x="1486" y="6534"/>
                  </a:lnTo>
                  <a:lnTo>
                    <a:pt x="1524" y="6515"/>
                  </a:lnTo>
                  <a:lnTo>
                    <a:pt x="1581" y="6477"/>
                  </a:lnTo>
                  <a:lnTo>
                    <a:pt x="1600" y="6458"/>
                  </a:lnTo>
                  <a:lnTo>
                    <a:pt x="1619" y="6419"/>
                  </a:lnTo>
                  <a:lnTo>
                    <a:pt x="1638" y="6400"/>
                  </a:lnTo>
                  <a:lnTo>
                    <a:pt x="1638" y="6419"/>
                  </a:lnTo>
                  <a:lnTo>
                    <a:pt x="1657" y="6419"/>
                  </a:lnTo>
                  <a:lnTo>
                    <a:pt x="1676" y="6400"/>
                  </a:lnTo>
                  <a:lnTo>
                    <a:pt x="1695" y="6400"/>
                  </a:lnTo>
                  <a:lnTo>
                    <a:pt x="1715" y="6381"/>
                  </a:lnTo>
                  <a:lnTo>
                    <a:pt x="1752" y="6343"/>
                  </a:lnTo>
                  <a:lnTo>
                    <a:pt x="1791" y="6324"/>
                  </a:lnTo>
                  <a:lnTo>
                    <a:pt x="1867" y="6305"/>
                  </a:lnTo>
                  <a:lnTo>
                    <a:pt x="1886" y="6305"/>
                  </a:lnTo>
                  <a:lnTo>
                    <a:pt x="1886" y="6286"/>
                  </a:lnTo>
                  <a:lnTo>
                    <a:pt x="1905" y="6286"/>
                  </a:lnTo>
                  <a:lnTo>
                    <a:pt x="1924" y="6305"/>
                  </a:lnTo>
                  <a:lnTo>
                    <a:pt x="1943" y="6305"/>
                  </a:lnTo>
                  <a:lnTo>
                    <a:pt x="1962" y="6305"/>
                  </a:lnTo>
                  <a:lnTo>
                    <a:pt x="1962" y="6286"/>
                  </a:lnTo>
                  <a:lnTo>
                    <a:pt x="1981" y="6286"/>
                  </a:lnTo>
                  <a:lnTo>
                    <a:pt x="2000" y="6305"/>
                  </a:lnTo>
                  <a:lnTo>
                    <a:pt x="2000" y="6324"/>
                  </a:lnTo>
                  <a:lnTo>
                    <a:pt x="2019" y="6324"/>
                  </a:lnTo>
                  <a:lnTo>
                    <a:pt x="2038" y="6305"/>
                  </a:lnTo>
                  <a:lnTo>
                    <a:pt x="2057" y="6286"/>
                  </a:lnTo>
                  <a:lnTo>
                    <a:pt x="2057" y="6305"/>
                  </a:lnTo>
                  <a:lnTo>
                    <a:pt x="2096" y="6286"/>
                  </a:lnTo>
                  <a:lnTo>
                    <a:pt x="2114" y="6286"/>
                  </a:lnTo>
                  <a:lnTo>
                    <a:pt x="2133" y="6286"/>
                  </a:lnTo>
                  <a:lnTo>
                    <a:pt x="2152" y="6286"/>
                  </a:lnTo>
                  <a:lnTo>
                    <a:pt x="2152" y="6267"/>
                  </a:lnTo>
                  <a:lnTo>
                    <a:pt x="2172" y="6248"/>
                  </a:lnTo>
                  <a:lnTo>
                    <a:pt x="2191" y="6248"/>
                  </a:lnTo>
                  <a:lnTo>
                    <a:pt x="2209" y="6248"/>
                  </a:lnTo>
                  <a:lnTo>
                    <a:pt x="2248" y="6248"/>
                  </a:lnTo>
                  <a:lnTo>
                    <a:pt x="2267" y="6248"/>
                  </a:lnTo>
                  <a:lnTo>
                    <a:pt x="2286" y="6248"/>
                  </a:lnTo>
                  <a:lnTo>
                    <a:pt x="2286" y="6267"/>
                  </a:lnTo>
                  <a:lnTo>
                    <a:pt x="2305" y="6267"/>
                  </a:lnTo>
                  <a:lnTo>
                    <a:pt x="2324" y="6248"/>
                  </a:lnTo>
                  <a:lnTo>
                    <a:pt x="2343" y="6248"/>
                  </a:lnTo>
                  <a:lnTo>
                    <a:pt x="2343" y="6229"/>
                  </a:lnTo>
                  <a:lnTo>
                    <a:pt x="2343" y="6210"/>
                  </a:lnTo>
                  <a:lnTo>
                    <a:pt x="2362" y="6191"/>
                  </a:lnTo>
                  <a:lnTo>
                    <a:pt x="2381" y="6191"/>
                  </a:lnTo>
                  <a:lnTo>
                    <a:pt x="2400" y="6191"/>
                  </a:lnTo>
                  <a:lnTo>
                    <a:pt x="2438" y="6229"/>
                  </a:lnTo>
                  <a:lnTo>
                    <a:pt x="2438" y="6210"/>
                  </a:lnTo>
                  <a:lnTo>
                    <a:pt x="2457" y="6191"/>
                  </a:lnTo>
                  <a:lnTo>
                    <a:pt x="2476" y="6172"/>
                  </a:lnTo>
                  <a:lnTo>
                    <a:pt x="2476" y="6191"/>
                  </a:lnTo>
                  <a:lnTo>
                    <a:pt x="2495" y="6210"/>
                  </a:lnTo>
                  <a:lnTo>
                    <a:pt x="2514" y="6210"/>
                  </a:lnTo>
                  <a:lnTo>
                    <a:pt x="2533" y="6191"/>
                  </a:lnTo>
                  <a:lnTo>
                    <a:pt x="2553" y="6172"/>
                  </a:lnTo>
                  <a:lnTo>
                    <a:pt x="2609" y="6210"/>
                  </a:lnTo>
                  <a:lnTo>
                    <a:pt x="2629" y="6191"/>
                  </a:lnTo>
                  <a:lnTo>
                    <a:pt x="2629" y="6172"/>
                  </a:lnTo>
                  <a:lnTo>
                    <a:pt x="2648" y="6191"/>
                  </a:lnTo>
                  <a:lnTo>
                    <a:pt x="2667" y="6210"/>
                  </a:lnTo>
                  <a:lnTo>
                    <a:pt x="2686" y="6172"/>
                  </a:lnTo>
                  <a:lnTo>
                    <a:pt x="2705" y="6153"/>
                  </a:lnTo>
                  <a:lnTo>
                    <a:pt x="2724" y="6114"/>
                  </a:lnTo>
                  <a:lnTo>
                    <a:pt x="2743" y="6114"/>
                  </a:lnTo>
                  <a:lnTo>
                    <a:pt x="2743" y="6096"/>
                  </a:lnTo>
                  <a:lnTo>
                    <a:pt x="2743" y="6077"/>
                  </a:lnTo>
                  <a:lnTo>
                    <a:pt x="2762" y="6077"/>
                  </a:lnTo>
                  <a:lnTo>
                    <a:pt x="2781" y="6058"/>
                  </a:lnTo>
                  <a:lnTo>
                    <a:pt x="2781" y="6038"/>
                  </a:lnTo>
                  <a:lnTo>
                    <a:pt x="2781" y="6019"/>
                  </a:lnTo>
                  <a:lnTo>
                    <a:pt x="2781" y="6000"/>
                  </a:lnTo>
                  <a:lnTo>
                    <a:pt x="2838" y="5982"/>
                  </a:lnTo>
                  <a:lnTo>
                    <a:pt x="2895" y="6000"/>
                  </a:lnTo>
                  <a:lnTo>
                    <a:pt x="2914" y="6000"/>
                  </a:lnTo>
                  <a:lnTo>
                    <a:pt x="2934" y="6000"/>
                  </a:lnTo>
                  <a:lnTo>
                    <a:pt x="2934" y="5962"/>
                  </a:lnTo>
                  <a:lnTo>
                    <a:pt x="2953" y="5962"/>
                  </a:lnTo>
                  <a:lnTo>
                    <a:pt x="2953" y="5943"/>
                  </a:lnTo>
                  <a:lnTo>
                    <a:pt x="2971" y="5943"/>
                  </a:lnTo>
                  <a:lnTo>
                    <a:pt x="2971" y="5962"/>
                  </a:lnTo>
                  <a:lnTo>
                    <a:pt x="2971" y="5982"/>
                  </a:lnTo>
                  <a:lnTo>
                    <a:pt x="2971" y="6000"/>
                  </a:lnTo>
                  <a:lnTo>
                    <a:pt x="3010" y="6019"/>
                  </a:lnTo>
                  <a:lnTo>
                    <a:pt x="3029" y="6019"/>
                  </a:lnTo>
                  <a:lnTo>
                    <a:pt x="3029" y="6000"/>
                  </a:lnTo>
                  <a:lnTo>
                    <a:pt x="3029" y="5982"/>
                  </a:lnTo>
                  <a:lnTo>
                    <a:pt x="3048" y="5962"/>
                  </a:lnTo>
                  <a:lnTo>
                    <a:pt x="3067" y="5982"/>
                  </a:lnTo>
                  <a:lnTo>
                    <a:pt x="3067" y="6000"/>
                  </a:lnTo>
                  <a:lnTo>
                    <a:pt x="3086" y="6019"/>
                  </a:lnTo>
                  <a:lnTo>
                    <a:pt x="3105" y="6000"/>
                  </a:lnTo>
                  <a:lnTo>
                    <a:pt x="3143" y="5982"/>
                  </a:lnTo>
                  <a:lnTo>
                    <a:pt x="3143" y="5962"/>
                  </a:lnTo>
                  <a:lnTo>
                    <a:pt x="3162" y="5962"/>
                  </a:lnTo>
                  <a:lnTo>
                    <a:pt x="3181" y="5962"/>
                  </a:lnTo>
                  <a:lnTo>
                    <a:pt x="3200" y="5982"/>
                  </a:lnTo>
                  <a:lnTo>
                    <a:pt x="3219" y="6000"/>
                  </a:lnTo>
                  <a:lnTo>
                    <a:pt x="3238" y="5962"/>
                  </a:lnTo>
                  <a:lnTo>
                    <a:pt x="3257" y="5982"/>
                  </a:lnTo>
                  <a:lnTo>
                    <a:pt x="3276" y="5982"/>
                  </a:lnTo>
                  <a:lnTo>
                    <a:pt x="3276" y="6000"/>
                  </a:lnTo>
                  <a:lnTo>
                    <a:pt x="3276" y="6019"/>
                  </a:lnTo>
                  <a:lnTo>
                    <a:pt x="3276" y="6058"/>
                  </a:lnTo>
                  <a:lnTo>
                    <a:pt x="3276" y="6077"/>
                  </a:lnTo>
                  <a:lnTo>
                    <a:pt x="3334" y="6114"/>
                  </a:lnTo>
                  <a:lnTo>
                    <a:pt x="3352" y="6134"/>
                  </a:lnTo>
                  <a:lnTo>
                    <a:pt x="3371" y="6153"/>
                  </a:lnTo>
                  <a:lnTo>
                    <a:pt x="3391" y="6153"/>
                  </a:lnTo>
                  <a:lnTo>
                    <a:pt x="3410" y="6114"/>
                  </a:lnTo>
                  <a:lnTo>
                    <a:pt x="3410" y="6096"/>
                  </a:lnTo>
                  <a:lnTo>
                    <a:pt x="3429" y="6077"/>
                  </a:lnTo>
                  <a:lnTo>
                    <a:pt x="3447" y="6077"/>
                  </a:lnTo>
                  <a:lnTo>
                    <a:pt x="3467" y="6096"/>
                  </a:lnTo>
                  <a:lnTo>
                    <a:pt x="3486" y="6114"/>
                  </a:lnTo>
                  <a:lnTo>
                    <a:pt x="3486" y="6134"/>
                  </a:lnTo>
                  <a:lnTo>
                    <a:pt x="3505" y="6134"/>
                  </a:lnTo>
                  <a:lnTo>
                    <a:pt x="3505" y="6153"/>
                  </a:lnTo>
                  <a:lnTo>
                    <a:pt x="3524" y="6153"/>
                  </a:lnTo>
                  <a:lnTo>
                    <a:pt x="3543" y="6153"/>
                  </a:lnTo>
                  <a:lnTo>
                    <a:pt x="3581" y="6134"/>
                  </a:lnTo>
                  <a:lnTo>
                    <a:pt x="3600" y="6114"/>
                  </a:lnTo>
                  <a:lnTo>
                    <a:pt x="3600" y="6096"/>
                  </a:lnTo>
                  <a:lnTo>
                    <a:pt x="3600" y="6058"/>
                  </a:lnTo>
                  <a:lnTo>
                    <a:pt x="3600" y="6038"/>
                  </a:lnTo>
                  <a:lnTo>
                    <a:pt x="3619" y="6038"/>
                  </a:lnTo>
                  <a:lnTo>
                    <a:pt x="3619" y="6019"/>
                  </a:lnTo>
                  <a:lnTo>
                    <a:pt x="3638" y="5886"/>
                  </a:lnTo>
                  <a:lnTo>
                    <a:pt x="3676" y="5733"/>
                  </a:lnTo>
                  <a:lnTo>
                    <a:pt x="3696" y="5581"/>
                  </a:lnTo>
                  <a:lnTo>
                    <a:pt x="3733" y="5429"/>
                  </a:lnTo>
                  <a:lnTo>
                    <a:pt x="3752" y="5276"/>
                  </a:lnTo>
                  <a:lnTo>
                    <a:pt x="3772" y="5124"/>
                  </a:lnTo>
                  <a:lnTo>
                    <a:pt x="3810" y="4972"/>
                  </a:lnTo>
                  <a:lnTo>
                    <a:pt x="3828" y="4819"/>
                  </a:lnTo>
                  <a:lnTo>
                    <a:pt x="3867" y="4667"/>
                  </a:lnTo>
                  <a:lnTo>
                    <a:pt x="3886" y="4514"/>
                  </a:lnTo>
                  <a:lnTo>
                    <a:pt x="3924" y="4362"/>
                  </a:lnTo>
                  <a:lnTo>
                    <a:pt x="3943" y="4210"/>
                  </a:lnTo>
                  <a:lnTo>
                    <a:pt x="3981" y="4057"/>
                  </a:lnTo>
                  <a:lnTo>
                    <a:pt x="4000" y="3924"/>
                  </a:lnTo>
                  <a:lnTo>
                    <a:pt x="4019" y="3772"/>
                  </a:lnTo>
                  <a:lnTo>
                    <a:pt x="4057" y="3620"/>
                  </a:lnTo>
                  <a:lnTo>
                    <a:pt x="4057" y="3562"/>
                  </a:lnTo>
                  <a:lnTo>
                    <a:pt x="4077" y="3505"/>
                  </a:lnTo>
                  <a:lnTo>
                    <a:pt x="4077" y="3486"/>
                  </a:lnTo>
                  <a:lnTo>
                    <a:pt x="4095" y="3429"/>
                  </a:lnTo>
                  <a:lnTo>
                    <a:pt x="4095" y="3391"/>
                  </a:lnTo>
                  <a:lnTo>
                    <a:pt x="4114" y="3295"/>
                  </a:lnTo>
                  <a:lnTo>
                    <a:pt x="4114" y="3258"/>
                  </a:lnTo>
                  <a:lnTo>
                    <a:pt x="4133" y="3200"/>
                  </a:lnTo>
                  <a:lnTo>
                    <a:pt x="4114" y="3181"/>
                  </a:lnTo>
                  <a:lnTo>
                    <a:pt x="4077" y="3124"/>
                  </a:lnTo>
                  <a:lnTo>
                    <a:pt x="4077" y="3105"/>
                  </a:lnTo>
                  <a:lnTo>
                    <a:pt x="4095" y="3086"/>
                  </a:lnTo>
                  <a:lnTo>
                    <a:pt x="4077" y="3048"/>
                  </a:lnTo>
                  <a:lnTo>
                    <a:pt x="4095" y="3048"/>
                  </a:lnTo>
                  <a:lnTo>
                    <a:pt x="4077" y="3029"/>
                  </a:lnTo>
                  <a:lnTo>
                    <a:pt x="4057" y="3029"/>
                  </a:lnTo>
                  <a:lnTo>
                    <a:pt x="4038" y="2991"/>
                  </a:lnTo>
                  <a:lnTo>
                    <a:pt x="4019" y="2972"/>
                  </a:lnTo>
                  <a:lnTo>
                    <a:pt x="4000" y="2972"/>
                  </a:lnTo>
                  <a:lnTo>
                    <a:pt x="4000" y="2953"/>
                  </a:lnTo>
                  <a:lnTo>
                    <a:pt x="4000" y="2934"/>
                  </a:lnTo>
                  <a:lnTo>
                    <a:pt x="4000" y="2914"/>
                  </a:lnTo>
                  <a:lnTo>
                    <a:pt x="3981" y="2914"/>
                  </a:lnTo>
                  <a:lnTo>
                    <a:pt x="3981" y="2895"/>
                  </a:lnTo>
                  <a:lnTo>
                    <a:pt x="3962" y="2895"/>
                  </a:lnTo>
                  <a:lnTo>
                    <a:pt x="3962" y="2877"/>
                  </a:lnTo>
                  <a:lnTo>
                    <a:pt x="3962" y="2858"/>
                  </a:lnTo>
                  <a:lnTo>
                    <a:pt x="3962" y="2838"/>
                  </a:lnTo>
                  <a:lnTo>
                    <a:pt x="3924" y="2800"/>
                  </a:lnTo>
                  <a:lnTo>
                    <a:pt x="3905" y="2781"/>
                  </a:lnTo>
                  <a:lnTo>
                    <a:pt x="3924" y="2762"/>
                  </a:lnTo>
                  <a:lnTo>
                    <a:pt x="3943" y="2724"/>
                  </a:lnTo>
                  <a:lnTo>
                    <a:pt x="3962" y="2705"/>
                  </a:lnTo>
                  <a:lnTo>
                    <a:pt x="3943" y="2686"/>
                  </a:lnTo>
                  <a:lnTo>
                    <a:pt x="3943" y="2667"/>
                  </a:lnTo>
                  <a:lnTo>
                    <a:pt x="3943" y="2648"/>
                  </a:lnTo>
                  <a:lnTo>
                    <a:pt x="3943" y="2629"/>
                  </a:lnTo>
                  <a:lnTo>
                    <a:pt x="3924" y="2610"/>
                  </a:lnTo>
                  <a:lnTo>
                    <a:pt x="3924" y="2591"/>
                  </a:lnTo>
                  <a:lnTo>
                    <a:pt x="3905" y="2572"/>
                  </a:lnTo>
                  <a:lnTo>
                    <a:pt x="3886" y="2553"/>
                  </a:lnTo>
                  <a:lnTo>
                    <a:pt x="3810" y="2515"/>
                  </a:lnTo>
                  <a:lnTo>
                    <a:pt x="3791" y="2515"/>
                  </a:lnTo>
                  <a:lnTo>
                    <a:pt x="3752" y="2477"/>
                  </a:lnTo>
                  <a:lnTo>
                    <a:pt x="3733" y="2457"/>
                  </a:lnTo>
                  <a:lnTo>
                    <a:pt x="3714" y="2457"/>
                  </a:lnTo>
                  <a:lnTo>
                    <a:pt x="3714" y="2438"/>
                  </a:lnTo>
                  <a:lnTo>
                    <a:pt x="3714" y="2419"/>
                  </a:lnTo>
                  <a:lnTo>
                    <a:pt x="3696" y="2419"/>
                  </a:lnTo>
                  <a:lnTo>
                    <a:pt x="3676" y="2401"/>
                  </a:lnTo>
                  <a:lnTo>
                    <a:pt x="3638" y="2401"/>
                  </a:lnTo>
                  <a:lnTo>
                    <a:pt x="3619" y="2381"/>
                  </a:lnTo>
                  <a:lnTo>
                    <a:pt x="3600" y="2343"/>
                  </a:lnTo>
                  <a:lnTo>
                    <a:pt x="3543" y="2305"/>
                  </a:lnTo>
                  <a:lnTo>
                    <a:pt x="3505" y="2267"/>
                  </a:lnTo>
                  <a:lnTo>
                    <a:pt x="3505" y="2248"/>
                  </a:lnTo>
                  <a:lnTo>
                    <a:pt x="3505" y="2210"/>
                  </a:lnTo>
                  <a:lnTo>
                    <a:pt x="3505" y="2172"/>
                  </a:lnTo>
                  <a:lnTo>
                    <a:pt x="3505" y="2134"/>
                  </a:lnTo>
                  <a:lnTo>
                    <a:pt x="3505" y="2076"/>
                  </a:lnTo>
                  <a:lnTo>
                    <a:pt x="3505" y="1981"/>
                  </a:lnTo>
                  <a:lnTo>
                    <a:pt x="3505" y="1886"/>
                  </a:lnTo>
                  <a:lnTo>
                    <a:pt x="3505" y="1791"/>
                  </a:lnTo>
                  <a:lnTo>
                    <a:pt x="3505" y="1695"/>
                  </a:lnTo>
                  <a:lnTo>
                    <a:pt x="3505" y="1639"/>
                  </a:lnTo>
                  <a:lnTo>
                    <a:pt x="3505" y="1619"/>
                  </a:lnTo>
                  <a:lnTo>
                    <a:pt x="3524" y="1543"/>
                  </a:lnTo>
                  <a:lnTo>
                    <a:pt x="3524" y="1562"/>
                  </a:lnTo>
                  <a:lnTo>
                    <a:pt x="3543" y="1562"/>
                  </a:lnTo>
                  <a:lnTo>
                    <a:pt x="3562" y="1543"/>
                  </a:lnTo>
                  <a:lnTo>
                    <a:pt x="3581" y="1543"/>
                  </a:lnTo>
                  <a:lnTo>
                    <a:pt x="3619" y="1543"/>
                  </a:lnTo>
                  <a:lnTo>
                    <a:pt x="3638" y="1543"/>
                  </a:lnTo>
                  <a:lnTo>
                    <a:pt x="3714" y="1543"/>
                  </a:lnTo>
                  <a:lnTo>
                    <a:pt x="3752" y="1524"/>
                  </a:lnTo>
                  <a:lnTo>
                    <a:pt x="3791" y="1524"/>
                  </a:lnTo>
                  <a:lnTo>
                    <a:pt x="3810" y="1505"/>
                  </a:lnTo>
                  <a:lnTo>
                    <a:pt x="3848" y="1467"/>
                  </a:lnTo>
                  <a:lnTo>
                    <a:pt x="3867" y="1467"/>
                  </a:lnTo>
                  <a:lnTo>
                    <a:pt x="3886" y="1486"/>
                  </a:lnTo>
                  <a:lnTo>
                    <a:pt x="3924" y="1486"/>
                  </a:lnTo>
                  <a:lnTo>
                    <a:pt x="3943" y="1467"/>
                  </a:lnTo>
                  <a:lnTo>
                    <a:pt x="3943" y="1448"/>
                  </a:lnTo>
                  <a:lnTo>
                    <a:pt x="3962" y="1448"/>
                  </a:lnTo>
                  <a:lnTo>
                    <a:pt x="3981" y="1448"/>
                  </a:lnTo>
                  <a:lnTo>
                    <a:pt x="4019" y="1429"/>
                  </a:lnTo>
                  <a:lnTo>
                    <a:pt x="4038" y="1410"/>
                  </a:lnTo>
                  <a:lnTo>
                    <a:pt x="4057" y="1410"/>
                  </a:lnTo>
                  <a:lnTo>
                    <a:pt x="4077" y="1410"/>
                  </a:lnTo>
                  <a:lnTo>
                    <a:pt x="4095" y="1429"/>
                  </a:lnTo>
                  <a:lnTo>
                    <a:pt x="4153" y="1486"/>
                  </a:lnTo>
                  <a:lnTo>
                    <a:pt x="4172" y="1505"/>
                  </a:lnTo>
                  <a:lnTo>
                    <a:pt x="4191" y="1486"/>
                  </a:lnTo>
                  <a:lnTo>
                    <a:pt x="4209" y="1486"/>
                  </a:lnTo>
                  <a:lnTo>
                    <a:pt x="4229" y="1486"/>
                  </a:lnTo>
                  <a:lnTo>
                    <a:pt x="4229" y="1524"/>
                  </a:lnTo>
                  <a:lnTo>
                    <a:pt x="4248" y="1524"/>
                  </a:lnTo>
                  <a:lnTo>
                    <a:pt x="4267" y="1524"/>
                  </a:lnTo>
                  <a:lnTo>
                    <a:pt x="4286" y="1524"/>
                  </a:lnTo>
                  <a:lnTo>
                    <a:pt x="4305" y="1524"/>
                  </a:lnTo>
                  <a:lnTo>
                    <a:pt x="4305" y="1505"/>
                  </a:lnTo>
                  <a:lnTo>
                    <a:pt x="4324" y="1505"/>
                  </a:lnTo>
                  <a:lnTo>
                    <a:pt x="4343" y="1505"/>
                  </a:lnTo>
                  <a:lnTo>
                    <a:pt x="4362" y="1505"/>
                  </a:lnTo>
                  <a:lnTo>
                    <a:pt x="4381" y="1486"/>
                  </a:lnTo>
                  <a:lnTo>
                    <a:pt x="4362" y="1467"/>
                  </a:lnTo>
                  <a:lnTo>
                    <a:pt x="4362" y="1448"/>
                  </a:lnTo>
                  <a:lnTo>
                    <a:pt x="4343" y="1448"/>
                  </a:lnTo>
                  <a:lnTo>
                    <a:pt x="4324" y="1429"/>
                  </a:lnTo>
                  <a:lnTo>
                    <a:pt x="4324" y="1410"/>
                  </a:lnTo>
                  <a:lnTo>
                    <a:pt x="4343" y="1391"/>
                  </a:lnTo>
                  <a:lnTo>
                    <a:pt x="4343" y="1372"/>
                  </a:lnTo>
                  <a:lnTo>
                    <a:pt x="4343" y="1334"/>
                  </a:lnTo>
                  <a:lnTo>
                    <a:pt x="4343" y="1314"/>
                  </a:lnTo>
                  <a:lnTo>
                    <a:pt x="4343" y="1295"/>
                  </a:lnTo>
                  <a:lnTo>
                    <a:pt x="4362" y="1295"/>
                  </a:lnTo>
                  <a:lnTo>
                    <a:pt x="4362" y="1277"/>
                  </a:lnTo>
                  <a:lnTo>
                    <a:pt x="4343" y="1277"/>
                  </a:lnTo>
                  <a:lnTo>
                    <a:pt x="4324" y="1258"/>
                  </a:lnTo>
                  <a:lnTo>
                    <a:pt x="4305" y="1238"/>
                  </a:lnTo>
                  <a:lnTo>
                    <a:pt x="4305" y="1219"/>
                  </a:lnTo>
                  <a:lnTo>
                    <a:pt x="4286" y="1200"/>
                  </a:lnTo>
                  <a:lnTo>
                    <a:pt x="4286" y="1181"/>
                  </a:lnTo>
                  <a:lnTo>
                    <a:pt x="4286" y="1162"/>
                  </a:lnTo>
                  <a:lnTo>
                    <a:pt x="4267" y="1162"/>
                  </a:lnTo>
                  <a:lnTo>
                    <a:pt x="4248" y="1143"/>
                  </a:lnTo>
                  <a:lnTo>
                    <a:pt x="4229" y="1124"/>
                  </a:lnTo>
                  <a:lnTo>
                    <a:pt x="4191" y="1105"/>
                  </a:lnTo>
                  <a:lnTo>
                    <a:pt x="4172" y="1105"/>
                  </a:lnTo>
                  <a:lnTo>
                    <a:pt x="4153" y="1105"/>
                  </a:lnTo>
                  <a:lnTo>
                    <a:pt x="4114" y="1143"/>
                  </a:lnTo>
                  <a:lnTo>
                    <a:pt x="4095" y="1124"/>
                  </a:lnTo>
                  <a:lnTo>
                    <a:pt x="4077" y="1124"/>
                  </a:lnTo>
                  <a:lnTo>
                    <a:pt x="4077" y="1105"/>
                  </a:lnTo>
                  <a:lnTo>
                    <a:pt x="4057" y="1105"/>
                  </a:lnTo>
                  <a:lnTo>
                    <a:pt x="4019" y="1105"/>
                  </a:lnTo>
                  <a:lnTo>
                    <a:pt x="4000" y="1105"/>
                  </a:lnTo>
                  <a:lnTo>
                    <a:pt x="3981" y="1105"/>
                  </a:lnTo>
                  <a:lnTo>
                    <a:pt x="3943" y="1086"/>
                  </a:lnTo>
                  <a:lnTo>
                    <a:pt x="3924" y="1086"/>
                  </a:lnTo>
                  <a:lnTo>
                    <a:pt x="3828" y="1105"/>
                  </a:lnTo>
                  <a:lnTo>
                    <a:pt x="3828" y="1086"/>
                  </a:lnTo>
                  <a:lnTo>
                    <a:pt x="3810" y="1086"/>
                  </a:lnTo>
                  <a:lnTo>
                    <a:pt x="3810" y="1067"/>
                  </a:lnTo>
                  <a:lnTo>
                    <a:pt x="3791" y="1067"/>
                  </a:lnTo>
                  <a:lnTo>
                    <a:pt x="3772" y="1086"/>
                  </a:lnTo>
                  <a:lnTo>
                    <a:pt x="3733" y="1105"/>
                  </a:lnTo>
                  <a:lnTo>
                    <a:pt x="3696" y="1105"/>
                  </a:lnTo>
                  <a:lnTo>
                    <a:pt x="3696" y="1048"/>
                  </a:lnTo>
                  <a:lnTo>
                    <a:pt x="3714" y="991"/>
                  </a:lnTo>
                  <a:lnTo>
                    <a:pt x="3714" y="914"/>
                  </a:lnTo>
                  <a:lnTo>
                    <a:pt x="3714" y="857"/>
                  </a:lnTo>
                  <a:lnTo>
                    <a:pt x="3714" y="800"/>
                  </a:lnTo>
                  <a:lnTo>
                    <a:pt x="3714" y="724"/>
                  </a:lnTo>
                  <a:lnTo>
                    <a:pt x="3714" y="667"/>
                  </a:lnTo>
                  <a:lnTo>
                    <a:pt x="3714" y="591"/>
                  </a:lnTo>
                  <a:lnTo>
                    <a:pt x="3714" y="534"/>
                  </a:lnTo>
                  <a:lnTo>
                    <a:pt x="3696" y="496"/>
                  </a:lnTo>
                  <a:lnTo>
                    <a:pt x="3714" y="496"/>
                  </a:lnTo>
                  <a:lnTo>
                    <a:pt x="3752" y="496"/>
                  </a:lnTo>
                  <a:lnTo>
                    <a:pt x="3772" y="496"/>
                  </a:lnTo>
                  <a:lnTo>
                    <a:pt x="3810" y="476"/>
                  </a:lnTo>
                  <a:lnTo>
                    <a:pt x="3828" y="476"/>
                  </a:lnTo>
                  <a:lnTo>
                    <a:pt x="3848" y="476"/>
                  </a:lnTo>
                  <a:lnTo>
                    <a:pt x="3886" y="476"/>
                  </a:lnTo>
                  <a:lnTo>
                    <a:pt x="3962" y="438"/>
                  </a:lnTo>
                  <a:lnTo>
                    <a:pt x="4000" y="438"/>
                  </a:lnTo>
                  <a:lnTo>
                    <a:pt x="4057" y="457"/>
                  </a:lnTo>
                  <a:lnTo>
                    <a:pt x="4133" y="476"/>
                  </a:lnTo>
                  <a:lnTo>
                    <a:pt x="4172" y="496"/>
                  </a:lnTo>
                  <a:lnTo>
                    <a:pt x="4209" y="496"/>
                  </a:lnTo>
                  <a:lnTo>
                    <a:pt x="4343" y="496"/>
                  </a:lnTo>
                  <a:lnTo>
                    <a:pt x="4495" y="496"/>
                  </a:lnTo>
                  <a:lnTo>
                    <a:pt x="4686" y="496"/>
                  </a:lnTo>
                  <a:lnTo>
                    <a:pt x="4876" y="496"/>
                  </a:lnTo>
                  <a:lnTo>
                    <a:pt x="5048" y="496"/>
                  </a:lnTo>
                  <a:lnTo>
                    <a:pt x="5162" y="496"/>
                  </a:lnTo>
                  <a:lnTo>
                    <a:pt x="5219" y="496"/>
                  </a:lnTo>
                  <a:lnTo>
                    <a:pt x="5276" y="496"/>
                  </a:lnTo>
                  <a:lnTo>
                    <a:pt x="5276" y="476"/>
                  </a:lnTo>
                  <a:lnTo>
                    <a:pt x="5257" y="476"/>
                  </a:lnTo>
                  <a:lnTo>
                    <a:pt x="5257" y="457"/>
                  </a:lnTo>
                  <a:lnTo>
                    <a:pt x="5257" y="438"/>
                  </a:lnTo>
                  <a:lnTo>
                    <a:pt x="5219" y="438"/>
                  </a:lnTo>
                  <a:lnTo>
                    <a:pt x="5219" y="420"/>
                  </a:lnTo>
                  <a:lnTo>
                    <a:pt x="5219" y="400"/>
                  </a:lnTo>
                  <a:lnTo>
                    <a:pt x="5200" y="400"/>
                  </a:lnTo>
                  <a:lnTo>
                    <a:pt x="5181" y="381"/>
                  </a:lnTo>
                  <a:lnTo>
                    <a:pt x="5200" y="362"/>
                  </a:lnTo>
                  <a:lnTo>
                    <a:pt x="5257" y="210"/>
                  </a:lnTo>
                  <a:lnTo>
                    <a:pt x="5257" y="229"/>
                  </a:lnTo>
                  <a:lnTo>
                    <a:pt x="5257" y="248"/>
                  </a:lnTo>
                  <a:lnTo>
                    <a:pt x="5276" y="248"/>
                  </a:lnTo>
                  <a:lnTo>
                    <a:pt x="5296" y="267"/>
                  </a:lnTo>
                  <a:lnTo>
                    <a:pt x="5315" y="267"/>
                  </a:lnTo>
                  <a:lnTo>
                    <a:pt x="5333" y="286"/>
                  </a:lnTo>
                  <a:lnTo>
                    <a:pt x="5333" y="305"/>
                  </a:lnTo>
                  <a:lnTo>
                    <a:pt x="5372" y="362"/>
                  </a:lnTo>
                  <a:lnTo>
                    <a:pt x="5391" y="400"/>
                  </a:lnTo>
                  <a:lnTo>
                    <a:pt x="5410" y="438"/>
                  </a:lnTo>
                  <a:lnTo>
                    <a:pt x="5429" y="457"/>
                  </a:lnTo>
                  <a:lnTo>
                    <a:pt x="5467" y="476"/>
                  </a:lnTo>
                  <a:lnTo>
                    <a:pt x="5505" y="476"/>
                  </a:lnTo>
                  <a:lnTo>
                    <a:pt x="5543" y="457"/>
                  </a:lnTo>
                  <a:lnTo>
                    <a:pt x="5562" y="457"/>
                  </a:lnTo>
                  <a:lnTo>
                    <a:pt x="5600" y="420"/>
                  </a:lnTo>
                  <a:lnTo>
                    <a:pt x="5638" y="400"/>
                  </a:lnTo>
                  <a:lnTo>
                    <a:pt x="5753" y="248"/>
                  </a:lnTo>
                  <a:lnTo>
                    <a:pt x="5809" y="171"/>
                  </a:lnTo>
                  <a:lnTo>
                    <a:pt x="5848" y="153"/>
                  </a:lnTo>
                  <a:lnTo>
                    <a:pt x="5886" y="134"/>
                  </a:lnTo>
                  <a:lnTo>
                    <a:pt x="5924" y="115"/>
                  </a:lnTo>
                  <a:lnTo>
                    <a:pt x="5943" y="115"/>
                  </a:lnTo>
                  <a:lnTo>
                    <a:pt x="5943" y="95"/>
                  </a:lnTo>
                  <a:lnTo>
                    <a:pt x="5962" y="95"/>
                  </a:lnTo>
                  <a:lnTo>
                    <a:pt x="5981" y="95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058" y="134"/>
                  </a:lnTo>
                  <a:lnTo>
                    <a:pt x="6076" y="171"/>
                  </a:lnTo>
                  <a:lnTo>
                    <a:pt x="6095" y="248"/>
                  </a:lnTo>
                  <a:lnTo>
                    <a:pt x="6134" y="286"/>
                  </a:lnTo>
                  <a:lnTo>
                    <a:pt x="6229" y="420"/>
                  </a:lnTo>
                  <a:lnTo>
                    <a:pt x="6267" y="496"/>
                  </a:lnTo>
                  <a:lnTo>
                    <a:pt x="6286" y="591"/>
                  </a:lnTo>
                  <a:lnTo>
                    <a:pt x="6305" y="648"/>
                  </a:lnTo>
                  <a:lnTo>
                    <a:pt x="6286" y="914"/>
                  </a:lnTo>
                  <a:lnTo>
                    <a:pt x="6286" y="972"/>
                  </a:lnTo>
                  <a:lnTo>
                    <a:pt x="6286" y="991"/>
                  </a:lnTo>
                  <a:lnTo>
                    <a:pt x="6305" y="991"/>
                  </a:lnTo>
                  <a:lnTo>
                    <a:pt x="6400" y="972"/>
                  </a:lnTo>
                  <a:lnTo>
                    <a:pt x="6457" y="953"/>
                  </a:lnTo>
                  <a:lnTo>
                    <a:pt x="6495" y="953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D57E6E2F-2A6B-D457-73BB-02650A35C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8775" y="2881313"/>
              <a:ext cx="1179513" cy="969962"/>
            </a:xfrm>
            <a:custGeom>
              <a:avLst/>
              <a:gdLst>
                <a:gd name="T0" fmla="*/ 2147483646 w 6553"/>
                <a:gd name="T1" fmla="*/ 2147483646 h 5392"/>
                <a:gd name="T2" fmla="*/ 2147483646 w 6553"/>
                <a:gd name="T3" fmla="*/ 2147483646 h 5392"/>
                <a:gd name="T4" fmla="*/ 2147483646 w 6553"/>
                <a:gd name="T5" fmla="*/ 2147483646 h 5392"/>
                <a:gd name="T6" fmla="*/ 2147483646 w 6553"/>
                <a:gd name="T7" fmla="*/ 2147483646 h 5392"/>
                <a:gd name="T8" fmla="*/ 2147483646 w 6553"/>
                <a:gd name="T9" fmla="*/ 2147483646 h 5392"/>
                <a:gd name="T10" fmla="*/ 2147483646 w 6553"/>
                <a:gd name="T11" fmla="*/ 2147483646 h 5392"/>
                <a:gd name="T12" fmla="*/ 2147483646 w 6553"/>
                <a:gd name="T13" fmla="*/ 2147483646 h 5392"/>
                <a:gd name="T14" fmla="*/ 2147483646 w 6553"/>
                <a:gd name="T15" fmla="*/ 2147483646 h 5392"/>
                <a:gd name="T16" fmla="*/ 2147483646 w 6553"/>
                <a:gd name="T17" fmla="*/ 2147483646 h 5392"/>
                <a:gd name="T18" fmla="*/ 2147483646 w 6553"/>
                <a:gd name="T19" fmla="*/ 2147483646 h 5392"/>
                <a:gd name="T20" fmla="*/ 2147483646 w 6553"/>
                <a:gd name="T21" fmla="*/ 2147483646 h 5392"/>
                <a:gd name="T22" fmla="*/ 2147483646 w 6553"/>
                <a:gd name="T23" fmla="*/ 2147483646 h 5392"/>
                <a:gd name="T24" fmla="*/ 2147483646 w 6553"/>
                <a:gd name="T25" fmla="*/ 2147483646 h 5392"/>
                <a:gd name="T26" fmla="*/ 2147483646 w 6553"/>
                <a:gd name="T27" fmla="*/ 2147483646 h 5392"/>
                <a:gd name="T28" fmla="*/ 2147483646 w 6553"/>
                <a:gd name="T29" fmla="*/ 2147483646 h 5392"/>
                <a:gd name="T30" fmla="*/ 2147483646 w 6553"/>
                <a:gd name="T31" fmla="*/ 2147483646 h 5392"/>
                <a:gd name="T32" fmla="*/ 2147483646 w 6553"/>
                <a:gd name="T33" fmla="*/ 2147483646 h 5392"/>
                <a:gd name="T34" fmla="*/ 2147483646 w 6553"/>
                <a:gd name="T35" fmla="*/ 2147483646 h 5392"/>
                <a:gd name="T36" fmla="*/ 2147483646 w 6553"/>
                <a:gd name="T37" fmla="*/ 2147483646 h 5392"/>
                <a:gd name="T38" fmla="*/ 2147483646 w 6553"/>
                <a:gd name="T39" fmla="*/ 2147483646 h 5392"/>
                <a:gd name="T40" fmla="*/ 2147483646 w 6553"/>
                <a:gd name="T41" fmla="*/ 2147483646 h 5392"/>
                <a:gd name="T42" fmla="*/ 2147483646 w 6553"/>
                <a:gd name="T43" fmla="*/ 2147483646 h 5392"/>
                <a:gd name="T44" fmla="*/ 2147483646 w 6553"/>
                <a:gd name="T45" fmla="*/ 2147483646 h 5392"/>
                <a:gd name="T46" fmla="*/ 2147483646 w 6553"/>
                <a:gd name="T47" fmla="*/ 2147483646 h 5392"/>
                <a:gd name="T48" fmla="*/ 2147483646 w 6553"/>
                <a:gd name="T49" fmla="*/ 2147483646 h 5392"/>
                <a:gd name="T50" fmla="*/ 2147483646 w 6553"/>
                <a:gd name="T51" fmla="*/ 2147483646 h 5392"/>
                <a:gd name="T52" fmla="*/ 2147483646 w 6553"/>
                <a:gd name="T53" fmla="*/ 2147483646 h 5392"/>
                <a:gd name="T54" fmla="*/ 2147483646 w 6553"/>
                <a:gd name="T55" fmla="*/ 2147483646 h 5392"/>
                <a:gd name="T56" fmla="*/ 2147483646 w 6553"/>
                <a:gd name="T57" fmla="*/ 2147483646 h 5392"/>
                <a:gd name="T58" fmla="*/ 2147483646 w 6553"/>
                <a:gd name="T59" fmla="*/ 2147483646 h 5392"/>
                <a:gd name="T60" fmla="*/ 2147483646 w 6553"/>
                <a:gd name="T61" fmla="*/ 2147483646 h 5392"/>
                <a:gd name="T62" fmla="*/ 2147483646 w 6553"/>
                <a:gd name="T63" fmla="*/ 2147483646 h 5392"/>
                <a:gd name="T64" fmla="*/ 2147483646 w 6553"/>
                <a:gd name="T65" fmla="*/ 2147483646 h 5392"/>
                <a:gd name="T66" fmla="*/ 2147483646 w 6553"/>
                <a:gd name="T67" fmla="*/ 2147483646 h 5392"/>
                <a:gd name="T68" fmla="*/ 2147483646 w 6553"/>
                <a:gd name="T69" fmla="*/ 2147483646 h 5392"/>
                <a:gd name="T70" fmla="*/ 2147483646 w 6553"/>
                <a:gd name="T71" fmla="*/ 2147483646 h 5392"/>
                <a:gd name="T72" fmla="*/ 2147483646 w 6553"/>
                <a:gd name="T73" fmla="*/ 2147483646 h 5392"/>
                <a:gd name="T74" fmla="*/ 2147483646 w 6553"/>
                <a:gd name="T75" fmla="*/ 2147483646 h 5392"/>
                <a:gd name="T76" fmla="*/ 2147483646 w 6553"/>
                <a:gd name="T77" fmla="*/ 2147483646 h 5392"/>
                <a:gd name="T78" fmla="*/ 2147483646 w 6553"/>
                <a:gd name="T79" fmla="*/ 2147483646 h 5392"/>
                <a:gd name="T80" fmla="*/ 2147483646 w 6553"/>
                <a:gd name="T81" fmla="*/ 2147483646 h 5392"/>
                <a:gd name="T82" fmla="*/ 2147483646 w 6553"/>
                <a:gd name="T83" fmla="*/ 2147483646 h 5392"/>
                <a:gd name="T84" fmla="*/ 2147483646 w 6553"/>
                <a:gd name="T85" fmla="*/ 2147483646 h 5392"/>
                <a:gd name="T86" fmla="*/ 2147483646 w 6553"/>
                <a:gd name="T87" fmla="*/ 2147483646 h 5392"/>
                <a:gd name="T88" fmla="*/ 2147483646 w 6553"/>
                <a:gd name="T89" fmla="*/ 2147483646 h 5392"/>
                <a:gd name="T90" fmla="*/ 2147483646 w 6553"/>
                <a:gd name="T91" fmla="*/ 2147483646 h 5392"/>
                <a:gd name="T92" fmla="*/ 2147483646 w 6553"/>
                <a:gd name="T93" fmla="*/ 2147483646 h 5392"/>
                <a:gd name="T94" fmla="*/ 2147483646 w 6553"/>
                <a:gd name="T95" fmla="*/ 2147483646 h 5392"/>
                <a:gd name="T96" fmla="*/ 2147483646 w 6553"/>
                <a:gd name="T97" fmla="*/ 2147483646 h 5392"/>
                <a:gd name="T98" fmla="*/ 2147483646 w 6553"/>
                <a:gd name="T99" fmla="*/ 2147483646 h 5392"/>
                <a:gd name="T100" fmla="*/ 2147483646 w 6553"/>
                <a:gd name="T101" fmla="*/ 2147483646 h 5392"/>
                <a:gd name="T102" fmla="*/ 2147483646 w 6553"/>
                <a:gd name="T103" fmla="*/ 2147483646 h 5392"/>
                <a:gd name="T104" fmla="*/ 2147483646 w 6553"/>
                <a:gd name="T105" fmla="*/ 2147483646 h 5392"/>
                <a:gd name="T106" fmla="*/ 2147483646 w 6553"/>
                <a:gd name="T107" fmla="*/ 2147483646 h 5392"/>
                <a:gd name="T108" fmla="*/ 2147483646 w 6553"/>
                <a:gd name="T109" fmla="*/ 2147483646 h 5392"/>
                <a:gd name="T110" fmla="*/ 2147483646 w 6553"/>
                <a:gd name="T111" fmla="*/ 2147483646 h 5392"/>
                <a:gd name="T112" fmla="*/ 2147483646 w 6553"/>
                <a:gd name="T113" fmla="*/ 2147483646 h 5392"/>
                <a:gd name="T114" fmla="*/ 2147483646 w 6553"/>
                <a:gd name="T115" fmla="*/ 2147483646 h 5392"/>
                <a:gd name="T116" fmla="*/ 2147483646 w 6553"/>
                <a:gd name="T117" fmla="*/ 2147483646 h 5392"/>
                <a:gd name="T118" fmla="*/ 2147483646 w 6553"/>
                <a:gd name="T119" fmla="*/ 2147483646 h 5392"/>
                <a:gd name="T120" fmla="*/ 2147483646 w 6553"/>
                <a:gd name="T121" fmla="*/ 2147483646 h 5392"/>
                <a:gd name="T122" fmla="*/ 2147483646 w 6553"/>
                <a:gd name="T123" fmla="*/ 2147483646 h 539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553" h="5392">
                  <a:moveTo>
                    <a:pt x="1333" y="2267"/>
                  </a:moveTo>
                  <a:lnTo>
                    <a:pt x="1352" y="2248"/>
                  </a:lnTo>
                  <a:lnTo>
                    <a:pt x="1352" y="2229"/>
                  </a:lnTo>
                  <a:lnTo>
                    <a:pt x="1371" y="2210"/>
                  </a:lnTo>
                  <a:lnTo>
                    <a:pt x="1409" y="2191"/>
                  </a:lnTo>
                  <a:lnTo>
                    <a:pt x="1409" y="2172"/>
                  </a:lnTo>
                  <a:lnTo>
                    <a:pt x="1428" y="2134"/>
                  </a:lnTo>
                  <a:lnTo>
                    <a:pt x="1447" y="2096"/>
                  </a:lnTo>
                  <a:lnTo>
                    <a:pt x="1447" y="2076"/>
                  </a:lnTo>
                  <a:lnTo>
                    <a:pt x="1428" y="2058"/>
                  </a:lnTo>
                  <a:lnTo>
                    <a:pt x="1428" y="2000"/>
                  </a:lnTo>
                  <a:lnTo>
                    <a:pt x="1428" y="1981"/>
                  </a:lnTo>
                  <a:lnTo>
                    <a:pt x="1409" y="1944"/>
                  </a:lnTo>
                  <a:lnTo>
                    <a:pt x="1390" y="1905"/>
                  </a:lnTo>
                  <a:lnTo>
                    <a:pt x="1390" y="1867"/>
                  </a:lnTo>
                  <a:lnTo>
                    <a:pt x="1390" y="1829"/>
                  </a:lnTo>
                  <a:lnTo>
                    <a:pt x="1409" y="1810"/>
                  </a:lnTo>
                  <a:lnTo>
                    <a:pt x="1428" y="1772"/>
                  </a:lnTo>
                  <a:lnTo>
                    <a:pt x="1428" y="1753"/>
                  </a:lnTo>
                  <a:lnTo>
                    <a:pt x="1428" y="1734"/>
                  </a:lnTo>
                  <a:lnTo>
                    <a:pt x="1409" y="1715"/>
                  </a:lnTo>
                  <a:lnTo>
                    <a:pt x="1390" y="1715"/>
                  </a:lnTo>
                  <a:lnTo>
                    <a:pt x="1390" y="1696"/>
                  </a:lnTo>
                  <a:lnTo>
                    <a:pt x="1371" y="1658"/>
                  </a:lnTo>
                  <a:lnTo>
                    <a:pt x="1371" y="1619"/>
                  </a:lnTo>
                  <a:lnTo>
                    <a:pt x="1333" y="1600"/>
                  </a:lnTo>
                  <a:lnTo>
                    <a:pt x="1314" y="1600"/>
                  </a:lnTo>
                  <a:lnTo>
                    <a:pt x="1295" y="1600"/>
                  </a:lnTo>
                  <a:lnTo>
                    <a:pt x="1276" y="1600"/>
                  </a:lnTo>
                  <a:lnTo>
                    <a:pt x="1238" y="1639"/>
                  </a:lnTo>
                  <a:lnTo>
                    <a:pt x="1219" y="1658"/>
                  </a:lnTo>
                  <a:lnTo>
                    <a:pt x="1219" y="1677"/>
                  </a:lnTo>
                  <a:lnTo>
                    <a:pt x="1200" y="1696"/>
                  </a:lnTo>
                  <a:lnTo>
                    <a:pt x="1180" y="1696"/>
                  </a:lnTo>
                  <a:lnTo>
                    <a:pt x="1180" y="1715"/>
                  </a:lnTo>
                  <a:lnTo>
                    <a:pt x="1161" y="1734"/>
                  </a:lnTo>
                  <a:lnTo>
                    <a:pt x="1143" y="1734"/>
                  </a:lnTo>
                  <a:lnTo>
                    <a:pt x="1124" y="1734"/>
                  </a:lnTo>
                  <a:lnTo>
                    <a:pt x="1085" y="1715"/>
                  </a:lnTo>
                  <a:lnTo>
                    <a:pt x="1085" y="1696"/>
                  </a:lnTo>
                  <a:lnTo>
                    <a:pt x="1066" y="1696"/>
                  </a:lnTo>
                  <a:lnTo>
                    <a:pt x="1047" y="1696"/>
                  </a:lnTo>
                  <a:lnTo>
                    <a:pt x="1028" y="1696"/>
                  </a:lnTo>
                  <a:lnTo>
                    <a:pt x="1047" y="1677"/>
                  </a:lnTo>
                  <a:lnTo>
                    <a:pt x="1047" y="1658"/>
                  </a:lnTo>
                  <a:lnTo>
                    <a:pt x="1028" y="1658"/>
                  </a:lnTo>
                  <a:lnTo>
                    <a:pt x="990" y="1677"/>
                  </a:lnTo>
                  <a:lnTo>
                    <a:pt x="971" y="1658"/>
                  </a:lnTo>
                  <a:lnTo>
                    <a:pt x="971" y="1639"/>
                  </a:lnTo>
                  <a:lnTo>
                    <a:pt x="952" y="1658"/>
                  </a:lnTo>
                  <a:lnTo>
                    <a:pt x="952" y="1677"/>
                  </a:lnTo>
                  <a:lnTo>
                    <a:pt x="952" y="1696"/>
                  </a:lnTo>
                  <a:lnTo>
                    <a:pt x="933" y="1696"/>
                  </a:lnTo>
                  <a:lnTo>
                    <a:pt x="933" y="1677"/>
                  </a:lnTo>
                  <a:lnTo>
                    <a:pt x="933" y="1658"/>
                  </a:lnTo>
                  <a:lnTo>
                    <a:pt x="914" y="1677"/>
                  </a:lnTo>
                  <a:lnTo>
                    <a:pt x="895" y="1696"/>
                  </a:lnTo>
                  <a:lnTo>
                    <a:pt x="857" y="1677"/>
                  </a:lnTo>
                  <a:lnTo>
                    <a:pt x="838" y="1677"/>
                  </a:lnTo>
                  <a:lnTo>
                    <a:pt x="819" y="1677"/>
                  </a:lnTo>
                  <a:lnTo>
                    <a:pt x="799" y="1677"/>
                  </a:lnTo>
                  <a:lnTo>
                    <a:pt x="762" y="1715"/>
                  </a:lnTo>
                  <a:lnTo>
                    <a:pt x="743" y="1715"/>
                  </a:lnTo>
                  <a:lnTo>
                    <a:pt x="723" y="1715"/>
                  </a:lnTo>
                  <a:lnTo>
                    <a:pt x="704" y="1696"/>
                  </a:lnTo>
                  <a:lnTo>
                    <a:pt x="685" y="1696"/>
                  </a:lnTo>
                  <a:lnTo>
                    <a:pt x="666" y="1696"/>
                  </a:lnTo>
                  <a:lnTo>
                    <a:pt x="666" y="1715"/>
                  </a:lnTo>
                  <a:lnTo>
                    <a:pt x="647" y="1715"/>
                  </a:lnTo>
                  <a:lnTo>
                    <a:pt x="647" y="1696"/>
                  </a:lnTo>
                  <a:lnTo>
                    <a:pt x="590" y="1715"/>
                  </a:lnTo>
                  <a:lnTo>
                    <a:pt x="571" y="1715"/>
                  </a:lnTo>
                  <a:lnTo>
                    <a:pt x="552" y="1734"/>
                  </a:lnTo>
                  <a:lnTo>
                    <a:pt x="533" y="1734"/>
                  </a:lnTo>
                  <a:lnTo>
                    <a:pt x="438" y="1753"/>
                  </a:lnTo>
                  <a:lnTo>
                    <a:pt x="418" y="1753"/>
                  </a:lnTo>
                  <a:lnTo>
                    <a:pt x="381" y="1772"/>
                  </a:lnTo>
                  <a:lnTo>
                    <a:pt x="362" y="1791"/>
                  </a:lnTo>
                  <a:lnTo>
                    <a:pt x="342" y="1791"/>
                  </a:lnTo>
                  <a:lnTo>
                    <a:pt x="286" y="1791"/>
                  </a:lnTo>
                  <a:lnTo>
                    <a:pt x="190" y="1810"/>
                  </a:lnTo>
                  <a:lnTo>
                    <a:pt x="171" y="1810"/>
                  </a:lnTo>
                  <a:lnTo>
                    <a:pt x="0" y="1734"/>
                  </a:lnTo>
                  <a:lnTo>
                    <a:pt x="37" y="1696"/>
                  </a:lnTo>
                  <a:lnTo>
                    <a:pt x="57" y="1696"/>
                  </a:lnTo>
                  <a:lnTo>
                    <a:pt x="57" y="1677"/>
                  </a:lnTo>
                  <a:lnTo>
                    <a:pt x="76" y="1677"/>
                  </a:lnTo>
                  <a:lnTo>
                    <a:pt x="76" y="1658"/>
                  </a:lnTo>
                  <a:lnTo>
                    <a:pt x="95" y="1658"/>
                  </a:lnTo>
                  <a:lnTo>
                    <a:pt x="114" y="1658"/>
                  </a:lnTo>
                  <a:lnTo>
                    <a:pt x="190" y="1600"/>
                  </a:lnTo>
                  <a:lnTo>
                    <a:pt x="209" y="1582"/>
                  </a:lnTo>
                  <a:lnTo>
                    <a:pt x="228" y="1582"/>
                  </a:lnTo>
                  <a:lnTo>
                    <a:pt x="286" y="1563"/>
                  </a:lnTo>
                  <a:lnTo>
                    <a:pt x="304" y="1543"/>
                  </a:lnTo>
                  <a:lnTo>
                    <a:pt x="323" y="1505"/>
                  </a:lnTo>
                  <a:lnTo>
                    <a:pt x="399" y="1448"/>
                  </a:lnTo>
                  <a:lnTo>
                    <a:pt x="399" y="1429"/>
                  </a:lnTo>
                  <a:lnTo>
                    <a:pt x="399" y="1391"/>
                  </a:lnTo>
                  <a:lnTo>
                    <a:pt x="399" y="1353"/>
                  </a:lnTo>
                  <a:lnTo>
                    <a:pt x="399" y="1334"/>
                  </a:lnTo>
                  <a:lnTo>
                    <a:pt x="418" y="1334"/>
                  </a:lnTo>
                  <a:lnTo>
                    <a:pt x="438" y="1334"/>
                  </a:lnTo>
                  <a:lnTo>
                    <a:pt x="457" y="1334"/>
                  </a:lnTo>
                  <a:lnTo>
                    <a:pt x="476" y="1334"/>
                  </a:lnTo>
                  <a:lnTo>
                    <a:pt x="495" y="1334"/>
                  </a:lnTo>
                  <a:lnTo>
                    <a:pt x="514" y="1334"/>
                  </a:lnTo>
                  <a:lnTo>
                    <a:pt x="533" y="1334"/>
                  </a:lnTo>
                  <a:lnTo>
                    <a:pt x="571" y="1334"/>
                  </a:lnTo>
                  <a:lnTo>
                    <a:pt x="590" y="1334"/>
                  </a:lnTo>
                  <a:lnTo>
                    <a:pt x="628" y="1353"/>
                  </a:lnTo>
                  <a:lnTo>
                    <a:pt x="666" y="1353"/>
                  </a:lnTo>
                  <a:lnTo>
                    <a:pt x="780" y="1334"/>
                  </a:lnTo>
                  <a:lnTo>
                    <a:pt x="819" y="1334"/>
                  </a:lnTo>
                  <a:lnTo>
                    <a:pt x="838" y="1334"/>
                  </a:lnTo>
                  <a:lnTo>
                    <a:pt x="857" y="1353"/>
                  </a:lnTo>
                  <a:lnTo>
                    <a:pt x="876" y="1372"/>
                  </a:lnTo>
                  <a:lnTo>
                    <a:pt x="895" y="1391"/>
                  </a:lnTo>
                  <a:lnTo>
                    <a:pt x="895" y="1410"/>
                  </a:lnTo>
                  <a:lnTo>
                    <a:pt x="933" y="1410"/>
                  </a:lnTo>
                  <a:lnTo>
                    <a:pt x="933" y="1429"/>
                  </a:lnTo>
                  <a:lnTo>
                    <a:pt x="952" y="1448"/>
                  </a:lnTo>
                  <a:lnTo>
                    <a:pt x="971" y="1448"/>
                  </a:lnTo>
                  <a:lnTo>
                    <a:pt x="990" y="1467"/>
                  </a:lnTo>
                  <a:lnTo>
                    <a:pt x="990" y="1486"/>
                  </a:lnTo>
                  <a:lnTo>
                    <a:pt x="1009" y="1486"/>
                  </a:lnTo>
                  <a:lnTo>
                    <a:pt x="1028" y="1486"/>
                  </a:lnTo>
                  <a:lnTo>
                    <a:pt x="1047" y="1467"/>
                  </a:lnTo>
                  <a:lnTo>
                    <a:pt x="1066" y="1467"/>
                  </a:lnTo>
                  <a:lnTo>
                    <a:pt x="1066" y="1448"/>
                  </a:lnTo>
                  <a:lnTo>
                    <a:pt x="1085" y="1448"/>
                  </a:lnTo>
                  <a:lnTo>
                    <a:pt x="1085" y="1429"/>
                  </a:lnTo>
                  <a:lnTo>
                    <a:pt x="1085" y="1410"/>
                  </a:lnTo>
                  <a:lnTo>
                    <a:pt x="1104" y="1391"/>
                  </a:lnTo>
                  <a:lnTo>
                    <a:pt x="1124" y="1372"/>
                  </a:lnTo>
                  <a:lnTo>
                    <a:pt x="1180" y="1334"/>
                  </a:lnTo>
                  <a:lnTo>
                    <a:pt x="1200" y="1334"/>
                  </a:lnTo>
                  <a:lnTo>
                    <a:pt x="1219" y="1334"/>
                  </a:lnTo>
                  <a:lnTo>
                    <a:pt x="1238" y="1353"/>
                  </a:lnTo>
                  <a:lnTo>
                    <a:pt x="1257" y="1372"/>
                  </a:lnTo>
                  <a:lnTo>
                    <a:pt x="1276" y="1372"/>
                  </a:lnTo>
                  <a:lnTo>
                    <a:pt x="1295" y="1372"/>
                  </a:lnTo>
                  <a:lnTo>
                    <a:pt x="1295" y="1353"/>
                  </a:lnTo>
                  <a:lnTo>
                    <a:pt x="1295" y="1334"/>
                  </a:lnTo>
                  <a:lnTo>
                    <a:pt x="1314" y="1334"/>
                  </a:lnTo>
                  <a:lnTo>
                    <a:pt x="1314" y="1315"/>
                  </a:lnTo>
                  <a:lnTo>
                    <a:pt x="1352" y="1296"/>
                  </a:lnTo>
                  <a:lnTo>
                    <a:pt x="1352" y="1277"/>
                  </a:lnTo>
                  <a:lnTo>
                    <a:pt x="1371" y="1277"/>
                  </a:lnTo>
                  <a:lnTo>
                    <a:pt x="1390" y="1258"/>
                  </a:lnTo>
                  <a:lnTo>
                    <a:pt x="1447" y="1219"/>
                  </a:lnTo>
                  <a:lnTo>
                    <a:pt x="1466" y="1219"/>
                  </a:lnTo>
                  <a:lnTo>
                    <a:pt x="1485" y="1201"/>
                  </a:lnTo>
                  <a:lnTo>
                    <a:pt x="1505" y="1182"/>
                  </a:lnTo>
                  <a:lnTo>
                    <a:pt x="1523" y="1182"/>
                  </a:lnTo>
                  <a:lnTo>
                    <a:pt x="1523" y="1201"/>
                  </a:lnTo>
                  <a:lnTo>
                    <a:pt x="1523" y="1219"/>
                  </a:lnTo>
                  <a:lnTo>
                    <a:pt x="1523" y="1238"/>
                  </a:lnTo>
                  <a:lnTo>
                    <a:pt x="1542" y="1238"/>
                  </a:lnTo>
                  <a:lnTo>
                    <a:pt x="1542" y="1258"/>
                  </a:lnTo>
                  <a:lnTo>
                    <a:pt x="1542" y="1277"/>
                  </a:lnTo>
                  <a:lnTo>
                    <a:pt x="1542" y="1296"/>
                  </a:lnTo>
                  <a:lnTo>
                    <a:pt x="1542" y="1315"/>
                  </a:lnTo>
                  <a:lnTo>
                    <a:pt x="1561" y="1315"/>
                  </a:lnTo>
                  <a:lnTo>
                    <a:pt x="1561" y="1334"/>
                  </a:lnTo>
                  <a:lnTo>
                    <a:pt x="1581" y="1334"/>
                  </a:lnTo>
                  <a:lnTo>
                    <a:pt x="1581" y="1353"/>
                  </a:lnTo>
                  <a:lnTo>
                    <a:pt x="1600" y="1353"/>
                  </a:lnTo>
                  <a:lnTo>
                    <a:pt x="1619" y="1353"/>
                  </a:lnTo>
                  <a:lnTo>
                    <a:pt x="1637" y="1353"/>
                  </a:lnTo>
                  <a:lnTo>
                    <a:pt x="1657" y="1334"/>
                  </a:lnTo>
                  <a:lnTo>
                    <a:pt x="1676" y="1334"/>
                  </a:lnTo>
                  <a:lnTo>
                    <a:pt x="1676" y="1315"/>
                  </a:lnTo>
                  <a:lnTo>
                    <a:pt x="1695" y="1315"/>
                  </a:lnTo>
                  <a:lnTo>
                    <a:pt x="1695" y="1277"/>
                  </a:lnTo>
                  <a:lnTo>
                    <a:pt x="1714" y="1277"/>
                  </a:lnTo>
                  <a:lnTo>
                    <a:pt x="1733" y="1258"/>
                  </a:lnTo>
                  <a:lnTo>
                    <a:pt x="1733" y="1238"/>
                  </a:lnTo>
                  <a:lnTo>
                    <a:pt x="1733" y="1219"/>
                  </a:lnTo>
                  <a:lnTo>
                    <a:pt x="1752" y="1219"/>
                  </a:lnTo>
                  <a:lnTo>
                    <a:pt x="1752" y="1201"/>
                  </a:lnTo>
                  <a:lnTo>
                    <a:pt x="1790" y="1182"/>
                  </a:lnTo>
                  <a:lnTo>
                    <a:pt x="1790" y="1162"/>
                  </a:lnTo>
                  <a:lnTo>
                    <a:pt x="1790" y="1143"/>
                  </a:lnTo>
                  <a:lnTo>
                    <a:pt x="1790" y="1124"/>
                  </a:lnTo>
                  <a:lnTo>
                    <a:pt x="1771" y="1086"/>
                  </a:lnTo>
                  <a:lnTo>
                    <a:pt x="1771" y="1067"/>
                  </a:lnTo>
                  <a:lnTo>
                    <a:pt x="1790" y="1048"/>
                  </a:lnTo>
                  <a:lnTo>
                    <a:pt x="1790" y="1029"/>
                  </a:lnTo>
                  <a:lnTo>
                    <a:pt x="1809" y="1029"/>
                  </a:lnTo>
                  <a:lnTo>
                    <a:pt x="1809" y="1010"/>
                  </a:lnTo>
                  <a:lnTo>
                    <a:pt x="1828" y="991"/>
                  </a:lnTo>
                  <a:lnTo>
                    <a:pt x="1847" y="972"/>
                  </a:lnTo>
                  <a:lnTo>
                    <a:pt x="1923" y="934"/>
                  </a:lnTo>
                  <a:lnTo>
                    <a:pt x="1942" y="934"/>
                  </a:lnTo>
                  <a:lnTo>
                    <a:pt x="1962" y="934"/>
                  </a:lnTo>
                  <a:lnTo>
                    <a:pt x="1962" y="953"/>
                  </a:lnTo>
                  <a:lnTo>
                    <a:pt x="1981" y="953"/>
                  </a:lnTo>
                  <a:lnTo>
                    <a:pt x="1981" y="972"/>
                  </a:lnTo>
                  <a:lnTo>
                    <a:pt x="2000" y="972"/>
                  </a:lnTo>
                  <a:lnTo>
                    <a:pt x="2076" y="972"/>
                  </a:lnTo>
                  <a:lnTo>
                    <a:pt x="2095" y="972"/>
                  </a:lnTo>
                  <a:lnTo>
                    <a:pt x="2114" y="972"/>
                  </a:lnTo>
                  <a:lnTo>
                    <a:pt x="2114" y="953"/>
                  </a:lnTo>
                  <a:lnTo>
                    <a:pt x="2133" y="934"/>
                  </a:lnTo>
                  <a:lnTo>
                    <a:pt x="2152" y="934"/>
                  </a:lnTo>
                  <a:lnTo>
                    <a:pt x="2171" y="915"/>
                  </a:lnTo>
                  <a:lnTo>
                    <a:pt x="2190" y="896"/>
                  </a:lnTo>
                  <a:lnTo>
                    <a:pt x="2209" y="896"/>
                  </a:lnTo>
                  <a:lnTo>
                    <a:pt x="2228" y="915"/>
                  </a:lnTo>
                  <a:lnTo>
                    <a:pt x="2247" y="915"/>
                  </a:lnTo>
                  <a:lnTo>
                    <a:pt x="2267" y="915"/>
                  </a:lnTo>
                  <a:lnTo>
                    <a:pt x="2285" y="896"/>
                  </a:lnTo>
                  <a:lnTo>
                    <a:pt x="2304" y="877"/>
                  </a:lnTo>
                  <a:lnTo>
                    <a:pt x="2362" y="896"/>
                  </a:lnTo>
                  <a:lnTo>
                    <a:pt x="2381" y="896"/>
                  </a:lnTo>
                  <a:lnTo>
                    <a:pt x="2399" y="896"/>
                  </a:lnTo>
                  <a:lnTo>
                    <a:pt x="2438" y="896"/>
                  </a:lnTo>
                  <a:lnTo>
                    <a:pt x="2476" y="896"/>
                  </a:lnTo>
                  <a:lnTo>
                    <a:pt x="2476" y="877"/>
                  </a:lnTo>
                  <a:lnTo>
                    <a:pt x="2495" y="896"/>
                  </a:lnTo>
                  <a:lnTo>
                    <a:pt x="2514" y="896"/>
                  </a:lnTo>
                  <a:lnTo>
                    <a:pt x="2514" y="915"/>
                  </a:lnTo>
                  <a:lnTo>
                    <a:pt x="2533" y="915"/>
                  </a:lnTo>
                  <a:lnTo>
                    <a:pt x="2533" y="896"/>
                  </a:lnTo>
                  <a:lnTo>
                    <a:pt x="2514" y="839"/>
                  </a:lnTo>
                  <a:lnTo>
                    <a:pt x="2514" y="820"/>
                  </a:lnTo>
                  <a:lnTo>
                    <a:pt x="2514" y="801"/>
                  </a:lnTo>
                  <a:lnTo>
                    <a:pt x="2533" y="781"/>
                  </a:lnTo>
                  <a:lnTo>
                    <a:pt x="2533" y="762"/>
                  </a:lnTo>
                  <a:lnTo>
                    <a:pt x="2514" y="743"/>
                  </a:lnTo>
                  <a:lnTo>
                    <a:pt x="2514" y="725"/>
                  </a:lnTo>
                  <a:lnTo>
                    <a:pt x="2514" y="705"/>
                  </a:lnTo>
                  <a:lnTo>
                    <a:pt x="2514" y="667"/>
                  </a:lnTo>
                  <a:lnTo>
                    <a:pt x="2533" y="648"/>
                  </a:lnTo>
                  <a:lnTo>
                    <a:pt x="2552" y="648"/>
                  </a:lnTo>
                  <a:lnTo>
                    <a:pt x="2552" y="667"/>
                  </a:lnTo>
                  <a:lnTo>
                    <a:pt x="2571" y="667"/>
                  </a:lnTo>
                  <a:lnTo>
                    <a:pt x="2590" y="667"/>
                  </a:lnTo>
                  <a:lnTo>
                    <a:pt x="2609" y="667"/>
                  </a:lnTo>
                  <a:lnTo>
                    <a:pt x="2628" y="648"/>
                  </a:lnTo>
                  <a:lnTo>
                    <a:pt x="2647" y="648"/>
                  </a:lnTo>
                  <a:lnTo>
                    <a:pt x="2647" y="629"/>
                  </a:lnTo>
                  <a:lnTo>
                    <a:pt x="2666" y="591"/>
                  </a:lnTo>
                  <a:lnTo>
                    <a:pt x="2685" y="591"/>
                  </a:lnTo>
                  <a:lnTo>
                    <a:pt x="2685" y="572"/>
                  </a:lnTo>
                  <a:lnTo>
                    <a:pt x="2704" y="572"/>
                  </a:lnTo>
                  <a:lnTo>
                    <a:pt x="2704" y="553"/>
                  </a:lnTo>
                  <a:lnTo>
                    <a:pt x="2704" y="534"/>
                  </a:lnTo>
                  <a:lnTo>
                    <a:pt x="2724" y="515"/>
                  </a:lnTo>
                  <a:lnTo>
                    <a:pt x="2704" y="496"/>
                  </a:lnTo>
                  <a:lnTo>
                    <a:pt x="2704" y="476"/>
                  </a:lnTo>
                  <a:lnTo>
                    <a:pt x="2685" y="476"/>
                  </a:lnTo>
                  <a:lnTo>
                    <a:pt x="2666" y="458"/>
                  </a:lnTo>
                  <a:lnTo>
                    <a:pt x="2647" y="439"/>
                  </a:lnTo>
                  <a:lnTo>
                    <a:pt x="2647" y="420"/>
                  </a:lnTo>
                  <a:lnTo>
                    <a:pt x="2647" y="400"/>
                  </a:lnTo>
                  <a:lnTo>
                    <a:pt x="2666" y="400"/>
                  </a:lnTo>
                  <a:lnTo>
                    <a:pt x="2704" y="362"/>
                  </a:lnTo>
                  <a:lnTo>
                    <a:pt x="2704" y="344"/>
                  </a:lnTo>
                  <a:lnTo>
                    <a:pt x="2724" y="324"/>
                  </a:lnTo>
                  <a:lnTo>
                    <a:pt x="2724" y="305"/>
                  </a:lnTo>
                  <a:lnTo>
                    <a:pt x="2743" y="305"/>
                  </a:lnTo>
                  <a:lnTo>
                    <a:pt x="2761" y="305"/>
                  </a:lnTo>
                  <a:lnTo>
                    <a:pt x="2800" y="286"/>
                  </a:lnTo>
                  <a:lnTo>
                    <a:pt x="2838" y="286"/>
                  </a:lnTo>
                  <a:lnTo>
                    <a:pt x="2876" y="267"/>
                  </a:lnTo>
                  <a:lnTo>
                    <a:pt x="2895" y="267"/>
                  </a:lnTo>
                  <a:lnTo>
                    <a:pt x="2895" y="248"/>
                  </a:lnTo>
                  <a:lnTo>
                    <a:pt x="2876" y="210"/>
                  </a:lnTo>
                  <a:lnTo>
                    <a:pt x="2876" y="191"/>
                  </a:lnTo>
                  <a:lnTo>
                    <a:pt x="2895" y="191"/>
                  </a:lnTo>
                  <a:lnTo>
                    <a:pt x="2914" y="172"/>
                  </a:lnTo>
                  <a:lnTo>
                    <a:pt x="2952" y="172"/>
                  </a:lnTo>
                  <a:lnTo>
                    <a:pt x="2990" y="153"/>
                  </a:lnTo>
                  <a:lnTo>
                    <a:pt x="3009" y="153"/>
                  </a:lnTo>
                  <a:lnTo>
                    <a:pt x="3028" y="153"/>
                  </a:lnTo>
                  <a:lnTo>
                    <a:pt x="3028" y="134"/>
                  </a:lnTo>
                  <a:lnTo>
                    <a:pt x="3028" y="95"/>
                  </a:lnTo>
                  <a:lnTo>
                    <a:pt x="3028" y="77"/>
                  </a:lnTo>
                  <a:lnTo>
                    <a:pt x="3047" y="19"/>
                  </a:lnTo>
                  <a:lnTo>
                    <a:pt x="3066" y="0"/>
                  </a:lnTo>
                  <a:lnTo>
                    <a:pt x="3676" y="0"/>
                  </a:lnTo>
                  <a:lnTo>
                    <a:pt x="3733" y="19"/>
                  </a:lnTo>
                  <a:lnTo>
                    <a:pt x="3752" y="19"/>
                  </a:lnTo>
                  <a:lnTo>
                    <a:pt x="3809" y="39"/>
                  </a:lnTo>
                  <a:lnTo>
                    <a:pt x="3809" y="58"/>
                  </a:lnTo>
                  <a:lnTo>
                    <a:pt x="3828" y="58"/>
                  </a:lnTo>
                  <a:lnTo>
                    <a:pt x="3885" y="115"/>
                  </a:lnTo>
                  <a:lnTo>
                    <a:pt x="3885" y="134"/>
                  </a:lnTo>
                  <a:lnTo>
                    <a:pt x="3885" y="153"/>
                  </a:lnTo>
                  <a:lnTo>
                    <a:pt x="3923" y="210"/>
                  </a:lnTo>
                  <a:lnTo>
                    <a:pt x="3923" y="229"/>
                  </a:lnTo>
                  <a:lnTo>
                    <a:pt x="3943" y="229"/>
                  </a:lnTo>
                  <a:lnTo>
                    <a:pt x="3962" y="248"/>
                  </a:lnTo>
                  <a:lnTo>
                    <a:pt x="3981" y="267"/>
                  </a:lnTo>
                  <a:lnTo>
                    <a:pt x="3999" y="267"/>
                  </a:lnTo>
                  <a:lnTo>
                    <a:pt x="3999" y="286"/>
                  </a:lnTo>
                  <a:lnTo>
                    <a:pt x="3999" y="324"/>
                  </a:lnTo>
                  <a:lnTo>
                    <a:pt x="3999" y="344"/>
                  </a:lnTo>
                  <a:lnTo>
                    <a:pt x="4019" y="344"/>
                  </a:lnTo>
                  <a:lnTo>
                    <a:pt x="4038" y="344"/>
                  </a:lnTo>
                  <a:lnTo>
                    <a:pt x="4057" y="344"/>
                  </a:lnTo>
                  <a:lnTo>
                    <a:pt x="4076" y="324"/>
                  </a:lnTo>
                  <a:lnTo>
                    <a:pt x="4095" y="324"/>
                  </a:lnTo>
                  <a:lnTo>
                    <a:pt x="4133" y="344"/>
                  </a:lnTo>
                  <a:lnTo>
                    <a:pt x="4152" y="344"/>
                  </a:lnTo>
                  <a:lnTo>
                    <a:pt x="4152" y="362"/>
                  </a:lnTo>
                  <a:lnTo>
                    <a:pt x="4171" y="362"/>
                  </a:lnTo>
                  <a:lnTo>
                    <a:pt x="4171" y="381"/>
                  </a:lnTo>
                  <a:lnTo>
                    <a:pt x="4171" y="400"/>
                  </a:lnTo>
                  <a:lnTo>
                    <a:pt x="4171" y="420"/>
                  </a:lnTo>
                  <a:lnTo>
                    <a:pt x="4190" y="439"/>
                  </a:lnTo>
                  <a:lnTo>
                    <a:pt x="4209" y="476"/>
                  </a:lnTo>
                  <a:lnTo>
                    <a:pt x="4209" y="515"/>
                  </a:lnTo>
                  <a:lnTo>
                    <a:pt x="4228" y="534"/>
                  </a:lnTo>
                  <a:lnTo>
                    <a:pt x="4228" y="553"/>
                  </a:lnTo>
                  <a:lnTo>
                    <a:pt x="4248" y="553"/>
                  </a:lnTo>
                  <a:lnTo>
                    <a:pt x="4266" y="553"/>
                  </a:lnTo>
                  <a:lnTo>
                    <a:pt x="4304" y="553"/>
                  </a:lnTo>
                  <a:lnTo>
                    <a:pt x="4324" y="553"/>
                  </a:lnTo>
                  <a:lnTo>
                    <a:pt x="4343" y="553"/>
                  </a:lnTo>
                  <a:lnTo>
                    <a:pt x="4343" y="572"/>
                  </a:lnTo>
                  <a:lnTo>
                    <a:pt x="4362" y="572"/>
                  </a:lnTo>
                  <a:lnTo>
                    <a:pt x="4343" y="591"/>
                  </a:lnTo>
                  <a:lnTo>
                    <a:pt x="4343" y="610"/>
                  </a:lnTo>
                  <a:lnTo>
                    <a:pt x="4362" y="610"/>
                  </a:lnTo>
                  <a:lnTo>
                    <a:pt x="4362" y="648"/>
                  </a:lnTo>
                  <a:lnTo>
                    <a:pt x="4380" y="667"/>
                  </a:lnTo>
                  <a:lnTo>
                    <a:pt x="4380" y="705"/>
                  </a:lnTo>
                  <a:lnTo>
                    <a:pt x="4380" y="725"/>
                  </a:lnTo>
                  <a:lnTo>
                    <a:pt x="4400" y="743"/>
                  </a:lnTo>
                  <a:lnTo>
                    <a:pt x="4419" y="743"/>
                  </a:lnTo>
                  <a:lnTo>
                    <a:pt x="4438" y="743"/>
                  </a:lnTo>
                  <a:lnTo>
                    <a:pt x="4495" y="762"/>
                  </a:lnTo>
                  <a:lnTo>
                    <a:pt x="4514" y="762"/>
                  </a:lnTo>
                  <a:lnTo>
                    <a:pt x="4514" y="781"/>
                  </a:lnTo>
                  <a:lnTo>
                    <a:pt x="4533" y="781"/>
                  </a:lnTo>
                  <a:lnTo>
                    <a:pt x="4533" y="801"/>
                  </a:lnTo>
                  <a:lnTo>
                    <a:pt x="4552" y="820"/>
                  </a:lnTo>
                  <a:lnTo>
                    <a:pt x="4571" y="820"/>
                  </a:lnTo>
                  <a:lnTo>
                    <a:pt x="4590" y="820"/>
                  </a:lnTo>
                  <a:lnTo>
                    <a:pt x="4609" y="820"/>
                  </a:lnTo>
                  <a:lnTo>
                    <a:pt x="4629" y="820"/>
                  </a:lnTo>
                  <a:lnTo>
                    <a:pt x="4629" y="801"/>
                  </a:lnTo>
                  <a:lnTo>
                    <a:pt x="4647" y="801"/>
                  </a:lnTo>
                  <a:lnTo>
                    <a:pt x="4647" y="781"/>
                  </a:lnTo>
                  <a:lnTo>
                    <a:pt x="4647" y="762"/>
                  </a:lnTo>
                  <a:lnTo>
                    <a:pt x="4647" y="743"/>
                  </a:lnTo>
                  <a:lnTo>
                    <a:pt x="4647" y="725"/>
                  </a:lnTo>
                  <a:lnTo>
                    <a:pt x="4666" y="705"/>
                  </a:lnTo>
                  <a:lnTo>
                    <a:pt x="4685" y="705"/>
                  </a:lnTo>
                  <a:lnTo>
                    <a:pt x="4724" y="705"/>
                  </a:lnTo>
                  <a:lnTo>
                    <a:pt x="4743" y="686"/>
                  </a:lnTo>
                  <a:lnTo>
                    <a:pt x="4761" y="667"/>
                  </a:lnTo>
                  <a:lnTo>
                    <a:pt x="4761" y="648"/>
                  </a:lnTo>
                  <a:lnTo>
                    <a:pt x="4781" y="648"/>
                  </a:lnTo>
                  <a:lnTo>
                    <a:pt x="4800" y="648"/>
                  </a:lnTo>
                  <a:lnTo>
                    <a:pt x="4800" y="667"/>
                  </a:lnTo>
                  <a:lnTo>
                    <a:pt x="4857" y="667"/>
                  </a:lnTo>
                  <a:lnTo>
                    <a:pt x="4876" y="667"/>
                  </a:lnTo>
                  <a:lnTo>
                    <a:pt x="4876" y="686"/>
                  </a:lnTo>
                  <a:lnTo>
                    <a:pt x="4876" y="725"/>
                  </a:lnTo>
                  <a:lnTo>
                    <a:pt x="4914" y="743"/>
                  </a:lnTo>
                  <a:lnTo>
                    <a:pt x="4933" y="781"/>
                  </a:lnTo>
                  <a:lnTo>
                    <a:pt x="4971" y="801"/>
                  </a:lnTo>
                  <a:lnTo>
                    <a:pt x="4990" y="820"/>
                  </a:lnTo>
                  <a:lnTo>
                    <a:pt x="4990" y="839"/>
                  </a:lnTo>
                  <a:lnTo>
                    <a:pt x="4990" y="857"/>
                  </a:lnTo>
                  <a:lnTo>
                    <a:pt x="4952" y="953"/>
                  </a:lnTo>
                  <a:lnTo>
                    <a:pt x="4933" y="1029"/>
                  </a:lnTo>
                  <a:lnTo>
                    <a:pt x="4933" y="1048"/>
                  </a:lnTo>
                  <a:lnTo>
                    <a:pt x="4933" y="1067"/>
                  </a:lnTo>
                  <a:lnTo>
                    <a:pt x="4952" y="1143"/>
                  </a:lnTo>
                  <a:lnTo>
                    <a:pt x="4952" y="1162"/>
                  </a:lnTo>
                  <a:lnTo>
                    <a:pt x="4933" y="1162"/>
                  </a:lnTo>
                  <a:lnTo>
                    <a:pt x="4914" y="1162"/>
                  </a:lnTo>
                  <a:lnTo>
                    <a:pt x="4895" y="1162"/>
                  </a:lnTo>
                  <a:lnTo>
                    <a:pt x="4895" y="1182"/>
                  </a:lnTo>
                  <a:lnTo>
                    <a:pt x="4895" y="1201"/>
                  </a:lnTo>
                  <a:lnTo>
                    <a:pt x="4895" y="1219"/>
                  </a:lnTo>
                  <a:lnTo>
                    <a:pt x="4876" y="1238"/>
                  </a:lnTo>
                  <a:lnTo>
                    <a:pt x="4876" y="1258"/>
                  </a:lnTo>
                  <a:lnTo>
                    <a:pt x="4876" y="1277"/>
                  </a:lnTo>
                  <a:lnTo>
                    <a:pt x="4895" y="1277"/>
                  </a:lnTo>
                  <a:lnTo>
                    <a:pt x="4914" y="1296"/>
                  </a:lnTo>
                  <a:lnTo>
                    <a:pt x="4933" y="1315"/>
                  </a:lnTo>
                  <a:lnTo>
                    <a:pt x="4933" y="1334"/>
                  </a:lnTo>
                  <a:lnTo>
                    <a:pt x="4933" y="1353"/>
                  </a:lnTo>
                  <a:lnTo>
                    <a:pt x="4933" y="1391"/>
                  </a:lnTo>
                  <a:lnTo>
                    <a:pt x="4952" y="1486"/>
                  </a:lnTo>
                  <a:lnTo>
                    <a:pt x="4971" y="1486"/>
                  </a:lnTo>
                  <a:lnTo>
                    <a:pt x="4971" y="1505"/>
                  </a:lnTo>
                  <a:lnTo>
                    <a:pt x="4990" y="1524"/>
                  </a:lnTo>
                  <a:lnTo>
                    <a:pt x="4990" y="1543"/>
                  </a:lnTo>
                  <a:lnTo>
                    <a:pt x="4990" y="1563"/>
                  </a:lnTo>
                  <a:lnTo>
                    <a:pt x="4971" y="1582"/>
                  </a:lnTo>
                  <a:lnTo>
                    <a:pt x="4971" y="1600"/>
                  </a:lnTo>
                  <a:lnTo>
                    <a:pt x="4952" y="1619"/>
                  </a:lnTo>
                  <a:lnTo>
                    <a:pt x="4933" y="1619"/>
                  </a:lnTo>
                  <a:lnTo>
                    <a:pt x="4933" y="1639"/>
                  </a:lnTo>
                  <a:lnTo>
                    <a:pt x="4914" y="1639"/>
                  </a:lnTo>
                  <a:lnTo>
                    <a:pt x="4933" y="1639"/>
                  </a:lnTo>
                  <a:lnTo>
                    <a:pt x="4933" y="1658"/>
                  </a:lnTo>
                  <a:lnTo>
                    <a:pt x="4952" y="1677"/>
                  </a:lnTo>
                  <a:lnTo>
                    <a:pt x="4952" y="1715"/>
                  </a:lnTo>
                  <a:lnTo>
                    <a:pt x="4952" y="1734"/>
                  </a:lnTo>
                  <a:lnTo>
                    <a:pt x="4971" y="1772"/>
                  </a:lnTo>
                  <a:lnTo>
                    <a:pt x="4952" y="1791"/>
                  </a:lnTo>
                  <a:lnTo>
                    <a:pt x="4952" y="1810"/>
                  </a:lnTo>
                  <a:lnTo>
                    <a:pt x="4952" y="1829"/>
                  </a:lnTo>
                  <a:lnTo>
                    <a:pt x="4952" y="1848"/>
                  </a:lnTo>
                  <a:lnTo>
                    <a:pt x="4952" y="1867"/>
                  </a:lnTo>
                  <a:lnTo>
                    <a:pt x="4952" y="1886"/>
                  </a:lnTo>
                  <a:lnTo>
                    <a:pt x="4933" y="1924"/>
                  </a:lnTo>
                  <a:lnTo>
                    <a:pt x="4914" y="1962"/>
                  </a:lnTo>
                  <a:lnTo>
                    <a:pt x="4914" y="1981"/>
                  </a:lnTo>
                  <a:lnTo>
                    <a:pt x="4914" y="2020"/>
                  </a:lnTo>
                  <a:lnTo>
                    <a:pt x="4914" y="2039"/>
                  </a:lnTo>
                  <a:lnTo>
                    <a:pt x="4914" y="2058"/>
                  </a:lnTo>
                  <a:lnTo>
                    <a:pt x="4933" y="2058"/>
                  </a:lnTo>
                  <a:lnTo>
                    <a:pt x="4933" y="2076"/>
                  </a:lnTo>
                  <a:lnTo>
                    <a:pt x="4914" y="2115"/>
                  </a:lnTo>
                  <a:lnTo>
                    <a:pt x="4914" y="2134"/>
                  </a:lnTo>
                  <a:lnTo>
                    <a:pt x="4914" y="2153"/>
                  </a:lnTo>
                  <a:lnTo>
                    <a:pt x="4971" y="2229"/>
                  </a:lnTo>
                  <a:lnTo>
                    <a:pt x="4971" y="2248"/>
                  </a:lnTo>
                  <a:lnTo>
                    <a:pt x="4990" y="2267"/>
                  </a:lnTo>
                  <a:lnTo>
                    <a:pt x="5009" y="2286"/>
                  </a:lnTo>
                  <a:lnTo>
                    <a:pt x="5009" y="2305"/>
                  </a:lnTo>
                  <a:lnTo>
                    <a:pt x="5009" y="2325"/>
                  </a:lnTo>
                  <a:lnTo>
                    <a:pt x="4990" y="2381"/>
                  </a:lnTo>
                  <a:lnTo>
                    <a:pt x="4990" y="2439"/>
                  </a:lnTo>
                  <a:lnTo>
                    <a:pt x="4990" y="2477"/>
                  </a:lnTo>
                  <a:lnTo>
                    <a:pt x="4990" y="2515"/>
                  </a:lnTo>
                  <a:lnTo>
                    <a:pt x="4971" y="2553"/>
                  </a:lnTo>
                  <a:lnTo>
                    <a:pt x="4990" y="2553"/>
                  </a:lnTo>
                  <a:lnTo>
                    <a:pt x="5009" y="2572"/>
                  </a:lnTo>
                  <a:lnTo>
                    <a:pt x="5009" y="2591"/>
                  </a:lnTo>
                  <a:lnTo>
                    <a:pt x="5009" y="2610"/>
                  </a:lnTo>
                  <a:lnTo>
                    <a:pt x="5009" y="2629"/>
                  </a:lnTo>
                  <a:lnTo>
                    <a:pt x="4990" y="2629"/>
                  </a:lnTo>
                  <a:lnTo>
                    <a:pt x="4971" y="2629"/>
                  </a:lnTo>
                  <a:lnTo>
                    <a:pt x="4971" y="2648"/>
                  </a:lnTo>
                  <a:lnTo>
                    <a:pt x="4971" y="2667"/>
                  </a:lnTo>
                  <a:lnTo>
                    <a:pt x="4971" y="2706"/>
                  </a:lnTo>
                  <a:lnTo>
                    <a:pt x="4971" y="2724"/>
                  </a:lnTo>
                  <a:lnTo>
                    <a:pt x="4952" y="2801"/>
                  </a:lnTo>
                  <a:lnTo>
                    <a:pt x="4952" y="2820"/>
                  </a:lnTo>
                  <a:lnTo>
                    <a:pt x="4971" y="2838"/>
                  </a:lnTo>
                  <a:lnTo>
                    <a:pt x="5009" y="2838"/>
                  </a:lnTo>
                  <a:lnTo>
                    <a:pt x="5980" y="2858"/>
                  </a:lnTo>
                  <a:lnTo>
                    <a:pt x="5980" y="2877"/>
                  </a:lnTo>
                  <a:lnTo>
                    <a:pt x="5962" y="2877"/>
                  </a:lnTo>
                  <a:lnTo>
                    <a:pt x="5980" y="2896"/>
                  </a:lnTo>
                  <a:lnTo>
                    <a:pt x="6019" y="2953"/>
                  </a:lnTo>
                  <a:lnTo>
                    <a:pt x="6038" y="2953"/>
                  </a:lnTo>
                  <a:lnTo>
                    <a:pt x="6057" y="2953"/>
                  </a:lnTo>
                  <a:lnTo>
                    <a:pt x="6076" y="2934"/>
                  </a:lnTo>
                  <a:lnTo>
                    <a:pt x="6095" y="2915"/>
                  </a:lnTo>
                  <a:lnTo>
                    <a:pt x="6114" y="2915"/>
                  </a:lnTo>
                  <a:lnTo>
                    <a:pt x="6133" y="2915"/>
                  </a:lnTo>
                  <a:lnTo>
                    <a:pt x="6152" y="2953"/>
                  </a:lnTo>
                  <a:lnTo>
                    <a:pt x="6171" y="2953"/>
                  </a:lnTo>
                  <a:lnTo>
                    <a:pt x="6209" y="2953"/>
                  </a:lnTo>
                  <a:lnTo>
                    <a:pt x="6229" y="2953"/>
                  </a:lnTo>
                  <a:lnTo>
                    <a:pt x="6247" y="2953"/>
                  </a:lnTo>
                  <a:lnTo>
                    <a:pt x="6266" y="2953"/>
                  </a:lnTo>
                  <a:lnTo>
                    <a:pt x="6285" y="2953"/>
                  </a:lnTo>
                  <a:lnTo>
                    <a:pt x="6305" y="2953"/>
                  </a:lnTo>
                  <a:lnTo>
                    <a:pt x="6324" y="2953"/>
                  </a:lnTo>
                  <a:lnTo>
                    <a:pt x="6343" y="2972"/>
                  </a:lnTo>
                  <a:lnTo>
                    <a:pt x="6361" y="2972"/>
                  </a:lnTo>
                  <a:lnTo>
                    <a:pt x="6381" y="2991"/>
                  </a:lnTo>
                  <a:lnTo>
                    <a:pt x="6400" y="2991"/>
                  </a:lnTo>
                  <a:lnTo>
                    <a:pt x="6400" y="3029"/>
                  </a:lnTo>
                  <a:lnTo>
                    <a:pt x="6400" y="3048"/>
                  </a:lnTo>
                  <a:lnTo>
                    <a:pt x="6419" y="3067"/>
                  </a:lnTo>
                  <a:lnTo>
                    <a:pt x="6419" y="3086"/>
                  </a:lnTo>
                  <a:lnTo>
                    <a:pt x="6419" y="3105"/>
                  </a:lnTo>
                  <a:lnTo>
                    <a:pt x="6457" y="3200"/>
                  </a:lnTo>
                  <a:lnTo>
                    <a:pt x="6476" y="3219"/>
                  </a:lnTo>
                  <a:lnTo>
                    <a:pt x="6457" y="3219"/>
                  </a:lnTo>
                  <a:lnTo>
                    <a:pt x="6457" y="3239"/>
                  </a:lnTo>
                  <a:lnTo>
                    <a:pt x="6438" y="3258"/>
                  </a:lnTo>
                  <a:lnTo>
                    <a:pt x="6419" y="3258"/>
                  </a:lnTo>
                  <a:lnTo>
                    <a:pt x="6419" y="3277"/>
                  </a:lnTo>
                  <a:lnTo>
                    <a:pt x="6400" y="3296"/>
                  </a:lnTo>
                  <a:lnTo>
                    <a:pt x="6400" y="3315"/>
                  </a:lnTo>
                  <a:lnTo>
                    <a:pt x="6381" y="3334"/>
                  </a:lnTo>
                  <a:lnTo>
                    <a:pt x="6381" y="3353"/>
                  </a:lnTo>
                  <a:lnTo>
                    <a:pt x="6361" y="3353"/>
                  </a:lnTo>
                  <a:lnTo>
                    <a:pt x="6305" y="3410"/>
                  </a:lnTo>
                  <a:lnTo>
                    <a:pt x="6285" y="3410"/>
                  </a:lnTo>
                  <a:lnTo>
                    <a:pt x="6285" y="3429"/>
                  </a:lnTo>
                  <a:lnTo>
                    <a:pt x="6285" y="3467"/>
                  </a:lnTo>
                  <a:lnTo>
                    <a:pt x="6285" y="3563"/>
                  </a:lnTo>
                  <a:lnTo>
                    <a:pt x="6305" y="3600"/>
                  </a:lnTo>
                  <a:lnTo>
                    <a:pt x="6305" y="3639"/>
                  </a:lnTo>
                  <a:lnTo>
                    <a:pt x="6305" y="3658"/>
                  </a:lnTo>
                  <a:lnTo>
                    <a:pt x="6305" y="3677"/>
                  </a:lnTo>
                  <a:lnTo>
                    <a:pt x="6324" y="3696"/>
                  </a:lnTo>
                  <a:lnTo>
                    <a:pt x="6324" y="3715"/>
                  </a:lnTo>
                  <a:lnTo>
                    <a:pt x="6343" y="3715"/>
                  </a:lnTo>
                  <a:lnTo>
                    <a:pt x="6361" y="3715"/>
                  </a:lnTo>
                  <a:lnTo>
                    <a:pt x="6381" y="3715"/>
                  </a:lnTo>
                  <a:lnTo>
                    <a:pt x="6400" y="3715"/>
                  </a:lnTo>
                  <a:lnTo>
                    <a:pt x="6419" y="3772"/>
                  </a:lnTo>
                  <a:lnTo>
                    <a:pt x="6438" y="3810"/>
                  </a:lnTo>
                  <a:lnTo>
                    <a:pt x="6457" y="3848"/>
                  </a:lnTo>
                  <a:lnTo>
                    <a:pt x="6476" y="3905"/>
                  </a:lnTo>
                  <a:lnTo>
                    <a:pt x="6495" y="3905"/>
                  </a:lnTo>
                  <a:lnTo>
                    <a:pt x="6495" y="3925"/>
                  </a:lnTo>
                  <a:lnTo>
                    <a:pt x="6495" y="4039"/>
                  </a:lnTo>
                  <a:lnTo>
                    <a:pt x="6495" y="4057"/>
                  </a:lnTo>
                  <a:lnTo>
                    <a:pt x="6514" y="4115"/>
                  </a:lnTo>
                  <a:lnTo>
                    <a:pt x="6533" y="4153"/>
                  </a:lnTo>
                  <a:lnTo>
                    <a:pt x="6552" y="4172"/>
                  </a:lnTo>
                  <a:lnTo>
                    <a:pt x="6552" y="4191"/>
                  </a:lnTo>
                  <a:lnTo>
                    <a:pt x="6533" y="4229"/>
                  </a:lnTo>
                  <a:lnTo>
                    <a:pt x="6476" y="4401"/>
                  </a:lnTo>
                  <a:lnTo>
                    <a:pt x="6400" y="4477"/>
                  </a:lnTo>
                  <a:lnTo>
                    <a:pt x="6381" y="4496"/>
                  </a:lnTo>
                  <a:lnTo>
                    <a:pt x="6381" y="4534"/>
                  </a:lnTo>
                  <a:lnTo>
                    <a:pt x="6361" y="4591"/>
                  </a:lnTo>
                  <a:lnTo>
                    <a:pt x="6361" y="4610"/>
                  </a:lnTo>
                  <a:lnTo>
                    <a:pt x="6343" y="4629"/>
                  </a:lnTo>
                  <a:lnTo>
                    <a:pt x="6343" y="4648"/>
                  </a:lnTo>
                  <a:lnTo>
                    <a:pt x="6324" y="4687"/>
                  </a:lnTo>
                  <a:lnTo>
                    <a:pt x="6305" y="4687"/>
                  </a:lnTo>
                  <a:lnTo>
                    <a:pt x="6305" y="4705"/>
                  </a:lnTo>
                  <a:lnTo>
                    <a:pt x="6285" y="4705"/>
                  </a:lnTo>
                  <a:lnTo>
                    <a:pt x="6247" y="4705"/>
                  </a:lnTo>
                  <a:lnTo>
                    <a:pt x="6229" y="4705"/>
                  </a:lnTo>
                  <a:lnTo>
                    <a:pt x="6229" y="4724"/>
                  </a:lnTo>
                  <a:lnTo>
                    <a:pt x="6209" y="4724"/>
                  </a:lnTo>
                  <a:lnTo>
                    <a:pt x="6190" y="4743"/>
                  </a:lnTo>
                  <a:lnTo>
                    <a:pt x="6171" y="4763"/>
                  </a:lnTo>
                  <a:lnTo>
                    <a:pt x="6152" y="4801"/>
                  </a:lnTo>
                  <a:lnTo>
                    <a:pt x="6133" y="4819"/>
                  </a:lnTo>
                  <a:lnTo>
                    <a:pt x="6133" y="4839"/>
                  </a:lnTo>
                  <a:lnTo>
                    <a:pt x="6133" y="4858"/>
                  </a:lnTo>
                  <a:lnTo>
                    <a:pt x="6133" y="4877"/>
                  </a:lnTo>
                  <a:lnTo>
                    <a:pt x="6133" y="4896"/>
                  </a:lnTo>
                  <a:lnTo>
                    <a:pt x="6057" y="4991"/>
                  </a:lnTo>
                  <a:lnTo>
                    <a:pt x="6057" y="5029"/>
                  </a:lnTo>
                  <a:lnTo>
                    <a:pt x="6057" y="5048"/>
                  </a:lnTo>
                  <a:lnTo>
                    <a:pt x="6038" y="5067"/>
                  </a:lnTo>
                  <a:lnTo>
                    <a:pt x="6038" y="5105"/>
                  </a:lnTo>
                  <a:lnTo>
                    <a:pt x="6038" y="5124"/>
                  </a:lnTo>
                  <a:lnTo>
                    <a:pt x="6038" y="5144"/>
                  </a:lnTo>
                  <a:lnTo>
                    <a:pt x="6019" y="5163"/>
                  </a:lnTo>
                  <a:lnTo>
                    <a:pt x="6019" y="5181"/>
                  </a:lnTo>
                  <a:lnTo>
                    <a:pt x="6000" y="5181"/>
                  </a:lnTo>
                  <a:lnTo>
                    <a:pt x="5924" y="5220"/>
                  </a:lnTo>
                  <a:lnTo>
                    <a:pt x="5771" y="5334"/>
                  </a:lnTo>
                  <a:lnTo>
                    <a:pt x="5733" y="5372"/>
                  </a:lnTo>
                  <a:lnTo>
                    <a:pt x="5714" y="5391"/>
                  </a:lnTo>
                  <a:lnTo>
                    <a:pt x="5638" y="5334"/>
                  </a:lnTo>
                  <a:lnTo>
                    <a:pt x="5562" y="5315"/>
                  </a:lnTo>
                  <a:lnTo>
                    <a:pt x="5543" y="5296"/>
                  </a:lnTo>
                  <a:lnTo>
                    <a:pt x="5523" y="5277"/>
                  </a:lnTo>
                  <a:lnTo>
                    <a:pt x="5467" y="5277"/>
                  </a:lnTo>
                  <a:lnTo>
                    <a:pt x="5428" y="5277"/>
                  </a:lnTo>
                  <a:lnTo>
                    <a:pt x="5409" y="5258"/>
                  </a:lnTo>
                  <a:lnTo>
                    <a:pt x="5409" y="5220"/>
                  </a:lnTo>
                  <a:lnTo>
                    <a:pt x="5409" y="5200"/>
                  </a:lnTo>
                  <a:lnTo>
                    <a:pt x="5390" y="5200"/>
                  </a:lnTo>
                  <a:lnTo>
                    <a:pt x="5390" y="5220"/>
                  </a:lnTo>
                  <a:lnTo>
                    <a:pt x="5371" y="5220"/>
                  </a:lnTo>
                  <a:lnTo>
                    <a:pt x="5333" y="5220"/>
                  </a:lnTo>
                  <a:lnTo>
                    <a:pt x="5333" y="5239"/>
                  </a:lnTo>
                  <a:lnTo>
                    <a:pt x="5314" y="5258"/>
                  </a:lnTo>
                  <a:lnTo>
                    <a:pt x="5257" y="5258"/>
                  </a:lnTo>
                  <a:lnTo>
                    <a:pt x="5219" y="5258"/>
                  </a:lnTo>
                  <a:lnTo>
                    <a:pt x="5200" y="5258"/>
                  </a:lnTo>
                  <a:lnTo>
                    <a:pt x="5181" y="5239"/>
                  </a:lnTo>
                  <a:lnTo>
                    <a:pt x="5162" y="5239"/>
                  </a:lnTo>
                  <a:lnTo>
                    <a:pt x="5142" y="5239"/>
                  </a:lnTo>
                  <a:lnTo>
                    <a:pt x="5123" y="5239"/>
                  </a:lnTo>
                  <a:lnTo>
                    <a:pt x="5066" y="5258"/>
                  </a:lnTo>
                  <a:lnTo>
                    <a:pt x="5028" y="5277"/>
                  </a:lnTo>
                  <a:lnTo>
                    <a:pt x="4971" y="5277"/>
                  </a:lnTo>
                  <a:lnTo>
                    <a:pt x="4933" y="5277"/>
                  </a:lnTo>
                  <a:lnTo>
                    <a:pt x="4895" y="5239"/>
                  </a:lnTo>
                  <a:lnTo>
                    <a:pt x="4819" y="5258"/>
                  </a:lnTo>
                  <a:lnTo>
                    <a:pt x="4800" y="5258"/>
                  </a:lnTo>
                  <a:lnTo>
                    <a:pt x="4781" y="5258"/>
                  </a:lnTo>
                  <a:lnTo>
                    <a:pt x="4761" y="5277"/>
                  </a:lnTo>
                  <a:lnTo>
                    <a:pt x="4743" y="5277"/>
                  </a:lnTo>
                  <a:lnTo>
                    <a:pt x="4724" y="5277"/>
                  </a:lnTo>
                  <a:lnTo>
                    <a:pt x="4705" y="5277"/>
                  </a:lnTo>
                  <a:lnTo>
                    <a:pt x="4685" y="5277"/>
                  </a:lnTo>
                  <a:lnTo>
                    <a:pt x="4666" y="5277"/>
                  </a:lnTo>
                  <a:lnTo>
                    <a:pt x="4647" y="5277"/>
                  </a:lnTo>
                  <a:lnTo>
                    <a:pt x="4629" y="5200"/>
                  </a:lnTo>
                  <a:lnTo>
                    <a:pt x="4629" y="5181"/>
                  </a:lnTo>
                  <a:lnTo>
                    <a:pt x="4609" y="5181"/>
                  </a:lnTo>
                  <a:lnTo>
                    <a:pt x="4590" y="5181"/>
                  </a:lnTo>
                  <a:lnTo>
                    <a:pt x="4552" y="5124"/>
                  </a:lnTo>
                  <a:lnTo>
                    <a:pt x="4533" y="5124"/>
                  </a:lnTo>
                  <a:lnTo>
                    <a:pt x="4514" y="5105"/>
                  </a:lnTo>
                  <a:lnTo>
                    <a:pt x="4495" y="5086"/>
                  </a:lnTo>
                  <a:lnTo>
                    <a:pt x="4476" y="5067"/>
                  </a:lnTo>
                  <a:lnTo>
                    <a:pt x="4438" y="5029"/>
                  </a:lnTo>
                  <a:lnTo>
                    <a:pt x="4419" y="5010"/>
                  </a:lnTo>
                  <a:lnTo>
                    <a:pt x="4419" y="4991"/>
                  </a:lnTo>
                  <a:lnTo>
                    <a:pt x="4400" y="4972"/>
                  </a:lnTo>
                  <a:lnTo>
                    <a:pt x="4400" y="4915"/>
                  </a:lnTo>
                  <a:lnTo>
                    <a:pt x="4400" y="4896"/>
                  </a:lnTo>
                  <a:lnTo>
                    <a:pt x="4380" y="4896"/>
                  </a:lnTo>
                  <a:lnTo>
                    <a:pt x="4362" y="4877"/>
                  </a:lnTo>
                  <a:lnTo>
                    <a:pt x="4343" y="4896"/>
                  </a:lnTo>
                  <a:lnTo>
                    <a:pt x="4324" y="4877"/>
                  </a:lnTo>
                  <a:lnTo>
                    <a:pt x="4304" y="4877"/>
                  </a:lnTo>
                  <a:lnTo>
                    <a:pt x="4266" y="4877"/>
                  </a:lnTo>
                  <a:lnTo>
                    <a:pt x="4266" y="4896"/>
                  </a:lnTo>
                  <a:lnTo>
                    <a:pt x="4248" y="4896"/>
                  </a:lnTo>
                  <a:lnTo>
                    <a:pt x="4228" y="4896"/>
                  </a:lnTo>
                  <a:lnTo>
                    <a:pt x="4209" y="4896"/>
                  </a:lnTo>
                  <a:lnTo>
                    <a:pt x="4152" y="4896"/>
                  </a:lnTo>
                  <a:lnTo>
                    <a:pt x="4133" y="4877"/>
                  </a:lnTo>
                  <a:lnTo>
                    <a:pt x="4114" y="4877"/>
                  </a:lnTo>
                  <a:lnTo>
                    <a:pt x="4114" y="4858"/>
                  </a:lnTo>
                  <a:lnTo>
                    <a:pt x="4076" y="4839"/>
                  </a:lnTo>
                  <a:lnTo>
                    <a:pt x="4076" y="4819"/>
                  </a:lnTo>
                  <a:lnTo>
                    <a:pt x="4057" y="4819"/>
                  </a:lnTo>
                  <a:lnTo>
                    <a:pt x="3999" y="4819"/>
                  </a:lnTo>
                  <a:lnTo>
                    <a:pt x="3904" y="4782"/>
                  </a:lnTo>
                  <a:lnTo>
                    <a:pt x="3904" y="4763"/>
                  </a:lnTo>
                  <a:lnTo>
                    <a:pt x="3904" y="4743"/>
                  </a:lnTo>
                  <a:lnTo>
                    <a:pt x="3885" y="4743"/>
                  </a:lnTo>
                  <a:lnTo>
                    <a:pt x="3867" y="4724"/>
                  </a:lnTo>
                  <a:lnTo>
                    <a:pt x="3847" y="4743"/>
                  </a:lnTo>
                  <a:lnTo>
                    <a:pt x="3828" y="4743"/>
                  </a:lnTo>
                  <a:lnTo>
                    <a:pt x="3809" y="4743"/>
                  </a:lnTo>
                  <a:lnTo>
                    <a:pt x="3790" y="4743"/>
                  </a:lnTo>
                  <a:lnTo>
                    <a:pt x="3790" y="4763"/>
                  </a:lnTo>
                  <a:lnTo>
                    <a:pt x="3771" y="4763"/>
                  </a:lnTo>
                  <a:lnTo>
                    <a:pt x="3752" y="4743"/>
                  </a:lnTo>
                  <a:lnTo>
                    <a:pt x="3733" y="4724"/>
                  </a:lnTo>
                  <a:lnTo>
                    <a:pt x="3733" y="4705"/>
                  </a:lnTo>
                  <a:lnTo>
                    <a:pt x="3714" y="4705"/>
                  </a:lnTo>
                  <a:lnTo>
                    <a:pt x="3695" y="4687"/>
                  </a:lnTo>
                  <a:lnTo>
                    <a:pt x="3657" y="4629"/>
                  </a:lnTo>
                  <a:lnTo>
                    <a:pt x="3657" y="4610"/>
                  </a:lnTo>
                  <a:lnTo>
                    <a:pt x="3638" y="4610"/>
                  </a:lnTo>
                  <a:lnTo>
                    <a:pt x="3638" y="4629"/>
                  </a:lnTo>
                  <a:lnTo>
                    <a:pt x="3619" y="4629"/>
                  </a:lnTo>
                  <a:lnTo>
                    <a:pt x="3600" y="4610"/>
                  </a:lnTo>
                  <a:lnTo>
                    <a:pt x="3581" y="4610"/>
                  </a:lnTo>
                  <a:lnTo>
                    <a:pt x="3581" y="4591"/>
                  </a:lnTo>
                  <a:lnTo>
                    <a:pt x="3581" y="4572"/>
                  </a:lnTo>
                  <a:lnTo>
                    <a:pt x="3562" y="4553"/>
                  </a:lnTo>
                  <a:lnTo>
                    <a:pt x="3562" y="4534"/>
                  </a:lnTo>
                  <a:lnTo>
                    <a:pt x="3542" y="4515"/>
                  </a:lnTo>
                  <a:lnTo>
                    <a:pt x="3523" y="4515"/>
                  </a:lnTo>
                  <a:lnTo>
                    <a:pt x="3523" y="4496"/>
                  </a:lnTo>
                  <a:lnTo>
                    <a:pt x="3542" y="4496"/>
                  </a:lnTo>
                  <a:lnTo>
                    <a:pt x="3542" y="4477"/>
                  </a:lnTo>
                  <a:lnTo>
                    <a:pt x="3523" y="4477"/>
                  </a:lnTo>
                  <a:lnTo>
                    <a:pt x="3523" y="4438"/>
                  </a:lnTo>
                  <a:lnTo>
                    <a:pt x="3505" y="4420"/>
                  </a:lnTo>
                  <a:lnTo>
                    <a:pt x="3486" y="4420"/>
                  </a:lnTo>
                  <a:lnTo>
                    <a:pt x="3466" y="4401"/>
                  </a:lnTo>
                  <a:lnTo>
                    <a:pt x="3447" y="4401"/>
                  </a:lnTo>
                  <a:lnTo>
                    <a:pt x="3428" y="4420"/>
                  </a:lnTo>
                  <a:lnTo>
                    <a:pt x="3409" y="4420"/>
                  </a:lnTo>
                  <a:lnTo>
                    <a:pt x="3409" y="4438"/>
                  </a:lnTo>
                  <a:lnTo>
                    <a:pt x="3390" y="4438"/>
                  </a:lnTo>
                  <a:lnTo>
                    <a:pt x="3371" y="4458"/>
                  </a:lnTo>
                  <a:lnTo>
                    <a:pt x="3352" y="4458"/>
                  </a:lnTo>
                  <a:lnTo>
                    <a:pt x="3352" y="4477"/>
                  </a:lnTo>
                  <a:lnTo>
                    <a:pt x="3276" y="4477"/>
                  </a:lnTo>
                  <a:lnTo>
                    <a:pt x="3238" y="4438"/>
                  </a:lnTo>
                  <a:lnTo>
                    <a:pt x="3219" y="4438"/>
                  </a:lnTo>
                  <a:lnTo>
                    <a:pt x="3181" y="4420"/>
                  </a:lnTo>
                  <a:lnTo>
                    <a:pt x="3181" y="4401"/>
                  </a:lnTo>
                  <a:lnTo>
                    <a:pt x="3161" y="4401"/>
                  </a:lnTo>
                  <a:lnTo>
                    <a:pt x="3161" y="4382"/>
                  </a:lnTo>
                  <a:lnTo>
                    <a:pt x="3142" y="4382"/>
                  </a:lnTo>
                  <a:lnTo>
                    <a:pt x="3142" y="4362"/>
                  </a:lnTo>
                  <a:lnTo>
                    <a:pt x="3142" y="4343"/>
                  </a:lnTo>
                  <a:lnTo>
                    <a:pt x="3124" y="4343"/>
                  </a:lnTo>
                  <a:lnTo>
                    <a:pt x="3124" y="4324"/>
                  </a:lnTo>
                  <a:lnTo>
                    <a:pt x="3105" y="4324"/>
                  </a:lnTo>
                  <a:lnTo>
                    <a:pt x="3085" y="4324"/>
                  </a:lnTo>
                  <a:lnTo>
                    <a:pt x="3066" y="4324"/>
                  </a:lnTo>
                  <a:lnTo>
                    <a:pt x="3047" y="4324"/>
                  </a:lnTo>
                  <a:lnTo>
                    <a:pt x="3009" y="4286"/>
                  </a:lnTo>
                  <a:lnTo>
                    <a:pt x="2971" y="4267"/>
                  </a:lnTo>
                  <a:lnTo>
                    <a:pt x="2971" y="4248"/>
                  </a:lnTo>
                  <a:lnTo>
                    <a:pt x="2838" y="4229"/>
                  </a:lnTo>
                  <a:lnTo>
                    <a:pt x="2819" y="4229"/>
                  </a:lnTo>
                  <a:lnTo>
                    <a:pt x="2780" y="4248"/>
                  </a:lnTo>
                  <a:lnTo>
                    <a:pt x="2743" y="4286"/>
                  </a:lnTo>
                  <a:lnTo>
                    <a:pt x="2743" y="4306"/>
                  </a:lnTo>
                  <a:lnTo>
                    <a:pt x="2724" y="4306"/>
                  </a:lnTo>
                  <a:lnTo>
                    <a:pt x="2724" y="4324"/>
                  </a:lnTo>
                  <a:lnTo>
                    <a:pt x="2704" y="4324"/>
                  </a:lnTo>
                  <a:lnTo>
                    <a:pt x="2685" y="4306"/>
                  </a:lnTo>
                  <a:lnTo>
                    <a:pt x="2666" y="4306"/>
                  </a:lnTo>
                  <a:lnTo>
                    <a:pt x="2647" y="4306"/>
                  </a:lnTo>
                  <a:lnTo>
                    <a:pt x="2628" y="4324"/>
                  </a:lnTo>
                  <a:lnTo>
                    <a:pt x="2609" y="4286"/>
                  </a:lnTo>
                  <a:lnTo>
                    <a:pt x="2552" y="4286"/>
                  </a:lnTo>
                  <a:lnTo>
                    <a:pt x="2533" y="4267"/>
                  </a:lnTo>
                  <a:lnTo>
                    <a:pt x="2514" y="4286"/>
                  </a:lnTo>
                  <a:lnTo>
                    <a:pt x="2514" y="4306"/>
                  </a:lnTo>
                  <a:lnTo>
                    <a:pt x="2495" y="4286"/>
                  </a:lnTo>
                  <a:lnTo>
                    <a:pt x="2476" y="4267"/>
                  </a:lnTo>
                  <a:lnTo>
                    <a:pt x="2457" y="4267"/>
                  </a:lnTo>
                  <a:lnTo>
                    <a:pt x="2438" y="4248"/>
                  </a:lnTo>
                  <a:lnTo>
                    <a:pt x="2419" y="4248"/>
                  </a:lnTo>
                  <a:lnTo>
                    <a:pt x="2419" y="4267"/>
                  </a:lnTo>
                  <a:lnTo>
                    <a:pt x="2399" y="4267"/>
                  </a:lnTo>
                  <a:lnTo>
                    <a:pt x="2399" y="4286"/>
                  </a:lnTo>
                  <a:lnTo>
                    <a:pt x="2381" y="4286"/>
                  </a:lnTo>
                  <a:lnTo>
                    <a:pt x="2381" y="4267"/>
                  </a:lnTo>
                  <a:lnTo>
                    <a:pt x="2362" y="4248"/>
                  </a:lnTo>
                  <a:lnTo>
                    <a:pt x="2343" y="4248"/>
                  </a:lnTo>
                  <a:lnTo>
                    <a:pt x="2304" y="4248"/>
                  </a:lnTo>
                  <a:lnTo>
                    <a:pt x="2285" y="4248"/>
                  </a:lnTo>
                  <a:lnTo>
                    <a:pt x="2267" y="4229"/>
                  </a:lnTo>
                  <a:lnTo>
                    <a:pt x="2247" y="4210"/>
                  </a:lnTo>
                  <a:lnTo>
                    <a:pt x="2228" y="4191"/>
                  </a:lnTo>
                  <a:lnTo>
                    <a:pt x="2228" y="4172"/>
                  </a:lnTo>
                  <a:lnTo>
                    <a:pt x="2209" y="4172"/>
                  </a:lnTo>
                  <a:lnTo>
                    <a:pt x="2190" y="4153"/>
                  </a:lnTo>
                  <a:lnTo>
                    <a:pt x="2190" y="4134"/>
                  </a:lnTo>
                  <a:lnTo>
                    <a:pt x="2190" y="4096"/>
                  </a:lnTo>
                  <a:lnTo>
                    <a:pt x="2209" y="4077"/>
                  </a:lnTo>
                  <a:lnTo>
                    <a:pt x="2209" y="4057"/>
                  </a:lnTo>
                  <a:lnTo>
                    <a:pt x="2209" y="4039"/>
                  </a:lnTo>
                  <a:lnTo>
                    <a:pt x="2190" y="4039"/>
                  </a:lnTo>
                  <a:lnTo>
                    <a:pt x="2190" y="4020"/>
                  </a:lnTo>
                  <a:lnTo>
                    <a:pt x="2171" y="4020"/>
                  </a:lnTo>
                  <a:lnTo>
                    <a:pt x="2171" y="4039"/>
                  </a:lnTo>
                  <a:lnTo>
                    <a:pt x="2152" y="4020"/>
                  </a:lnTo>
                  <a:lnTo>
                    <a:pt x="2133" y="4020"/>
                  </a:lnTo>
                  <a:lnTo>
                    <a:pt x="2133" y="4001"/>
                  </a:lnTo>
                  <a:lnTo>
                    <a:pt x="2095" y="4001"/>
                  </a:lnTo>
                  <a:lnTo>
                    <a:pt x="2038" y="3981"/>
                  </a:lnTo>
                  <a:lnTo>
                    <a:pt x="2018" y="3981"/>
                  </a:lnTo>
                  <a:lnTo>
                    <a:pt x="2018" y="3962"/>
                  </a:lnTo>
                  <a:lnTo>
                    <a:pt x="2000" y="3962"/>
                  </a:lnTo>
                  <a:lnTo>
                    <a:pt x="2000" y="3943"/>
                  </a:lnTo>
                  <a:lnTo>
                    <a:pt x="2000" y="3925"/>
                  </a:lnTo>
                  <a:lnTo>
                    <a:pt x="2000" y="3905"/>
                  </a:lnTo>
                  <a:lnTo>
                    <a:pt x="1981" y="3905"/>
                  </a:lnTo>
                  <a:lnTo>
                    <a:pt x="1981" y="3925"/>
                  </a:lnTo>
                  <a:lnTo>
                    <a:pt x="1981" y="3943"/>
                  </a:lnTo>
                  <a:lnTo>
                    <a:pt x="1962" y="3943"/>
                  </a:lnTo>
                  <a:lnTo>
                    <a:pt x="1942" y="3943"/>
                  </a:lnTo>
                  <a:lnTo>
                    <a:pt x="1942" y="3925"/>
                  </a:lnTo>
                  <a:lnTo>
                    <a:pt x="1962" y="3925"/>
                  </a:lnTo>
                  <a:lnTo>
                    <a:pt x="1923" y="3886"/>
                  </a:lnTo>
                  <a:lnTo>
                    <a:pt x="1904" y="3867"/>
                  </a:lnTo>
                  <a:lnTo>
                    <a:pt x="1904" y="3848"/>
                  </a:lnTo>
                  <a:lnTo>
                    <a:pt x="1904" y="3829"/>
                  </a:lnTo>
                  <a:lnTo>
                    <a:pt x="1886" y="3829"/>
                  </a:lnTo>
                  <a:lnTo>
                    <a:pt x="1866" y="3829"/>
                  </a:lnTo>
                  <a:lnTo>
                    <a:pt x="1866" y="3810"/>
                  </a:lnTo>
                  <a:lnTo>
                    <a:pt x="1828" y="3829"/>
                  </a:lnTo>
                  <a:lnTo>
                    <a:pt x="1809" y="3829"/>
                  </a:lnTo>
                  <a:lnTo>
                    <a:pt x="1790" y="3810"/>
                  </a:lnTo>
                  <a:lnTo>
                    <a:pt x="1771" y="3810"/>
                  </a:lnTo>
                  <a:lnTo>
                    <a:pt x="1733" y="3810"/>
                  </a:lnTo>
                  <a:lnTo>
                    <a:pt x="1714" y="3791"/>
                  </a:lnTo>
                  <a:lnTo>
                    <a:pt x="1695" y="3791"/>
                  </a:lnTo>
                  <a:lnTo>
                    <a:pt x="1695" y="3772"/>
                  </a:lnTo>
                  <a:lnTo>
                    <a:pt x="1695" y="3753"/>
                  </a:lnTo>
                  <a:lnTo>
                    <a:pt x="1714" y="3734"/>
                  </a:lnTo>
                  <a:lnTo>
                    <a:pt x="1714" y="3715"/>
                  </a:lnTo>
                  <a:lnTo>
                    <a:pt x="1695" y="3696"/>
                  </a:lnTo>
                  <a:lnTo>
                    <a:pt x="1676" y="3696"/>
                  </a:lnTo>
                  <a:lnTo>
                    <a:pt x="1676" y="3677"/>
                  </a:lnTo>
                  <a:lnTo>
                    <a:pt x="1676" y="3658"/>
                  </a:lnTo>
                  <a:lnTo>
                    <a:pt x="1676" y="3639"/>
                  </a:lnTo>
                  <a:lnTo>
                    <a:pt x="1676" y="3620"/>
                  </a:lnTo>
                  <a:lnTo>
                    <a:pt x="1657" y="3600"/>
                  </a:lnTo>
                  <a:lnTo>
                    <a:pt x="1637" y="3563"/>
                  </a:lnTo>
                  <a:lnTo>
                    <a:pt x="1619" y="3544"/>
                  </a:lnTo>
                  <a:lnTo>
                    <a:pt x="1600" y="3544"/>
                  </a:lnTo>
                  <a:lnTo>
                    <a:pt x="1600" y="3505"/>
                  </a:lnTo>
                  <a:lnTo>
                    <a:pt x="1581" y="3505"/>
                  </a:lnTo>
                  <a:lnTo>
                    <a:pt x="1581" y="3524"/>
                  </a:lnTo>
                  <a:lnTo>
                    <a:pt x="1581" y="3581"/>
                  </a:lnTo>
                  <a:lnTo>
                    <a:pt x="1561" y="3581"/>
                  </a:lnTo>
                  <a:lnTo>
                    <a:pt x="1542" y="3563"/>
                  </a:lnTo>
                  <a:lnTo>
                    <a:pt x="1523" y="3563"/>
                  </a:lnTo>
                  <a:lnTo>
                    <a:pt x="1523" y="3544"/>
                  </a:lnTo>
                  <a:lnTo>
                    <a:pt x="1523" y="3505"/>
                  </a:lnTo>
                  <a:lnTo>
                    <a:pt x="1523" y="3486"/>
                  </a:lnTo>
                  <a:lnTo>
                    <a:pt x="1523" y="3467"/>
                  </a:lnTo>
                  <a:lnTo>
                    <a:pt x="1523" y="3448"/>
                  </a:lnTo>
                  <a:lnTo>
                    <a:pt x="1542" y="3429"/>
                  </a:lnTo>
                  <a:lnTo>
                    <a:pt x="1523" y="3410"/>
                  </a:lnTo>
                  <a:lnTo>
                    <a:pt x="1505" y="3410"/>
                  </a:lnTo>
                  <a:lnTo>
                    <a:pt x="1505" y="3391"/>
                  </a:lnTo>
                  <a:lnTo>
                    <a:pt x="1505" y="3372"/>
                  </a:lnTo>
                  <a:lnTo>
                    <a:pt x="1505" y="3353"/>
                  </a:lnTo>
                  <a:lnTo>
                    <a:pt x="1505" y="3334"/>
                  </a:lnTo>
                  <a:lnTo>
                    <a:pt x="1485" y="3334"/>
                  </a:lnTo>
                  <a:lnTo>
                    <a:pt x="1466" y="3315"/>
                  </a:lnTo>
                  <a:lnTo>
                    <a:pt x="1428" y="3334"/>
                  </a:lnTo>
                  <a:lnTo>
                    <a:pt x="1409" y="3296"/>
                  </a:lnTo>
                  <a:lnTo>
                    <a:pt x="1371" y="3219"/>
                  </a:lnTo>
                  <a:lnTo>
                    <a:pt x="1371" y="3200"/>
                  </a:lnTo>
                  <a:lnTo>
                    <a:pt x="1390" y="3182"/>
                  </a:lnTo>
                  <a:lnTo>
                    <a:pt x="1390" y="3163"/>
                  </a:lnTo>
                  <a:lnTo>
                    <a:pt x="1409" y="3163"/>
                  </a:lnTo>
                  <a:lnTo>
                    <a:pt x="1390" y="3143"/>
                  </a:lnTo>
                  <a:lnTo>
                    <a:pt x="1371" y="3143"/>
                  </a:lnTo>
                  <a:lnTo>
                    <a:pt x="1352" y="3124"/>
                  </a:lnTo>
                  <a:lnTo>
                    <a:pt x="1352" y="3105"/>
                  </a:lnTo>
                  <a:lnTo>
                    <a:pt x="1352" y="3086"/>
                  </a:lnTo>
                  <a:lnTo>
                    <a:pt x="1371" y="3067"/>
                  </a:lnTo>
                  <a:lnTo>
                    <a:pt x="1371" y="3048"/>
                  </a:lnTo>
                  <a:lnTo>
                    <a:pt x="1352" y="3029"/>
                  </a:lnTo>
                  <a:lnTo>
                    <a:pt x="1333" y="3010"/>
                  </a:lnTo>
                  <a:lnTo>
                    <a:pt x="1333" y="2991"/>
                  </a:lnTo>
                  <a:lnTo>
                    <a:pt x="1352" y="2972"/>
                  </a:lnTo>
                  <a:lnTo>
                    <a:pt x="1390" y="2953"/>
                  </a:lnTo>
                  <a:lnTo>
                    <a:pt x="1390" y="2934"/>
                  </a:lnTo>
                  <a:lnTo>
                    <a:pt x="1390" y="2915"/>
                  </a:lnTo>
                  <a:lnTo>
                    <a:pt x="1390" y="2896"/>
                  </a:lnTo>
                  <a:lnTo>
                    <a:pt x="1390" y="2877"/>
                  </a:lnTo>
                  <a:lnTo>
                    <a:pt x="1409" y="2858"/>
                  </a:lnTo>
                  <a:lnTo>
                    <a:pt x="1409" y="2838"/>
                  </a:lnTo>
                  <a:lnTo>
                    <a:pt x="1428" y="2838"/>
                  </a:lnTo>
                  <a:lnTo>
                    <a:pt x="1428" y="2820"/>
                  </a:lnTo>
                  <a:lnTo>
                    <a:pt x="1409" y="2801"/>
                  </a:lnTo>
                  <a:lnTo>
                    <a:pt x="1409" y="2724"/>
                  </a:lnTo>
                  <a:lnTo>
                    <a:pt x="1409" y="2706"/>
                  </a:lnTo>
                  <a:lnTo>
                    <a:pt x="1390" y="2686"/>
                  </a:lnTo>
                  <a:lnTo>
                    <a:pt x="1371" y="2686"/>
                  </a:lnTo>
                  <a:lnTo>
                    <a:pt x="1333" y="2667"/>
                  </a:lnTo>
                  <a:lnTo>
                    <a:pt x="1333" y="2648"/>
                  </a:lnTo>
                  <a:lnTo>
                    <a:pt x="1352" y="2610"/>
                  </a:lnTo>
                  <a:lnTo>
                    <a:pt x="1352" y="2572"/>
                  </a:lnTo>
                  <a:lnTo>
                    <a:pt x="1352" y="2553"/>
                  </a:lnTo>
                  <a:lnTo>
                    <a:pt x="1352" y="2534"/>
                  </a:lnTo>
                  <a:lnTo>
                    <a:pt x="1333" y="2515"/>
                  </a:lnTo>
                  <a:lnTo>
                    <a:pt x="1314" y="2515"/>
                  </a:lnTo>
                  <a:lnTo>
                    <a:pt x="1295" y="2496"/>
                  </a:lnTo>
                  <a:lnTo>
                    <a:pt x="1295" y="2477"/>
                  </a:lnTo>
                  <a:lnTo>
                    <a:pt x="1314" y="2439"/>
                  </a:lnTo>
                  <a:lnTo>
                    <a:pt x="1295" y="2420"/>
                  </a:lnTo>
                  <a:lnTo>
                    <a:pt x="1295" y="2401"/>
                  </a:lnTo>
                  <a:lnTo>
                    <a:pt x="1295" y="2381"/>
                  </a:lnTo>
                  <a:lnTo>
                    <a:pt x="1295" y="2362"/>
                  </a:lnTo>
                  <a:lnTo>
                    <a:pt x="1295" y="2343"/>
                  </a:lnTo>
                  <a:lnTo>
                    <a:pt x="1314" y="2343"/>
                  </a:lnTo>
                  <a:lnTo>
                    <a:pt x="1333" y="2325"/>
                  </a:lnTo>
                  <a:lnTo>
                    <a:pt x="1352" y="2286"/>
                  </a:lnTo>
                  <a:lnTo>
                    <a:pt x="1333" y="2286"/>
                  </a:lnTo>
                  <a:lnTo>
                    <a:pt x="1333" y="2267"/>
                  </a:lnTo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ECAF7CDA-C870-9894-036F-940042F4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6663" y="2768600"/>
              <a:ext cx="1917700" cy="1847850"/>
            </a:xfrm>
            <a:custGeom>
              <a:avLst/>
              <a:gdLst>
                <a:gd name="T0" fmla="*/ 2147483646 w 10649"/>
                <a:gd name="T1" fmla="*/ 2147483646 h 10268"/>
                <a:gd name="T2" fmla="*/ 2147483646 w 10649"/>
                <a:gd name="T3" fmla="*/ 2147483646 h 10268"/>
                <a:gd name="T4" fmla="*/ 2147483646 w 10649"/>
                <a:gd name="T5" fmla="*/ 2147483646 h 10268"/>
                <a:gd name="T6" fmla="*/ 2147483646 w 10649"/>
                <a:gd name="T7" fmla="*/ 2147483646 h 10268"/>
                <a:gd name="T8" fmla="*/ 2147483646 w 10649"/>
                <a:gd name="T9" fmla="*/ 2147483646 h 10268"/>
                <a:gd name="T10" fmla="*/ 2147483646 w 10649"/>
                <a:gd name="T11" fmla="*/ 2147483646 h 10268"/>
                <a:gd name="T12" fmla="*/ 2147483646 w 10649"/>
                <a:gd name="T13" fmla="*/ 2147483646 h 10268"/>
                <a:gd name="T14" fmla="*/ 2147483646 w 10649"/>
                <a:gd name="T15" fmla="*/ 2147483646 h 10268"/>
                <a:gd name="T16" fmla="*/ 2147483646 w 10649"/>
                <a:gd name="T17" fmla="*/ 2147483646 h 10268"/>
                <a:gd name="T18" fmla="*/ 2147483646 w 10649"/>
                <a:gd name="T19" fmla="*/ 2147483646 h 10268"/>
                <a:gd name="T20" fmla="*/ 2147483646 w 10649"/>
                <a:gd name="T21" fmla="*/ 2147483646 h 10268"/>
                <a:gd name="T22" fmla="*/ 2147483646 w 10649"/>
                <a:gd name="T23" fmla="*/ 2147483646 h 10268"/>
                <a:gd name="T24" fmla="*/ 2147483646 w 10649"/>
                <a:gd name="T25" fmla="*/ 2147483646 h 10268"/>
                <a:gd name="T26" fmla="*/ 2147483646 w 10649"/>
                <a:gd name="T27" fmla="*/ 2147483646 h 10268"/>
                <a:gd name="T28" fmla="*/ 2147483646 w 10649"/>
                <a:gd name="T29" fmla="*/ 2147483646 h 10268"/>
                <a:gd name="T30" fmla="*/ 2147483646 w 10649"/>
                <a:gd name="T31" fmla="*/ 2147483646 h 10268"/>
                <a:gd name="T32" fmla="*/ 2147483646 w 10649"/>
                <a:gd name="T33" fmla="*/ 2147483646 h 10268"/>
                <a:gd name="T34" fmla="*/ 2147483646 w 10649"/>
                <a:gd name="T35" fmla="*/ 2147483646 h 10268"/>
                <a:gd name="T36" fmla="*/ 2147483646 w 10649"/>
                <a:gd name="T37" fmla="*/ 2147483646 h 10268"/>
                <a:gd name="T38" fmla="*/ 2147483646 w 10649"/>
                <a:gd name="T39" fmla="*/ 2147483646 h 10268"/>
                <a:gd name="T40" fmla="*/ 2147483646 w 10649"/>
                <a:gd name="T41" fmla="*/ 2147483646 h 10268"/>
                <a:gd name="T42" fmla="*/ 2147483646 w 10649"/>
                <a:gd name="T43" fmla="*/ 2147483646 h 10268"/>
                <a:gd name="T44" fmla="*/ 2147483646 w 10649"/>
                <a:gd name="T45" fmla="*/ 2147483646 h 10268"/>
                <a:gd name="T46" fmla="*/ 2147483646 w 10649"/>
                <a:gd name="T47" fmla="*/ 2147483646 h 10268"/>
                <a:gd name="T48" fmla="*/ 2147483646 w 10649"/>
                <a:gd name="T49" fmla="*/ 2147483646 h 10268"/>
                <a:gd name="T50" fmla="*/ 2147483646 w 10649"/>
                <a:gd name="T51" fmla="*/ 2147483646 h 10268"/>
                <a:gd name="T52" fmla="*/ 2147483646 w 10649"/>
                <a:gd name="T53" fmla="*/ 2147483646 h 10268"/>
                <a:gd name="T54" fmla="*/ 2147483646 w 10649"/>
                <a:gd name="T55" fmla="*/ 2147483646 h 10268"/>
                <a:gd name="T56" fmla="*/ 2147483646 w 10649"/>
                <a:gd name="T57" fmla="*/ 2147483646 h 10268"/>
                <a:gd name="T58" fmla="*/ 2147483646 w 10649"/>
                <a:gd name="T59" fmla="*/ 2147483646 h 10268"/>
                <a:gd name="T60" fmla="*/ 2147483646 w 10649"/>
                <a:gd name="T61" fmla="*/ 2147483646 h 10268"/>
                <a:gd name="T62" fmla="*/ 2147483646 w 10649"/>
                <a:gd name="T63" fmla="*/ 2147483646 h 10268"/>
                <a:gd name="T64" fmla="*/ 2147483646 w 10649"/>
                <a:gd name="T65" fmla="*/ 2147483646 h 10268"/>
                <a:gd name="T66" fmla="*/ 2147483646 w 10649"/>
                <a:gd name="T67" fmla="*/ 2147483646 h 10268"/>
                <a:gd name="T68" fmla="*/ 2147483646 w 10649"/>
                <a:gd name="T69" fmla="*/ 2147483646 h 10268"/>
                <a:gd name="T70" fmla="*/ 2147483646 w 10649"/>
                <a:gd name="T71" fmla="*/ 2147483646 h 10268"/>
                <a:gd name="T72" fmla="*/ 2147483646 w 10649"/>
                <a:gd name="T73" fmla="*/ 2147483646 h 10268"/>
                <a:gd name="T74" fmla="*/ 2147483646 w 10649"/>
                <a:gd name="T75" fmla="*/ 2147483646 h 10268"/>
                <a:gd name="T76" fmla="*/ 2147483646 w 10649"/>
                <a:gd name="T77" fmla="*/ 2147483646 h 10268"/>
                <a:gd name="T78" fmla="*/ 2147483646 w 10649"/>
                <a:gd name="T79" fmla="*/ 2147483646 h 10268"/>
                <a:gd name="T80" fmla="*/ 2147483646 w 10649"/>
                <a:gd name="T81" fmla="*/ 2147483646 h 10268"/>
                <a:gd name="T82" fmla="*/ 2147483646 w 10649"/>
                <a:gd name="T83" fmla="*/ 2147483646 h 10268"/>
                <a:gd name="T84" fmla="*/ 2147483646 w 10649"/>
                <a:gd name="T85" fmla="*/ 2147483646 h 10268"/>
                <a:gd name="T86" fmla="*/ 2147483646 w 10649"/>
                <a:gd name="T87" fmla="*/ 2147483646 h 10268"/>
                <a:gd name="T88" fmla="*/ 2147483646 w 10649"/>
                <a:gd name="T89" fmla="*/ 2147483646 h 10268"/>
                <a:gd name="T90" fmla="*/ 2147483646 w 10649"/>
                <a:gd name="T91" fmla="*/ 2147483646 h 10268"/>
                <a:gd name="T92" fmla="*/ 2147483646 w 10649"/>
                <a:gd name="T93" fmla="*/ 2147483646 h 10268"/>
                <a:gd name="T94" fmla="*/ 2147483646 w 10649"/>
                <a:gd name="T95" fmla="*/ 2147483646 h 10268"/>
                <a:gd name="T96" fmla="*/ 2147483646 w 10649"/>
                <a:gd name="T97" fmla="*/ 2147483646 h 10268"/>
                <a:gd name="T98" fmla="*/ 2147483646 w 10649"/>
                <a:gd name="T99" fmla="*/ 2147483646 h 10268"/>
                <a:gd name="T100" fmla="*/ 2147483646 w 10649"/>
                <a:gd name="T101" fmla="*/ 2147483646 h 10268"/>
                <a:gd name="T102" fmla="*/ 2147483646 w 10649"/>
                <a:gd name="T103" fmla="*/ 2147483646 h 10268"/>
                <a:gd name="T104" fmla="*/ 2147483646 w 10649"/>
                <a:gd name="T105" fmla="*/ 2147483646 h 10268"/>
                <a:gd name="T106" fmla="*/ 2147483646 w 10649"/>
                <a:gd name="T107" fmla="*/ 2147483646 h 10268"/>
                <a:gd name="T108" fmla="*/ 2147483646 w 10649"/>
                <a:gd name="T109" fmla="*/ 2147483646 h 10268"/>
                <a:gd name="T110" fmla="*/ 2147483646 w 10649"/>
                <a:gd name="T111" fmla="*/ 2147483646 h 10268"/>
                <a:gd name="T112" fmla="*/ 2147483646 w 10649"/>
                <a:gd name="T113" fmla="*/ 2147483646 h 10268"/>
                <a:gd name="T114" fmla="*/ 2147483646 w 10649"/>
                <a:gd name="T115" fmla="*/ 2147483646 h 10268"/>
                <a:gd name="T116" fmla="*/ 2147483646 w 10649"/>
                <a:gd name="T117" fmla="*/ 2147483646 h 10268"/>
                <a:gd name="T118" fmla="*/ 2147483646 w 10649"/>
                <a:gd name="T119" fmla="*/ 2147483646 h 10268"/>
                <a:gd name="T120" fmla="*/ 2147483646 w 10649"/>
                <a:gd name="T121" fmla="*/ 2147483646 h 10268"/>
                <a:gd name="T122" fmla="*/ 2147483646 w 10649"/>
                <a:gd name="T123" fmla="*/ 2147483646 h 10268"/>
                <a:gd name="T124" fmla="*/ 2147483646 w 10649"/>
                <a:gd name="T125" fmla="*/ 2147483646 h 102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649" h="10268">
                  <a:moveTo>
                    <a:pt x="3638" y="9981"/>
                  </a:moveTo>
                  <a:lnTo>
                    <a:pt x="3619" y="9981"/>
                  </a:lnTo>
                  <a:lnTo>
                    <a:pt x="3600" y="9962"/>
                  </a:lnTo>
                  <a:lnTo>
                    <a:pt x="3581" y="9943"/>
                  </a:lnTo>
                  <a:lnTo>
                    <a:pt x="3581" y="9924"/>
                  </a:lnTo>
                  <a:lnTo>
                    <a:pt x="3581" y="9905"/>
                  </a:lnTo>
                  <a:lnTo>
                    <a:pt x="3581" y="9867"/>
                  </a:lnTo>
                  <a:lnTo>
                    <a:pt x="3581" y="9848"/>
                  </a:lnTo>
                  <a:lnTo>
                    <a:pt x="3581" y="9829"/>
                  </a:lnTo>
                  <a:lnTo>
                    <a:pt x="3581" y="9810"/>
                  </a:lnTo>
                  <a:lnTo>
                    <a:pt x="3562" y="9790"/>
                  </a:lnTo>
                  <a:lnTo>
                    <a:pt x="3543" y="9771"/>
                  </a:lnTo>
                  <a:lnTo>
                    <a:pt x="3524" y="9753"/>
                  </a:lnTo>
                  <a:lnTo>
                    <a:pt x="3486" y="9753"/>
                  </a:lnTo>
                  <a:lnTo>
                    <a:pt x="3466" y="9771"/>
                  </a:lnTo>
                  <a:lnTo>
                    <a:pt x="3429" y="9771"/>
                  </a:lnTo>
                  <a:lnTo>
                    <a:pt x="3390" y="9753"/>
                  </a:lnTo>
                  <a:lnTo>
                    <a:pt x="3371" y="9753"/>
                  </a:lnTo>
                  <a:lnTo>
                    <a:pt x="3334" y="9714"/>
                  </a:lnTo>
                  <a:lnTo>
                    <a:pt x="3314" y="9714"/>
                  </a:lnTo>
                  <a:lnTo>
                    <a:pt x="3276" y="9695"/>
                  </a:lnTo>
                  <a:lnTo>
                    <a:pt x="3276" y="9676"/>
                  </a:lnTo>
                  <a:lnTo>
                    <a:pt x="3257" y="9657"/>
                  </a:lnTo>
                  <a:lnTo>
                    <a:pt x="3238" y="9657"/>
                  </a:lnTo>
                  <a:lnTo>
                    <a:pt x="3219" y="9638"/>
                  </a:lnTo>
                  <a:lnTo>
                    <a:pt x="3200" y="9638"/>
                  </a:lnTo>
                  <a:lnTo>
                    <a:pt x="3181" y="9638"/>
                  </a:lnTo>
                  <a:lnTo>
                    <a:pt x="3181" y="9600"/>
                  </a:lnTo>
                  <a:lnTo>
                    <a:pt x="3162" y="9581"/>
                  </a:lnTo>
                  <a:lnTo>
                    <a:pt x="3143" y="9581"/>
                  </a:lnTo>
                  <a:lnTo>
                    <a:pt x="3124" y="9581"/>
                  </a:lnTo>
                  <a:lnTo>
                    <a:pt x="3124" y="9562"/>
                  </a:lnTo>
                  <a:lnTo>
                    <a:pt x="3105" y="9562"/>
                  </a:lnTo>
                  <a:lnTo>
                    <a:pt x="3105" y="9543"/>
                  </a:lnTo>
                  <a:lnTo>
                    <a:pt x="3086" y="9543"/>
                  </a:lnTo>
                  <a:lnTo>
                    <a:pt x="3048" y="9543"/>
                  </a:lnTo>
                  <a:lnTo>
                    <a:pt x="3029" y="9524"/>
                  </a:lnTo>
                  <a:lnTo>
                    <a:pt x="3009" y="9486"/>
                  </a:lnTo>
                  <a:lnTo>
                    <a:pt x="2990" y="9448"/>
                  </a:lnTo>
                  <a:lnTo>
                    <a:pt x="2990" y="9372"/>
                  </a:lnTo>
                  <a:lnTo>
                    <a:pt x="2990" y="9353"/>
                  </a:lnTo>
                  <a:lnTo>
                    <a:pt x="2990" y="9333"/>
                  </a:lnTo>
                  <a:lnTo>
                    <a:pt x="2972" y="9314"/>
                  </a:lnTo>
                  <a:lnTo>
                    <a:pt x="2972" y="9238"/>
                  </a:lnTo>
                  <a:lnTo>
                    <a:pt x="2972" y="9219"/>
                  </a:lnTo>
                  <a:lnTo>
                    <a:pt x="2953" y="9200"/>
                  </a:lnTo>
                  <a:lnTo>
                    <a:pt x="2933" y="9143"/>
                  </a:lnTo>
                  <a:lnTo>
                    <a:pt x="2953" y="9124"/>
                  </a:lnTo>
                  <a:lnTo>
                    <a:pt x="2953" y="9105"/>
                  </a:lnTo>
                  <a:lnTo>
                    <a:pt x="2953" y="9067"/>
                  </a:lnTo>
                  <a:lnTo>
                    <a:pt x="2933" y="8991"/>
                  </a:lnTo>
                  <a:lnTo>
                    <a:pt x="2933" y="8952"/>
                  </a:lnTo>
                  <a:lnTo>
                    <a:pt x="2933" y="8914"/>
                  </a:lnTo>
                  <a:lnTo>
                    <a:pt x="2953" y="8896"/>
                  </a:lnTo>
                  <a:lnTo>
                    <a:pt x="3048" y="8781"/>
                  </a:lnTo>
                  <a:lnTo>
                    <a:pt x="3067" y="8743"/>
                  </a:lnTo>
                  <a:lnTo>
                    <a:pt x="3048" y="8705"/>
                  </a:lnTo>
                  <a:lnTo>
                    <a:pt x="3048" y="8686"/>
                  </a:lnTo>
                  <a:lnTo>
                    <a:pt x="3067" y="8667"/>
                  </a:lnTo>
                  <a:lnTo>
                    <a:pt x="3067" y="8571"/>
                  </a:lnTo>
                  <a:lnTo>
                    <a:pt x="3048" y="8552"/>
                  </a:lnTo>
                  <a:lnTo>
                    <a:pt x="3009" y="8552"/>
                  </a:lnTo>
                  <a:lnTo>
                    <a:pt x="2990" y="8591"/>
                  </a:lnTo>
                  <a:lnTo>
                    <a:pt x="2972" y="8610"/>
                  </a:lnTo>
                  <a:lnTo>
                    <a:pt x="2953" y="8610"/>
                  </a:lnTo>
                  <a:lnTo>
                    <a:pt x="2876" y="8610"/>
                  </a:lnTo>
                  <a:lnTo>
                    <a:pt x="2705" y="8591"/>
                  </a:lnTo>
                  <a:lnTo>
                    <a:pt x="2514" y="8591"/>
                  </a:lnTo>
                  <a:lnTo>
                    <a:pt x="2343" y="8591"/>
                  </a:lnTo>
                  <a:lnTo>
                    <a:pt x="2171" y="8571"/>
                  </a:lnTo>
                  <a:lnTo>
                    <a:pt x="1981" y="8571"/>
                  </a:lnTo>
                  <a:lnTo>
                    <a:pt x="1810" y="8571"/>
                  </a:lnTo>
                  <a:lnTo>
                    <a:pt x="1638" y="8552"/>
                  </a:lnTo>
                  <a:lnTo>
                    <a:pt x="1448" y="8552"/>
                  </a:lnTo>
                  <a:lnTo>
                    <a:pt x="1390" y="8552"/>
                  </a:lnTo>
                  <a:lnTo>
                    <a:pt x="1353" y="8533"/>
                  </a:lnTo>
                  <a:lnTo>
                    <a:pt x="1333" y="8495"/>
                  </a:lnTo>
                  <a:lnTo>
                    <a:pt x="1333" y="8400"/>
                  </a:lnTo>
                  <a:lnTo>
                    <a:pt x="1333" y="8286"/>
                  </a:lnTo>
                  <a:lnTo>
                    <a:pt x="1314" y="8134"/>
                  </a:lnTo>
                  <a:lnTo>
                    <a:pt x="1295" y="7943"/>
                  </a:lnTo>
                  <a:lnTo>
                    <a:pt x="1276" y="7809"/>
                  </a:lnTo>
                  <a:lnTo>
                    <a:pt x="1276" y="7772"/>
                  </a:lnTo>
                  <a:lnTo>
                    <a:pt x="1257" y="7753"/>
                  </a:lnTo>
                  <a:lnTo>
                    <a:pt x="1181" y="7657"/>
                  </a:lnTo>
                  <a:lnTo>
                    <a:pt x="1086" y="7524"/>
                  </a:lnTo>
                  <a:lnTo>
                    <a:pt x="1009" y="7448"/>
                  </a:lnTo>
                  <a:lnTo>
                    <a:pt x="972" y="7410"/>
                  </a:lnTo>
                  <a:lnTo>
                    <a:pt x="1143" y="7410"/>
                  </a:lnTo>
                  <a:lnTo>
                    <a:pt x="1257" y="7410"/>
                  </a:lnTo>
                  <a:lnTo>
                    <a:pt x="1257" y="7391"/>
                  </a:lnTo>
                  <a:lnTo>
                    <a:pt x="1257" y="7333"/>
                  </a:lnTo>
                  <a:lnTo>
                    <a:pt x="1257" y="7257"/>
                  </a:lnTo>
                  <a:lnTo>
                    <a:pt x="1238" y="7181"/>
                  </a:lnTo>
                  <a:lnTo>
                    <a:pt x="1238" y="7086"/>
                  </a:lnTo>
                  <a:lnTo>
                    <a:pt x="1238" y="7010"/>
                  </a:lnTo>
                  <a:lnTo>
                    <a:pt x="1238" y="6952"/>
                  </a:lnTo>
                  <a:lnTo>
                    <a:pt x="1219" y="6933"/>
                  </a:lnTo>
                  <a:lnTo>
                    <a:pt x="1181" y="6895"/>
                  </a:lnTo>
                  <a:lnTo>
                    <a:pt x="1162" y="6876"/>
                  </a:lnTo>
                  <a:lnTo>
                    <a:pt x="1200" y="6857"/>
                  </a:lnTo>
                  <a:lnTo>
                    <a:pt x="1181" y="6819"/>
                  </a:lnTo>
                  <a:lnTo>
                    <a:pt x="1162" y="6762"/>
                  </a:lnTo>
                  <a:lnTo>
                    <a:pt x="1143" y="6686"/>
                  </a:lnTo>
                  <a:lnTo>
                    <a:pt x="1086" y="6629"/>
                  </a:lnTo>
                  <a:lnTo>
                    <a:pt x="1067" y="6610"/>
                  </a:lnTo>
                  <a:lnTo>
                    <a:pt x="1067" y="6590"/>
                  </a:lnTo>
                  <a:lnTo>
                    <a:pt x="1067" y="6571"/>
                  </a:lnTo>
                  <a:lnTo>
                    <a:pt x="1067" y="6534"/>
                  </a:lnTo>
                  <a:lnTo>
                    <a:pt x="1067" y="6514"/>
                  </a:lnTo>
                  <a:lnTo>
                    <a:pt x="1067" y="6476"/>
                  </a:lnTo>
                  <a:lnTo>
                    <a:pt x="1067" y="6457"/>
                  </a:lnTo>
                  <a:lnTo>
                    <a:pt x="1086" y="6438"/>
                  </a:lnTo>
                  <a:lnTo>
                    <a:pt x="1104" y="6438"/>
                  </a:lnTo>
                  <a:lnTo>
                    <a:pt x="1124" y="6419"/>
                  </a:lnTo>
                  <a:lnTo>
                    <a:pt x="1124" y="6400"/>
                  </a:lnTo>
                  <a:lnTo>
                    <a:pt x="1143" y="6362"/>
                  </a:lnTo>
                  <a:lnTo>
                    <a:pt x="1143" y="6343"/>
                  </a:lnTo>
                  <a:lnTo>
                    <a:pt x="1143" y="6324"/>
                  </a:lnTo>
                  <a:lnTo>
                    <a:pt x="1124" y="6324"/>
                  </a:lnTo>
                  <a:lnTo>
                    <a:pt x="1124" y="6305"/>
                  </a:lnTo>
                  <a:lnTo>
                    <a:pt x="1124" y="6286"/>
                  </a:lnTo>
                  <a:lnTo>
                    <a:pt x="1104" y="6286"/>
                  </a:lnTo>
                  <a:lnTo>
                    <a:pt x="1104" y="6267"/>
                  </a:lnTo>
                  <a:lnTo>
                    <a:pt x="1086" y="6248"/>
                  </a:lnTo>
                  <a:lnTo>
                    <a:pt x="1086" y="6229"/>
                  </a:lnTo>
                  <a:lnTo>
                    <a:pt x="1067" y="6190"/>
                  </a:lnTo>
                  <a:lnTo>
                    <a:pt x="1067" y="6172"/>
                  </a:lnTo>
                  <a:lnTo>
                    <a:pt x="1067" y="6153"/>
                  </a:lnTo>
                  <a:lnTo>
                    <a:pt x="1048" y="6153"/>
                  </a:lnTo>
                  <a:lnTo>
                    <a:pt x="972" y="6133"/>
                  </a:lnTo>
                  <a:lnTo>
                    <a:pt x="972" y="6114"/>
                  </a:lnTo>
                  <a:lnTo>
                    <a:pt x="952" y="6114"/>
                  </a:lnTo>
                  <a:lnTo>
                    <a:pt x="952" y="6095"/>
                  </a:lnTo>
                  <a:lnTo>
                    <a:pt x="933" y="6095"/>
                  </a:lnTo>
                  <a:lnTo>
                    <a:pt x="895" y="6076"/>
                  </a:lnTo>
                  <a:lnTo>
                    <a:pt x="838" y="6019"/>
                  </a:lnTo>
                  <a:lnTo>
                    <a:pt x="857" y="6000"/>
                  </a:lnTo>
                  <a:lnTo>
                    <a:pt x="895" y="5962"/>
                  </a:lnTo>
                  <a:lnTo>
                    <a:pt x="1048" y="5848"/>
                  </a:lnTo>
                  <a:lnTo>
                    <a:pt x="1124" y="5809"/>
                  </a:lnTo>
                  <a:lnTo>
                    <a:pt x="1143" y="5809"/>
                  </a:lnTo>
                  <a:lnTo>
                    <a:pt x="1143" y="5791"/>
                  </a:lnTo>
                  <a:lnTo>
                    <a:pt x="1162" y="5772"/>
                  </a:lnTo>
                  <a:lnTo>
                    <a:pt x="1162" y="5752"/>
                  </a:lnTo>
                  <a:lnTo>
                    <a:pt x="1162" y="5733"/>
                  </a:lnTo>
                  <a:lnTo>
                    <a:pt x="1162" y="5695"/>
                  </a:lnTo>
                  <a:lnTo>
                    <a:pt x="1181" y="5676"/>
                  </a:lnTo>
                  <a:lnTo>
                    <a:pt x="1181" y="5657"/>
                  </a:lnTo>
                  <a:lnTo>
                    <a:pt x="1181" y="5619"/>
                  </a:lnTo>
                  <a:lnTo>
                    <a:pt x="1257" y="5524"/>
                  </a:lnTo>
                  <a:lnTo>
                    <a:pt x="1257" y="5505"/>
                  </a:lnTo>
                  <a:lnTo>
                    <a:pt x="1257" y="5486"/>
                  </a:lnTo>
                  <a:lnTo>
                    <a:pt x="1257" y="5467"/>
                  </a:lnTo>
                  <a:lnTo>
                    <a:pt x="1257" y="5447"/>
                  </a:lnTo>
                  <a:lnTo>
                    <a:pt x="1276" y="5429"/>
                  </a:lnTo>
                  <a:lnTo>
                    <a:pt x="1295" y="5391"/>
                  </a:lnTo>
                  <a:lnTo>
                    <a:pt x="1314" y="5371"/>
                  </a:lnTo>
                  <a:lnTo>
                    <a:pt x="1333" y="5352"/>
                  </a:lnTo>
                  <a:lnTo>
                    <a:pt x="1353" y="5352"/>
                  </a:lnTo>
                  <a:lnTo>
                    <a:pt x="1353" y="5333"/>
                  </a:lnTo>
                  <a:lnTo>
                    <a:pt x="1371" y="5333"/>
                  </a:lnTo>
                  <a:lnTo>
                    <a:pt x="1409" y="5333"/>
                  </a:lnTo>
                  <a:lnTo>
                    <a:pt x="1429" y="5333"/>
                  </a:lnTo>
                  <a:lnTo>
                    <a:pt x="1429" y="5315"/>
                  </a:lnTo>
                  <a:lnTo>
                    <a:pt x="1448" y="5315"/>
                  </a:lnTo>
                  <a:lnTo>
                    <a:pt x="1467" y="5276"/>
                  </a:lnTo>
                  <a:lnTo>
                    <a:pt x="1467" y="5257"/>
                  </a:lnTo>
                  <a:lnTo>
                    <a:pt x="1485" y="5238"/>
                  </a:lnTo>
                  <a:lnTo>
                    <a:pt x="1485" y="5219"/>
                  </a:lnTo>
                  <a:lnTo>
                    <a:pt x="1505" y="5162"/>
                  </a:lnTo>
                  <a:lnTo>
                    <a:pt x="1505" y="5124"/>
                  </a:lnTo>
                  <a:lnTo>
                    <a:pt x="1524" y="5105"/>
                  </a:lnTo>
                  <a:lnTo>
                    <a:pt x="1600" y="5029"/>
                  </a:lnTo>
                  <a:lnTo>
                    <a:pt x="1657" y="4857"/>
                  </a:lnTo>
                  <a:lnTo>
                    <a:pt x="1676" y="4819"/>
                  </a:lnTo>
                  <a:lnTo>
                    <a:pt x="1676" y="4800"/>
                  </a:lnTo>
                  <a:lnTo>
                    <a:pt x="1657" y="4781"/>
                  </a:lnTo>
                  <a:lnTo>
                    <a:pt x="1638" y="4743"/>
                  </a:lnTo>
                  <a:lnTo>
                    <a:pt x="1619" y="4685"/>
                  </a:lnTo>
                  <a:lnTo>
                    <a:pt x="1619" y="4667"/>
                  </a:lnTo>
                  <a:lnTo>
                    <a:pt x="1619" y="4553"/>
                  </a:lnTo>
                  <a:lnTo>
                    <a:pt x="1619" y="4533"/>
                  </a:lnTo>
                  <a:lnTo>
                    <a:pt x="1600" y="4533"/>
                  </a:lnTo>
                  <a:lnTo>
                    <a:pt x="1581" y="4476"/>
                  </a:lnTo>
                  <a:lnTo>
                    <a:pt x="1562" y="4438"/>
                  </a:lnTo>
                  <a:lnTo>
                    <a:pt x="1543" y="4400"/>
                  </a:lnTo>
                  <a:lnTo>
                    <a:pt x="1524" y="4343"/>
                  </a:lnTo>
                  <a:lnTo>
                    <a:pt x="1505" y="4343"/>
                  </a:lnTo>
                  <a:lnTo>
                    <a:pt x="1485" y="4343"/>
                  </a:lnTo>
                  <a:lnTo>
                    <a:pt x="1467" y="4343"/>
                  </a:lnTo>
                  <a:lnTo>
                    <a:pt x="1448" y="4343"/>
                  </a:lnTo>
                  <a:lnTo>
                    <a:pt x="1448" y="4324"/>
                  </a:lnTo>
                  <a:lnTo>
                    <a:pt x="1429" y="4305"/>
                  </a:lnTo>
                  <a:lnTo>
                    <a:pt x="1429" y="4286"/>
                  </a:lnTo>
                  <a:lnTo>
                    <a:pt x="1429" y="4267"/>
                  </a:lnTo>
                  <a:lnTo>
                    <a:pt x="1429" y="4228"/>
                  </a:lnTo>
                  <a:lnTo>
                    <a:pt x="1409" y="4191"/>
                  </a:lnTo>
                  <a:lnTo>
                    <a:pt x="1409" y="4095"/>
                  </a:lnTo>
                  <a:lnTo>
                    <a:pt x="1409" y="4057"/>
                  </a:lnTo>
                  <a:lnTo>
                    <a:pt x="1409" y="4038"/>
                  </a:lnTo>
                  <a:lnTo>
                    <a:pt x="1429" y="4038"/>
                  </a:lnTo>
                  <a:lnTo>
                    <a:pt x="1485" y="3981"/>
                  </a:lnTo>
                  <a:lnTo>
                    <a:pt x="1505" y="3981"/>
                  </a:lnTo>
                  <a:lnTo>
                    <a:pt x="1505" y="3962"/>
                  </a:lnTo>
                  <a:lnTo>
                    <a:pt x="1524" y="3943"/>
                  </a:lnTo>
                  <a:lnTo>
                    <a:pt x="1524" y="3924"/>
                  </a:lnTo>
                  <a:lnTo>
                    <a:pt x="1543" y="3905"/>
                  </a:lnTo>
                  <a:lnTo>
                    <a:pt x="1543" y="3886"/>
                  </a:lnTo>
                  <a:lnTo>
                    <a:pt x="1562" y="3886"/>
                  </a:lnTo>
                  <a:lnTo>
                    <a:pt x="1581" y="3867"/>
                  </a:lnTo>
                  <a:lnTo>
                    <a:pt x="1581" y="3847"/>
                  </a:lnTo>
                  <a:lnTo>
                    <a:pt x="1600" y="3847"/>
                  </a:lnTo>
                  <a:lnTo>
                    <a:pt x="1581" y="3828"/>
                  </a:lnTo>
                  <a:lnTo>
                    <a:pt x="1543" y="3733"/>
                  </a:lnTo>
                  <a:lnTo>
                    <a:pt x="1543" y="3714"/>
                  </a:lnTo>
                  <a:lnTo>
                    <a:pt x="1543" y="3695"/>
                  </a:lnTo>
                  <a:lnTo>
                    <a:pt x="1524" y="3676"/>
                  </a:lnTo>
                  <a:lnTo>
                    <a:pt x="1524" y="3657"/>
                  </a:lnTo>
                  <a:lnTo>
                    <a:pt x="1524" y="3619"/>
                  </a:lnTo>
                  <a:lnTo>
                    <a:pt x="1505" y="3619"/>
                  </a:lnTo>
                  <a:lnTo>
                    <a:pt x="1485" y="3600"/>
                  </a:lnTo>
                  <a:lnTo>
                    <a:pt x="1467" y="3600"/>
                  </a:lnTo>
                  <a:lnTo>
                    <a:pt x="1448" y="3581"/>
                  </a:lnTo>
                  <a:lnTo>
                    <a:pt x="1429" y="3581"/>
                  </a:lnTo>
                  <a:lnTo>
                    <a:pt x="1409" y="3581"/>
                  </a:lnTo>
                  <a:lnTo>
                    <a:pt x="1390" y="3581"/>
                  </a:lnTo>
                  <a:lnTo>
                    <a:pt x="1371" y="3581"/>
                  </a:lnTo>
                  <a:lnTo>
                    <a:pt x="1353" y="3581"/>
                  </a:lnTo>
                  <a:lnTo>
                    <a:pt x="1333" y="3581"/>
                  </a:lnTo>
                  <a:lnTo>
                    <a:pt x="1295" y="3581"/>
                  </a:lnTo>
                  <a:lnTo>
                    <a:pt x="1276" y="3581"/>
                  </a:lnTo>
                  <a:lnTo>
                    <a:pt x="1257" y="3543"/>
                  </a:lnTo>
                  <a:lnTo>
                    <a:pt x="1238" y="3543"/>
                  </a:lnTo>
                  <a:lnTo>
                    <a:pt x="1219" y="3543"/>
                  </a:lnTo>
                  <a:lnTo>
                    <a:pt x="1200" y="3562"/>
                  </a:lnTo>
                  <a:lnTo>
                    <a:pt x="1181" y="3581"/>
                  </a:lnTo>
                  <a:lnTo>
                    <a:pt x="1162" y="3581"/>
                  </a:lnTo>
                  <a:lnTo>
                    <a:pt x="1143" y="3581"/>
                  </a:lnTo>
                  <a:lnTo>
                    <a:pt x="1104" y="3524"/>
                  </a:lnTo>
                  <a:lnTo>
                    <a:pt x="1086" y="3505"/>
                  </a:lnTo>
                  <a:lnTo>
                    <a:pt x="1104" y="3505"/>
                  </a:lnTo>
                  <a:lnTo>
                    <a:pt x="1104" y="3486"/>
                  </a:lnTo>
                  <a:lnTo>
                    <a:pt x="133" y="3466"/>
                  </a:lnTo>
                  <a:lnTo>
                    <a:pt x="95" y="3466"/>
                  </a:lnTo>
                  <a:lnTo>
                    <a:pt x="76" y="3448"/>
                  </a:lnTo>
                  <a:lnTo>
                    <a:pt x="76" y="3429"/>
                  </a:lnTo>
                  <a:lnTo>
                    <a:pt x="95" y="3352"/>
                  </a:lnTo>
                  <a:lnTo>
                    <a:pt x="95" y="3334"/>
                  </a:lnTo>
                  <a:lnTo>
                    <a:pt x="95" y="3295"/>
                  </a:lnTo>
                  <a:lnTo>
                    <a:pt x="95" y="3276"/>
                  </a:lnTo>
                  <a:lnTo>
                    <a:pt x="95" y="3257"/>
                  </a:lnTo>
                  <a:lnTo>
                    <a:pt x="114" y="3257"/>
                  </a:lnTo>
                  <a:lnTo>
                    <a:pt x="133" y="3257"/>
                  </a:lnTo>
                  <a:lnTo>
                    <a:pt x="133" y="3238"/>
                  </a:lnTo>
                  <a:lnTo>
                    <a:pt x="133" y="3219"/>
                  </a:lnTo>
                  <a:lnTo>
                    <a:pt x="133" y="3200"/>
                  </a:lnTo>
                  <a:lnTo>
                    <a:pt x="114" y="3181"/>
                  </a:lnTo>
                  <a:lnTo>
                    <a:pt x="95" y="3181"/>
                  </a:lnTo>
                  <a:lnTo>
                    <a:pt x="114" y="3143"/>
                  </a:lnTo>
                  <a:lnTo>
                    <a:pt x="114" y="3105"/>
                  </a:lnTo>
                  <a:lnTo>
                    <a:pt x="114" y="3067"/>
                  </a:lnTo>
                  <a:lnTo>
                    <a:pt x="114" y="3009"/>
                  </a:lnTo>
                  <a:lnTo>
                    <a:pt x="133" y="2953"/>
                  </a:lnTo>
                  <a:lnTo>
                    <a:pt x="133" y="2933"/>
                  </a:lnTo>
                  <a:lnTo>
                    <a:pt x="133" y="2914"/>
                  </a:lnTo>
                  <a:lnTo>
                    <a:pt x="114" y="2895"/>
                  </a:lnTo>
                  <a:lnTo>
                    <a:pt x="95" y="2876"/>
                  </a:lnTo>
                  <a:lnTo>
                    <a:pt x="95" y="2857"/>
                  </a:lnTo>
                  <a:lnTo>
                    <a:pt x="38" y="2781"/>
                  </a:lnTo>
                  <a:lnTo>
                    <a:pt x="38" y="2762"/>
                  </a:lnTo>
                  <a:lnTo>
                    <a:pt x="38" y="2743"/>
                  </a:lnTo>
                  <a:lnTo>
                    <a:pt x="57" y="2704"/>
                  </a:lnTo>
                  <a:lnTo>
                    <a:pt x="57" y="2686"/>
                  </a:lnTo>
                  <a:lnTo>
                    <a:pt x="38" y="2686"/>
                  </a:lnTo>
                  <a:lnTo>
                    <a:pt x="38" y="2667"/>
                  </a:lnTo>
                  <a:lnTo>
                    <a:pt x="38" y="2648"/>
                  </a:lnTo>
                  <a:lnTo>
                    <a:pt x="38" y="2609"/>
                  </a:lnTo>
                  <a:lnTo>
                    <a:pt x="38" y="2590"/>
                  </a:lnTo>
                  <a:lnTo>
                    <a:pt x="57" y="2552"/>
                  </a:lnTo>
                  <a:lnTo>
                    <a:pt x="76" y="2514"/>
                  </a:lnTo>
                  <a:lnTo>
                    <a:pt x="76" y="2495"/>
                  </a:lnTo>
                  <a:lnTo>
                    <a:pt x="76" y="2476"/>
                  </a:lnTo>
                  <a:lnTo>
                    <a:pt x="76" y="2457"/>
                  </a:lnTo>
                  <a:lnTo>
                    <a:pt x="76" y="2438"/>
                  </a:lnTo>
                  <a:lnTo>
                    <a:pt x="76" y="2419"/>
                  </a:lnTo>
                  <a:lnTo>
                    <a:pt x="95" y="2400"/>
                  </a:lnTo>
                  <a:lnTo>
                    <a:pt x="76" y="2362"/>
                  </a:lnTo>
                  <a:lnTo>
                    <a:pt x="76" y="2343"/>
                  </a:lnTo>
                  <a:lnTo>
                    <a:pt x="76" y="2305"/>
                  </a:lnTo>
                  <a:lnTo>
                    <a:pt x="57" y="2286"/>
                  </a:lnTo>
                  <a:lnTo>
                    <a:pt x="57" y="2267"/>
                  </a:lnTo>
                  <a:lnTo>
                    <a:pt x="38" y="2267"/>
                  </a:lnTo>
                  <a:lnTo>
                    <a:pt x="57" y="2267"/>
                  </a:lnTo>
                  <a:lnTo>
                    <a:pt x="57" y="2247"/>
                  </a:lnTo>
                  <a:lnTo>
                    <a:pt x="76" y="2247"/>
                  </a:lnTo>
                  <a:lnTo>
                    <a:pt x="95" y="2228"/>
                  </a:lnTo>
                  <a:lnTo>
                    <a:pt x="95" y="2210"/>
                  </a:lnTo>
                  <a:lnTo>
                    <a:pt x="114" y="2191"/>
                  </a:lnTo>
                  <a:lnTo>
                    <a:pt x="114" y="2171"/>
                  </a:lnTo>
                  <a:lnTo>
                    <a:pt x="114" y="2152"/>
                  </a:lnTo>
                  <a:lnTo>
                    <a:pt x="95" y="2133"/>
                  </a:lnTo>
                  <a:lnTo>
                    <a:pt x="95" y="2114"/>
                  </a:lnTo>
                  <a:lnTo>
                    <a:pt x="76" y="2114"/>
                  </a:lnTo>
                  <a:lnTo>
                    <a:pt x="57" y="2019"/>
                  </a:lnTo>
                  <a:lnTo>
                    <a:pt x="57" y="1981"/>
                  </a:lnTo>
                  <a:lnTo>
                    <a:pt x="57" y="1962"/>
                  </a:lnTo>
                  <a:lnTo>
                    <a:pt x="57" y="1943"/>
                  </a:lnTo>
                  <a:lnTo>
                    <a:pt x="38" y="1924"/>
                  </a:lnTo>
                  <a:lnTo>
                    <a:pt x="19" y="1905"/>
                  </a:lnTo>
                  <a:lnTo>
                    <a:pt x="0" y="1905"/>
                  </a:lnTo>
                  <a:lnTo>
                    <a:pt x="0" y="1886"/>
                  </a:lnTo>
                  <a:lnTo>
                    <a:pt x="0" y="1866"/>
                  </a:lnTo>
                  <a:lnTo>
                    <a:pt x="19" y="1847"/>
                  </a:lnTo>
                  <a:lnTo>
                    <a:pt x="19" y="1829"/>
                  </a:lnTo>
                  <a:lnTo>
                    <a:pt x="19" y="1810"/>
                  </a:lnTo>
                  <a:lnTo>
                    <a:pt x="19" y="1790"/>
                  </a:lnTo>
                  <a:lnTo>
                    <a:pt x="38" y="1790"/>
                  </a:lnTo>
                  <a:lnTo>
                    <a:pt x="57" y="1790"/>
                  </a:lnTo>
                  <a:lnTo>
                    <a:pt x="76" y="1790"/>
                  </a:lnTo>
                  <a:lnTo>
                    <a:pt x="76" y="1771"/>
                  </a:lnTo>
                  <a:lnTo>
                    <a:pt x="57" y="1695"/>
                  </a:lnTo>
                  <a:lnTo>
                    <a:pt x="57" y="1676"/>
                  </a:lnTo>
                  <a:lnTo>
                    <a:pt x="57" y="1657"/>
                  </a:lnTo>
                  <a:lnTo>
                    <a:pt x="76" y="1581"/>
                  </a:lnTo>
                  <a:lnTo>
                    <a:pt x="114" y="1485"/>
                  </a:lnTo>
                  <a:lnTo>
                    <a:pt x="114" y="1467"/>
                  </a:lnTo>
                  <a:lnTo>
                    <a:pt x="114" y="1448"/>
                  </a:lnTo>
                  <a:lnTo>
                    <a:pt x="95" y="1429"/>
                  </a:lnTo>
                  <a:lnTo>
                    <a:pt x="57" y="1409"/>
                  </a:lnTo>
                  <a:lnTo>
                    <a:pt x="38" y="1371"/>
                  </a:lnTo>
                  <a:lnTo>
                    <a:pt x="0" y="1353"/>
                  </a:lnTo>
                  <a:lnTo>
                    <a:pt x="2876" y="1333"/>
                  </a:lnTo>
                  <a:lnTo>
                    <a:pt x="2914" y="1314"/>
                  </a:lnTo>
                  <a:lnTo>
                    <a:pt x="2933" y="1295"/>
                  </a:lnTo>
                  <a:lnTo>
                    <a:pt x="2933" y="1276"/>
                  </a:lnTo>
                  <a:lnTo>
                    <a:pt x="2953" y="1219"/>
                  </a:lnTo>
                  <a:lnTo>
                    <a:pt x="2972" y="1200"/>
                  </a:lnTo>
                  <a:lnTo>
                    <a:pt x="2990" y="1162"/>
                  </a:lnTo>
                  <a:lnTo>
                    <a:pt x="2990" y="1143"/>
                  </a:lnTo>
                  <a:lnTo>
                    <a:pt x="2990" y="1124"/>
                  </a:lnTo>
                  <a:lnTo>
                    <a:pt x="2972" y="1124"/>
                  </a:lnTo>
                  <a:lnTo>
                    <a:pt x="2972" y="1104"/>
                  </a:lnTo>
                  <a:lnTo>
                    <a:pt x="2972" y="1048"/>
                  </a:lnTo>
                  <a:lnTo>
                    <a:pt x="2972" y="1028"/>
                  </a:lnTo>
                  <a:lnTo>
                    <a:pt x="2972" y="1009"/>
                  </a:lnTo>
                  <a:lnTo>
                    <a:pt x="3009" y="990"/>
                  </a:lnTo>
                  <a:lnTo>
                    <a:pt x="3009" y="972"/>
                  </a:lnTo>
                  <a:lnTo>
                    <a:pt x="3029" y="952"/>
                  </a:lnTo>
                  <a:lnTo>
                    <a:pt x="3029" y="914"/>
                  </a:lnTo>
                  <a:lnTo>
                    <a:pt x="3048" y="895"/>
                  </a:lnTo>
                  <a:lnTo>
                    <a:pt x="3067" y="876"/>
                  </a:lnTo>
                  <a:lnTo>
                    <a:pt x="3067" y="857"/>
                  </a:lnTo>
                  <a:lnTo>
                    <a:pt x="3067" y="838"/>
                  </a:lnTo>
                  <a:lnTo>
                    <a:pt x="3067" y="819"/>
                  </a:lnTo>
                  <a:lnTo>
                    <a:pt x="3086" y="743"/>
                  </a:lnTo>
                  <a:lnTo>
                    <a:pt x="3086" y="723"/>
                  </a:lnTo>
                  <a:lnTo>
                    <a:pt x="3086" y="705"/>
                  </a:lnTo>
                  <a:lnTo>
                    <a:pt x="3067" y="628"/>
                  </a:lnTo>
                  <a:lnTo>
                    <a:pt x="3067" y="591"/>
                  </a:lnTo>
                  <a:lnTo>
                    <a:pt x="3029" y="552"/>
                  </a:lnTo>
                  <a:lnTo>
                    <a:pt x="3029" y="533"/>
                  </a:lnTo>
                  <a:lnTo>
                    <a:pt x="3029" y="514"/>
                  </a:lnTo>
                  <a:lnTo>
                    <a:pt x="3029" y="495"/>
                  </a:lnTo>
                  <a:lnTo>
                    <a:pt x="3029" y="476"/>
                  </a:lnTo>
                  <a:lnTo>
                    <a:pt x="3029" y="457"/>
                  </a:lnTo>
                  <a:lnTo>
                    <a:pt x="3029" y="438"/>
                  </a:lnTo>
                  <a:lnTo>
                    <a:pt x="3048" y="419"/>
                  </a:lnTo>
                  <a:lnTo>
                    <a:pt x="3067" y="400"/>
                  </a:lnTo>
                  <a:lnTo>
                    <a:pt x="3086" y="381"/>
                  </a:lnTo>
                  <a:lnTo>
                    <a:pt x="3105" y="381"/>
                  </a:lnTo>
                  <a:lnTo>
                    <a:pt x="3124" y="324"/>
                  </a:lnTo>
                  <a:lnTo>
                    <a:pt x="3162" y="286"/>
                  </a:lnTo>
                  <a:lnTo>
                    <a:pt x="3162" y="266"/>
                  </a:lnTo>
                  <a:lnTo>
                    <a:pt x="3181" y="247"/>
                  </a:lnTo>
                  <a:lnTo>
                    <a:pt x="3181" y="229"/>
                  </a:lnTo>
                  <a:lnTo>
                    <a:pt x="3181" y="210"/>
                  </a:lnTo>
                  <a:lnTo>
                    <a:pt x="3181" y="190"/>
                  </a:lnTo>
                  <a:lnTo>
                    <a:pt x="3162" y="171"/>
                  </a:lnTo>
                  <a:lnTo>
                    <a:pt x="3162" y="152"/>
                  </a:lnTo>
                  <a:lnTo>
                    <a:pt x="3162" y="133"/>
                  </a:lnTo>
                  <a:lnTo>
                    <a:pt x="3162" y="114"/>
                  </a:lnTo>
                  <a:lnTo>
                    <a:pt x="3181" y="95"/>
                  </a:lnTo>
                  <a:lnTo>
                    <a:pt x="3181" y="76"/>
                  </a:lnTo>
                  <a:lnTo>
                    <a:pt x="3200" y="57"/>
                  </a:lnTo>
                  <a:lnTo>
                    <a:pt x="3219" y="57"/>
                  </a:lnTo>
                  <a:lnTo>
                    <a:pt x="3238" y="19"/>
                  </a:lnTo>
                  <a:lnTo>
                    <a:pt x="3257" y="0"/>
                  </a:lnTo>
                  <a:lnTo>
                    <a:pt x="3314" y="76"/>
                  </a:lnTo>
                  <a:lnTo>
                    <a:pt x="3390" y="190"/>
                  </a:lnTo>
                  <a:lnTo>
                    <a:pt x="3410" y="229"/>
                  </a:lnTo>
                  <a:lnTo>
                    <a:pt x="3429" y="266"/>
                  </a:lnTo>
                  <a:lnTo>
                    <a:pt x="3429" y="286"/>
                  </a:lnTo>
                  <a:lnTo>
                    <a:pt x="3448" y="286"/>
                  </a:lnTo>
                  <a:lnTo>
                    <a:pt x="3466" y="305"/>
                  </a:lnTo>
                  <a:lnTo>
                    <a:pt x="3466" y="324"/>
                  </a:lnTo>
                  <a:lnTo>
                    <a:pt x="3486" y="343"/>
                  </a:lnTo>
                  <a:lnTo>
                    <a:pt x="3486" y="419"/>
                  </a:lnTo>
                  <a:lnTo>
                    <a:pt x="3505" y="457"/>
                  </a:lnTo>
                  <a:lnTo>
                    <a:pt x="3524" y="495"/>
                  </a:lnTo>
                  <a:lnTo>
                    <a:pt x="3524" y="514"/>
                  </a:lnTo>
                  <a:lnTo>
                    <a:pt x="3543" y="552"/>
                  </a:lnTo>
                  <a:lnTo>
                    <a:pt x="3543" y="571"/>
                  </a:lnTo>
                  <a:lnTo>
                    <a:pt x="3543" y="591"/>
                  </a:lnTo>
                  <a:lnTo>
                    <a:pt x="3562" y="609"/>
                  </a:lnTo>
                  <a:lnTo>
                    <a:pt x="3562" y="647"/>
                  </a:lnTo>
                  <a:lnTo>
                    <a:pt x="3581" y="647"/>
                  </a:lnTo>
                  <a:lnTo>
                    <a:pt x="3581" y="667"/>
                  </a:lnTo>
                  <a:lnTo>
                    <a:pt x="3619" y="723"/>
                  </a:lnTo>
                  <a:lnTo>
                    <a:pt x="3638" y="723"/>
                  </a:lnTo>
                  <a:lnTo>
                    <a:pt x="3638" y="743"/>
                  </a:lnTo>
                  <a:lnTo>
                    <a:pt x="3638" y="762"/>
                  </a:lnTo>
                  <a:lnTo>
                    <a:pt x="3657" y="762"/>
                  </a:lnTo>
                  <a:lnTo>
                    <a:pt x="3657" y="781"/>
                  </a:lnTo>
                  <a:lnTo>
                    <a:pt x="3695" y="819"/>
                  </a:lnTo>
                  <a:lnTo>
                    <a:pt x="3715" y="838"/>
                  </a:lnTo>
                  <a:lnTo>
                    <a:pt x="3695" y="876"/>
                  </a:lnTo>
                  <a:lnTo>
                    <a:pt x="3695" y="895"/>
                  </a:lnTo>
                  <a:lnTo>
                    <a:pt x="3695" y="914"/>
                  </a:lnTo>
                  <a:lnTo>
                    <a:pt x="3695" y="933"/>
                  </a:lnTo>
                  <a:lnTo>
                    <a:pt x="3695" y="952"/>
                  </a:lnTo>
                  <a:lnTo>
                    <a:pt x="3695" y="1009"/>
                  </a:lnTo>
                  <a:lnTo>
                    <a:pt x="3676" y="1028"/>
                  </a:lnTo>
                  <a:lnTo>
                    <a:pt x="3676" y="1048"/>
                  </a:lnTo>
                  <a:lnTo>
                    <a:pt x="3676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95" y="1124"/>
                  </a:lnTo>
                  <a:lnTo>
                    <a:pt x="3715" y="1162"/>
                  </a:lnTo>
                  <a:lnTo>
                    <a:pt x="3715" y="1181"/>
                  </a:lnTo>
                  <a:lnTo>
                    <a:pt x="3715" y="1200"/>
                  </a:lnTo>
                  <a:lnTo>
                    <a:pt x="3715" y="1219"/>
                  </a:lnTo>
                  <a:lnTo>
                    <a:pt x="3733" y="1219"/>
                  </a:lnTo>
                  <a:lnTo>
                    <a:pt x="3733" y="1238"/>
                  </a:lnTo>
                  <a:lnTo>
                    <a:pt x="3752" y="1238"/>
                  </a:lnTo>
                  <a:lnTo>
                    <a:pt x="3752" y="1276"/>
                  </a:lnTo>
                  <a:lnTo>
                    <a:pt x="3752" y="1295"/>
                  </a:lnTo>
                  <a:lnTo>
                    <a:pt x="3752" y="1314"/>
                  </a:lnTo>
                  <a:lnTo>
                    <a:pt x="3752" y="1333"/>
                  </a:lnTo>
                  <a:lnTo>
                    <a:pt x="3771" y="1353"/>
                  </a:lnTo>
                  <a:lnTo>
                    <a:pt x="3829" y="1371"/>
                  </a:lnTo>
                  <a:lnTo>
                    <a:pt x="3847" y="1371"/>
                  </a:lnTo>
                  <a:lnTo>
                    <a:pt x="3867" y="1371"/>
                  </a:lnTo>
                  <a:lnTo>
                    <a:pt x="3905" y="1409"/>
                  </a:lnTo>
                  <a:lnTo>
                    <a:pt x="3924" y="1429"/>
                  </a:lnTo>
                  <a:lnTo>
                    <a:pt x="3962" y="1448"/>
                  </a:lnTo>
                  <a:lnTo>
                    <a:pt x="3962" y="1467"/>
                  </a:lnTo>
                  <a:lnTo>
                    <a:pt x="3981" y="1485"/>
                  </a:lnTo>
                  <a:lnTo>
                    <a:pt x="4019" y="1524"/>
                  </a:lnTo>
                  <a:lnTo>
                    <a:pt x="4038" y="1543"/>
                  </a:lnTo>
                  <a:lnTo>
                    <a:pt x="4096" y="1562"/>
                  </a:lnTo>
                  <a:lnTo>
                    <a:pt x="4133" y="1581"/>
                  </a:lnTo>
                  <a:lnTo>
                    <a:pt x="4152" y="1600"/>
                  </a:lnTo>
                  <a:lnTo>
                    <a:pt x="4210" y="1619"/>
                  </a:lnTo>
                  <a:lnTo>
                    <a:pt x="4228" y="1638"/>
                  </a:lnTo>
                  <a:lnTo>
                    <a:pt x="4228" y="1657"/>
                  </a:lnTo>
                  <a:lnTo>
                    <a:pt x="4248" y="1695"/>
                  </a:lnTo>
                  <a:lnTo>
                    <a:pt x="4248" y="1752"/>
                  </a:lnTo>
                  <a:lnTo>
                    <a:pt x="4248" y="1771"/>
                  </a:lnTo>
                  <a:lnTo>
                    <a:pt x="4267" y="1790"/>
                  </a:lnTo>
                  <a:lnTo>
                    <a:pt x="4305" y="1810"/>
                  </a:lnTo>
                  <a:lnTo>
                    <a:pt x="4324" y="1810"/>
                  </a:lnTo>
                  <a:lnTo>
                    <a:pt x="4343" y="1810"/>
                  </a:lnTo>
                  <a:lnTo>
                    <a:pt x="4362" y="1810"/>
                  </a:lnTo>
                  <a:lnTo>
                    <a:pt x="4381" y="1810"/>
                  </a:lnTo>
                  <a:lnTo>
                    <a:pt x="4457" y="1829"/>
                  </a:lnTo>
                  <a:lnTo>
                    <a:pt x="4477" y="1847"/>
                  </a:lnTo>
                  <a:lnTo>
                    <a:pt x="4495" y="1866"/>
                  </a:lnTo>
                  <a:lnTo>
                    <a:pt x="4495" y="1905"/>
                  </a:lnTo>
                  <a:lnTo>
                    <a:pt x="4495" y="1924"/>
                  </a:lnTo>
                  <a:lnTo>
                    <a:pt x="4514" y="1943"/>
                  </a:lnTo>
                  <a:lnTo>
                    <a:pt x="4533" y="1943"/>
                  </a:lnTo>
                  <a:lnTo>
                    <a:pt x="4553" y="1943"/>
                  </a:lnTo>
                  <a:lnTo>
                    <a:pt x="4590" y="1943"/>
                  </a:lnTo>
                  <a:lnTo>
                    <a:pt x="4590" y="1924"/>
                  </a:lnTo>
                  <a:lnTo>
                    <a:pt x="4609" y="1924"/>
                  </a:lnTo>
                  <a:lnTo>
                    <a:pt x="4629" y="1943"/>
                  </a:lnTo>
                  <a:lnTo>
                    <a:pt x="4648" y="1943"/>
                  </a:lnTo>
                  <a:lnTo>
                    <a:pt x="4686" y="1962"/>
                  </a:lnTo>
                  <a:lnTo>
                    <a:pt x="4705" y="1962"/>
                  </a:lnTo>
                  <a:lnTo>
                    <a:pt x="4743" y="2000"/>
                  </a:lnTo>
                  <a:lnTo>
                    <a:pt x="4800" y="2019"/>
                  </a:lnTo>
                  <a:lnTo>
                    <a:pt x="4819" y="2019"/>
                  </a:lnTo>
                  <a:lnTo>
                    <a:pt x="6095" y="2114"/>
                  </a:lnTo>
                  <a:lnTo>
                    <a:pt x="9638" y="2324"/>
                  </a:lnTo>
                  <a:lnTo>
                    <a:pt x="9772" y="2324"/>
                  </a:lnTo>
                  <a:lnTo>
                    <a:pt x="10648" y="2381"/>
                  </a:lnTo>
                  <a:lnTo>
                    <a:pt x="10610" y="2419"/>
                  </a:lnTo>
                  <a:lnTo>
                    <a:pt x="10591" y="2438"/>
                  </a:lnTo>
                  <a:lnTo>
                    <a:pt x="10591" y="2514"/>
                  </a:lnTo>
                  <a:lnTo>
                    <a:pt x="10572" y="2533"/>
                  </a:lnTo>
                  <a:lnTo>
                    <a:pt x="10572" y="2552"/>
                  </a:lnTo>
                  <a:lnTo>
                    <a:pt x="10515" y="2609"/>
                  </a:lnTo>
                  <a:lnTo>
                    <a:pt x="10515" y="2628"/>
                  </a:lnTo>
                  <a:lnTo>
                    <a:pt x="10496" y="2648"/>
                  </a:lnTo>
                  <a:lnTo>
                    <a:pt x="10496" y="2667"/>
                  </a:lnTo>
                  <a:lnTo>
                    <a:pt x="10496" y="2686"/>
                  </a:lnTo>
                  <a:lnTo>
                    <a:pt x="10496" y="2724"/>
                  </a:lnTo>
                  <a:lnTo>
                    <a:pt x="10496" y="2762"/>
                  </a:lnTo>
                  <a:lnTo>
                    <a:pt x="10476" y="2800"/>
                  </a:lnTo>
                  <a:lnTo>
                    <a:pt x="10457" y="2838"/>
                  </a:lnTo>
                  <a:lnTo>
                    <a:pt x="10438" y="2876"/>
                  </a:lnTo>
                  <a:lnTo>
                    <a:pt x="10400" y="2895"/>
                  </a:lnTo>
                  <a:lnTo>
                    <a:pt x="10400" y="2914"/>
                  </a:lnTo>
                  <a:lnTo>
                    <a:pt x="10400" y="2933"/>
                  </a:lnTo>
                  <a:lnTo>
                    <a:pt x="10400" y="2971"/>
                  </a:lnTo>
                  <a:lnTo>
                    <a:pt x="10400" y="2990"/>
                  </a:lnTo>
                  <a:lnTo>
                    <a:pt x="10381" y="2990"/>
                  </a:lnTo>
                  <a:lnTo>
                    <a:pt x="10381" y="3009"/>
                  </a:lnTo>
                  <a:lnTo>
                    <a:pt x="10362" y="3029"/>
                  </a:lnTo>
                  <a:lnTo>
                    <a:pt x="10381" y="3048"/>
                  </a:lnTo>
                  <a:lnTo>
                    <a:pt x="10362" y="3067"/>
                  </a:lnTo>
                  <a:lnTo>
                    <a:pt x="10343" y="3105"/>
                  </a:lnTo>
                  <a:lnTo>
                    <a:pt x="10324" y="3105"/>
                  </a:lnTo>
                  <a:lnTo>
                    <a:pt x="10324" y="3124"/>
                  </a:lnTo>
                  <a:lnTo>
                    <a:pt x="10305" y="3124"/>
                  </a:lnTo>
                  <a:lnTo>
                    <a:pt x="10305" y="3143"/>
                  </a:lnTo>
                  <a:lnTo>
                    <a:pt x="10305" y="3162"/>
                  </a:lnTo>
                  <a:lnTo>
                    <a:pt x="10305" y="3200"/>
                  </a:lnTo>
                  <a:lnTo>
                    <a:pt x="10305" y="3238"/>
                  </a:lnTo>
                  <a:lnTo>
                    <a:pt x="10305" y="3257"/>
                  </a:lnTo>
                  <a:lnTo>
                    <a:pt x="10305" y="3276"/>
                  </a:lnTo>
                  <a:lnTo>
                    <a:pt x="10286" y="3276"/>
                  </a:lnTo>
                  <a:lnTo>
                    <a:pt x="10286" y="3295"/>
                  </a:lnTo>
                  <a:lnTo>
                    <a:pt x="10267" y="3314"/>
                  </a:lnTo>
                  <a:lnTo>
                    <a:pt x="10286" y="3334"/>
                  </a:lnTo>
                  <a:lnTo>
                    <a:pt x="10286" y="3352"/>
                  </a:lnTo>
                  <a:lnTo>
                    <a:pt x="10286" y="3371"/>
                  </a:lnTo>
                  <a:lnTo>
                    <a:pt x="10286" y="3390"/>
                  </a:lnTo>
                  <a:lnTo>
                    <a:pt x="10267" y="3410"/>
                  </a:lnTo>
                  <a:lnTo>
                    <a:pt x="10267" y="3448"/>
                  </a:lnTo>
                  <a:lnTo>
                    <a:pt x="10286" y="3486"/>
                  </a:lnTo>
                  <a:lnTo>
                    <a:pt x="10286" y="3505"/>
                  </a:lnTo>
                  <a:lnTo>
                    <a:pt x="10286" y="3524"/>
                  </a:lnTo>
                  <a:lnTo>
                    <a:pt x="10286" y="3543"/>
                  </a:lnTo>
                  <a:lnTo>
                    <a:pt x="10286" y="3562"/>
                  </a:lnTo>
                  <a:lnTo>
                    <a:pt x="10267" y="3562"/>
                  </a:lnTo>
                  <a:lnTo>
                    <a:pt x="10267" y="3581"/>
                  </a:lnTo>
                  <a:lnTo>
                    <a:pt x="10248" y="3581"/>
                  </a:lnTo>
                  <a:lnTo>
                    <a:pt x="10248" y="3600"/>
                  </a:lnTo>
                  <a:lnTo>
                    <a:pt x="10248" y="3619"/>
                  </a:lnTo>
                  <a:lnTo>
                    <a:pt x="10229" y="3695"/>
                  </a:lnTo>
                  <a:lnTo>
                    <a:pt x="10229" y="3714"/>
                  </a:lnTo>
                  <a:lnTo>
                    <a:pt x="10229" y="3733"/>
                  </a:lnTo>
                  <a:lnTo>
                    <a:pt x="10229" y="3752"/>
                  </a:lnTo>
                  <a:lnTo>
                    <a:pt x="10210" y="3752"/>
                  </a:lnTo>
                  <a:lnTo>
                    <a:pt x="10210" y="3771"/>
                  </a:lnTo>
                  <a:lnTo>
                    <a:pt x="10172" y="3867"/>
                  </a:lnTo>
                  <a:lnTo>
                    <a:pt x="10172" y="3886"/>
                  </a:lnTo>
                  <a:lnTo>
                    <a:pt x="10172" y="3905"/>
                  </a:lnTo>
                  <a:lnTo>
                    <a:pt x="10172" y="3924"/>
                  </a:lnTo>
                  <a:lnTo>
                    <a:pt x="10172" y="3962"/>
                  </a:lnTo>
                  <a:lnTo>
                    <a:pt x="10172" y="3981"/>
                  </a:lnTo>
                  <a:lnTo>
                    <a:pt x="10191" y="4000"/>
                  </a:lnTo>
                  <a:lnTo>
                    <a:pt x="10210" y="4019"/>
                  </a:lnTo>
                  <a:lnTo>
                    <a:pt x="10248" y="4038"/>
                  </a:lnTo>
                  <a:lnTo>
                    <a:pt x="10248" y="4057"/>
                  </a:lnTo>
                  <a:lnTo>
                    <a:pt x="10248" y="4095"/>
                  </a:lnTo>
                  <a:lnTo>
                    <a:pt x="10248" y="4114"/>
                  </a:lnTo>
                  <a:lnTo>
                    <a:pt x="10229" y="4114"/>
                  </a:lnTo>
                  <a:lnTo>
                    <a:pt x="10229" y="4133"/>
                  </a:lnTo>
                  <a:lnTo>
                    <a:pt x="10210" y="4133"/>
                  </a:lnTo>
                  <a:lnTo>
                    <a:pt x="10191" y="4152"/>
                  </a:lnTo>
                  <a:lnTo>
                    <a:pt x="10191" y="4172"/>
                  </a:lnTo>
                  <a:lnTo>
                    <a:pt x="10191" y="4191"/>
                  </a:lnTo>
                  <a:lnTo>
                    <a:pt x="10210" y="4209"/>
                  </a:lnTo>
                  <a:lnTo>
                    <a:pt x="10210" y="4228"/>
                  </a:lnTo>
                  <a:lnTo>
                    <a:pt x="10210" y="4248"/>
                  </a:lnTo>
                  <a:lnTo>
                    <a:pt x="10229" y="4267"/>
                  </a:lnTo>
                  <a:lnTo>
                    <a:pt x="10229" y="4286"/>
                  </a:lnTo>
                  <a:lnTo>
                    <a:pt x="10229" y="4305"/>
                  </a:lnTo>
                  <a:lnTo>
                    <a:pt x="10248" y="4305"/>
                  </a:lnTo>
                  <a:lnTo>
                    <a:pt x="10248" y="4324"/>
                  </a:lnTo>
                  <a:lnTo>
                    <a:pt x="10248" y="4343"/>
                  </a:lnTo>
                  <a:lnTo>
                    <a:pt x="10248" y="4362"/>
                  </a:lnTo>
                  <a:lnTo>
                    <a:pt x="10229" y="4362"/>
                  </a:lnTo>
                  <a:lnTo>
                    <a:pt x="10248" y="4381"/>
                  </a:lnTo>
                  <a:lnTo>
                    <a:pt x="10248" y="4400"/>
                  </a:lnTo>
                  <a:lnTo>
                    <a:pt x="10248" y="4419"/>
                  </a:lnTo>
                  <a:lnTo>
                    <a:pt x="10229" y="4419"/>
                  </a:lnTo>
                  <a:lnTo>
                    <a:pt x="10229" y="4438"/>
                  </a:lnTo>
                  <a:lnTo>
                    <a:pt x="10229" y="4457"/>
                  </a:lnTo>
                  <a:lnTo>
                    <a:pt x="10229" y="4476"/>
                  </a:lnTo>
                  <a:lnTo>
                    <a:pt x="10229" y="4609"/>
                  </a:lnTo>
                  <a:lnTo>
                    <a:pt x="10229" y="4629"/>
                  </a:lnTo>
                  <a:lnTo>
                    <a:pt x="10248" y="4629"/>
                  </a:lnTo>
                  <a:lnTo>
                    <a:pt x="10267" y="4648"/>
                  </a:lnTo>
                  <a:lnTo>
                    <a:pt x="10267" y="4685"/>
                  </a:lnTo>
                  <a:lnTo>
                    <a:pt x="10286" y="4705"/>
                  </a:lnTo>
                  <a:lnTo>
                    <a:pt x="10267" y="4705"/>
                  </a:lnTo>
                  <a:lnTo>
                    <a:pt x="10267" y="4724"/>
                  </a:lnTo>
                  <a:lnTo>
                    <a:pt x="10286" y="4838"/>
                  </a:lnTo>
                  <a:lnTo>
                    <a:pt x="10286" y="4857"/>
                  </a:lnTo>
                  <a:lnTo>
                    <a:pt x="10267" y="4857"/>
                  </a:lnTo>
                  <a:lnTo>
                    <a:pt x="10267" y="4876"/>
                  </a:lnTo>
                  <a:lnTo>
                    <a:pt x="10267" y="4895"/>
                  </a:lnTo>
                  <a:lnTo>
                    <a:pt x="10267" y="4914"/>
                  </a:lnTo>
                  <a:lnTo>
                    <a:pt x="10267" y="4934"/>
                  </a:lnTo>
                  <a:lnTo>
                    <a:pt x="10248" y="4952"/>
                  </a:lnTo>
                  <a:lnTo>
                    <a:pt x="10248" y="4971"/>
                  </a:lnTo>
                  <a:lnTo>
                    <a:pt x="10248" y="4990"/>
                  </a:lnTo>
                  <a:lnTo>
                    <a:pt x="10248" y="5010"/>
                  </a:lnTo>
                  <a:lnTo>
                    <a:pt x="10229" y="5010"/>
                  </a:lnTo>
                  <a:lnTo>
                    <a:pt x="10229" y="5029"/>
                  </a:lnTo>
                  <a:lnTo>
                    <a:pt x="10248" y="5048"/>
                  </a:lnTo>
                  <a:lnTo>
                    <a:pt x="10267" y="5048"/>
                  </a:lnTo>
                  <a:lnTo>
                    <a:pt x="10267" y="5066"/>
                  </a:lnTo>
                  <a:lnTo>
                    <a:pt x="10267" y="5086"/>
                  </a:lnTo>
                  <a:lnTo>
                    <a:pt x="10286" y="5086"/>
                  </a:lnTo>
                  <a:lnTo>
                    <a:pt x="10286" y="5105"/>
                  </a:lnTo>
                  <a:lnTo>
                    <a:pt x="10286" y="5124"/>
                  </a:lnTo>
                  <a:lnTo>
                    <a:pt x="10286" y="5143"/>
                  </a:lnTo>
                  <a:lnTo>
                    <a:pt x="10286" y="5162"/>
                  </a:lnTo>
                  <a:lnTo>
                    <a:pt x="10286" y="5181"/>
                  </a:lnTo>
                  <a:lnTo>
                    <a:pt x="10305" y="5181"/>
                  </a:lnTo>
                  <a:lnTo>
                    <a:pt x="10305" y="5200"/>
                  </a:lnTo>
                  <a:lnTo>
                    <a:pt x="10324" y="5200"/>
                  </a:lnTo>
                  <a:lnTo>
                    <a:pt x="10324" y="5219"/>
                  </a:lnTo>
                  <a:lnTo>
                    <a:pt x="10343" y="5219"/>
                  </a:lnTo>
                  <a:lnTo>
                    <a:pt x="10362" y="5238"/>
                  </a:lnTo>
                  <a:lnTo>
                    <a:pt x="10400" y="5238"/>
                  </a:lnTo>
                  <a:lnTo>
                    <a:pt x="10420" y="5238"/>
                  </a:lnTo>
                  <a:lnTo>
                    <a:pt x="10420" y="5257"/>
                  </a:lnTo>
                  <a:lnTo>
                    <a:pt x="10420" y="5276"/>
                  </a:lnTo>
                  <a:lnTo>
                    <a:pt x="10400" y="5333"/>
                  </a:lnTo>
                  <a:lnTo>
                    <a:pt x="10400" y="5352"/>
                  </a:lnTo>
                  <a:lnTo>
                    <a:pt x="10381" y="5352"/>
                  </a:lnTo>
                  <a:lnTo>
                    <a:pt x="10381" y="5371"/>
                  </a:lnTo>
                  <a:lnTo>
                    <a:pt x="10343" y="5391"/>
                  </a:lnTo>
                  <a:lnTo>
                    <a:pt x="10343" y="5410"/>
                  </a:lnTo>
                  <a:lnTo>
                    <a:pt x="10324" y="5410"/>
                  </a:lnTo>
                  <a:lnTo>
                    <a:pt x="10343" y="5410"/>
                  </a:lnTo>
                  <a:lnTo>
                    <a:pt x="10343" y="5429"/>
                  </a:lnTo>
                  <a:lnTo>
                    <a:pt x="10343" y="5447"/>
                  </a:lnTo>
                  <a:lnTo>
                    <a:pt x="10324" y="5447"/>
                  </a:lnTo>
                  <a:lnTo>
                    <a:pt x="10305" y="5447"/>
                  </a:lnTo>
                  <a:lnTo>
                    <a:pt x="10305" y="5467"/>
                  </a:lnTo>
                  <a:lnTo>
                    <a:pt x="10324" y="5486"/>
                  </a:lnTo>
                  <a:lnTo>
                    <a:pt x="10324" y="5505"/>
                  </a:lnTo>
                  <a:lnTo>
                    <a:pt x="10324" y="5543"/>
                  </a:lnTo>
                  <a:lnTo>
                    <a:pt x="10324" y="5562"/>
                  </a:lnTo>
                  <a:lnTo>
                    <a:pt x="10324" y="5581"/>
                  </a:lnTo>
                  <a:lnTo>
                    <a:pt x="10324" y="5600"/>
                  </a:lnTo>
                  <a:lnTo>
                    <a:pt x="10324" y="5619"/>
                  </a:lnTo>
                  <a:lnTo>
                    <a:pt x="10305" y="5676"/>
                  </a:lnTo>
                  <a:lnTo>
                    <a:pt x="10286" y="5695"/>
                  </a:lnTo>
                  <a:lnTo>
                    <a:pt x="10267" y="5714"/>
                  </a:lnTo>
                  <a:lnTo>
                    <a:pt x="10267" y="5733"/>
                  </a:lnTo>
                  <a:lnTo>
                    <a:pt x="10248" y="5752"/>
                  </a:lnTo>
                  <a:lnTo>
                    <a:pt x="10248" y="5772"/>
                  </a:lnTo>
                  <a:lnTo>
                    <a:pt x="10248" y="5791"/>
                  </a:lnTo>
                  <a:lnTo>
                    <a:pt x="10229" y="5809"/>
                  </a:lnTo>
                  <a:lnTo>
                    <a:pt x="10210" y="5828"/>
                  </a:lnTo>
                  <a:lnTo>
                    <a:pt x="10210" y="5848"/>
                  </a:lnTo>
                  <a:lnTo>
                    <a:pt x="10191" y="5867"/>
                  </a:lnTo>
                  <a:lnTo>
                    <a:pt x="10172" y="5867"/>
                  </a:lnTo>
                  <a:lnTo>
                    <a:pt x="10172" y="5886"/>
                  </a:lnTo>
                  <a:lnTo>
                    <a:pt x="10153" y="5905"/>
                  </a:lnTo>
                  <a:lnTo>
                    <a:pt x="10134" y="5962"/>
                  </a:lnTo>
                  <a:lnTo>
                    <a:pt x="10115" y="6019"/>
                  </a:lnTo>
                  <a:lnTo>
                    <a:pt x="10115" y="6038"/>
                  </a:lnTo>
                  <a:lnTo>
                    <a:pt x="10095" y="6057"/>
                  </a:lnTo>
                  <a:lnTo>
                    <a:pt x="10076" y="6057"/>
                  </a:lnTo>
                  <a:lnTo>
                    <a:pt x="10058" y="6076"/>
                  </a:lnTo>
                  <a:lnTo>
                    <a:pt x="10058" y="6095"/>
                  </a:lnTo>
                  <a:lnTo>
                    <a:pt x="10058" y="6114"/>
                  </a:lnTo>
                  <a:lnTo>
                    <a:pt x="10058" y="6172"/>
                  </a:lnTo>
                  <a:lnTo>
                    <a:pt x="10058" y="6190"/>
                  </a:lnTo>
                  <a:lnTo>
                    <a:pt x="10076" y="6209"/>
                  </a:lnTo>
                  <a:lnTo>
                    <a:pt x="10076" y="6229"/>
                  </a:lnTo>
                  <a:lnTo>
                    <a:pt x="10058" y="6267"/>
                  </a:lnTo>
                  <a:lnTo>
                    <a:pt x="10058" y="6305"/>
                  </a:lnTo>
                  <a:lnTo>
                    <a:pt x="10058" y="6324"/>
                  </a:lnTo>
                  <a:lnTo>
                    <a:pt x="10058" y="6343"/>
                  </a:lnTo>
                  <a:lnTo>
                    <a:pt x="10058" y="6381"/>
                  </a:lnTo>
                  <a:lnTo>
                    <a:pt x="10058" y="6400"/>
                  </a:lnTo>
                  <a:lnTo>
                    <a:pt x="10076" y="6400"/>
                  </a:lnTo>
                  <a:lnTo>
                    <a:pt x="10076" y="6419"/>
                  </a:lnTo>
                  <a:lnTo>
                    <a:pt x="10076" y="6438"/>
                  </a:lnTo>
                  <a:lnTo>
                    <a:pt x="10058" y="6438"/>
                  </a:lnTo>
                  <a:lnTo>
                    <a:pt x="10058" y="6457"/>
                  </a:lnTo>
                  <a:lnTo>
                    <a:pt x="10039" y="6457"/>
                  </a:lnTo>
                  <a:lnTo>
                    <a:pt x="10019" y="6457"/>
                  </a:lnTo>
                  <a:lnTo>
                    <a:pt x="10000" y="6457"/>
                  </a:lnTo>
                  <a:lnTo>
                    <a:pt x="10000" y="6476"/>
                  </a:lnTo>
                  <a:lnTo>
                    <a:pt x="10000" y="6495"/>
                  </a:lnTo>
                  <a:lnTo>
                    <a:pt x="10000" y="6514"/>
                  </a:lnTo>
                  <a:lnTo>
                    <a:pt x="9962" y="6571"/>
                  </a:lnTo>
                  <a:lnTo>
                    <a:pt x="9943" y="6629"/>
                  </a:lnTo>
                  <a:lnTo>
                    <a:pt x="9943" y="6648"/>
                  </a:lnTo>
                  <a:lnTo>
                    <a:pt x="9943" y="6666"/>
                  </a:lnTo>
                  <a:lnTo>
                    <a:pt x="9943" y="6686"/>
                  </a:lnTo>
                  <a:lnTo>
                    <a:pt x="9924" y="6705"/>
                  </a:lnTo>
                  <a:lnTo>
                    <a:pt x="9924" y="6724"/>
                  </a:lnTo>
                  <a:lnTo>
                    <a:pt x="9924" y="6743"/>
                  </a:lnTo>
                  <a:lnTo>
                    <a:pt x="9924" y="6762"/>
                  </a:lnTo>
                  <a:lnTo>
                    <a:pt x="9943" y="6762"/>
                  </a:lnTo>
                  <a:lnTo>
                    <a:pt x="9943" y="6781"/>
                  </a:lnTo>
                  <a:lnTo>
                    <a:pt x="9943" y="6819"/>
                  </a:lnTo>
                  <a:lnTo>
                    <a:pt x="9962" y="6838"/>
                  </a:lnTo>
                  <a:lnTo>
                    <a:pt x="9962" y="6857"/>
                  </a:lnTo>
                  <a:lnTo>
                    <a:pt x="9943" y="6857"/>
                  </a:lnTo>
                  <a:lnTo>
                    <a:pt x="9943" y="6876"/>
                  </a:lnTo>
                  <a:lnTo>
                    <a:pt x="9943" y="6895"/>
                  </a:lnTo>
                  <a:lnTo>
                    <a:pt x="9924" y="6915"/>
                  </a:lnTo>
                  <a:lnTo>
                    <a:pt x="9924" y="6933"/>
                  </a:lnTo>
                  <a:lnTo>
                    <a:pt x="9924" y="6952"/>
                  </a:lnTo>
                  <a:lnTo>
                    <a:pt x="9886" y="6971"/>
                  </a:lnTo>
                  <a:lnTo>
                    <a:pt x="9886" y="6991"/>
                  </a:lnTo>
                  <a:lnTo>
                    <a:pt x="9886" y="7010"/>
                  </a:lnTo>
                  <a:lnTo>
                    <a:pt x="9867" y="7047"/>
                  </a:lnTo>
                  <a:lnTo>
                    <a:pt x="9867" y="7067"/>
                  </a:lnTo>
                  <a:lnTo>
                    <a:pt x="9867" y="7105"/>
                  </a:lnTo>
                  <a:lnTo>
                    <a:pt x="9867" y="7124"/>
                  </a:lnTo>
                  <a:lnTo>
                    <a:pt x="9848" y="7124"/>
                  </a:lnTo>
                  <a:lnTo>
                    <a:pt x="9829" y="7143"/>
                  </a:lnTo>
                  <a:lnTo>
                    <a:pt x="9829" y="7200"/>
                  </a:lnTo>
                  <a:lnTo>
                    <a:pt x="9829" y="7219"/>
                  </a:lnTo>
                  <a:lnTo>
                    <a:pt x="9810" y="7219"/>
                  </a:lnTo>
                  <a:lnTo>
                    <a:pt x="9791" y="7238"/>
                  </a:lnTo>
                  <a:lnTo>
                    <a:pt x="9791" y="7257"/>
                  </a:lnTo>
                  <a:lnTo>
                    <a:pt x="9791" y="7276"/>
                  </a:lnTo>
                  <a:lnTo>
                    <a:pt x="9772" y="7276"/>
                  </a:lnTo>
                  <a:lnTo>
                    <a:pt x="9753" y="7296"/>
                  </a:lnTo>
                  <a:lnTo>
                    <a:pt x="9734" y="7314"/>
                  </a:lnTo>
                  <a:lnTo>
                    <a:pt x="9695" y="7314"/>
                  </a:lnTo>
                  <a:lnTo>
                    <a:pt x="9677" y="7333"/>
                  </a:lnTo>
                  <a:lnTo>
                    <a:pt x="9638" y="7333"/>
                  </a:lnTo>
                  <a:lnTo>
                    <a:pt x="9638" y="7314"/>
                  </a:lnTo>
                  <a:lnTo>
                    <a:pt x="9638" y="7296"/>
                  </a:lnTo>
                  <a:lnTo>
                    <a:pt x="9619" y="7276"/>
                  </a:lnTo>
                  <a:lnTo>
                    <a:pt x="9600" y="7296"/>
                  </a:lnTo>
                  <a:lnTo>
                    <a:pt x="9581" y="7296"/>
                  </a:lnTo>
                  <a:lnTo>
                    <a:pt x="9562" y="7314"/>
                  </a:lnTo>
                  <a:lnTo>
                    <a:pt x="9543" y="7314"/>
                  </a:lnTo>
                  <a:lnTo>
                    <a:pt x="9524" y="7314"/>
                  </a:lnTo>
                  <a:lnTo>
                    <a:pt x="9505" y="7352"/>
                  </a:lnTo>
                  <a:lnTo>
                    <a:pt x="9486" y="7352"/>
                  </a:lnTo>
                  <a:lnTo>
                    <a:pt x="9448" y="7372"/>
                  </a:lnTo>
                  <a:lnTo>
                    <a:pt x="9429" y="7391"/>
                  </a:lnTo>
                  <a:lnTo>
                    <a:pt x="9391" y="7448"/>
                  </a:lnTo>
                  <a:lnTo>
                    <a:pt x="9372" y="7467"/>
                  </a:lnTo>
                  <a:lnTo>
                    <a:pt x="9353" y="7467"/>
                  </a:lnTo>
                  <a:lnTo>
                    <a:pt x="9333" y="7467"/>
                  </a:lnTo>
                  <a:lnTo>
                    <a:pt x="9333" y="7486"/>
                  </a:lnTo>
                  <a:lnTo>
                    <a:pt x="9314" y="7505"/>
                  </a:lnTo>
                  <a:lnTo>
                    <a:pt x="9314" y="7524"/>
                  </a:lnTo>
                  <a:lnTo>
                    <a:pt x="9314" y="7543"/>
                  </a:lnTo>
                  <a:lnTo>
                    <a:pt x="9314" y="7562"/>
                  </a:lnTo>
                  <a:lnTo>
                    <a:pt x="9314" y="7581"/>
                  </a:lnTo>
                  <a:lnTo>
                    <a:pt x="9296" y="7581"/>
                  </a:lnTo>
                  <a:lnTo>
                    <a:pt x="9296" y="7600"/>
                  </a:lnTo>
                  <a:lnTo>
                    <a:pt x="9296" y="7619"/>
                  </a:lnTo>
                  <a:lnTo>
                    <a:pt x="9277" y="7619"/>
                  </a:lnTo>
                  <a:lnTo>
                    <a:pt x="9296" y="7638"/>
                  </a:lnTo>
                  <a:lnTo>
                    <a:pt x="9296" y="7657"/>
                  </a:lnTo>
                  <a:lnTo>
                    <a:pt x="9296" y="7676"/>
                  </a:lnTo>
                  <a:lnTo>
                    <a:pt x="9277" y="7695"/>
                  </a:lnTo>
                  <a:lnTo>
                    <a:pt x="9277" y="7714"/>
                  </a:lnTo>
                  <a:lnTo>
                    <a:pt x="9257" y="7753"/>
                  </a:lnTo>
                  <a:lnTo>
                    <a:pt x="9257" y="7772"/>
                  </a:lnTo>
                  <a:lnTo>
                    <a:pt x="9238" y="7790"/>
                  </a:lnTo>
                  <a:lnTo>
                    <a:pt x="9219" y="7829"/>
                  </a:lnTo>
                  <a:lnTo>
                    <a:pt x="9181" y="7829"/>
                  </a:lnTo>
                  <a:lnTo>
                    <a:pt x="9200" y="7848"/>
                  </a:lnTo>
                  <a:lnTo>
                    <a:pt x="9200" y="7886"/>
                  </a:lnTo>
                  <a:lnTo>
                    <a:pt x="9200" y="7905"/>
                  </a:lnTo>
                  <a:lnTo>
                    <a:pt x="9200" y="7924"/>
                  </a:lnTo>
                  <a:lnTo>
                    <a:pt x="9181" y="7943"/>
                  </a:lnTo>
                  <a:lnTo>
                    <a:pt x="9143" y="8019"/>
                  </a:lnTo>
                  <a:lnTo>
                    <a:pt x="9124" y="8057"/>
                  </a:lnTo>
                  <a:lnTo>
                    <a:pt x="9105" y="8076"/>
                  </a:lnTo>
                  <a:lnTo>
                    <a:pt x="9105" y="8095"/>
                  </a:lnTo>
                  <a:lnTo>
                    <a:pt x="9086" y="8095"/>
                  </a:lnTo>
                  <a:lnTo>
                    <a:pt x="9067" y="8095"/>
                  </a:lnTo>
                  <a:lnTo>
                    <a:pt x="9048" y="8095"/>
                  </a:lnTo>
                  <a:lnTo>
                    <a:pt x="9029" y="8095"/>
                  </a:lnTo>
                  <a:lnTo>
                    <a:pt x="9010" y="8095"/>
                  </a:lnTo>
                  <a:lnTo>
                    <a:pt x="9010" y="8114"/>
                  </a:lnTo>
                  <a:lnTo>
                    <a:pt x="8972" y="8153"/>
                  </a:lnTo>
                  <a:lnTo>
                    <a:pt x="8952" y="8153"/>
                  </a:lnTo>
                  <a:lnTo>
                    <a:pt x="8934" y="8171"/>
                  </a:lnTo>
                  <a:lnTo>
                    <a:pt x="8838" y="8171"/>
                  </a:lnTo>
                  <a:lnTo>
                    <a:pt x="8800" y="8171"/>
                  </a:lnTo>
                  <a:lnTo>
                    <a:pt x="8781" y="8190"/>
                  </a:lnTo>
                  <a:lnTo>
                    <a:pt x="8762" y="8190"/>
                  </a:lnTo>
                  <a:lnTo>
                    <a:pt x="8762" y="8210"/>
                  </a:lnTo>
                  <a:lnTo>
                    <a:pt x="8743" y="8210"/>
                  </a:lnTo>
                  <a:lnTo>
                    <a:pt x="8743" y="8229"/>
                  </a:lnTo>
                  <a:lnTo>
                    <a:pt x="8705" y="8267"/>
                  </a:lnTo>
                  <a:lnTo>
                    <a:pt x="8686" y="8324"/>
                  </a:lnTo>
                  <a:lnTo>
                    <a:pt x="8667" y="8324"/>
                  </a:lnTo>
                  <a:lnTo>
                    <a:pt x="8648" y="8343"/>
                  </a:lnTo>
                  <a:lnTo>
                    <a:pt x="8629" y="8343"/>
                  </a:lnTo>
                  <a:lnTo>
                    <a:pt x="8591" y="8362"/>
                  </a:lnTo>
                  <a:lnTo>
                    <a:pt x="8571" y="8381"/>
                  </a:lnTo>
                  <a:lnTo>
                    <a:pt x="8571" y="8400"/>
                  </a:lnTo>
                  <a:lnTo>
                    <a:pt x="8553" y="8400"/>
                  </a:lnTo>
                  <a:lnTo>
                    <a:pt x="8515" y="8419"/>
                  </a:lnTo>
                  <a:lnTo>
                    <a:pt x="8495" y="8419"/>
                  </a:lnTo>
                  <a:lnTo>
                    <a:pt x="8495" y="8438"/>
                  </a:lnTo>
                  <a:lnTo>
                    <a:pt x="8476" y="8457"/>
                  </a:lnTo>
                  <a:lnTo>
                    <a:pt x="8495" y="8495"/>
                  </a:lnTo>
                  <a:lnTo>
                    <a:pt x="8495" y="8515"/>
                  </a:lnTo>
                  <a:lnTo>
                    <a:pt x="8476" y="8515"/>
                  </a:lnTo>
                  <a:lnTo>
                    <a:pt x="8476" y="8533"/>
                  </a:lnTo>
                  <a:lnTo>
                    <a:pt x="8457" y="8533"/>
                  </a:lnTo>
                  <a:lnTo>
                    <a:pt x="8400" y="8533"/>
                  </a:lnTo>
                  <a:lnTo>
                    <a:pt x="8381" y="8552"/>
                  </a:lnTo>
                  <a:lnTo>
                    <a:pt x="8362" y="8571"/>
                  </a:lnTo>
                  <a:lnTo>
                    <a:pt x="8362" y="8591"/>
                  </a:lnTo>
                  <a:lnTo>
                    <a:pt x="8343" y="8610"/>
                  </a:lnTo>
                  <a:lnTo>
                    <a:pt x="8343" y="8629"/>
                  </a:lnTo>
                  <a:lnTo>
                    <a:pt x="8343" y="8647"/>
                  </a:lnTo>
                  <a:lnTo>
                    <a:pt x="8362" y="8667"/>
                  </a:lnTo>
                  <a:lnTo>
                    <a:pt x="8381" y="8686"/>
                  </a:lnTo>
                  <a:lnTo>
                    <a:pt x="8400" y="8686"/>
                  </a:lnTo>
                  <a:lnTo>
                    <a:pt x="8419" y="8705"/>
                  </a:lnTo>
                  <a:lnTo>
                    <a:pt x="8400" y="8743"/>
                  </a:lnTo>
                  <a:lnTo>
                    <a:pt x="8400" y="8781"/>
                  </a:lnTo>
                  <a:lnTo>
                    <a:pt x="8400" y="8800"/>
                  </a:lnTo>
                  <a:lnTo>
                    <a:pt x="8381" y="8819"/>
                  </a:lnTo>
                  <a:lnTo>
                    <a:pt x="8362" y="8838"/>
                  </a:lnTo>
                  <a:lnTo>
                    <a:pt x="8343" y="8838"/>
                  </a:lnTo>
                  <a:lnTo>
                    <a:pt x="8343" y="8857"/>
                  </a:lnTo>
                  <a:lnTo>
                    <a:pt x="8324" y="8876"/>
                  </a:lnTo>
                  <a:lnTo>
                    <a:pt x="8324" y="8896"/>
                  </a:lnTo>
                  <a:lnTo>
                    <a:pt x="8324" y="8914"/>
                  </a:lnTo>
                  <a:lnTo>
                    <a:pt x="8305" y="8933"/>
                  </a:lnTo>
                  <a:lnTo>
                    <a:pt x="8267" y="8972"/>
                  </a:lnTo>
                  <a:lnTo>
                    <a:pt x="8229" y="9010"/>
                  </a:lnTo>
                  <a:lnTo>
                    <a:pt x="8210" y="9028"/>
                  </a:lnTo>
                  <a:lnTo>
                    <a:pt x="8190" y="9028"/>
                  </a:lnTo>
                  <a:lnTo>
                    <a:pt x="8153" y="9048"/>
                  </a:lnTo>
                  <a:lnTo>
                    <a:pt x="8095" y="9086"/>
                  </a:lnTo>
                  <a:lnTo>
                    <a:pt x="8058" y="9105"/>
                  </a:lnTo>
                  <a:lnTo>
                    <a:pt x="8038" y="9124"/>
                  </a:lnTo>
                  <a:lnTo>
                    <a:pt x="8038" y="9143"/>
                  </a:lnTo>
                  <a:lnTo>
                    <a:pt x="8019" y="9219"/>
                  </a:lnTo>
                  <a:lnTo>
                    <a:pt x="8019" y="9238"/>
                  </a:lnTo>
                  <a:lnTo>
                    <a:pt x="8019" y="9257"/>
                  </a:lnTo>
                  <a:lnTo>
                    <a:pt x="8019" y="9277"/>
                  </a:lnTo>
                  <a:lnTo>
                    <a:pt x="8019" y="9295"/>
                  </a:lnTo>
                  <a:lnTo>
                    <a:pt x="8019" y="9314"/>
                  </a:lnTo>
                  <a:lnTo>
                    <a:pt x="8000" y="9333"/>
                  </a:lnTo>
                  <a:lnTo>
                    <a:pt x="7981" y="9333"/>
                  </a:lnTo>
                  <a:lnTo>
                    <a:pt x="7981" y="9353"/>
                  </a:lnTo>
                  <a:lnTo>
                    <a:pt x="7943" y="9391"/>
                  </a:lnTo>
                  <a:lnTo>
                    <a:pt x="7924" y="9409"/>
                  </a:lnTo>
                  <a:lnTo>
                    <a:pt x="7924" y="9429"/>
                  </a:lnTo>
                  <a:lnTo>
                    <a:pt x="7924" y="9448"/>
                  </a:lnTo>
                  <a:lnTo>
                    <a:pt x="7905" y="9467"/>
                  </a:lnTo>
                  <a:lnTo>
                    <a:pt x="7905" y="9486"/>
                  </a:lnTo>
                  <a:lnTo>
                    <a:pt x="7867" y="9505"/>
                  </a:lnTo>
                  <a:lnTo>
                    <a:pt x="7867" y="9524"/>
                  </a:lnTo>
                  <a:lnTo>
                    <a:pt x="7867" y="9543"/>
                  </a:lnTo>
                  <a:lnTo>
                    <a:pt x="7867" y="9581"/>
                  </a:lnTo>
                  <a:lnTo>
                    <a:pt x="7867" y="9600"/>
                  </a:lnTo>
                  <a:lnTo>
                    <a:pt x="7886" y="9619"/>
                  </a:lnTo>
                  <a:lnTo>
                    <a:pt x="7867" y="9619"/>
                  </a:lnTo>
                  <a:lnTo>
                    <a:pt x="7867" y="9638"/>
                  </a:lnTo>
                  <a:lnTo>
                    <a:pt x="7848" y="9657"/>
                  </a:lnTo>
                  <a:lnTo>
                    <a:pt x="7848" y="9695"/>
                  </a:lnTo>
                  <a:lnTo>
                    <a:pt x="7848" y="9734"/>
                  </a:lnTo>
                  <a:lnTo>
                    <a:pt x="7848" y="9753"/>
                  </a:lnTo>
                  <a:lnTo>
                    <a:pt x="7829" y="9771"/>
                  </a:lnTo>
                  <a:lnTo>
                    <a:pt x="7829" y="9810"/>
                  </a:lnTo>
                  <a:lnTo>
                    <a:pt x="7829" y="9848"/>
                  </a:lnTo>
                  <a:lnTo>
                    <a:pt x="7829" y="9867"/>
                  </a:lnTo>
                  <a:lnTo>
                    <a:pt x="7829" y="9905"/>
                  </a:lnTo>
                  <a:lnTo>
                    <a:pt x="7886" y="9981"/>
                  </a:lnTo>
                  <a:lnTo>
                    <a:pt x="7924" y="10019"/>
                  </a:lnTo>
                  <a:lnTo>
                    <a:pt x="7924" y="10038"/>
                  </a:lnTo>
                  <a:lnTo>
                    <a:pt x="7924" y="10076"/>
                  </a:lnTo>
                  <a:lnTo>
                    <a:pt x="7943" y="10134"/>
                  </a:lnTo>
                  <a:lnTo>
                    <a:pt x="7981" y="10210"/>
                  </a:lnTo>
                  <a:lnTo>
                    <a:pt x="8000" y="10248"/>
                  </a:lnTo>
                  <a:lnTo>
                    <a:pt x="8000" y="10267"/>
                  </a:lnTo>
                  <a:lnTo>
                    <a:pt x="7924" y="10267"/>
                  </a:lnTo>
                  <a:lnTo>
                    <a:pt x="7886" y="10267"/>
                  </a:lnTo>
                  <a:lnTo>
                    <a:pt x="7848" y="10248"/>
                  </a:lnTo>
                  <a:lnTo>
                    <a:pt x="7791" y="10248"/>
                  </a:lnTo>
                  <a:lnTo>
                    <a:pt x="7772" y="10248"/>
                  </a:lnTo>
                  <a:lnTo>
                    <a:pt x="7677" y="10248"/>
                  </a:lnTo>
                  <a:lnTo>
                    <a:pt x="7657" y="10248"/>
                  </a:lnTo>
                  <a:lnTo>
                    <a:pt x="7619" y="10248"/>
                  </a:lnTo>
                  <a:lnTo>
                    <a:pt x="7600" y="10248"/>
                  </a:lnTo>
                  <a:lnTo>
                    <a:pt x="7505" y="10229"/>
                  </a:lnTo>
                  <a:lnTo>
                    <a:pt x="7486" y="10229"/>
                  </a:lnTo>
                  <a:lnTo>
                    <a:pt x="7372" y="10248"/>
                  </a:lnTo>
                  <a:lnTo>
                    <a:pt x="7333" y="10248"/>
                  </a:lnTo>
                  <a:lnTo>
                    <a:pt x="7238" y="10191"/>
                  </a:lnTo>
                  <a:lnTo>
                    <a:pt x="7181" y="10171"/>
                  </a:lnTo>
                  <a:lnTo>
                    <a:pt x="7143" y="10171"/>
                  </a:lnTo>
                  <a:lnTo>
                    <a:pt x="7124" y="10171"/>
                  </a:lnTo>
                  <a:lnTo>
                    <a:pt x="7124" y="10152"/>
                  </a:lnTo>
                  <a:lnTo>
                    <a:pt x="7124" y="10134"/>
                  </a:lnTo>
                  <a:lnTo>
                    <a:pt x="7143" y="10115"/>
                  </a:lnTo>
                  <a:lnTo>
                    <a:pt x="7143" y="10095"/>
                  </a:lnTo>
                  <a:lnTo>
                    <a:pt x="7181" y="10057"/>
                  </a:lnTo>
                  <a:lnTo>
                    <a:pt x="7200" y="10019"/>
                  </a:lnTo>
                  <a:lnTo>
                    <a:pt x="7219" y="10000"/>
                  </a:lnTo>
                  <a:lnTo>
                    <a:pt x="7219" y="9981"/>
                  </a:lnTo>
                  <a:lnTo>
                    <a:pt x="7238" y="9962"/>
                  </a:lnTo>
                  <a:lnTo>
                    <a:pt x="7238" y="9943"/>
                  </a:lnTo>
                  <a:lnTo>
                    <a:pt x="7257" y="9943"/>
                  </a:lnTo>
                  <a:lnTo>
                    <a:pt x="7257" y="9924"/>
                  </a:lnTo>
                  <a:lnTo>
                    <a:pt x="7296" y="9924"/>
                  </a:lnTo>
                  <a:lnTo>
                    <a:pt x="7333" y="9905"/>
                  </a:lnTo>
                  <a:lnTo>
                    <a:pt x="7352" y="9905"/>
                  </a:lnTo>
                  <a:lnTo>
                    <a:pt x="7352" y="9886"/>
                  </a:lnTo>
                  <a:lnTo>
                    <a:pt x="7372" y="9790"/>
                  </a:lnTo>
                  <a:lnTo>
                    <a:pt x="7372" y="9753"/>
                  </a:lnTo>
                  <a:lnTo>
                    <a:pt x="7391" y="9753"/>
                  </a:lnTo>
                  <a:lnTo>
                    <a:pt x="7391" y="9676"/>
                  </a:lnTo>
                  <a:lnTo>
                    <a:pt x="7410" y="9562"/>
                  </a:lnTo>
                  <a:lnTo>
                    <a:pt x="7410" y="9543"/>
                  </a:lnTo>
                  <a:lnTo>
                    <a:pt x="7410" y="9524"/>
                  </a:lnTo>
                  <a:lnTo>
                    <a:pt x="7410" y="9505"/>
                  </a:lnTo>
                  <a:lnTo>
                    <a:pt x="7352" y="9505"/>
                  </a:lnTo>
                  <a:lnTo>
                    <a:pt x="7352" y="9524"/>
                  </a:lnTo>
                  <a:lnTo>
                    <a:pt x="7333" y="9524"/>
                  </a:lnTo>
                  <a:lnTo>
                    <a:pt x="7276" y="9562"/>
                  </a:lnTo>
                  <a:lnTo>
                    <a:pt x="7276" y="9581"/>
                  </a:lnTo>
                  <a:lnTo>
                    <a:pt x="7257" y="9600"/>
                  </a:lnTo>
                  <a:lnTo>
                    <a:pt x="7257" y="9619"/>
                  </a:lnTo>
                  <a:lnTo>
                    <a:pt x="7162" y="9714"/>
                  </a:lnTo>
                  <a:lnTo>
                    <a:pt x="7143" y="9734"/>
                  </a:lnTo>
                  <a:lnTo>
                    <a:pt x="7086" y="9753"/>
                  </a:lnTo>
                  <a:lnTo>
                    <a:pt x="7067" y="9771"/>
                  </a:lnTo>
                  <a:lnTo>
                    <a:pt x="7067" y="9790"/>
                  </a:lnTo>
                  <a:lnTo>
                    <a:pt x="7067" y="9810"/>
                  </a:lnTo>
                  <a:lnTo>
                    <a:pt x="7048" y="9810"/>
                  </a:lnTo>
                  <a:lnTo>
                    <a:pt x="7048" y="9829"/>
                  </a:lnTo>
                  <a:lnTo>
                    <a:pt x="7010" y="9867"/>
                  </a:lnTo>
                  <a:lnTo>
                    <a:pt x="6991" y="9867"/>
                  </a:lnTo>
                  <a:lnTo>
                    <a:pt x="6971" y="9867"/>
                  </a:lnTo>
                  <a:lnTo>
                    <a:pt x="6934" y="9867"/>
                  </a:lnTo>
                  <a:lnTo>
                    <a:pt x="6895" y="9886"/>
                  </a:lnTo>
                  <a:lnTo>
                    <a:pt x="6819" y="9924"/>
                  </a:lnTo>
                  <a:lnTo>
                    <a:pt x="6800" y="9924"/>
                  </a:lnTo>
                  <a:lnTo>
                    <a:pt x="6762" y="9924"/>
                  </a:lnTo>
                  <a:lnTo>
                    <a:pt x="6743" y="9924"/>
                  </a:lnTo>
                  <a:lnTo>
                    <a:pt x="6743" y="9905"/>
                  </a:lnTo>
                  <a:lnTo>
                    <a:pt x="6743" y="9886"/>
                  </a:lnTo>
                  <a:lnTo>
                    <a:pt x="6743" y="9867"/>
                  </a:lnTo>
                  <a:lnTo>
                    <a:pt x="6724" y="9848"/>
                  </a:lnTo>
                  <a:lnTo>
                    <a:pt x="6724" y="9829"/>
                  </a:lnTo>
                  <a:lnTo>
                    <a:pt x="6667" y="9790"/>
                  </a:lnTo>
                  <a:lnTo>
                    <a:pt x="6648" y="9771"/>
                  </a:lnTo>
                  <a:lnTo>
                    <a:pt x="6629" y="9771"/>
                  </a:lnTo>
                  <a:lnTo>
                    <a:pt x="6610" y="9753"/>
                  </a:lnTo>
                  <a:lnTo>
                    <a:pt x="6572" y="9753"/>
                  </a:lnTo>
                  <a:lnTo>
                    <a:pt x="6553" y="9753"/>
                  </a:lnTo>
                  <a:lnTo>
                    <a:pt x="6476" y="9771"/>
                  </a:lnTo>
                  <a:lnTo>
                    <a:pt x="6419" y="9790"/>
                  </a:lnTo>
                  <a:lnTo>
                    <a:pt x="6400" y="9790"/>
                  </a:lnTo>
                  <a:lnTo>
                    <a:pt x="6381" y="9810"/>
                  </a:lnTo>
                  <a:lnTo>
                    <a:pt x="6381" y="9829"/>
                  </a:lnTo>
                  <a:lnTo>
                    <a:pt x="6362" y="9848"/>
                  </a:lnTo>
                  <a:lnTo>
                    <a:pt x="6286" y="9905"/>
                  </a:lnTo>
                  <a:lnTo>
                    <a:pt x="6267" y="9905"/>
                  </a:lnTo>
                  <a:lnTo>
                    <a:pt x="6248" y="9905"/>
                  </a:lnTo>
                  <a:lnTo>
                    <a:pt x="6229" y="9905"/>
                  </a:lnTo>
                  <a:lnTo>
                    <a:pt x="6209" y="9905"/>
                  </a:lnTo>
                  <a:lnTo>
                    <a:pt x="6114" y="9924"/>
                  </a:lnTo>
                  <a:lnTo>
                    <a:pt x="6095" y="9924"/>
                  </a:lnTo>
                  <a:lnTo>
                    <a:pt x="6077" y="9924"/>
                  </a:lnTo>
                  <a:lnTo>
                    <a:pt x="6019" y="9924"/>
                  </a:lnTo>
                  <a:lnTo>
                    <a:pt x="5905" y="9867"/>
                  </a:lnTo>
                  <a:lnTo>
                    <a:pt x="5886" y="9867"/>
                  </a:lnTo>
                  <a:lnTo>
                    <a:pt x="5886" y="9848"/>
                  </a:lnTo>
                  <a:lnTo>
                    <a:pt x="5867" y="9829"/>
                  </a:lnTo>
                  <a:lnTo>
                    <a:pt x="5848" y="9829"/>
                  </a:lnTo>
                  <a:lnTo>
                    <a:pt x="5828" y="9829"/>
                  </a:lnTo>
                  <a:lnTo>
                    <a:pt x="5828" y="9810"/>
                  </a:lnTo>
                  <a:lnTo>
                    <a:pt x="5810" y="9810"/>
                  </a:lnTo>
                  <a:lnTo>
                    <a:pt x="5772" y="9790"/>
                  </a:lnTo>
                  <a:lnTo>
                    <a:pt x="5714" y="9771"/>
                  </a:lnTo>
                  <a:lnTo>
                    <a:pt x="5676" y="9753"/>
                  </a:lnTo>
                  <a:lnTo>
                    <a:pt x="5676" y="9734"/>
                  </a:lnTo>
                  <a:lnTo>
                    <a:pt x="5638" y="9695"/>
                  </a:lnTo>
                  <a:lnTo>
                    <a:pt x="5638" y="9676"/>
                  </a:lnTo>
                  <a:lnTo>
                    <a:pt x="5619" y="9657"/>
                  </a:lnTo>
                  <a:lnTo>
                    <a:pt x="5619" y="9638"/>
                  </a:lnTo>
                  <a:lnTo>
                    <a:pt x="5600" y="9638"/>
                  </a:lnTo>
                  <a:lnTo>
                    <a:pt x="5581" y="9619"/>
                  </a:lnTo>
                  <a:lnTo>
                    <a:pt x="5543" y="9619"/>
                  </a:lnTo>
                  <a:lnTo>
                    <a:pt x="5524" y="9619"/>
                  </a:lnTo>
                  <a:lnTo>
                    <a:pt x="5505" y="9619"/>
                  </a:lnTo>
                  <a:lnTo>
                    <a:pt x="5448" y="9600"/>
                  </a:lnTo>
                  <a:lnTo>
                    <a:pt x="5429" y="9600"/>
                  </a:lnTo>
                  <a:lnTo>
                    <a:pt x="5410" y="9581"/>
                  </a:lnTo>
                  <a:lnTo>
                    <a:pt x="5410" y="9562"/>
                  </a:lnTo>
                  <a:lnTo>
                    <a:pt x="5391" y="9562"/>
                  </a:lnTo>
                  <a:lnTo>
                    <a:pt x="5371" y="9543"/>
                  </a:lnTo>
                  <a:lnTo>
                    <a:pt x="5334" y="9543"/>
                  </a:lnTo>
                  <a:lnTo>
                    <a:pt x="5257" y="9524"/>
                  </a:lnTo>
                  <a:lnTo>
                    <a:pt x="5257" y="9505"/>
                  </a:lnTo>
                  <a:lnTo>
                    <a:pt x="5238" y="9505"/>
                  </a:lnTo>
                  <a:lnTo>
                    <a:pt x="5238" y="9486"/>
                  </a:lnTo>
                  <a:lnTo>
                    <a:pt x="5219" y="9467"/>
                  </a:lnTo>
                  <a:lnTo>
                    <a:pt x="5200" y="9448"/>
                  </a:lnTo>
                  <a:lnTo>
                    <a:pt x="5162" y="9448"/>
                  </a:lnTo>
                  <a:lnTo>
                    <a:pt x="5143" y="9448"/>
                  </a:lnTo>
                  <a:lnTo>
                    <a:pt x="5124" y="9448"/>
                  </a:lnTo>
                  <a:lnTo>
                    <a:pt x="5105" y="9448"/>
                  </a:lnTo>
                  <a:lnTo>
                    <a:pt x="5048" y="9467"/>
                  </a:lnTo>
                  <a:lnTo>
                    <a:pt x="5029" y="9467"/>
                  </a:lnTo>
                  <a:lnTo>
                    <a:pt x="5010" y="9467"/>
                  </a:lnTo>
                  <a:lnTo>
                    <a:pt x="5010" y="9486"/>
                  </a:lnTo>
                  <a:lnTo>
                    <a:pt x="4971" y="9524"/>
                  </a:lnTo>
                  <a:lnTo>
                    <a:pt x="4953" y="9543"/>
                  </a:lnTo>
                  <a:lnTo>
                    <a:pt x="4934" y="9543"/>
                  </a:lnTo>
                  <a:lnTo>
                    <a:pt x="4914" y="9543"/>
                  </a:lnTo>
                  <a:lnTo>
                    <a:pt x="4895" y="9562"/>
                  </a:lnTo>
                  <a:lnTo>
                    <a:pt x="4876" y="9562"/>
                  </a:lnTo>
                  <a:lnTo>
                    <a:pt x="4857" y="9562"/>
                  </a:lnTo>
                  <a:lnTo>
                    <a:pt x="4838" y="9581"/>
                  </a:lnTo>
                  <a:lnTo>
                    <a:pt x="4819" y="9562"/>
                  </a:lnTo>
                  <a:lnTo>
                    <a:pt x="4800" y="9562"/>
                  </a:lnTo>
                  <a:lnTo>
                    <a:pt x="4781" y="9562"/>
                  </a:lnTo>
                  <a:lnTo>
                    <a:pt x="4762" y="9562"/>
                  </a:lnTo>
                  <a:lnTo>
                    <a:pt x="4629" y="9581"/>
                  </a:lnTo>
                  <a:lnTo>
                    <a:pt x="4553" y="9562"/>
                  </a:lnTo>
                  <a:lnTo>
                    <a:pt x="4533" y="9581"/>
                  </a:lnTo>
                  <a:lnTo>
                    <a:pt x="4514" y="9581"/>
                  </a:lnTo>
                  <a:lnTo>
                    <a:pt x="4514" y="9600"/>
                  </a:lnTo>
                  <a:lnTo>
                    <a:pt x="4514" y="9619"/>
                  </a:lnTo>
                  <a:lnTo>
                    <a:pt x="4495" y="9638"/>
                  </a:lnTo>
                  <a:lnTo>
                    <a:pt x="4477" y="9638"/>
                  </a:lnTo>
                  <a:lnTo>
                    <a:pt x="4457" y="9657"/>
                  </a:lnTo>
                  <a:lnTo>
                    <a:pt x="4457" y="9676"/>
                  </a:lnTo>
                  <a:lnTo>
                    <a:pt x="4457" y="9695"/>
                  </a:lnTo>
                  <a:lnTo>
                    <a:pt x="4457" y="9734"/>
                  </a:lnTo>
                  <a:lnTo>
                    <a:pt x="4438" y="9734"/>
                  </a:lnTo>
                  <a:lnTo>
                    <a:pt x="4438" y="9753"/>
                  </a:lnTo>
                  <a:lnTo>
                    <a:pt x="4419" y="9771"/>
                  </a:lnTo>
                  <a:lnTo>
                    <a:pt x="4419" y="9790"/>
                  </a:lnTo>
                  <a:lnTo>
                    <a:pt x="4400" y="9790"/>
                  </a:lnTo>
                  <a:lnTo>
                    <a:pt x="4381" y="9790"/>
                  </a:lnTo>
                  <a:lnTo>
                    <a:pt x="4381" y="9810"/>
                  </a:lnTo>
                  <a:lnTo>
                    <a:pt x="4362" y="9810"/>
                  </a:lnTo>
                  <a:lnTo>
                    <a:pt x="4343" y="9829"/>
                  </a:lnTo>
                  <a:lnTo>
                    <a:pt x="4324" y="9848"/>
                  </a:lnTo>
                  <a:lnTo>
                    <a:pt x="4343" y="9886"/>
                  </a:lnTo>
                  <a:lnTo>
                    <a:pt x="4343" y="9905"/>
                  </a:lnTo>
                  <a:lnTo>
                    <a:pt x="4324" y="9905"/>
                  </a:lnTo>
                  <a:lnTo>
                    <a:pt x="4228" y="10000"/>
                  </a:lnTo>
                  <a:lnTo>
                    <a:pt x="4228" y="10019"/>
                  </a:lnTo>
                  <a:lnTo>
                    <a:pt x="4191" y="10019"/>
                  </a:lnTo>
                  <a:lnTo>
                    <a:pt x="4191" y="10038"/>
                  </a:lnTo>
                  <a:lnTo>
                    <a:pt x="4133" y="10038"/>
                  </a:lnTo>
                  <a:lnTo>
                    <a:pt x="4096" y="10038"/>
                  </a:lnTo>
                  <a:lnTo>
                    <a:pt x="4076" y="10057"/>
                  </a:lnTo>
                  <a:lnTo>
                    <a:pt x="3924" y="10115"/>
                  </a:lnTo>
                  <a:lnTo>
                    <a:pt x="3905" y="10115"/>
                  </a:lnTo>
                  <a:lnTo>
                    <a:pt x="3905" y="10134"/>
                  </a:lnTo>
                  <a:lnTo>
                    <a:pt x="3886" y="10171"/>
                  </a:lnTo>
                  <a:lnTo>
                    <a:pt x="3867" y="10191"/>
                  </a:lnTo>
                  <a:lnTo>
                    <a:pt x="3867" y="10171"/>
                  </a:lnTo>
                  <a:lnTo>
                    <a:pt x="3867" y="10152"/>
                  </a:lnTo>
                  <a:lnTo>
                    <a:pt x="3867" y="10134"/>
                  </a:lnTo>
                  <a:lnTo>
                    <a:pt x="3847" y="10115"/>
                  </a:lnTo>
                  <a:lnTo>
                    <a:pt x="3829" y="10115"/>
                  </a:lnTo>
                  <a:lnTo>
                    <a:pt x="3829" y="10095"/>
                  </a:lnTo>
                  <a:lnTo>
                    <a:pt x="3810" y="10095"/>
                  </a:lnTo>
                  <a:lnTo>
                    <a:pt x="3791" y="10076"/>
                  </a:lnTo>
                  <a:lnTo>
                    <a:pt x="3771" y="10076"/>
                  </a:lnTo>
                  <a:lnTo>
                    <a:pt x="3752" y="10076"/>
                  </a:lnTo>
                  <a:lnTo>
                    <a:pt x="3752" y="10057"/>
                  </a:lnTo>
                  <a:lnTo>
                    <a:pt x="3752" y="10038"/>
                  </a:lnTo>
                  <a:lnTo>
                    <a:pt x="3752" y="10019"/>
                  </a:lnTo>
                  <a:lnTo>
                    <a:pt x="3733" y="10019"/>
                  </a:lnTo>
                  <a:lnTo>
                    <a:pt x="3715" y="9981"/>
                  </a:lnTo>
                  <a:lnTo>
                    <a:pt x="3676" y="9981"/>
                  </a:lnTo>
                  <a:lnTo>
                    <a:pt x="3638" y="9981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821C0E3D-802E-4E34-059F-9B6FBB835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1708150"/>
              <a:ext cx="1166813" cy="1566863"/>
            </a:xfrm>
            <a:custGeom>
              <a:avLst/>
              <a:gdLst>
                <a:gd name="T0" fmla="*/ 2147483646 w 6477"/>
                <a:gd name="T1" fmla="*/ 2147483646 h 8706"/>
                <a:gd name="T2" fmla="*/ 2147483646 w 6477"/>
                <a:gd name="T3" fmla="*/ 2147483646 h 8706"/>
                <a:gd name="T4" fmla="*/ 2147483646 w 6477"/>
                <a:gd name="T5" fmla="*/ 2147483646 h 8706"/>
                <a:gd name="T6" fmla="*/ 2147483646 w 6477"/>
                <a:gd name="T7" fmla="*/ 2147483646 h 8706"/>
                <a:gd name="T8" fmla="*/ 2147483646 w 6477"/>
                <a:gd name="T9" fmla="*/ 2147483646 h 8706"/>
                <a:gd name="T10" fmla="*/ 2147483646 w 6477"/>
                <a:gd name="T11" fmla="*/ 2147483646 h 8706"/>
                <a:gd name="T12" fmla="*/ 2147483646 w 6477"/>
                <a:gd name="T13" fmla="*/ 2147483646 h 8706"/>
                <a:gd name="T14" fmla="*/ 2147483646 w 6477"/>
                <a:gd name="T15" fmla="*/ 2147483646 h 8706"/>
                <a:gd name="T16" fmla="*/ 2147483646 w 6477"/>
                <a:gd name="T17" fmla="*/ 2147483646 h 8706"/>
                <a:gd name="T18" fmla="*/ 2147483646 w 6477"/>
                <a:gd name="T19" fmla="*/ 2147483646 h 8706"/>
                <a:gd name="T20" fmla="*/ 2147483646 w 6477"/>
                <a:gd name="T21" fmla="*/ 2147483646 h 8706"/>
                <a:gd name="T22" fmla="*/ 2147483646 w 6477"/>
                <a:gd name="T23" fmla="*/ 2147483646 h 8706"/>
                <a:gd name="T24" fmla="*/ 2147483646 w 6477"/>
                <a:gd name="T25" fmla="*/ 2147483646 h 8706"/>
                <a:gd name="T26" fmla="*/ 2147483646 w 6477"/>
                <a:gd name="T27" fmla="*/ 2147483646 h 8706"/>
                <a:gd name="T28" fmla="*/ 2147483646 w 6477"/>
                <a:gd name="T29" fmla="*/ 2147483646 h 8706"/>
                <a:gd name="T30" fmla="*/ 2147483646 w 6477"/>
                <a:gd name="T31" fmla="*/ 2147483646 h 8706"/>
                <a:gd name="T32" fmla="*/ 2147483646 w 6477"/>
                <a:gd name="T33" fmla="*/ 2147483646 h 8706"/>
                <a:gd name="T34" fmla="*/ 2147483646 w 6477"/>
                <a:gd name="T35" fmla="*/ 2147483646 h 8706"/>
                <a:gd name="T36" fmla="*/ 2147483646 w 6477"/>
                <a:gd name="T37" fmla="*/ 2147483646 h 8706"/>
                <a:gd name="T38" fmla="*/ 2147483646 w 6477"/>
                <a:gd name="T39" fmla="*/ 2147483646 h 8706"/>
                <a:gd name="T40" fmla="*/ 2147483646 w 6477"/>
                <a:gd name="T41" fmla="*/ 2147483646 h 8706"/>
                <a:gd name="T42" fmla="*/ 2147483646 w 6477"/>
                <a:gd name="T43" fmla="*/ 2147483646 h 8706"/>
                <a:gd name="T44" fmla="*/ 2147483646 w 6477"/>
                <a:gd name="T45" fmla="*/ 2147483646 h 8706"/>
                <a:gd name="T46" fmla="*/ 2147483646 w 6477"/>
                <a:gd name="T47" fmla="*/ 2147483646 h 8706"/>
                <a:gd name="T48" fmla="*/ 2147483646 w 6477"/>
                <a:gd name="T49" fmla="*/ 2147483646 h 8706"/>
                <a:gd name="T50" fmla="*/ 2147483646 w 6477"/>
                <a:gd name="T51" fmla="*/ 2147483646 h 8706"/>
                <a:gd name="T52" fmla="*/ 2147483646 w 6477"/>
                <a:gd name="T53" fmla="*/ 2147483646 h 8706"/>
                <a:gd name="T54" fmla="*/ 2147483646 w 6477"/>
                <a:gd name="T55" fmla="*/ 2147483646 h 8706"/>
                <a:gd name="T56" fmla="*/ 2147483646 w 6477"/>
                <a:gd name="T57" fmla="*/ 2147483646 h 8706"/>
                <a:gd name="T58" fmla="*/ 2147483646 w 6477"/>
                <a:gd name="T59" fmla="*/ 2147483646 h 8706"/>
                <a:gd name="T60" fmla="*/ 2147483646 w 6477"/>
                <a:gd name="T61" fmla="*/ 2147483646 h 8706"/>
                <a:gd name="T62" fmla="*/ 2147483646 w 6477"/>
                <a:gd name="T63" fmla="*/ 2147483646 h 8706"/>
                <a:gd name="T64" fmla="*/ 2147483646 w 6477"/>
                <a:gd name="T65" fmla="*/ 2147483646 h 8706"/>
                <a:gd name="T66" fmla="*/ 2147483646 w 6477"/>
                <a:gd name="T67" fmla="*/ 2147483646 h 8706"/>
                <a:gd name="T68" fmla="*/ 2147483646 w 6477"/>
                <a:gd name="T69" fmla="*/ 2147483646 h 8706"/>
                <a:gd name="T70" fmla="*/ 2147483646 w 6477"/>
                <a:gd name="T71" fmla="*/ 2147483646 h 8706"/>
                <a:gd name="T72" fmla="*/ 2147483646 w 6477"/>
                <a:gd name="T73" fmla="*/ 2147483646 h 8706"/>
                <a:gd name="T74" fmla="*/ 2147483646 w 6477"/>
                <a:gd name="T75" fmla="*/ 2147483646 h 8706"/>
                <a:gd name="T76" fmla="*/ 2147483646 w 6477"/>
                <a:gd name="T77" fmla="*/ 2147483646 h 8706"/>
                <a:gd name="T78" fmla="*/ 2147483646 w 6477"/>
                <a:gd name="T79" fmla="*/ 2147483646 h 8706"/>
                <a:gd name="T80" fmla="*/ 2147483646 w 6477"/>
                <a:gd name="T81" fmla="*/ 2147483646 h 8706"/>
                <a:gd name="T82" fmla="*/ 2147483646 w 6477"/>
                <a:gd name="T83" fmla="*/ 2147483646 h 8706"/>
                <a:gd name="T84" fmla="*/ 2147483646 w 6477"/>
                <a:gd name="T85" fmla="*/ 2147483646 h 8706"/>
                <a:gd name="T86" fmla="*/ 2147483646 w 6477"/>
                <a:gd name="T87" fmla="*/ 2147483646 h 8706"/>
                <a:gd name="T88" fmla="*/ 2147483646 w 6477"/>
                <a:gd name="T89" fmla="*/ 2147483646 h 8706"/>
                <a:gd name="T90" fmla="*/ 2147483646 w 6477"/>
                <a:gd name="T91" fmla="*/ 2147483646 h 8706"/>
                <a:gd name="T92" fmla="*/ 2147483646 w 6477"/>
                <a:gd name="T93" fmla="*/ 2147483646 h 8706"/>
                <a:gd name="T94" fmla="*/ 2147483646 w 6477"/>
                <a:gd name="T95" fmla="*/ 2147483646 h 8706"/>
                <a:gd name="T96" fmla="*/ 2147483646 w 6477"/>
                <a:gd name="T97" fmla="*/ 2147483646 h 8706"/>
                <a:gd name="T98" fmla="*/ 2147483646 w 6477"/>
                <a:gd name="T99" fmla="*/ 2147483646 h 8706"/>
                <a:gd name="T100" fmla="*/ 2147483646 w 6477"/>
                <a:gd name="T101" fmla="*/ 2147483646 h 8706"/>
                <a:gd name="T102" fmla="*/ 2147483646 w 6477"/>
                <a:gd name="T103" fmla="*/ 2147483646 h 8706"/>
                <a:gd name="T104" fmla="*/ 2147483646 w 6477"/>
                <a:gd name="T105" fmla="*/ 2147483646 h 8706"/>
                <a:gd name="T106" fmla="*/ 2147483646 w 6477"/>
                <a:gd name="T107" fmla="*/ 2147483646 h 8706"/>
                <a:gd name="T108" fmla="*/ 2147483646 w 6477"/>
                <a:gd name="T109" fmla="*/ 2147483646 h 8706"/>
                <a:gd name="T110" fmla="*/ 2147483646 w 6477"/>
                <a:gd name="T111" fmla="*/ 2147483646 h 8706"/>
                <a:gd name="T112" fmla="*/ 2147483646 w 6477"/>
                <a:gd name="T113" fmla="*/ 2147483646 h 8706"/>
                <a:gd name="T114" fmla="*/ 2147483646 w 6477"/>
                <a:gd name="T115" fmla="*/ 2147483646 h 8706"/>
                <a:gd name="T116" fmla="*/ 2147483646 w 6477"/>
                <a:gd name="T117" fmla="*/ 2147483646 h 8706"/>
                <a:gd name="T118" fmla="*/ 2147483646 w 6477"/>
                <a:gd name="T119" fmla="*/ 2147483646 h 8706"/>
                <a:gd name="T120" fmla="*/ 2147483646 w 6477"/>
                <a:gd name="T121" fmla="*/ 2147483646 h 8706"/>
                <a:gd name="T122" fmla="*/ 2147483646 w 6477"/>
                <a:gd name="T123" fmla="*/ 2147483646 h 870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6477" h="8706">
                  <a:moveTo>
                    <a:pt x="2476" y="133"/>
                  </a:moveTo>
                  <a:lnTo>
                    <a:pt x="2495" y="133"/>
                  </a:lnTo>
                  <a:lnTo>
                    <a:pt x="2495" y="114"/>
                  </a:lnTo>
                  <a:lnTo>
                    <a:pt x="2514" y="95"/>
                  </a:lnTo>
                  <a:lnTo>
                    <a:pt x="2533" y="114"/>
                  </a:lnTo>
                  <a:lnTo>
                    <a:pt x="2514" y="133"/>
                  </a:lnTo>
                  <a:lnTo>
                    <a:pt x="2533" y="133"/>
                  </a:lnTo>
                  <a:lnTo>
                    <a:pt x="2533" y="114"/>
                  </a:lnTo>
                  <a:lnTo>
                    <a:pt x="2533" y="95"/>
                  </a:lnTo>
                  <a:lnTo>
                    <a:pt x="2533" y="76"/>
                  </a:lnTo>
                  <a:lnTo>
                    <a:pt x="2533" y="57"/>
                  </a:lnTo>
                  <a:lnTo>
                    <a:pt x="2552" y="57"/>
                  </a:lnTo>
                  <a:lnTo>
                    <a:pt x="2552" y="38"/>
                  </a:lnTo>
                  <a:lnTo>
                    <a:pt x="2571" y="38"/>
                  </a:lnTo>
                  <a:lnTo>
                    <a:pt x="2571" y="19"/>
                  </a:lnTo>
                  <a:lnTo>
                    <a:pt x="2571" y="0"/>
                  </a:lnTo>
                  <a:lnTo>
                    <a:pt x="2590" y="0"/>
                  </a:lnTo>
                  <a:lnTo>
                    <a:pt x="2590" y="19"/>
                  </a:lnTo>
                  <a:lnTo>
                    <a:pt x="2590" y="38"/>
                  </a:lnTo>
                  <a:lnTo>
                    <a:pt x="2590" y="57"/>
                  </a:lnTo>
                  <a:lnTo>
                    <a:pt x="2571" y="76"/>
                  </a:lnTo>
                  <a:lnTo>
                    <a:pt x="2590" y="76"/>
                  </a:lnTo>
                  <a:lnTo>
                    <a:pt x="2609" y="76"/>
                  </a:lnTo>
                  <a:lnTo>
                    <a:pt x="2590" y="76"/>
                  </a:lnTo>
                  <a:lnTo>
                    <a:pt x="2571" y="95"/>
                  </a:lnTo>
                  <a:lnTo>
                    <a:pt x="2552" y="133"/>
                  </a:lnTo>
                  <a:lnTo>
                    <a:pt x="2571" y="133"/>
                  </a:lnTo>
                  <a:lnTo>
                    <a:pt x="2590" y="133"/>
                  </a:lnTo>
                  <a:lnTo>
                    <a:pt x="2609" y="153"/>
                  </a:lnTo>
                  <a:lnTo>
                    <a:pt x="2609" y="172"/>
                  </a:lnTo>
                  <a:lnTo>
                    <a:pt x="2628" y="172"/>
                  </a:lnTo>
                  <a:lnTo>
                    <a:pt x="2609" y="153"/>
                  </a:lnTo>
                  <a:lnTo>
                    <a:pt x="2628" y="153"/>
                  </a:lnTo>
                  <a:lnTo>
                    <a:pt x="2628" y="133"/>
                  </a:lnTo>
                  <a:lnTo>
                    <a:pt x="2628" y="114"/>
                  </a:lnTo>
                  <a:lnTo>
                    <a:pt x="2647" y="76"/>
                  </a:lnTo>
                  <a:lnTo>
                    <a:pt x="2666" y="38"/>
                  </a:lnTo>
                  <a:lnTo>
                    <a:pt x="2685" y="0"/>
                  </a:lnTo>
                  <a:lnTo>
                    <a:pt x="2704" y="0"/>
                  </a:lnTo>
                  <a:lnTo>
                    <a:pt x="2704" y="38"/>
                  </a:lnTo>
                  <a:lnTo>
                    <a:pt x="2666" y="76"/>
                  </a:lnTo>
                  <a:lnTo>
                    <a:pt x="2666" y="95"/>
                  </a:lnTo>
                  <a:lnTo>
                    <a:pt x="2647" y="95"/>
                  </a:lnTo>
                  <a:lnTo>
                    <a:pt x="2647" y="114"/>
                  </a:lnTo>
                  <a:lnTo>
                    <a:pt x="2647" y="133"/>
                  </a:lnTo>
                  <a:lnTo>
                    <a:pt x="2666" y="114"/>
                  </a:lnTo>
                  <a:lnTo>
                    <a:pt x="2666" y="95"/>
                  </a:lnTo>
                  <a:lnTo>
                    <a:pt x="2666" y="114"/>
                  </a:lnTo>
                  <a:lnTo>
                    <a:pt x="2685" y="133"/>
                  </a:lnTo>
                  <a:lnTo>
                    <a:pt x="2666" y="153"/>
                  </a:lnTo>
                  <a:lnTo>
                    <a:pt x="2666" y="172"/>
                  </a:lnTo>
                  <a:lnTo>
                    <a:pt x="2647" y="190"/>
                  </a:lnTo>
                  <a:lnTo>
                    <a:pt x="2685" y="172"/>
                  </a:lnTo>
                  <a:lnTo>
                    <a:pt x="2685" y="153"/>
                  </a:lnTo>
                  <a:lnTo>
                    <a:pt x="2685" y="172"/>
                  </a:lnTo>
                  <a:lnTo>
                    <a:pt x="2685" y="190"/>
                  </a:lnTo>
                  <a:lnTo>
                    <a:pt x="2666" y="209"/>
                  </a:lnTo>
                  <a:lnTo>
                    <a:pt x="2685" y="209"/>
                  </a:lnTo>
                  <a:lnTo>
                    <a:pt x="2704" y="190"/>
                  </a:lnTo>
                  <a:lnTo>
                    <a:pt x="2704" y="172"/>
                  </a:lnTo>
                  <a:lnTo>
                    <a:pt x="2704" y="133"/>
                  </a:lnTo>
                  <a:lnTo>
                    <a:pt x="2724" y="153"/>
                  </a:lnTo>
                  <a:lnTo>
                    <a:pt x="2724" y="172"/>
                  </a:lnTo>
                  <a:lnTo>
                    <a:pt x="2724" y="190"/>
                  </a:lnTo>
                  <a:lnTo>
                    <a:pt x="2704" y="209"/>
                  </a:lnTo>
                  <a:lnTo>
                    <a:pt x="2724" y="229"/>
                  </a:lnTo>
                  <a:lnTo>
                    <a:pt x="2724" y="248"/>
                  </a:lnTo>
                  <a:lnTo>
                    <a:pt x="2743" y="248"/>
                  </a:lnTo>
                  <a:lnTo>
                    <a:pt x="2724" y="229"/>
                  </a:lnTo>
                  <a:lnTo>
                    <a:pt x="2743" y="209"/>
                  </a:lnTo>
                  <a:lnTo>
                    <a:pt x="2761" y="190"/>
                  </a:lnTo>
                  <a:lnTo>
                    <a:pt x="2761" y="209"/>
                  </a:lnTo>
                  <a:lnTo>
                    <a:pt x="2780" y="190"/>
                  </a:lnTo>
                  <a:lnTo>
                    <a:pt x="2780" y="153"/>
                  </a:lnTo>
                  <a:lnTo>
                    <a:pt x="2780" y="133"/>
                  </a:lnTo>
                  <a:lnTo>
                    <a:pt x="2800" y="133"/>
                  </a:lnTo>
                  <a:lnTo>
                    <a:pt x="2819" y="76"/>
                  </a:lnTo>
                  <a:lnTo>
                    <a:pt x="2838" y="76"/>
                  </a:lnTo>
                  <a:lnTo>
                    <a:pt x="2838" y="95"/>
                  </a:lnTo>
                  <a:lnTo>
                    <a:pt x="2819" y="153"/>
                  </a:lnTo>
                  <a:lnTo>
                    <a:pt x="2819" y="172"/>
                  </a:lnTo>
                  <a:lnTo>
                    <a:pt x="2838" y="153"/>
                  </a:lnTo>
                  <a:lnTo>
                    <a:pt x="2856" y="133"/>
                  </a:lnTo>
                  <a:lnTo>
                    <a:pt x="2856" y="153"/>
                  </a:lnTo>
                  <a:lnTo>
                    <a:pt x="2876" y="172"/>
                  </a:lnTo>
                  <a:lnTo>
                    <a:pt x="2856" y="190"/>
                  </a:lnTo>
                  <a:lnTo>
                    <a:pt x="2876" y="190"/>
                  </a:lnTo>
                  <a:lnTo>
                    <a:pt x="2876" y="209"/>
                  </a:lnTo>
                  <a:lnTo>
                    <a:pt x="2876" y="229"/>
                  </a:lnTo>
                  <a:lnTo>
                    <a:pt x="2895" y="229"/>
                  </a:lnTo>
                  <a:lnTo>
                    <a:pt x="2895" y="248"/>
                  </a:lnTo>
                  <a:lnTo>
                    <a:pt x="2876" y="248"/>
                  </a:lnTo>
                  <a:lnTo>
                    <a:pt x="2876" y="267"/>
                  </a:lnTo>
                  <a:lnTo>
                    <a:pt x="2876" y="286"/>
                  </a:lnTo>
                  <a:lnTo>
                    <a:pt x="2856" y="286"/>
                  </a:lnTo>
                  <a:lnTo>
                    <a:pt x="2895" y="286"/>
                  </a:lnTo>
                  <a:lnTo>
                    <a:pt x="2914" y="286"/>
                  </a:lnTo>
                  <a:lnTo>
                    <a:pt x="2914" y="267"/>
                  </a:lnTo>
                  <a:lnTo>
                    <a:pt x="2933" y="267"/>
                  </a:lnTo>
                  <a:lnTo>
                    <a:pt x="2933" y="248"/>
                  </a:lnTo>
                  <a:lnTo>
                    <a:pt x="2914" y="229"/>
                  </a:lnTo>
                  <a:lnTo>
                    <a:pt x="2914" y="209"/>
                  </a:lnTo>
                  <a:lnTo>
                    <a:pt x="2933" y="209"/>
                  </a:lnTo>
                  <a:lnTo>
                    <a:pt x="2933" y="190"/>
                  </a:lnTo>
                  <a:lnTo>
                    <a:pt x="2952" y="209"/>
                  </a:lnTo>
                  <a:lnTo>
                    <a:pt x="2933" y="209"/>
                  </a:lnTo>
                  <a:lnTo>
                    <a:pt x="2933" y="229"/>
                  </a:lnTo>
                  <a:lnTo>
                    <a:pt x="2952" y="229"/>
                  </a:lnTo>
                  <a:lnTo>
                    <a:pt x="2952" y="248"/>
                  </a:lnTo>
                  <a:lnTo>
                    <a:pt x="2971" y="209"/>
                  </a:lnTo>
                  <a:lnTo>
                    <a:pt x="2990" y="190"/>
                  </a:lnTo>
                  <a:lnTo>
                    <a:pt x="3009" y="209"/>
                  </a:lnTo>
                  <a:lnTo>
                    <a:pt x="2990" y="209"/>
                  </a:lnTo>
                  <a:lnTo>
                    <a:pt x="2971" y="229"/>
                  </a:lnTo>
                  <a:lnTo>
                    <a:pt x="2990" y="229"/>
                  </a:lnTo>
                  <a:lnTo>
                    <a:pt x="3009" y="229"/>
                  </a:lnTo>
                  <a:lnTo>
                    <a:pt x="2990" y="248"/>
                  </a:lnTo>
                  <a:lnTo>
                    <a:pt x="2990" y="267"/>
                  </a:lnTo>
                  <a:lnTo>
                    <a:pt x="3009" y="248"/>
                  </a:lnTo>
                  <a:lnTo>
                    <a:pt x="3009" y="229"/>
                  </a:lnTo>
                  <a:lnTo>
                    <a:pt x="3009" y="267"/>
                  </a:lnTo>
                  <a:lnTo>
                    <a:pt x="3009" y="286"/>
                  </a:lnTo>
                  <a:lnTo>
                    <a:pt x="3009" y="305"/>
                  </a:lnTo>
                  <a:lnTo>
                    <a:pt x="3009" y="324"/>
                  </a:lnTo>
                  <a:lnTo>
                    <a:pt x="3009" y="343"/>
                  </a:lnTo>
                  <a:lnTo>
                    <a:pt x="3009" y="324"/>
                  </a:lnTo>
                  <a:lnTo>
                    <a:pt x="3047" y="267"/>
                  </a:lnTo>
                  <a:lnTo>
                    <a:pt x="3066" y="267"/>
                  </a:lnTo>
                  <a:lnTo>
                    <a:pt x="3066" y="248"/>
                  </a:lnTo>
                  <a:lnTo>
                    <a:pt x="3066" y="229"/>
                  </a:lnTo>
                  <a:lnTo>
                    <a:pt x="3105" y="209"/>
                  </a:lnTo>
                  <a:lnTo>
                    <a:pt x="3085" y="209"/>
                  </a:lnTo>
                  <a:lnTo>
                    <a:pt x="3105" y="209"/>
                  </a:lnTo>
                  <a:lnTo>
                    <a:pt x="3123" y="229"/>
                  </a:lnTo>
                  <a:lnTo>
                    <a:pt x="3123" y="248"/>
                  </a:lnTo>
                  <a:lnTo>
                    <a:pt x="3105" y="267"/>
                  </a:lnTo>
                  <a:lnTo>
                    <a:pt x="3105" y="286"/>
                  </a:lnTo>
                  <a:lnTo>
                    <a:pt x="3085" y="267"/>
                  </a:lnTo>
                  <a:lnTo>
                    <a:pt x="3085" y="286"/>
                  </a:lnTo>
                  <a:lnTo>
                    <a:pt x="3066" y="286"/>
                  </a:lnTo>
                  <a:lnTo>
                    <a:pt x="3047" y="305"/>
                  </a:lnTo>
                  <a:lnTo>
                    <a:pt x="3047" y="324"/>
                  </a:lnTo>
                  <a:lnTo>
                    <a:pt x="3047" y="343"/>
                  </a:lnTo>
                  <a:lnTo>
                    <a:pt x="3047" y="362"/>
                  </a:lnTo>
                  <a:lnTo>
                    <a:pt x="3047" y="381"/>
                  </a:lnTo>
                  <a:lnTo>
                    <a:pt x="3028" y="381"/>
                  </a:lnTo>
                  <a:lnTo>
                    <a:pt x="3009" y="381"/>
                  </a:lnTo>
                  <a:lnTo>
                    <a:pt x="2990" y="400"/>
                  </a:lnTo>
                  <a:lnTo>
                    <a:pt x="3009" y="400"/>
                  </a:lnTo>
                  <a:lnTo>
                    <a:pt x="3009" y="381"/>
                  </a:lnTo>
                  <a:lnTo>
                    <a:pt x="3028" y="381"/>
                  </a:lnTo>
                  <a:lnTo>
                    <a:pt x="3028" y="400"/>
                  </a:lnTo>
                  <a:lnTo>
                    <a:pt x="3028" y="419"/>
                  </a:lnTo>
                  <a:lnTo>
                    <a:pt x="3047" y="419"/>
                  </a:lnTo>
                  <a:lnTo>
                    <a:pt x="3047" y="400"/>
                  </a:lnTo>
                  <a:lnTo>
                    <a:pt x="3066" y="419"/>
                  </a:lnTo>
                  <a:lnTo>
                    <a:pt x="3066" y="438"/>
                  </a:lnTo>
                  <a:lnTo>
                    <a:pt x="3066" y="457"/>
                  </a:lnTo>
                  <a:lnTo>
                    <a:pt x="3085" y="438"/>
                  </a:lnTo>
                  <a:lnTo>
                    <a:pt x="3085" y="419"/>
                  </a:lnTo>
                  <a:lnTo>
                    <a:pt x="3066" y="381"/>
                  </a:lnTo>
                  <a:lnTo>
                    <a:pt x="3066" y="362"/>
                  </a:lnTo>
                  <a:lnTo>
                    <a:pt x="3085" y="362"/>
                  </a:lnTo>
                  <a:lnTo>
                    <a:pt x="3085" y="343"/>
                  </a:lnTo>
                  <a:lnTo>
                    <a:pt x="3105" y="343"/>
                  </a:lnTo>
                  <a:lnTo>
                    <a:pt x="3105" y="362"/>
                  </a:lnTo>
                  <a:lnTo>
                    <a:pt x="3105" y="381"/>
                  </a:lnTo>
                  <a:lnTo>
                    <a:pt x="3085" y="381"/>
                  </a:lnTo>
                  <a:lnTo>
                    <a:pt x="3105" y="381"/>
                  </a:lnTo>
                  <a:lnTo>
                    <a:pt x="3123" y="362"/>
                  </a:lnTo>
                  <a:lnTo>
                    <a:pt x="3142" y="324"/>
                  </a:lnTo>
                  <a:lnTo>
                    <a:pt x="3142" y="305"/>
                  </a:lnTo>
                  <a:lnTo>
                    <a:pt x="3161" y="267"/>
                  </a:lnTo>
                  <a:lnTo>
                    <a:pt x="3161" y="248"/>
                  </a:lnTo>
                  <a:lnTo>
                    <a:pt x="3181" y="229"/>
                  </a:lnTo>
                  <a:lnTo>
                    <a:pt x="3200" y="229"/>
                  </a:lnTo>
                  <a:lnTo>
                    <a:pt x="3200" y="248"/>
                  </a:lnTo>
                  <a:lnTo>
                    <a:pt x="3219" y="267"/>
                  </a:lnTo>
                  <a:lnTo>
                    <a:pt x="3219" y="343"/>
                  </a:lnTo>
                  <a:lnTo>
                    <a:pt x="3219" y="324"/>
                  </a:lnTo>
                  <a:lnTo>
                    <a:pt x="3200" y="324"/>
                  </a:lnTo>
                  <a:lnTo>
                    <a:pt x="3200" y="362"/>
                  </a:lnTo>
                  <a:lnTo>
                    <a:pt x="3181" y="362"/>
                  </a:lnTo>
                  <a:lnTo>
                    <a:pt x="3161" y="381"/>
                  </a:lnTo>
                  <a:lnTo>
                    <a:pt x="3123" y="400"/>
                  </a:lnTo>
                  <a:lnTo>
                    <a:pt x="3142" y="400"/>
                  </a:lnTo>
                  <a:lnTo>
                    <a:pt x="3142" y="381"/>
                  </a:lnTo>
                  <a:lnTo>
                    <a:pt x="3161" y="381"/>
                  </a:lnTo>
                  <a:lnTo>
                    <a:pt x="3161" y="400"/>
                  </a:lnTo>
                  <a:lnTo>
                    <a:pt x="3161" y="419"/>
                  </a:lnTo>
                  <a:lnTo>
                    <a:pt x="3142" y="438"/>
                  </a:lnTo>
                  <a:lnTo>
                    <a:pt x="3142" y="457"/>
                  </a:lnTo>
                  <a:lnTo>
                    <a:pt x="3123" y="457"/>
                  </a:lnTo>
                  <a:lnTo>
                    <a:pt x="3123" y="476"/>
                  </a:lnTo>
                  <a:lnTo>
                    <a:pt x="3123" y="495"/>
                  </a:lnTo>
                  <a:lnTo>
                    <a:pt x="3142" y="476"/>
                  </a:lnTo>
                  <a:lnTo>
                    <a:pt x="3142" y="457"/>
                  </a:lnTo>
                  <a:lnTo>
                    <a:pt x="3161" y="476"/>
                  </a:lnTo>
                  <a:lnTo>
                    <a:pt x="3181" y="495"/>
                  </a:lnTo>
                  <a:lnTo>
                    <a:pt x="3181" y="514"/>
                  </a:lnTo>
                  <a:lnTo>
                    <a:pt x="3161" y="552"/>
                  </a:lnTo>
                  <a:lnTo>
                    <a:pt x="3161" y="571"/>
                  </a:lnTo>
                  <a:lnTo>
                    <a:pt x="3161" y="590"/>
                  </a:lnTo>
                  <a:lnTo>
                    <a:pt x="3161" y="610"/>
                  </a:lnTo>
                  <a:lnTo>
                    <a:pt x="3161" y="629"/>
                  </a:lnTo>
                  <a:lnTo>
                    <a:pt x="3181" y="629"/>
                  </a:lnTo>
                  <a:lnTo>
                    <a:pt x="3200" y="648"/>
                  </a:lnTo>
                  <a:lnTo>
                    <a:pt x="3237" y="629"/>
                  </a:lnTo>
                  <a:lnTo>
                    <a:pt x="3237" y="610"/>
                  </a:lnTo>
                  <a:lnTo>
                    <a:pt x="3257" y="590"/>
                  </a:lnTo>
                  <a:lnTo>
                    <a:pt x="3276" y="590"/>
                  </a:lnTo>
                  <a:lnTo>
                    <a:pt x="3295" y="571"/>
                  </a:lnTo>
                  <a:lnTo>
                    <a:pt x="3276" y="552"/>
                  </a:lnTo>
                  <a:lnTo>
                    <a:pt x="3257" y="534"/>
                  </a:lnTo>
                  <a:lnTo>
                    <a:pt x="3257" y="514"/>
                  </a:lnTo>
                  <a:lnTo>
                    <a:pt x="3257" y="495"/>
                  </a:lnTo>
                  <a:lnTo>
                    <a:pt x="3276" y="457"/>
                  </a:lnTo>
                  <a:lnTo>
                    <a:pt x="3314" y="438"/>
                  </a:lnTo>
                  <a:lnTo>
                    <a:pt x="3333" y="438"/>
                  </a:lnTo>
                  <a:lnTo>
                    <a:pt x="3333" y="419"/>
                  </a:lnTo>
                  <a:lnTo>
                    <a:pt x="3352" y="400"/>
                  </a:lnTo>
                  <a:lnTo>
                    <a:pt x="3371" y="419"/>
                  </a:lnTo>
                  <a:lnTo>
                    <a:pt x="3371" y="400"/>
                  </a:lnTo>
                  <a:lnTo>
                    <a:pt x="3390" y="400"/>
                  </a:lnTo>
                  <a:lnTo>
                    <a:pt x="3409" y="381"/>
                  </a:lnTo>
                  <a:lnTo>
                    <a:pt x="3428" y="381"/>
                  </a:lnTo>
                  <a:lnTo>
                    <a:pt x="3428" y="400"/>
                  </a:lnTo>
                  <a:lnTo>
                    <a:pt x="3390" y="400"/>
                  </a:lnTo>
                  <a:lnTo>
                    <a:pt x="3428" y="400"/>
                  </a:lnTo>
                  <a:lnTo>
                    <a:pt x="3428" y="381"/>
                  </a:lnTo>
                  <a:lnTo>
                    <a:pt x="3428" y="362"/>
                  </a:lnTo>
                  <a:lnTo>
                    <a:pt x="3447" y="343"/>
                  </a:lnTo>
                  <a:lnTo>
                    <a:pt x="3447" y="381"/>
                  </a:lnTo>
                  <a:lnTo>
                    <a:pt x="3447" y="400"/>
                  </a:lnTo>
                  <a:lnTo>
                    <a:pt x="3466" y="400"/>
                  </a:lnTo>
                  <a:lnTo>
                    <a:pt x="3486" y="400"/>
                  </a:lnTo>
                  <a:lnTo>
                    <a:pt x="3504" y="419"/>
                  </a:lnTo>
                  <a:lnTo>
                    <a:pt x="3504" y="438"/>
                  </a:lnTo>
                  <a:lnTo>
                    <a:pt x="3486" y="438"/>
                  </a:lnTo>
                  <a:lnTo>
                    <a:pt x="3504" y="438"/>
                  </a:lnTo>
                  <a:lnTo>
                    <a:pt x="3523" y="438"/>
                  </a:lnTo>
                  <a:lnTo>
                    <a:pt x="3523" y="457"/>
                  </a:lnTo>
                  <a:lnTo>
                    <a:pt x="3504" y="476"/>
                  </a:lnTo>
                  <a:lnTo>
                    <a:pt x="3486" y="476"/>
                  </a:lnTo>
                  <a:lnTo>
                    <a:pt x="3486" y="495"/>
                  </a:lnTo>
                  <a:lnTo>
                    <a:pt x="3486" y="514"/>
                  </a:lnTo>
                  <a:lnTo>
                    <a:pt x="3486" y="495"/>
                  </a:lnTo>
                  <a:lnTo>
                    <a:pt x="3504" y="495"/>
                  </a:lnTo>
                  <a:lnTo>
                    <a:pt x="3523" y="495"/>
                  </a:lnTo>
                  <a:lnTo>
                    <a:pt x="3523" y="476"/>
                  </a:lnTo>
                  <a:lnTo>
                    <a:pt x="3542" y="457"/>
                  </a:lnTo>
                  <a:lnTo>
                    <a:pt x="3542" y="438"/>
                  </a:lnTo>
                  <a:lnTo>
                    <a:pt x="3542" y="419"/>
                  </a:lnTo>
                  <a:lnTo>
                    <a:pt x="3542" y="400"/>
                  </a:lnTo>
                  <a:lnTo>
                    <a:pt x="3562" y="400"/>
                  </a:lnTo>
                  <a:lnTo>
                    <a:pt x="3581" y="381"/>
                  </a:lnTo>
                  <a:lnTo>
                    <a:pt x="3600" y="381"/>
                  </a:lnTo>
                  <a:lnTo>
                    <a:pt x="3618" y="362"/>
                  </a:lnTo>
                  <a:lnTo>
                    <a:pt x="3618" y="343"/>
                  </a:lnTo>
                  <a:lnTo>
                    <a:pt x="3638" y="362"/>
                  </a:lnTo>
                  <a:lnTo>
                    <a:pt x="3638" y="400"/>
                  </a:lnTo>
                  <a:lnTo>
                    <a:pt x="3618" y="419"/>
                  </a:lnTo>
                  <a:lnTo>
                    <a:pt x="3600" y="419"/>
                  </a:lnTo>
                  <a:lnTo>
                    <a:pt x="3600" y="438"/>
                  </a:lnTo>
                  <a:lnTo>
                    <a:pt x="3581" y="457"/>
                  </a:lnTo>
                  <a:lnTo>
                    <a:pt x="3581" y="476"/>
                  </a:lnTo>
                  <a:lnTo>
                    <a:pt x="3581" y="495"/>
                  </a:lnTo>
                  <a:lnTo>
                    <a:pt x="3581" y="514"/>
                  </a:lnTo>
                  <a:lnTo>
                    <a:pt x="3562" y="514"/>
                  </a:lnTo>
                  <a:lnTo>
                    <a:pt x="3542" y="495"/>
                  </a:lnTo>
                  <a:lnTo>
                    <a:pt x="3542" y="514"/>
                  </a:lnTo>
                  <a:lnTo>
                    <a:pt x="3562" y="514"/>
                  </a:lnTo>
                  <a:lnTo>
                    <a:pt x="3562" y="534"/>
                  </a:lnTo>
                  <a:lnTo>
                    <a:pt x="3581" y="552"/>
                  </a:lnTo>
                  <a:lnTo>
                    <a:pt x="3562" y="552"/>
                  </a:lnTo>
                  <a:lnTo>
                    <a:pt x="3581" y="552"/>
                  </a:lnTo>
                  <a:lnTo>
                    <a:pt x="3581" y="534"/>
                  </a:lnTo>
                  <a:lnTo>
                    <a:pt x="3581" y="514"/>
                  </a:lnTo>
                  <a:lnTo>
                    <a:pt x="3600" y="514"/>
                  </a:lnTo>
                  <a:lnTo>
                    <a:pt x="3618" y="514"/>
                  </a:lnTo>
                  <a:lnTo>
                    <a:pt x="3618" y="534"/>
                  </a:lnTo>
                  <a:lnTo>
                    <a:pt x="3638" y="552"/>
                  </a:lnTo>
                  <a:lnTo>
                    <a:pt x="3657" y="534"/>
                  </a:lnTo>
                  <a:lnTo>
                    <a:pt x="3638" y="534"/>
                  </a:lnTo>
                  <a:lnTo>
                    <a:pt x="3638" y="514"/>
                  </a:lnTo>
                  <a:lnTo>
                    <a:pt x="3657" y="495"/>
                  </a:lnTo>
                  <a:lnTo>
                    <a:pt x="3638" y="495"/>
                  </a:lnTo>
                  <a:lnTo>
                    <a:pt x="3638" y="476"/>
                  </a:lnTo>
                  <a:lnTo>
                    <a:pt x="3657" y="476"/>
                  </a:lnTo>
                  <a:lnTo>
                    <a:pt x="3676" y="495"/>
                  </a:lnTo>
                  <a:lnTo>
                    <a:pt x="3676" y="514"/>
                  </a:lnTo>
                  <a:lnTo>
                    <a:pt x="3676" y="534"/>
                  </a:lnTo>
                  <a:lnTo>
                    <a:pt x="3676" y="514"/>
                  </a:lnTo>
                  <a:lnTo>
                    <a:pt x="3695" y="514"/>
                  </a:lnTo>
                  <a:lnTo>
                    <a:pt x="3695" y="534"/>
                  </a:lnTo>
                  <a:lnTo>
                    <a:pt x="3676" y="552"/>
                  </a:lnTo>
                  <a:lnTo>
                    <a:pt x="3676" y="571"/>
                  </a:lnTo>
                  <a:lnTo>
                    <a:pt x="3695" y="571"/>
                  </a:lnTo>
                  <a:lnTo>
                    <a:pt x="3695" y="590"/>
                  </a:lnTo>
                  <a:lnTo>
                    <a:pt x="3676" y="610"/>
                  </a:lnTo>
                  <a:lnTo>
                    <a:pt x="3695" y="610"/>
                  </a:lnTo>
                  <a:lnTo>
                    <a:pt x="3714" y="629"/>
                  </a:lnTo>
                  <a:lnTo>
                    <a:pt x="3695" y="629"/>
                  </a:lnTo>
                  <a:lnTo>
                    <a:pt x="3695" y="648"/>
                  </a:lnTo>
                  <a:lnTo>
                    <a:pt x="3676" y="648"/>
                  </a:lnTo>
                  <a:lnTo>
                    <a:pt x="3657" y="648"/>
                  </a:lnTo>
                  <a:lnTo>
                    <a:pt x="3676" y="666"/>
                  </a:lnTo>
                  <a:lnTo>
                    <a:pt x="3714" y="629"/>
                  </a:lnTo>
                  <a:lnTo>
                    <a:pt x="3714" y="610"/>
                  </a:lnTo>
                  <a:lnTo>
                    <a:pt x="3733" y="610"/>
                  </a:lnTo>
                  <a:lnTo>
                    <a:pt x="3752" y="629"/>
                  </a:lnTo>
                  <a:lnTo>
                    <a:pt x="3771" y="610"/>
                  </a:lnTo>
                  <a:lnTo>
                    <a:pt x="3752" y="648"/>
                  </a:lnTo>
                  <a:lnTo>
                    <a:pt x="3733" y="666"/>
                  </a:lnTo>
                  <a:lnTo>
                    <a:pt x="3676" y="705"/>
                  </a:lnTo>
                  <a:lnTo>
                    <a:pt x="3695" y="705"/>
                  </a:lnTo>
                  <a:lnTo>
                    <a:pt x="3733" y="705"/>
                  </a:lnTo>
                  <a:lnTo>
                    <a:pt x="3733" y="686"/>
                  </a:lnTo>
                  <a:lnTo>
                    <a:pt x="3752" y="686"/>
                  </a:lnTo>
                  <a:lnTo>
                    <a:pt x="3752" y="705"/>
                  </a:lnTo>
                  <a:lnTo>
                    <a:pt x="3771" y="705"/>
                  </a:lnTo>
                  <a:lnTo>
                    <a:pt x="3790" y="705"/>
                  </a:lnTo>
                  <a:lnTo>
                    <a:pt x="3809" y="686"/>
                  </a:lnTo>
                  <a:lnTo>
                    <a:pt x="3828" y="648"/>
                  </a:lnTo>
                  <a:lnTo>
                    <a:pt x="3828" y="610"/>
                  </a:lnTo>
                  <a:lnTo>
                    <a:pt x="3867" y="648"/>
                  </a:lnTo>
                  <a:lnTo>
                    <a:pt x="3847" y="666"/>
                  </a:lnTo>
                  <a:lnTo>
                    <a:pt x="3828" y="686"/>
                  </a:lnTo>
                  <a:lnTo>
                    <a:pt x="3828" y="705"/>
                  </a:lnTo>
                  <a:lnTo>
                    <a:pt x="3828" y="724"/>
                  </a:lnTo>
                  <a:lnTo>
                    <a:pt x="3809" y="724"/>
                  </a:lnTo>
                  <a:lnTo>
                    <a:pt x="3828" y="724"/>
                  </a:lnTo>
                  <a:lnTo>
                    <a:pt x="3847" y="724"/>
                  </a:lnTo>
                  <a:lnTo>
                    <a:pt x="3867" y="724"/>
                  </a:lnTo>
                  <a:lnTo>
                    <a:pt x="3867" y="743"/>
                  </a:lnTo>
                  <a:lnTo>
                    <a:pt x="3885" y="724"/>
                  </a:lnTo>
                  <a:lnTo>
                    <a:pt x="3885" y="705"/>
                  </a:lnTo>
                  <a:lnTo>
                    <a:pt x="3904" y="705"/>
                  </a:lnTo>
                  <a:lnTo>
                    <a:pt x="3904" y="724"/>
                  </a:lnTo>
                  <a:lnTo>
                    <a:pt x="3904" y="743"/>
                  </a:lnTo>
                  <a:lnTo>
                    <a:pt x="3885" y="743"/>
                  </a:lnTo>
                  <a:lnTo>
                    <a:pt x="3904" y="743"/>
                  </a:lnTo>
                  <a:lnTo>
                    <a:pt x="3923" y="72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23" y="762"/>
                  </a:lnTo>
                  <a:lnTo>
                    <a:pt x="3885" y="781"/>
                  </a:lnTo>
                  <a:lnTo>
                    <a:pt x="3904" y="781"/>
                  </a:lnTo>
                  <a:lnTo>
                    <a:pt x="3923" y="781"/>
                  </a:lnTo>
                  <a:lnTo>
                    <a:pt x="3943" y="781"/>
                  </a:lnTo>
                  <a:lnTo>
                    <a:pt x="3943" y="800"/>
                  </a:lnTo>
                  <a:lnTo>
                    <a:pt x="3962" y="800"/>
                  </a:lnTo>
                  <a:lnTo>
                    <a:pt x="3962" y="819"/>
                  </a:lnTo>
                  <a:lnTo>
                    <a:pt x="3962" y="838"/>
                  </a:lnTo>
                  <a:lnTo>
                    <a:pt x="3980" y="857"/>
                  </a:lnTo>
                  <a:lnTo>
                    <a:pt x="3980" y="876"/>
                  </a:lnTo>
                  <a:lnTo>
                    <a:pt x="3962" y="876"/>
                  </a:lnTo>
                  <a:lnTo>
                    <a:pt x="3962" y="895"/>
                  </a:lnTo>
                  <a:lnTo>
                    <a:pt x="3943" y="895"/>
                  </a:lnTo>
                  <a:lnTo>
                    <a:pt x="3923" y="895"/>
                  </a:lnTo>
                  <a:lnTo>
                    <a:pt x="3904" y="895"/>
                  </a:lnTo>
                  <a:lnTo>
                    <a:pt x="3885" y="895"/>
                  </a:lnTo>
                  <a:lnTo>
                    <a:pt x="3885" y="915"/>
                  </a:lnTo>
                  <a:lnTo>
                    <a:pt x="3847" y="915"/>
                  </a:lnTo>
                  <a:lnTo>
                    <a:pt x="3867" y="915"/>
                  </a:lnTo>
                  <a:lnTo>
                    <a:pt x="3885" y="915"/>
                  </a:lnTo>
                  <a:lnTo>
                    <a:pt x="3904" y="915"/>
                  </a:lnTo>
                  <a:lnTo>
                    <a:pt x="3923" y="915"/>
                  </a:lnTo>
                  <a:lnTo>
                    <a:pt x="3943" y="915"/>
                  </a:lnTo>
                  <a:lnTo>
                    <a:pt x="3962" y="915"/>
                  </a:lnTo>
                  <a:lnTo>
                    <a:pt x="3962" y="933"/>
                  </a:lnTo>
                  <a:lnTo>
                    <a:pt x="3923" y="952"/>
                  </a:lnTo>
                  <a:lnTo>
                    <a:pt x="3904" y="971"/>
                  </a:lnTo>
                  <a:lnTo>
                    <a:pt x="3885" y="991"/>
                  </a:lnTo>
                  <a:lnTo>
                    <a:pt x="3867" y="1029"/>
                  </a:lnTo>
                  <a:lnTo>
                    <a:pt x="3828" y="1029"/>
                  </a:lnTo>
                  <a:lnTo>
                    <a:pt x="3847" y="1029"/>
                  </a:lnTo>
                  <a:lnTo>
                    <a:pt x="3867" y="1029"/>
                  </a:lnTo>
                  <a:lnTo>
                    <a:pt x="3885" y="1029"/>
                  </a:lnTo>
                  <a:lnTo>
                    <a:pt x="3885" y="1047"/>
                  </a:lnTo>
                  <a:lnTo>
                    <a:pt x="3847" y="1067"/>
                  </a:lnTo>
                  <a:lnTo>
                    <a:pt x="3828" y="1105"/>
                  </a:lnTo>
                  <a:lnTo>
                    <a:pt x="3790" y="1105"/>
                  </a:lnTo>
                  <a:lnTo>
                    <a:pt x="3771" y="1105"/>
                  </a:lnTo>
                  <a:lnTo>
                    <a:pt x="3771" y="1124"/>
                  </a:lnTo>
                  <a:lnTo>
                    <a:pt x="3790" y="1124"/>
                  </a:lnTo>
                  <a:lnTo>
                    <a:pt x="3752" y="1124"/>
                  </a:lnTo>
                  <a:lnTo>
                    <a:pt x="3733" y="1124"/>
                  </a:lnTo>
                  <a:lnTo>
                    <a:pt x="3714" y="1124"/>
                  </a:lnTo>
                  <a:lnTo>
                    <a:pt x="3695" y="1143"/>
                  </a:lnTo>
                  <a:lnTo>
                    <a:pt x="3676" y="1143"/>
                  </a:lnTo>
                  <a:lnTo>
                    <a:pt x="3657" y="1143"/>
                  </a:lnTo>
                  <a:lnTo>
                    <a:pt x="3676" y="1162"/>
                  </a:lnTo>
                  <a:lnTo>
                    <a:pt x="3714" y="1143"/>
                  </a:lnTo>
                  <a:lnTo>
                    <a:pt x="3752" y="1124"/>
                  </a:lnTo>
                  <a:lnTo>
                    <a:pt x="3771" y="1162"/>
                  </a:lnTo>
                  <a:lnTo>
                    <a:pt x="3790" y="1143"/>
                  </a:lnTo>
                  <a:lnTo>
                    <a:pt x="3809" y="1143"/>
                  </a:lnTo>
                  <a:lnTo>
                    <a:pt x="3809" y="1162"/>
                  </a:lnTo>
                  <a:lnTo>
                    <a:pt x="3809" y="1181"/>
                  </a:lnTo>
                  <a:lnTo>
                    <a:pt x="3790" y="1181"/>
                  </a:lnTo>
                  <a:lnTo>
                    <a:pt x="3790" y="1200"/>
                  </a:lnTo>
                  <a:lnTo>
                    <a:pt x="3771" y="1219"/>
                  </a:lnTo>
                  <a:lnTo>
                    <a:pt x="3771" y="1257"/>
                  </a:lnTo>
                  <a:lnTo>
                    <a:pt x="3752" y="1257"/>
                  </a:lnTo>
                  <a:lnTo>
                    <a:pt x="3771" y="1257"/>
                  </a:lnTo>
                  <a:lnTo>
                    <a:pt x="3771" y="1238"/>
                  </a:lnTo>
                  <a:lnTo>
                    <a:pt x="3809" y="1219"/>
                  </a:lnTo>
                  <a:lnTo>
                    <a:pt x="3809" y="1257"/>
                  </a:lnTo>
                  <a:lnTo>
                    <a:pt x="3809" y="1276"/>
                  </a:lnTo>
                  <a:lnTo>
                    <a:pt x="3828" y="1276"/>
                  </a:lnTo>
                  <a:lnTo>
                    <a:pt x="3809" y="1257"/>
                  </a:lnTo>
                  <a:lnTo>
                    <a:pt x="3828" y="1257"/>
                  </a:lnTo>
                  <a:lnTo>
                    <a:pt x="3828" y="1238"/>
                  </a:lnTo>
                  <a:lnTo>
                    <a:pt x="3828" y="1219"/>
                  </a:lnTo>
                  <a:lnTo>
                    <a:pt x="3828" y="1200"/>
                  </a:lnTo>
                  <a:lnTo>
                    <a:pt x="3828" y="1181"/>
                  </a:lnTo>
                  <a:lnTo>
                    <a:pt x="3828" y="1162"/>
                  </a:lnTo>
                  <a:lnTo>
                    <a:pt x="3847" y="1143"/>
                  </a:lnTo>
                  <a:lnTo>
                    <a:pt x="3885" y="1105"/>
                  </a:lnTo>
                  <a:lnTo>
                    <a:pt x="3904" y="1086"/>
                  </a:lnTo>
                  <a:lnTo>
                    <a:pt x="3923" y="1067"/>
                  </a:lnTo>
                  <a:lnTo>
                    <a:pt x="3923" y="1047"/>
                  </a:lnTo>
                  <a:lnTo>
                    <a:pt x="3943" y="1047"/>
                  </a:lnTo>
                  <a:lnTo>
                    <a:pt x="3962" y="1029"/>
                  </a:lnTo>
                  <a:lnTo>
                    <a:pt x="3999" y="1010"/>
                  </a:lnTo>
                  <a:lnTo>
                    <a:pt x="4038" y="1029"/>
                  </a:lnTo>
                  <a:lnTo>
                    <a:pt x="4057" y="1067"/>
                  </a:lnTo>
                  <a:lnTo>
                    <a:pt x="4076" y="1086"/>
                  </a:lnTo>
                  <a:lnTo>
                    <a:pt x="4076" y="1105"/>
                  </a:lnTo>
                  <a:lnTo>
                    <a:pt x="4076" y="1143"/>
                  </a:lnTo>
                  <a:lnTo>
                    <a:pt x="4095" y="1162"/>
                  </a:lnTo>
                  <a:lnTo>
                    <a:pt x="4095" y="1200"/>
                  </a:lnTo>
                  <a:lnTo>
                    <a:pt x="4076" y="1238"/>
                  </a:lnTo>
                  <a:lnTo>
                    <a:pt x="4076" y="1257"/>
                  </a:lnTo>
                  <a:lnTo>
                    <a:pt x="4057" y="1257"/>
                  </a:lnTo>
                  <a:lnTo>
                    <a:pt x="4038" y="1257"/>
                  </a:lnTo>
                  <a:lnTo>
                    <a:pt x="3999" y="1257"/>
                  </a:lnTo>
                  <a:lnTo>
                    <a:pt x="3980" y="1257"/>
                  </a:lnTo>
                  <a:lnTo>
                    <a:pt x="3980" y="1238"/>
                  </a:lnTo>
                  <a:lnTo>
                    <a:pt x="3962" y="1238"/>
                  </a:lnTo>
                  <a:lnTo>
                    <a:pt x="3962" y="1219"/>
                  </a:lnTo>
                  <a:lnTo>
                    <a:pt x="3943" y="1219"/>
                  </a:lnTo>
                  <a:lnTo>
                    <a:pt x="3943" y="1238"/>
                  </a:lnTo>
                  <a:lnTo>
                    <a:pt x="3923" y="1238"/>
                  </a:lnTo>
                  <a:lnTo>
                    <a:pt x="3904" y="1257"/>
                  </a:lnTo>
                  <a:lnTo>
                    <a:pt x="3904" y="1276"/>
                  </a:lnTo>
                  <a:lnTo>
                    <a:pt x="3943" y="1238"/>
                  </a:lnTo>
                  <a:lnTo>
                    <a:pt x="3962" y="1238"/>
                  </a:lnTo>
                  <a:lnTo>
                    <a:pt x="3962" y="1276"/>
                  </a:lnTo>
                  <a:lnTo>
                    <a:pt x="3962" y="1314"/>
                  </a:lnTo>
                  <a:lnTo>
                    <a:pt x="3943" y="1352"/>
                  </a:lnTo>
                  <a:lnTo>
                    <a:pt x="3923" y="1372"/>
                  </a:lnTo>
                  <a:lnTo>
                    <a:pt x="3904" y="1372"/>
                  </a:lnTo>
                  <a:lnTo>
                    <a:pt x="3885" y="1372"/>
                  </a:lnTo>
                  <a:lnTo>
                    <a:pt x="3885" y="1410"/>
                  </a:lnTo>
                  <a:lnTo>
                    <a:pt x="3867" y="1410"/>
                  </a:lnTo>
                  <a:lnTo>
                    <a:pt x="3828" y="1428"/>
                  </a:lnTo>
                  <a:lnTo>
                    <a:pt x="3809" y="1428"/>
                  </a:lnTo>
                  <a:lnTo>
                    <a:pt x="3809" y="1448"/>
                  </a:lnTo>
                  <a:lnTo>
                    <a:pt x="3828" y="1428"/>
                  </a:lnTo>
                  <a:lnTo>
                    <a:pt x="3867" y="1410"/>
                  </a:lnTo>
                  <a:lnTo>
                    <a:pt x="3885" y="1410"/>
                  </a:lnTo>
                  <a:lnTo>
                    <a:pt x="3904" y="1391"/>
                  </a:lnTo>
                  <a:lnTo>
                    <a:pt x="3923" y="1372"/>
                  </a:lnTo>
                  <a:lnTo>
                    <a:pt x="3923" y="1391"/>
                  </a:lnTo>
                  <a:lnTo>
                    <a:pt x="3923" y="1410"/>
                  </a:lnTo>
                  <a:lnTo>
                    <a:pt x="3904" y="1410"/>
                  </a:lnTo>
                  <a:lnTo>
                    <a:pt x="3867" y="1505"/>
                  </a:lnTo>
                  <a:lnTo>
                    <a:pt x="3847" y="1524"/>
                  </a:lnTo>
                  <a:lnTo>
                    <a:pt x="3847" y="1543"/>
                  </a:lnTo>
                  <a:lnTo>
                    <a:pt x="3847" y="1562"/>
                  </a:lnTo>
                  <a:lnTo>
                    <a:pt x="3828" y="1581"/>
                  </a:lnTo>
                  <a:lnTo>
                    <a:pt x="3828" y="1600"/>
                  </a:lnTo>
                  <a:lnTo>
                    <a:pt x="3828" y="1619"/>
                  </a:lnTo>
                  <a:lnTo>
                    <a:pt x="3828" y="1657"/>
                  </a:lnTo>
                  <a:lnTo>
                    <a:pt x="3828" y="1676"/>
                  </a:lnTo>
                  <a:lnTo>
                    <a:pt x="3790" y="1733"/>
                  </a:lnTo>
                  <a:lnTo>
                    <a:pt x="3790" y="1753"/>
                  </a:lnTo>
                  <a:lnTo>
                    <a:pt x="3790" y="1772"/>
                  </a:lnTo>
                  <a:lnTo>
                    <a:pt x="3790" y="1790"/>
                  </a:lnTo>
                  <a:lnTo>
                    <a:pt x="3790" y="1809"/>
                  </a:lnTo>
                  <a:lnTo>
                    <a:pt x="3790" y="1829"/>
                  </a:lnTo>
                  <a:lnTo>
                    <a:pt x="3809" y="1829"/>
                  </a:lnTo>
                  <a:lnTo>
                    <a:pt x="3828" y="1829"/>
                  </a:lnTo>
                  <a:lnTo>
                    <a:pt x="3847" y="1848"/>
                  </a:lnTo>
                  <a:lnTo>
                    <a:pt x="3847" y="1867"/>
                  </a:lnTo>
                  <a:lnTo>
                    <a:pt x="3828" y="1886"/>
                  </a:lnTo>
                  <a:lnTo>
                    <a:pt x="3809" y="1886"/>
                  </a:lnTo>
                  <a:lnTo>
                    <a:pt x="3809" y="1905"/>
                  </a:lnTo>
                  <a:lnTo>
                    <a:pt x="3790" y="1924"/>
                  </a:lnTo>
                  <a:lnTo>
                    <a:pt x="3771" y="1943"/>
                  </a:lnTo>
                  <a:lnTo>
                    <a:pt x="3771" y="1962"/>
                  </a:lnTo>
                  <a:lnTo>
                    <a:pt x="3752" y="1981"/>
                  </a:lnTo>
                  <a:lnTo>
                    <a:pt x="3733" y="2000"/>
                  </a:lnTo>
                  <a:lnTo>
                    <a:pt x="3714" y="2000"/>
                  </a:lnTo>
                  <a:lnTo>
                    <a:pt x="3695" y="2000"/>
                  </a:lnTo>
                  <a:lnTo>
                    <a:pt x="3695" y="2019"/>
                  </a:lnTo>
                  <a:lnTo>
                    <a:pt x="3695" y="2038"/>
                  </a:lnTo>
                  <a:lnTo>
                    <a:pt x="3695" y="2057"/>
                  </a:lnTo>
                  <a:lnTo>
                    <a:pt x="3714" y="2076"/>
                  </a:lnTo>
                  <a:lnTo>
                    <a:pt x="3695" y="2095"/>
                  </a:lnTo>
                  <a:lnTo>
                    <a:pt x="3714" y="2095"/>
                  </a:lnTo>
                  <a:lnTo>
                    <a:pt x="3733" y="2095"/>
                  </a:lnTo>
                  <a:lnTo>
                    <a:pt x="3714" y="2038"/>
                  </a:lnTo>
                  <a:lnTo>
                    <a:pt x="3733" y="2019"/>
                  </a:lnTo>
                  <a:lnTo>
                    <a:pt x="3752" y="2000"/>
                  </a:lnTo>
                  <a:lnTo>
                    <a:pt x="3790" y="2000"/>
                  </a:lnTo>
                  <a:lnTo>
                    <a:pt x="3809" y="1981"/>
                  </a:lnTo>
                  <a:lnTo>
                    <a:pt x="3828" y="1981"/>
                  </a:lnTo>
                  <a:lnTo>
                    <a:pt x="3847" y="1962"/>
                  </a:lnTo>
                  <a:lnTo>
                    <a:pt x="3867" y="1924"/>
                  </a:lnTo>
                  <a:lnTo>
                    <a:pt x="3867" y="1905"/>
                  </a:lnTo>
                  <a:lnTo>
                    <a:pt x="3904" y="1905"/>
                  </a:lnTo>
                  <a:lnTo>
                    <a:pt x="3943" y="1848"/>
                  </a:lnTo>
                  <a:lnTo>
                    <a:pt x="3980" y="1829"/>
                  </a:lnTo>
                  <a:lnTo>
                    <a:pt x="3980" y="1809"/>
                  </a:lnTo>
                  <a:lnTo>
                    <a:pt x="3999" y="1809"/>
                  </a:lnTo>
                  <a:lnTo>
                    <a:pt x="4019" y="1772"/>
                  </a:lnTo>
                  <a:lnTo>
                    <a:pt x="4038" y="1753"/>
                  </a:lnTo>
                  <a:lnTo>
                    <a:pt x="4038" y="1733"/>
                  </a:lnTo>
                  <a:lnTo>
                    <a:pt x="4057" y="1714"/>
                  </a:lnTo>
                  <a:lnTo>
                    <a:pt x="4057" y="1695"/>
                  </a:lnTo>
                  <a:lnTo>
                    <a:pt x="4057" y="1657"/>
                  </a:lnTo>
                  <a:lnTo>
                    <a:pt x="4057" y="1638"/>
                  </a:lnTo>
                  <a:lnTo>
                    <a:pt x="4057" y="1619"/>
                  </a:lnTo>
                  <a:lnTo>
                    <a:pt x="4076" y="1505"/>
                  </a:lnTo>
                  <a:lnTo>
                    <a:pt x="4095" y="1467"/>
                  </a:lnTo>
                  <a:lnTo>
                    <a:pt x="4095" y="1486"/>
                  </a:lnTo>
                  <a:lnTo>
                    <a:pt x="4095" y="1505"/>
                  </a:lnTo>
                  <a:lnTo>
                    <a:pt x="4095" y="1391"/>
                  </a:lnTo>
                  <a:lnTo>
                    <a:pt x="4095" y="1372"/>
                  </a:lnTo>
                  <a:lnTo>
                    <a:pt x="4114" y="1372"/>
                  </a:lnTo>
                  <a:lnTo>
                    <a:pt x="4133" y="1372"/>
                  </a:lnTo>
                  <a:lnTo>
                    <a:pt x="4152" y="1391"/>
                  </a:lnTo>
                  <a:lnTo>
                    <a:pt x="4171" y="1428"/>
                  </a:lnTo>
                  <a:lnTo>
                    <a:pt x="4171" y="1391"/>
                  </a:lnTo>
                  <a:lnTo>
                    <a:pt x="4152" y="1391"/>
                  </a:lnTo>
                  <a:lnTo>
                    <a:pt x="4152" y="1372"/>
                  </a:lnTo>
                  <a:lnTo>
                    <a:pt x="4152" y="1352"/>
                  </a:lnTo>
                  <a:lnTo>
                    <a:pt x="4152" y="1333"/>
                  </a:lnTo>
                  <a:lnTo>
                    <a:pt x="4171" y="1333"/>
                  </a:lnTo>
                  <a:lnTo>
                    <a:pt x="4228" y="1314"/>
                  </a:lnTo>
                  <a:lnTo>
                    <a:pt x="4324" y="1276"/>
                  </a:lnTo>
                  <a:lnTo>
                    <a:pt x="4361" y="1276"/>
                  </a:lnTo>
                  <a:lnTo>
                    <a:pt x="4361" y="1257"/>
                  </a:lnTo>
                  <a:lnTo>
                    <a:pt x="4380" y="1257"/>
                  </a:lnTo>
                  <a:lnTo>
                    <a:pt x="4400" y="1276"/>
                  </a:lnTo>
                  <a:lnTo>
                    <a:pt x="4400" y="1296"/>
                  </a:lnTo>
                  <a:lnTo>
                    <a:pt x="4380" y="1296"/>
                  </a:lnTo>
                  <a:lnTo>
                    <a:pt x="4361" y="1296"/>
                  </a:lnTo>
                  <a:lnTo>
                    <a:pt x="4343" y="1296"/>
                  </a:lnTo>
                  <a:lnTo>
                    <a:pt x="4343" y="1314"/>
                  </a:lnTo>
                  <a:lnTo>
                    <a:pt x="4361" y="1314"/>
                  </a:lnTo>
                  <a:lnTo>
                    <a:pt x="4380" y="1314"/>
                  </a:lnTo>
                  <a:lnTo>
                    <a:pt x="4380" y="1352"/>
                  </a:lnTo>
                  <a:lnTo>
                    <a:pt x="4380" y="1333"/>
                  </a:lnTo>
                  <a:lnTo>
                    <a:pt x="4380" y="1314"/>
                  </a:lnTo>
                  <a:lnTo>
                    <a:pt x="4400" y="1314"/>
                  </a:lnTo>
                  <a:lnTo>
                    <a:pt x="4400" y="1333"/>
                  </a:lnTo>
                  <a:lnTo>
                    <a:pt x="4400" y="1352"/>
                  </a:lnTo>
                  <a:lnTo>
                    <a:pt x="4400" y="1372"/>
                  </a:lnTo>
                  <a:lnTo>
                    <a:pt x="4380" y="1391"/>
                  </a:lnTo>
                  <a:lnTo>
                    <a:pt x="4361" y="1391"/>
                  </a:lnTo>
                  <a:lnTo>
                    <a:pt x="4361" y="1410"/>
                  </a:lnTo>
                  <a:lnTo>
                    <a:pt x="4343" y="1428"/>
                  </a:lnTo>
                  <a:lnTo>
                    <a:pt x="4324" y="1428"/>
                  </a:lnTo>
                  <a:lnTo>
                    <a:pt x="4324" y="1448"/>
                  </a:lnTo>
                  <a:lnTo>
                    <a:pt x="4324" y="1467"/>
                  </a:lnTo>
                  <a:lnTo>
                    <a:pt x="4304" y="1505"/>
                  </a:lnTo>
                  <a:lnTo>
                    <a:pt x="4285" y="1524"/>
                  </a:lnTo>
                  <a:lnTo>
                    <a:pt x="4266" y="1524"/>
                  </a:lnTo>
                  <a:lnTo>
                    <a:pt x="4247" y="1524"/>
                  </a:lnTo>
                  <a:lnTo>
                    <a:pt x="4228" y="1505"/>
                  </a:lnTo>
                  <a:lnTo>
                    <a:pt x="4228" y="1524"/>
                  </a:lnTo>
                  <a:lnTo>
                    <a:pt x="4247" y="1524"/>
                  </a:lnTo>
                  <a:lnTo>
                    <a:pt x="4228" y="1543"/>
                  </a:lnTo>
                  <a:lnTo>
                    <a:pt x="4209" y="1543"/>
                  </a:lnTo>
                  <a:lnTo>
                    <a:pt x="4190" y="1562"/>
                  </a:lnTo>
                  <a:lnTo>
                    <a:pt x="4171" y="1581"/>
                  </a:lnTo>
                  <a:lnTo>
                    <a:pt x="4133" y="1600"/>
                  </a:lnTo>
                  <a:lnTo>
                    <a:pt x="4114" y="1619"/>
                  </a:lnTo>
                  <a:lnTo>
                    <a:pt x="4114" y="1638"/>
                  </a:lnTo>
                  <a:lnTo>
                    <a:pt x="4114" y="1657"/>
                  </a:lnTo>
                  <a:lnTo>
                    <a:pt x="4133" y="1638"/>
                  </a:lnTo>
                  <a:lnTo>
                    <a:pt x="4133" y="1619"/>
                  </a:lnTo>
                  <a:lnTo>
                    <a:pt x="4152" y="1619"/>
                  </a:lnTo>
                  <a:lnTo>
                    <a:pt x="4152" y="1638"/>
                  </a:lnTo>
                  <a:lnTo>
                    <a:pt x="4133" y="1638"/>
                  </a:lnTo>
                  <a:lnTo>
                    <a:pt x="4133" y="1657"/>
                  </a:lnTo>
                  <a:lnTo>
                    <a:pt x="4152" y="1657"/>
                  </a:lnTo>
                  <a:lnTo>
                    <a:pt x="4171" y="1638"/>
                  </a:lnTo>
                  <a:lnTo>
                    <a:pt x="4190" y="1638"/>
                  </a:lnTo>
                  <a:lnTo>
                    <a:pt x="4190" y="1619"/>
                  </a:lnTo>
                  <a:lnTo>
                    <a:pt x="4190" y="1600"/>
                  </a:lnTo>
                  <a:lnTo>
                    <a:pt x="4209" y="1600"/>
                  </a:lnTo>
                  <a:lnTo>
                    <a:pt x="4228" y="1619"/>
                  </a:lnTo>
                  <a:lnTo>
                    <a:pt x="4228" y="1600"/>
                  </a:lnTo>
                  <a:lnTo>
                    <a:pt x="4266" y="1600"/>
                  </a:lnTo>
                  <a:lnTo>
                    <a:pt x="4247" y="1600"/>
                  </a:lnTo>
                  <a:lnTo>
                    <a:pt x="4266" y="1638"/>
                  </a:lnTo>
                  <a:lnTo>
                    <a:pt x="4266" y="1657"/>
                  </a:lnTo>
                  <a:lnTo>
                    <a:pt x="4247" y="1657"/>
                  </a:lnTo>
                  <a:lnTo>
                    <a:pt x="4228" y="1676"/>
                  </a:lnTo>
                  <a:lnTo>
                    <a:pt x="4247" y="1676"/>
                  </a:lnTo>
                  <a:lnTo>
                    <a:pt x="4247" y="1695"/>
                  </a:lnTo>
                  <a:lnTo>
                    <a:pt x="4285" y="1657"/>
                  </a:lnTo>
                  <a:lnTo>
                    <a:pt x="4304" y="1657"/>
                  </a:lnTo>
                  <a:lnTo>
                    <a:pt x="4304" y="1638"/>
                  </a:lnTo>
                  <a:lnTo>
                    <a:pt x="4304" y="1619"/>
                  </a:lnTo>
                  <a:lnTo>
                    <a:pt x="4324" y="1600"/>
                  </a:lnTo>
                  <a:lnTo>
                    <a:pt x="4324" y="1581"/>
                  </a:lnTo>
                  <a:lnTo>
                    <a:pt x="4343" y="1581"/>
                  </a:lnTo>
                  <a:lnTo>
                    <a:pt x="4343" y="1600"/>
                  </a:lnTo>
                  <a:lnTo>
                    <a:pt x="4361" y="1581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00"/>
                  </a:lnTo>
                  <a:lnTo>
                    <a:pt x="4361" y="1619"/>
                  </a:lnTo>
                  <a:lnTo>
                    <a:pt x="4361" y="1638"/>
                  </a:lnTo>
                  <a:lnTo>
                    <a:pt x="4361" y="1619"/>
                  </a:lnTo>
                  <a:lnTo>
                    <a:pt x="4380" y="1600"/>
                  </a:lnTo>
                  <a:lnTo>
                    <a:pt x="4380" y="1562"/>
                  </a:lnTo>
                  <a:lnTo>
                    <a:pt x="4380" y="1543"/>
                  </a:lnTo>
                  <a:lnTo>
                    <a:pt x="4400" y="1505"/>
                  </a:lnTo>
                  <a:lnTo>
                    <a:pt x="4419" y="1486"/>
                  </a:lnTo>
                  <a:lnTo>
                    <a:pt x="4419" y="1467"/>
                  </a:lnTo>
                  <a:lnTo>
                    <a:pt x="4438" y="1448"/>
                  </a:lnTo>
                  <a:lnTo>
                    <a:pt x="4457" y="1448"/>
                  </a:lnTo>
                  <a:lnTo>
                    <a:pt x="4476" y="1467"/>
                  </a:lnTo>
                  <a:lnTo>
                    <a:pt x="4476" y="1448"/>
                  </a:lnTo>
                  <a:lnTo>
                    <a:pt x="4476" y="1410"/>
                  </a:lnTo>
                  <a:lnTo>
                    <a:pt x="4495" y="1410"/>
                  </a:lnTo>
                  <a:lnTo>
                    <a:pt x="4495" y="1391"/>
                  </a:lnTo>
                  <a:lnTo>
                    <a:pt x="4514" y="1391"/>
                  </a:lnTo>
                  <a:lnTo>
                    <a:pt x="4533" y="1448"/>
                  </a:lnTo>
                  <a:lnTo>
                    <a:pt x="4552" y="1467"/>
                  </a:lnTo>
                  <a:lnTo>
                    <a:pt x="4552" y="1448"/>
                  </a:lnTo>
                  <a:lnTo>
                    <a:pt x="4533" y="1448"/>
                  </a:lnTo>
                  <a:lnTo>
                    <a:pt x="4533" y="1428"/>
                  </a:lnTo>
                  <a:lnTo>
                    <a:pt x="4552" y="1410"/>
                  </a:lnTo>
                  <a:lnTo>
                    <a:pt x="4571" y="1410"/>
                  </a:lnTo>
                  <a:lnTo>
                    <a:pt x="4590" y="1410"/>
                  </a:lnTo>
                  <a:lnTo>
                    <a:pt x="4590" y="1391"/>
                  </a:lnTo>
                  <a:lnTo>
                    <a:pt x="4609" y="1391"/>
                  </a:lnTo>
                  <a:lnTo>
                    <a:pt x="4628" y="1372"/>
                  </a:lnTo>
                  <a:lnTo>
                    <a:pt x="4647" y="1372"/>
                  </a:lnTo>
                  <a:lnTo>
                    <a:pt x="4666" y="1372"/>
                  </a:lnTo>
                  <a:lnTo>
                    <a:pt x="4685" y="1372"/>
                  </a:lnTo>
                  <a:lnTo>
                    <a:pt x="4666" y="1333"/>
                  </a:lnTo>
                  <a:lnTo>
                    <a:pt x="4685" y="1333"/>
                  </a:lnTo>
                  <a:lnTo>
                    <a:pt x="4705" y="1333"/>
                  </a:lnTo>
                  <a:lnTo>
                    <a:pt x="4705" y="1352"/>
                  </a:lnTo>
                  <a:lnTo>
                    <a:pt x="4705" y="1391"/>
                  </a:lnTo>
                  <a:lnTo>
                    <a:pt x="4685" y="1391"/>
                  </a:lnTo>
                  <a:lnTo>
                    <a:pt x="4685" y="1410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05" y="1410"/>
                  </a:lnTo>
                  <a:lnTo>
                    <a:pt x="4705" y="1391"/>
                  </a:lnTo>
                  <a:lnTo>
                    <a:pt x="4724" y="1391"/>
                  </a:lnTo>
                  <a:lnTo>
                    <a:pt x="4742" y="1391"/>
                  </a:lnTo>
                  <a:lnTo>
                    <a:pt x="4724" y="1372"/>
                  </a:lnTo>
                  <a:lnTo>
                    <a:pt x="4724" y="1352"/>
                  </a:lnTo>
                  <a:lnTo>
                    <a:pt x="4742" y="1333"/>
                  </a:lnTo>
                  <a:lnTo>
                    <a:pt x="4761" y="1333"/>
                  </a:lnTo>
                  <a:lnTo>
                    <a:pt x="4761" y="1352"/>
                  </a:lnTo>
                  <a:lnTo>
                    <a:pt x="4742" y="1352"/>
                  </a:lnTo>
                  <a:lnTo>
                    <a:pt x="4761" y="1352"/>
                  </a:lnTo>
                  <a:lnTo>
                    <a:pt x="4781" y="1352"/>
                  </a:lnTo>
                  <a:lnTo>
                    <a:pt x="4781" y="1372"/>
                  </a:lnTo>
                  <a:lnTo>
                    <a:pt x="4800" y="1372"/>
                  </a:lnTo>
                  <a:lnTo>
                    <a:pt x="4838" y="1372"/>
                  </a:lnTo>
                  <a:lnTo>
                    <a:pt x="4857" y="1372"/>
                  </a:lnTo>
                  <a:lnTo>
                    <a:pt x="4838" y="1372"/>
                  </a:lnTo>
                  <a:lnTo>
                    <a:pt x="4838" y="1352"/>
                  </a:lnTo>
                  <a:lnTo>
                    <a:pt x="4857" y="1333"/>
                  </a:lnTo>
                  <a:lnTo>
                    <a:pt x="4857" y="1352"/>
                  </a:lnTo>
                  <a:lnTo>
                    <a:pt x="4857" y="1333"/>
                  </a:lnTo>
                  <a:lnTo>
                    <a:pt x="4857" y="1314"/>
                  </a:lnTo>
                  <a:lnTo>
                    <a:pt x="4838" y="1314"/>
                  </a:lnTo>
                  <a:lnTo>
                    <a:pt x="4857" y="1296"/>
                  </a:lnTo>
                  <a:lnTo>
                    <a:pt x="4876" y="1296"/>
                  </a:lnTo>
                  <a:lnTo>
                    <a:pt x="4876" y="1314"/>
                  </a:lnTo>
                  <a:lnTo>
                    <a:pt x="4876" y="1333"/>
                  </a:lnTo>
                  <a:lnTo>
                    <a:pt x="4895" y="1333"/>
                  </a:lnTo>
                  <a:lnTo>
                    <a:pt x="4895" y="1372"/>
                  </a:lnTo>
                  <a:lnTo>
                    <a:pt x="4914" y="1372"/>
                  </a:lnTo>
                  <a:lnTo>
                    <a:pt x="4914" y="1391"/>
                  </a:lnTo>
                  <a:lnTo>
                    <a:pt x="4933" y="1372"/>
                  </a:lnTo>
                  <a:lnTo>
                    <a:pt x="4933" y="1391"/>
                  </a:lnTo>
                  <a:lnTo>
                    <a:pt x="4952" y="1391"/>
                  </a:lnTo>
                  <a:lnTo>
                    <a:pt x="4952" y="1372"/>
                  </a:lnTo>
                  <a:lnTo>
                    <a:pt x="4933" y="1333"/>
                  </a:lnTo>
                  <a:lnTo>
                    <a:pt x="4952" y="1333"/>
                  </a:lnTo>
                  <a:lnTo>
                    <a:pt x="4971" y="1333"/>
                  </a:lnTo>
                  <a:lnTo>
                    <a:pt x="4952" y="1333"/>
                  </a:lnTo>
                  <a:lnTo>
                    <a:pt x="4952" y="1314"/>
                  </a:lnTo>
                  <a:lnTo>
                    <a:pt x="4933" y="1314"/>
                  </a:lnTo>
                  <a:lnTo>
                    <a:pt x="4933" y="1296"/>
                  </a:lnTo>
                  <a:lnTo>
                    <a:pt x="4952" y="1296"/>
                  </a:lnTo>
                  <a:lnTo>
                    <a:pt x="4952" y="1314"/>
                  </a:lnTo>
                  <a:lnTo>
                    <a:pt x="4971" y="1314"/>
                  </a:lnTo>
                  <a:lnTo>
                    <a:pt x="4990" y="1314"/>
                  </a:lnTo>
                  <a:lnTo>
                    <a:pt x="4971" y="1296"/>
                  </a:lnTo>
                  <a:lnTo>
                    <a:pt x="4933" y="1276"/>
                  </a:lnTo>
                  <a:lnTo>
                    <a:pt x="4914" y="1257"/>
                  </a:lnTo>
                  <a:lnTo>
                    <a:pt x="4914" y="1238"/>
                  </a:lnTo>
                  <a:lnTo>
                    <a:pt x="4914" y="1219"/>
                  </a:lnTo>
                  <a:lnTo>
                    <a:pt x="4933" y="1219"/>
                  </a:lnTo>
                  <a:lnTo>
                    <a:pt x="4933" y="1200"/>
                  </a:lnTo>
                  <a:lnTo>
                    <a:pt x="4952" y="1200"/>
                  </a:lnTo>
                  <a:lnTo>
                    <a:pt x="4971" y="1200"/>
                  </a:lnTo>
                  <a:lnTo>
                    <a:pt x="4990" y="1200"/>
                  </a:lnTo>
                  <a:lnTo>
                    <a:pt x="5009" y="1200"/>
                  </a:lnTo>
                  <a:lnTo>
                    <a:pt x="5028" y="1200"/>
                  </a:lnTo>
                  <a:lnTo>
                    <a:pt x="5047" y="1200"/>
                  </a:lnTo>
                  <a:lnTo>
                    <a:pt x="5066" y="1200"/>
                  </a:lnTo>
                  <a:lnTo>
                    <a:pt x="5123" y="1219"/>
                  </a:lnTo>
                  <a:lnTo>
                    <a:pt x="5181" y="1238"/>
                  </a:lnTo>
                  <a:lnTo>
                    <a:pt x="5257" y="1276"/>
                  </a:lnTo>
                  <a:lnTo>
                    <a:pt x="5352" y="1314"/>
                  </a:lnTo>
                  <a:lnTo>
                    <a:pt x="5428" y="1333"/>
                  </a:lnTo>
                  <a:lnTo>
                    <a:pt x="5447" y="1333"/>
                  </a:lnTo>
                  <a:lnTo>
                    <a:pt x="5485" y="1352"/>
                  </a:lnTo>
                  <a:lnTo>
                    <a:pt x="5504" y="1372"/>
                  </a:lnTo>
                  <a:lnTo>
                    <a:pt x="5523" y="1391"/>
                  </a:lnTo>
                  <a:lnTo>
                    <a:pt x="5543" y="1391"/>
                  </a:lnTo>
                  <a:lnTo>
                    <a:pt x="5581" y="1410"/>
                  </a:lnTo>
                  <a:lnTo>
                    <a:pt x="5638" y="1410"/>
                  </a:lnTo>
                  <a:lnTo>
                    <a:pt x="5657" y="1410"/>
                  </a:lnTo>
                  <a:lnTo>
                    <a:pt x="5657" y="1428"/>
                  </a:lnTo>
                  <a:lnTo>
                    <a:pt x="5676" y="1428"/>
                  </a:lnTo>
                  <a:lnTo>
                    <a:pt x="5714" y="1486"/>
                  </a:lnTo>
                  <a:lnTo>
                    <a:pt x="5752" y="1505"/>
                  </a:lnTo>
                  <a:lnTo>
                    <a:pt x="5771" y="1505"/>
                  </a:lnTo>
                  <a:lnTo>
                    <a:pt x="5790" y="1524"/>
                  </a:lnTo>
                  <a:lnTo>
                    <a:pt x="5809" y="1524"/>
                  </a:lnTo>
                  <a:lnTo>
                    <a:pt x="5828" y="1524"/>
                  </a:lnTo>
                  <a:lnTo>
                    <a:pt x="5848" y="1505"/>
                  </a:lnTo>
                  <a:lnTo>
                    <a:pt x="5848" y="1524"/>
                  </a:lnTo>
                  <a:lnTo>
                    <a:pt x="5848" y="1543"/>
                  </a:lnTo>
                  <a:lnTo>
                    <a:pt x="5828" y="1543"/>
                  </a:lnTo>
                  <a:lnTo>
                    <a:pt x="5828" y="1524"/>
                  </a:lnTo>
                  <a:lnTo>
                    <a:pt x="5828" y="1562"/>
                  </a:lnTo>
                  <a:lnTo>
                    <a:pt x="5848" y="1562"/>
                  </a:lnTo>
                  <a:lnTo>
                    <a:pt x="5866" y="1562"/>
                  </a:lnTo>
                  <a:lnTo>
                    <a:pt x="5885" y="1581"/>
                  </a:lnTo>
                  <a:lnTo>
                    <a:pt x="5904" y="1581"/>
                  </a:lnTo>
                  <a:lnTo>
                    <a:pt x="5904" y="1562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6057" y="1600"/>
                  </a:lnTo>
                  <a:lnTo>
                    <a:pt x="6057" y="1619"/>
                  </a:lnTo>
                  <a:lnTo>
                    <a:pt x="6057" y="1638"/>
                  </a:lnTo>
                  <a:lnTo>
                    <a:pt x="6076" y="1638"/>
                  </a:lnTo>
                  <a:lnTo>
                    <a:pt x="6076" y="1657"/>
                  </a:lnTo>
                  <a:lnTo>
                    <a:pt x="6095" y="1657"/>
                  </a:lnTo>
                  <a:lnTo>
                    <a:pt x="6095" y="1638"/>
                  </a:lnTo>
                  <a:lnTo>
                    <a:pt x="6114" y="1638"/>
                  </a:lnTo>
                  <a:lnTo>
                    <a:pt x="6133" y="1638"/>
                  </a:lnTo>
                  <a:lnTo>
                    <a:pt x="6152" y="1638"/>
                  </a:lnTo>
                  <a:lnTo>
                    <a:pt x="6171" y="1638"/>
                  </a:lnTo>
                  <a:lnTo>
                    <a:pt x="6229" y="1638"/>
                  </a:lnTo>
                  <a:lnTo>
                    <a:pt x="6209" y="1638"/>
                  </a:lnTo>
                  <a:lnTo>
                    <a:pt x="6229" y="1657"/>
                  </a:lnTo>
                  <a:lnTo>
                    <a:pt x="6247" y="1657"/>
                  </a:lnTo>
                  <a:lnTo>
                    <a:pt x="6266" y="1657"/>
                  </a:lnTo>
                  <a:lnTo>
                    <a:pt x="6285" y="1657"/>
                  </a:lnTo>
                  <a:lnTo>
                    <a:pt x="6285" y="1638"/>
                  </a:lnTo>
                  <a:lnTo>
                    <a:pt x="6305" y="1638"/>
                  </a:lnTo>
                  <a:lnTo>
                    <a:pt x="6324" y="1657"/>
                  </a:lnTo>
                  <a:lnTo>
                    <a:pt x="6342" y="1657"/>
                  </a:lnTo>
                  <a:lnTo>
                    <a:pt x="6361" y="1657"/>
                  </a:lnTo>
                  <a:lnTo>
                    <a:pt x="6361" y="1619"/>
                  </a:lnTo>
                  <a:lnTo>
                    <a:pt x="6361" y="1600"/>
                  </a:lnTo>
                  <a:lnTo>
                    <a:pt x="6342" y="1619"/>
                  </a:lnTo>
                  <a:lnTo>
                    <a:pt x="6324" y="1600"/>
                  </a:lnTo>
                  <a:lnTo>
                    <a:pt x="6305" y="1581"/>
                  </a:lnTo>
                  <a:lnTo>
                    <a:pt x="6285" y="1581"/>
                  </a:lnTo>
                  <a:lnTo>
                    <a:pt x="6285" y="1562"/>
                  </a:lnTo>
                  <a:lnTo>
                    <a:pt x="6305" y="1562"/>
                  </a:lnTo>
                  <a:lnTo>
                    <a:pt x="6400" y="1562"/>
                  </a:lnTo>
                  <a:lnTo>
                    <a:pt x="6457" y="1562"/>
                  </a:lnTo>
                  <a:lnTo>
                    <a:pt x="6476" y="1562"/>
                  </a:lnTo>
                  <a:lnTo>
                    <a:pt x="6457" y="1600"/>
                  </a:lnTo>
                  <a:lnTo>
                    <a:pt x="6438" y="1619"/>
                  </a:lnTo>
                  <a:lnTo>
                    <a:pt x="6438" y="1676"/>
                  </a:lnTo>
                  <a:lnTo>
                    <a:pt x="6438" y="1657"/>
                  </a:lnTo>
                  <a:lnTo>
                    <a:pt x="6419" y="1657"/>
                  </a:lnTo>
                  <a:lnTo>
                    <a:pt x="6419" y="1676"/>
                  </a:lnTo>
                  <a:lnTo>
                    <a:pt x="6438" y="1714"/>
                  </a:lnTo>
                  <a:lnTo>
                    <a:pt x="6438" y="1733"/>
                  </a:lnTo>
                  <a:lnTo>
                    <a:pt x="6476" y="1753"/>
                  </a:lnTo>
                  <a:lnTo>
                    <a:pt x="6476" y="1772"/>
                  </a:lnTo>
                  <a:lnTo>
                    <a:pt x="6476" y="1790"/>
                  </a:lnTo>
                  <a:lnTo>
                    <a:pt x="6457" y="1809"/>
                  </a:lnTo>
                  <a:lnTo>
                    <a:pt x="6457" y="1829"/>
                  </a:lnTo>
                  <a:lnTo>
                    <a:pt x="6457" y="1848"/>
                  </a:lnTo>
                  <a:lnTo>
                    <a:pt x="6438" y="1867"/>
                  </a:lnTo>
                  <a:lnTo>
                    <a:pt x="6419" y="1886"/>
                  </a:lnTo>
                  <a:lnTo>
                    <a:pt x="6400" y="1905"/>
                  </a:lnTo>
                  <a:lnTo>
                    <a:pt x="6381" y="1924"/>
                  </a:lnTo>
                  <a:lnTo>
                    <a:pt x="6361" y="1924"/>
                  </a:lnTo>
                  <a:lnTo>
                    <a:pt x="6342" y="1981"/>
                  </a:lnTo>
                  <a:lnTo>
                    <a:pt x="6324" y="1981"/>
                  </a:lnTo>
                  <a:lnTo>
                    <a:pt x="6324" y="2000"/>
                  </a:lnTo>
                  <a:lnTo>
                    <a:pt x="6324" y="2019"/>
                  </a:lnTo>
                  <a:lnTo>
                    <a:pt x="6305" y="2019"/>
                  </a:lnTo>
                  <a:lnTo>
                    <a:pt x="6305" y="2038"/>
                  </a:lnTo>
                  <a:lnTo>
                    <a:pt x="6209" y="2057"/>
                  </a:lnTo>
                  <a:lnTo>
                    <a:pt x="6190" y="2076"/>
                  </a:lnTo>
                  <a:lnTo>
                    <a:pt x="6209" y="2076"/>
                  </a:lnTo>
                  <a:lnTo>
                    <a:pt x="6209" y="2095"/>
                  </a:lnTo>
                  <a:lnTo>
                    <a:pt x="6133" y="2190"/>
                  </a:lnTo>
                  <a:lnTo>
                    <a:pt x="6095" y="2229"/>
                  </a:lnTo>
                  <a:lnTo>
                    <a:pt x="6076" y="2229"/>
                  </a:lnTo>
                  <a:lnTo>
                    <a:pt x="6057" y="2229"/>
                  </a:lnTo>
                  <a:lnTo>
                    <a:pt x="6038" y="2229"/>
                  </a:lnTo>
                  <a:lnTo>
                    <a:pt x="6000" y="2229"/>
                  </a:lnTo>
                  <a:lnTo>
                    <a:pt x="5980" y="2248"/>
                  </a:lnTo>
                  <a:lnTo>
                    <a:pt x="5962" y="2248"/>
                  </a:lnTo>
                  <a:lnTo>
                    <a:pt x="5943" y="2248"/>
                  </a:lnTo>
                  <a:lnTo>
                    <a:pt x="5924" y="2248"/>
                  </a:lnTo>
                  <a:lnTo>
                    <a:pt x="5904" y="2248"/>
                  </a:lnTo>
                  <a:lnTo>
                    <a:pt x="5885" y="2248"/>
                  </a:lnTo>
                  <a:lnTo>
                    <a:pt x="5885" y="2267"/>
                  </a:lnTo>
                  <a:lnTo>
                    <a:pt x="5866" y="2267"/>
                  </a:lnTo>
                  <a:lnTo>
                    <a:pt x="5848" y="2248"/>
                  </a:lnTo>
                  <a:lnTo>
                    <a:pt x="5828" y="2248"/>
                  </a:lnTo>
                  <a:lnTo>
                    <a:pt x="5828" y="2267"/>
                  </a:lnTo>
                  <a:lnTo>
                    <a:pt x="5809" y="2267"/>
                  </a:lnTo>
                  <a:lnTo>
                    <a:pt x="5809" y="2286"/>
                  </a:lnTo>
                  <a:lnTo>
                    <a:pt x="5790" y="2324"/>
                  </a:lnTo>
                  <a:lnTo>
                    <a:pt x="5771" y="2343"/>
                  </a:lnTo>
                  <a:lnTo>
                    <a:pt x="5714" y="2400"/>
                  </a:lnTo>
                  <a:lnTo>
                    <a:pt x="5676" y="2438"/>
                  </a:lnTo>
                  <a:lnTo>
                    <a:pt x="5676" y="2476"/>
                  </a:lnTo>
                  <a:lnTo>
                    <a:pt x="5676" y="2552"/>
                  </a:lnTo>
                  <a:lnTo>
                    <a:pt x="5676" y="2571"/>
                  </a:lnTo>
                  <a:lnTo>
                    <a:pt x="5638" y="2591"/>
                  </a:lnTo>
                  <a:lnTo>
                    <a:pt x="5638" y="2610"/>
                  </a:lnTo>
                  <a:lnTo>
                    <a:pt x="5638" y="2629"/>
                  </a:lnTo>
                  <a:lnTo>
                    <a:pt x="5638" y="2647"/>
                  </a:lnTo>
                  <a:lnTo>
                    <a:pt x="5619" y="2667"/>
                  </a:lnTo>
                  <a:lnTo>
                    <a:pt x="5619" y="2686"/>
                  </a:lnTo>
                  <a:lnTo>
                    <a:pt x="5581" y="2705"/>
                  </a:lnTo>
                  <a:lnTo>
                    <a:pt x="5562" y="2724"/>
                  </a:lnTo>
                  <a:lnTo>
                    <a:pt x="5523" y="2781"/>
                  </a:lnTo>
                  <a:lnTo>
                    <a:pt x="5504" y="2800"/>
                  </a:lnTo>
                  <a:lnTo>
                    <a:pt x="5504" y="2838"/>
                  </a:lnTo>
                  <a:lnTo>
                    <a:pt x="5485" y="2857"/>
                  </a:lnTo>
                  <a:lnTo>
                    <a:pt x="5467" y="2896"/>
                  </a:lnTo>
                  <a:lnTo>
                    <a:pt x="5447" y="2896"/>
                  </a:lnTo>
                  <a:lnTo>
                    <a:pt x="5428" y="2914"/>
                  </a:lnTo>
                  <a:lnTo>
                    <a:pt x="5390" y="2952"/>
                  </a:lnTo>
                  <a:lnTo>
                    <a:pt x="5371" y="2972"/>
                  </a:lnTo>
                  <a:lnTo>
                    <a:pt x="5390" y="3028"/>
                  </a:lnTo>
                  <a:lnTo>
                    <a:pt x="5371" y="3048"/>
                  </a:lnTo>
                  <a:lnTo>
                    <a:pt x="5390" y="3067"/>
                  </a:lnTo>
                  <a:lnTo>
                    <a:pt x="5390" y="3105"/>
                  </a:lnTo>
                  <a:lnTo>
                    <a:pt x="5409" y="3124"/>
                  </a:lnTo>
                  <a:lnTo>
                    <a:pt x="5428" y="3105"/>
                  </a:lnTo>
                  <a:lnTo>
                    <a:pt x="5447" y="3124"/>
                  </a:lnTo>
                  <a:lnTo>
                    <a:pt x="5467" y="3124"/>
                  </a:lnTo>
                  <a:lnTo>
                    <a:pt x="5467" y="3143"/>
                  </a:lnTo>
                  <a:lnTo>
                    <a:pt x="5485" y="3181"/>
                  </a:lnTo>
                  <a:lnTo>
                    <a:pt x="5485" y="3200"/>
                  </a:lnTo>
                  <a:lnTo>
                    <a:pt x="5504" y="3219"/>
                  </a:lnTo>
                  <a:lnTo>
                    <a:pt x="5485" y="3238"/>
                  </a:lnTo>
                  <a:lnTo>
                    <a:pt x="5485" y="3295"/>
                  </a:lnTo>
                  <a:lnTo>
                    <a:pt x="5467" y="3333"/>
                  </a:lnTo>
                  <a:lnTo>
                    <a:pt x="5447" y="3353"/>
                  </a:lnTo>
                  <a:lnTo>
                    <a:pt x="5428" y="3372"/>
                  </a:lnTo>
                  <a:lnTo>
                    <a:pt x="5409" y="3372"/>
                  </a:lnTo>
                  <a:lnTo>
                    <a:pt x="5409" y="3391"/>
                  </a:lnTo>
                  <a:lnTo>
                    <a:pt x="5428" y="3429"/>
                  </a:lnTo>
                  <a:lnTo>
                    <a:pt x="5428" y="3448"/>
                  </a:lnTo>
                  <a:lnTo>
                    <a:pt x="5409" y="3467"/>
                  </a:lnTo>
                  <a:lnTo>
                    <a:pt x="5409" y="3486"/>
                  </a:lnTo>
                  <a:lnTo>
                    <a:pt x="5409" y="3505"/>
                  </a:lnTo>
                  <a:lnTo>
                    <a:pt x="5428" y="3505"/>
                  </a:lnTo>
                  <a:lnTo>
                    <a:pt x="5447" y="3524"/>
                  </a:lnTo>
                  <a:lnTo>
                    <a:pt x="5467" y="3562"/>
                  </a:lnTo>
                  <a:lnTo>
                    <a:pt x="5467" y="3600"/>
                  </a:lnTo>
                  <a:lnTo>
                    <a:pt x="5485" y="3600"/>
                  </a:lnTo>
                  <a:lnTo>
                    <a:pt x="5485" y="3619"/>
                  </a:lnTo>
                  <a:lnTo>
                    <a:pt x="5504" y="3619"/>
                  </a:lnTo>
                  <a:lnTo>
                    <a:pt x="5504" y="3638"/>
                  </a:lnTo>
                  <a:lnTo>
                    <a:pt x="5504" y="3657"/>
                  </a:lnTo>
                  <a:lnTo>
                    <a:pt x="5504" y="3676"/>
                  </a:lnTo>
                  <a:lnTo>
                    <a:pt x="5523" y="3714"/>
                  </a:lnTo>
                  <a:lnTo>
                    <a:pt x="5523" y="3734"/>
                  </a:lnTo>
                  <a:lnTo>
                    <a:pt x="5523" y="3790"/>
                  </a:lnTo>
                  <a:lnTo>
                    <a:pt x="5523" y="3810"/>
                  </a:lnTo>
                  <a:lnTo>
                    <a:pt x="5543" y="3848"/>
                  </a:lnTo>
                  <a:lnTo>
                    <a:pt x="5562" y="3867"/>
                  </a:lnTo>
                  <a:lnTo>
                    <a:pt x="5543" y="3867"/>
                  </a:lnTo>
                  <a:lnTo>
                    <a:pt x="5523" y="3886"/>
                  </a:lnTo>
                  <a:lnTo>
                    <a:pt x="5523" y="3905"/>
                  </a:lnTo>
                  <a:lnTo>
                    <a:pt x="5523" y="3924"/>
                  </a:lnTo>
                  <a:lnTo>
                    <a:pt x="5523" y="3943"/>
                  </a:lnTo>
                  <a:lnTo>
                    <a:pt x="5523" y="3981"/>
                  </a:lnTo>
                  <a:lnTo>
                    <a:pt x="5504" y="4019"/>
                  </a:lnTo>
                  <a:lnTo>
                    <a:pt x="5447" y="4057"/>
                  </a:lnTo>
                  <a:lnTo>
                    <a:pt x="5447" y="4076"/>
                  </a:lnTo>
                  <a:lnTo>
                    <a:pt x="5428" y="4095"/>
                  </a:lnTo>
                  <a:lnTo>
                    <a:pt x="5409" y="4115"/>
                  </a:lnTo>
                  <a:lnTo>
                    <a:pt x="5390" y="4134"/>
                  </a:lnTo>
                  <a:lnTo>
                    <a:pt x="5352" y="4229"/>
                  </a:lnTo>
                  <a:lnTo>
                    <a:pt x="5333" y="4229"/>
                  </a:lnTo>
                  <a:lnTo>
                    <a:pt x="5314" y="4248"/>
                  </a:lnTo>
                  <a:lnTo>
                    <a:pt x="5314" y="4267"/>
                  </a:lnTo>
                  <a:lnTo>
                    <a:pt x="5295" y="4267"/>
                  </a:lnTo>
                  <a:lnTo>
                    <a:pt x="5276" y="4267"/>
                  </a:lnTo>
                  <a:lnTo>
                    <a:pt x="5276" y="4286"/>
                  </a:lnTo>
                  <a:lnTo>
                    <a:pt x="5276" y="4305"/>
                  </a:lnTo>
                  <a:lnTo>
                    <a:pt x="5276" y="4324"/>
                  </a:lnTo>
                  <a:lnTo>
                    <a:pt x="5276" y="4343"/>
                  </a:lnTo>
                  <a:lnTo>
                    <a:pt x="5295" y="4362"/>
                  </a:lnTo>
                  <a:lnTo>
                    <a:pt x="5295" y="4381"/>
                  </a:lnTo>
                  <a:lnTo>
                    <a:pt x="5276" y="4381"/>
                  </a:lnTo>
                  <a:lnTo>
                    <a:pt x="5276" y="4400"/>
                  </a:lnTo>
                  <a:lnTo>
                    <a:pt x="5257" y="4419"/>
                  </a:lnTo>
                  <a:lnTo>
                    <a:pt x="5276" y="4476"/>
                  </a:lnTo>
                  <a:lnTo>
                    <a:pt x="5276" y="4496"/>
                  </a:lnTo>
                  <a:lnTo>
                    <a:pt x="5276" y="4514"/>
                  </a:lnTo>
                  <a:lnTo>
                    <a:pt x="5276" y="4533"/>
                  </a:lnTo>
                  <a:lnTo>
                    <a:pt x="5276" y="4552"/>
                  </a:lnTo>
                  <a:lnTo>
                    <a:pt x="5276" y="4572"/>
                  </a:lnTo>
                  <a:lnTo>
                    <a:pt x="5276" y="4591"/>
                  </a:lnTo>
                  <a:lnTo>
                    <a:pt x="5314" y="4628"/>
                  </a:lnTo>
                  <a:lnTo>
                    <a:pt x="5314" y="4648"/>
                  </a:lnTo>
                  <a:lnTo>
                    <a:pt x="5314" y="4667"/>
                  </a:lnTo>
                  <a:lnTo>
                    <a:pt x="5295" y="4686"/>
                  </a:lnTo>
                  <a:lnTo>
                    <a:pt x="5314" y="4724"/>
                  </a:lnTo>
                  <a:lnTo>
                    <a:pt x="5333" y="4743"/>
                  </a:lnTo>
                  <a:lnTo>
                    <a:pt x="5352" y="4743"/>
                  </a:lnTo>
                  <a:lnTo>
                    <a:pt x="5371" y="4743"/>
                  </a:lnTo>
                  <a:lnTo>
                    <a:pt x="5371" y="4762"/>
                  </a:lnTo>
                  <a:lnTo>
                    <a:pt x="5390" y="4781"/>
                  </a:lnTo>
                  <a:lnTo>
                    <a:pt x="5390" y="4800"/>
                  </a:lnTo>
                  <a:lnTo>
                    <a:pt x="5409" y="4800"/>
                  </a:lnTo>
                  <a:lnTo>
                    <a:pt x="5409" y="4819"/>
                  </a:lnTo>
                  <a:lnTo>
                    <a:pt x="5428" y="4819"/>
                  </a:lnTo>
                  <a:lnTo>
                    <a:pt x="5447" y="4838"/>
                  </a:lnTo>
                  <a:lnTo>
                    <a:pt x="5485" y="4857"/>
                  </a:lnTo>
                  <a:lnTo>
                    <a:pt x="5504" y="4877"/>
                  </a:lnTo>
                  <a:lnTo>
                    <a:pt x="5504" y="4933"/>
                  </a:lnTo>
                  <a:lnTo>
                    <a:pt x="5504" y="4953"/>
                  </a:lnTo>
                  <a:lnTo>
                    <a:pt x="5523" y="4953"/>
                  </a:lnTo>
                  <a:lnTo>
                    <a:pt x="5523" y="4972"/>
                  </a:lnTo>
                  <a:lnTo>
                    <a:pt x="5504" y="4972"/>
                  </a:lnTo>
                  <a:lnTo>
                    <a:pt x="5504" y="4991"/>
                  </a:lnTo>
                  <a:lnTo>
                    <a:pt x="5485" y="5048"/>
                  </a:lnTo>
                  <a:lnTo>
                    <a:pt x="5504" y="5067"/>
                  </a:lnTo>
                  <a:lnTo>
                    <a:pt x="5504" y="5086"/>
                  </a:lnTo>
                  <a:lnTo>
                    <a:pt x="5485" y="5105"/>
                  </a:lnTo>
                  <a:lnTo>
                    <a:pt x="5485" y="5162"/>
                  </a:lnTo>
                  <a:lnTo>
                    <a:pt x="5467" y="5181"/>
                  </a:lnTo>
                  <a:lnTo>
                    <a:pt x="5447" y="5200"/>
                  </a:lnTo>
                  <a:lnTo>
                    <a:pt x="5447" y="5219"/>
                  </a:lnTo>
                  <a:lnTo>
                    <a:pt x="5447" y="5238"/>
                  </a:lnTo>
                  <a:lnTo>
                    <a:pt x="5447" y="5258"/>
                  </a:lnTo>
                  <a:lnTo>
                    <a:pt x="5428" y="5276"/>
                  </a:lnTo>
                  <a:lnTo>
                    <a:pt x="5390" y="5334"/>
                  </a:lnTo>
                  <a:lnTo>
                    <a:pt x="5371" y="5353"/>
                  </a:lnTo>
                  <a:lnTo>
                    <a:pt x="5352" y="5353"/>
                  </a:lnTo>
                  <a:lnTo>
                    <a:pt x="5333" y="5353"/>
                  </a:lnTo>
                  <a:lnTo>
                    <a:pt x="5314" y="5353"/>
                  </a:lnTo>
                  <a:lnTo>
                    <a:pt x="5295" y="5353"/>
                  </a:lnTo>
                  <a:lnTo>
                    <a:pt x="5276" y="5353"/>
                  </a:lnTo>
                  <a:lnTo>
                    <a:pt x="5257" y="5353"/>
                  </a:lnTo>
                  <a:lnTo>
                    <a:pt x="5238" y="5372"/>
                  </a:lnTo>
                  <a:lnTo>
                    <a:pt x="5218" y="5372"/>
                  </a:lnTo>
                  <a:lnTo>
                    <a:pt x="5200" y="5353"/>
                  </a:lnTo>
                  <a:lnTo>
                    <a:pt x="5181" y="5334"/>
                  </a:lnTo>
                  <a:lnTo>
                    <a:pt x="5162" y="5353"/>
                  </a:lnTo>
                  <a:lnTo>
                    <a:pt x="5123" y="5372"/>
                  </a:lnTo>
                  <a:lnTo>
                    <a:pt x="5104" y="5390"/>
                  </a:lnTo>
                  <a:lnTo>
                    <a:pt x="5086" y="5390"/>
                  </a:lnTo>
                  <a:lnTo>
                    <a:pt x="5047" y="5390"/>
                  </a:lnTo>
                  <a:lnTo>
                    <a:pt x="5028" y="5390"/>
                  </a:lnTo>
                  <a:lnTo>
                    <a:pt x="5009" y="5410"/>
                  </a:lnTo>
                  <a:lnTo>
                    <a:pt x="4990" y="5410"/>
                  </a:lnTo>
                  <a:lnTo>
                    <a:pt x="4990" y="5429"/>
                  </a:lnTo>
                  <a:lnTo>
                    <a:pt x="4971" y="5429"/>
                  </a:lnTo>
                  <a:lnTo>
                    <a:pt x="4933" y="5429"/>
                  </a:lnTo>
                  <a:lnTo>
                    <a:pt x="4914" y="5410"/>
                  </a:lnTo>
                  <a:lnTo>
                    <a:pt x="4895" y="5390"/>
                  </a:lnTo>
                  <a:lnTo>
                    <a:pt x="4895" y="5372"/>
                  </a:lnTo>
                  <a:lnTo>
                    <a:pt x="4876" y="5372"/>
                  </a:lnTo>
                  <a:lnTo>
                    <a:pt x="4857" y="5372"/>
                  </a:lnTo>
                  <a:lnTo>
                    <a:pt x="4857" y="5353"/>
                  </a:lnTo>
                  <a:lnTo>
                    <a:pt x="4838" y="5334"/>
                  </a:lnTo>
                  <a:lnTo>
                    <a:pt x="4819" y="5334"/>
                  </a:lnTo>
                  <a:lnTo>
                    <a:pt x="4800" y="5334"/>
                  </a:lnTo>
                  <a:lnTo>
                    <a:pt x="4761" y="5295"/>
                  </a:lnTo>
                  <a:lnTo>
                    <a:pt x="4742" y="5295"/>
                  </a:lnTo>
                  <a:lnTo>
                    <a:pt x="4705" y="5295"/>
                  </a:lnTo>
                  <a:lnTo>
                    <a:pt x="4628" y="5295"/>
                  </a:lnTo>
                  <a:lnTo>
                    <a:pt x="4609" y="5295"/>
                  </a:lnTo>
                  <a:lnTo>
                    <a:pt x="4590" y="5314"/>
                  </a:lnTo>
                  <a:lnTo>
                    <a:pt x="4571" y="5314"/>
                  </a:lnTo>
                  <a:lnTo>
                    <a:pt x="4552" y="5334"/>
                  </a:lnTo>
                  <a:lnTo>
                    <a:pt x="4533" y="5334"/>
                  </a:lnTo>
                  <a:lnTo>
                    <a:pt x="4495" y="5353"/>
                  </a:lnTo>
                  <a:lnTo>
                    <a:pt x="4476" y="5353"/>
                  </a:lnTo>
                  <a:lnTo>
                    <a:pt x="4476" y="5334"/>
                  </a:lnTo>
                  <a:lnTo>
                    <a:pt x="4457" y="5334"/>
                  </a:lnTo>
                  <a:lnTo>
                    <a:pt x="4438" y="5353"/>
                  </a:lnTo>
                  <a:lnTo>
                    <a:pt x="4419" y="5353"/>
                  </a:lnTo>
                  <a:lnTo>
                    <a:pt x="4400" y="5353"/>
                  </a:lnTo>
                  <a:lnTo>
                    <a:pt x="4380" y="5353"/>
                  </a:lnTo>
                  <a:lnTo>
                    <a:pt x="4380" y="5372"/>
                  </a:lnTo>
                  <a:lnTo>
                    <a:pt x="4380" y="5410"/>
                  </a:lnTo>
                  <a:lnTo>
                    <a:pt x="4343" y="5390"/>
                  </a:lnTo>
                  <a:lnTo>
                    <a:pt x="4324" y="5410"/>
                  </a:lnTo>
                  <a:lnTo>
                    <a:pt x="4343" y="5410"/>
                  </a:lnTo>
                  <a:lnTo>
                    <a:pt x="4343" y="5429"/>
                  </a:lnTo>
                  <a:lnTo>
                    <a:pt x="4324" y="5429"/>
                  </a:lnTo>
                  <a:lnTo>
                    <a:pt x="4324" y="5448"/>
                  </a:lnTo>
                  <a:lnTo>
                    <a:pt x="4304" y="5467"/>
                  </a:lnTo>
                  <a:lnTo>
                    <a:pt x="4285" y="5467"/>
                  </a:lnTo>
                  <a:lnTo>
                    <a:pt x="4285" y="5486"/>
                  </a:lnTo>
                  <a:lnTo>
                    <a:pt x="4266" y="5505"/>
                  </a:lnTo>
                  <a:lnTo>
                    <a:pt x="4266" y="5524"/>
                  </a:lnTo>
                  <a:lnTo>
                    <a:pt x="4247" y="5543"/>
                  </a:lnTo>
                  <a:lnTo>
                    <a:pt x="4209" y="5562"/>
                  </a:lnTo>
                  <a:lnTo>
                    <a:pt x="4209" y="5581"/>
                  </a:lnTo>
                  <a:lnTo>
                    <a:pt x="4190" y="5581"/>
                  </a:lnTo>
                  <a:lnTo>
                    <a:pt x="4171" y="5657"/>
                  </a:lnTo>
                  <a:lnTo>
                    <a:pt x="4152" y="5676"/>
                  </a:lnTo>
                  <a:lnTo>
                    <a:pt x="4114" y="5676"/>
                  </a:lnTo>
                  <a:lnTo>
                    <a:pt x="4095" y="5676"/>
                  </a:lnTo>
                  <a:lnTo>
                    <a:pt x="4076" y="5695"/>
                  </a:lnTo>
                  <a:lnTo>
                    <a:pt x="4057" y="5695"/>
                  </a:lnTo>
                  <a:lnTo>
                    <a:pt x="4019" y="5715"/>
                  </a:lnTo>
                  <a:lnTo>
                    <a:pt x="3962" y="5734"/>
                  </a:lnTo>
                  <a:lnTo>
                    <a:pt x="3943" y="5771"/>
                  </a:lnTo>
                  <a:lnTo>
                    <a:pt x="3885" y="5810"/>
                  </a:lnTo>
                  <a:lnTo>
                    <a:pt x="3867" y="5848"/>
                  </a:lnTo>
                  <a:lnTo>
                    <a:pt x="3847" y="5867"/>
                  </a:lnTo>
                  <a:lnTo>
                    <a:pt x="3809" y="5867"/>
                  </a:lnTo>
                  <a:lnTo>
                    <a:pt x="3809" y="5886"/>
                  </a:lnTo>
                  <a:lnTo>
                    <a:pt x="3790" y="5905"/>
                  </a:lnTo>
                  <a:lnTo>
                    <a:pt x="3790" y="5924"/>
                  </a:lnTo>
                  <a:lnTo>
                    <a:pt x="3771" y="5943"/>
                  </a:lnTo>
                  <a:lnTo>
                    <a:pt x="3733" y="5924"/>
                  </a:lnTo>
                  <a:lnTo>
                    <a:pt x="3714" y="5924"/>
                  </a:lnTo>
                  <a:lnTo>
                    <a:pt x="3695" y="5924"/>
                  </a:lnTo>
                  <a:lnTo>
                    <a:pt x="3676" y="5924"/>
                  </a:lnTo>
                  <a:lnTo>
                    <a:pt x="3638" y="5943"/>
                  </a:lnTo>
                  <a:lnTo>
                    <a:pt x="3618" y="5943"/>
                  </a:lnTo>
                  <a:lnTo>
                    <a:pt x="3618" y="5962"/>
                  </a:lnTo>
                  <a:lnTo>
                    <a:pt x="3600" y="5962"/>
                  </a:lnTo>
                  <a:lnTo>
                    <a:pt x="3581" y="5981"/>
                  </a:lnTo>
                  <a:lnTo>
                    <a:pt x="3581" y="6000"/>
                  </a:lnTo>
                  <a:lnTo>
                    <a:pt x="3542" y="6000"/>
                  </a:lnTo>
                  <a:lnTo>
                    <a:pt x="3486" y="6038"/>
                  </a:lnTo>
                  <a:lnTo>
                    <a:pt x="3466" y="6038"/>
                  </a:lnTo>
                  <a:lnTo>
                    <a:pt x="3409" y="6057"/>
                  </a:lnTo>
                  <a:lnTo>
                    <a:pt x="3333" y="6076"/>
                  </a:lnTo>
                  <a:lnTo>
                    <a:pt x="3295" y="6096"/>
                  </a:lnTo>
                  <a:lnTo>
                    <a:pt x="3237" y="6096"/>
                  </a:lnTo>
                  <a:lnTo>
                    <a:pt x="3219" y="6096"/>
                  </a:lnTo>
                  <a:lnTo>
                    <a:pt x="3161" y="6133"/>
                  </a:lnTo>
                  <a:lnTo>
                    <a:pt x="3085" y="6191"/>
                  </a:lnTo>
                  <a:lnTo>
                    <a:pt x="3047" y="6210"/>
                  </a:lnTo>
                  <a:lnTo>
                    <a:pt x="3028" y="6248"/>
                  </a:lnTo>
                  <a:lnTo>
                    <a:pt x="3028" y="6324"/>
                  </a:lnTo>
                  <a:lnTo>
                    <a:pt x="3009" y="6362"/>
                  </a:lnTo>
                  <a:lnTo>
                    <a:pt x="3009" y="6381"/>
                  </a:lnTo>
                  <a:lnTo>
                    <a:pt x="2990" y="6381"/>
                  </a:lnTo>
                  <a:lnTo>
                    <a:pt x="2990" y="6400"/>
                  </a:lnTo>
                  <a:lnTo>
                    <a:pt x="2990" y="6438"/>
                  </a:lnTo>
                  <a:lnTo>
                    <a:pt x="2990" y="6457"/>
                  </a:lnTo>
                  <a:lnTo>
                    <a:pt x="2971" y="6457"/>
                  </a:lnTo>
                  <a:lnTo>
                    <a:pt x="2971" y="6477"/>
                  </a:lnTo>
                  <a:lnTo>
                    <a:pt x="2990" y="6495"/>
                  </a:lnTo>
                  <a:lnTo>
                    <a:pt x="2971" y="6495"/>
                  </a:lnTo>
                  <a:lnTo>
                    <a:pt x="2971" y="6514"/>
                  </a:lnTo>
                  <a:lnTo>
                    <a:pt x="2990" y="6514"/>
                  </a:lnTo>
                  <a:lnTo>
                    <a:pt x="2990" y="6533"/>
                  </a:lnTo>
                  <a:lnTo>
                    <a:pt x="2971" y="6533"/>
                  </a:lnTo>
                  <a:lnTo>
                    <a:pt x="2971" y="6591"/>
                  </a:lnTo>
                  <a:lnTo>
                    <a:pt x="2952" y="6667"/>
                  </a:lnTo>
                  <a:lnTo>
                    <a:pt x="2933" y="6686"/>
                  </a:lnTo>
                  <a:lnTo>
                    <a:pt x="2933" y="6724"/>
                  </a:lnTo>
                  <a:lnTo>
                    <a:pt x="2914" y="6724"/>
                  </a:lnTo>
                  <a:lnTo>
                    <a:pt x="2914" y="6743"/>
                  </a:lnTo>
                  <a:lnTo>
                    <a:pt x="2895" y="6743"/>
                  </a:lnTo>
                  <a:lnTo>
                    <a:pt x="2895" y="6762"/>
                  </a:lnTo>
                  <a:lnTo>
                    <a:pt x="2876" y="6762"/>
                  </a:lnTo>
                  <a:lnTo>
                    <a:pt x="2876" y="6781"/>
                  </a:lnTo>
                  <a:lnTo>
                    <a:pt x="2876" y="6800"/>
                  </a:lnTo>
                  <a:lnTo>
                    <a:pt x="2856" y="6858"/>
                  </a:lnTo>
                  <a:lnTo>
                    <a:pt x="2838" y="6876"/>
                  </a:lnTo>
                  <a:lnTo>
                    <a:pt x="2819" y="6895"/>
                  </a:lnTo>
                  <a:lnTo>
                    <a:pt x="2819" y="6934"/>
                  </a:lnTo>
                  <a:lnTo>
                    <a:pt x="2800" y="7010"/>
                  </a:lnTo>
                  <a:lnTo>
                    <a:pt x="2800" y="7048"/>
                  </a:lnTo>
                  <a:lnTo>
                    <a:pt x="2761" y="7067"/>
                  </a:lnTo>
                  <a:lnTo>
                    <a:pt x="2780" y="7086"/>
                  </a:lnTo>
                  <a:lnTo>
                    <a:pt x="2761" y="7105"/>
                  </a:lnTo>
                  <a:lnTo>
                    <a:pt x="2743" y="7124"/>
                  </a:lnTo>
                  <a:lnTo>
                    <a:pt x="2743" y="7162"/>
                  </a:lnTo>
                  <a:lnTo>
                    <a:pt x="2724" y="7181"/>
                  </a:lnTo>
                  <a:lnTo>
                    <a:pt x="2685" y="7200"/>
                  </a:lnTo>
                  <a:lnTo>
                    <a:pt x="2666" y="7219"/>
                  </a:lnTo>
                  <a:lnTo>
                    <a:pt x="2666" y="7239"/>
                  </a:lnTo>
                  <a:lnTo>
                    <a:pt x="2647" y="7239"/>
                  </a:lnTo>
                  <a:lnTo>
                    <a:pt x="2628" y="7257"/>
                  </a:lnTo>
                  <a:lnTo>
                    <a:pt x="2609" y="7295"/>
                  </a:lnTo>
                  <a:lnTo>
                    <a:pt x="2609" y="7315"/>
                  </a:lnTo>
                  <a:lnTo>
                    <a:pt x="2590" y="7353"/>
                  </a:lnTo>
                  <a:lnTo>
                    <a:pt x="2590" y="7371"/>
                  </a:lnTo>
                  <a:lnTo>
                    <a:pt x="2571" y="7391"/>
                  </a:lnTo>
                  <a:lnTo>
                    <a:pt x="2590" y="7410"/>
                  </a:lnTo>
                  <a:lnTo>
                    <a:pt x="2609" y="7467"/>
                  </a:lnTo>
                  <a:lnTo>
                    <a:pt x="2609" y="7486"/>
                  </a:lnTo>
                  <a:lnTo>
                    <a:pt x="2628" y="7505"/>
                  </a:lnTo>
                  <a:lnTo>
                    <a:pt x="2628" y="7581"/>
                  </a:lnTo>
                  <a:lnTo>
                    <a:pt x="2628" y="7600"/>
                  </a:lnTo>
                  <a:lnTo>
                    <a:pt x="2647" y="7619"/>
                  </a:lnTo>
                  <a:lnTo>
                    <a:pt x="2647" y="7638"/>
                  </a:lnTo>
                  <a:lnTo>
                    <a:pt x="2647" y="7657"/>
                  </a:lnTo>
                  <a:lnTo>
                    <a:pt x="2647" y="7733"/>
                  </a:lnTo>
                  <a:lnTo>
                    <a:pt x="2666" y="7772"/>
                  </a:lnTo>
                  <a:lnTo>
                    <a:pt x="2685" y="7791"/>
                  </a:lnTo>
                  <a:lnTo>
                    <a:pt x="2724" y="7810"/>
                  </a:lnTo>
                  <a:lnTo>
                    <a:pt x="2743" y="7829"/>
                  </a:lnTo>
                  <a:lnTo>
                    <a:pt x="2743" y="7848"/>
                  </a:lnTo>
                  <a:lnTo>
                    <a:pt x="2743" y="7867"/>
                  </a:lnTo>
                  <a:lnTo>
                    <a:pt x="2743" y="7905"/>
                  </a:lnTo>
                  <a:lnTo>
                    <a:pt x="2743" y="7924"/>
                  </a:lnTo>
                  <a:lnTo>
                    <a:pt x="2724" y="7943"/>
                  </a:lnTo>
                  <a:lnTo>
                    <a:pt x="2724" y="7962"/>
                  </a:lnTo>
                  <a:lnTo>
                    <a:pt x="2704" y="7962"/>
                  </a:lnTo>
                  <a:lnTo>
                    <a:pt x="2704" y="8000"/>
                  </a:lnTo>
                  <a:lnTo>
                    <a:pt x="2704" y="8038"/>
                  </a:lnTo>
                  <a:lnTo>
                    <a:pt x="2704" y="8114"/>
                  </a:lnTo>
                  <a:lnTo>
                    <a:pt x="2704" y="8153"/>
                  </a:lnTo>
                  <a:lnTo>
                    <a:pt x="2724" y="8191"/>
                  </a:lnTo>
                  <a:lnTo>
                    <a:pt x="2704" y="8210"/>
                  </a:lnTo>
                  <a:lnTo>
                    <a:pt x="2685" y="8248"/>
                  </a:lnTo>
                  <a:lnTo>
                    <a:pt x="2685" y="8305"/>
                  </a:lnTo>
                  <a:lnTo>
                    <a:pt x="2704" y="8381"/>
                  </a:lnTo>
                  <a:lnTo>
                    <a:pt x="2685" y="8419"/>
                  </a:lnTo>
                  <a:lnTo>
                    <a:pt x="2666" y="8419"/>
                  </a:lnTo>
                  <a:lnTo>
                    <a:pt x="2647" y="8438"/>
                  </a:lnTo>
                  <a:lnTo>
                    <a:pt x="2647" y="8458"/>
                  </a:lnTo>
                  <a:lnTo>
                    <a:pt x="2647" y="8476"/>
                  </a:lnTo>
                  <a:lnTo>
                    <a:pt x="2647" y="8495"/>
                  </a:lnTo>
                  <a:lnTo>
                    <a:pt x="2609" y="8572"/>
                  </a:lnTo>
                  <a:lnTo>
                    <a:pt x="2609" y="8590"/>
                  </a:lnTo>
                  <a:lnTo>
                    <a:pt x="2628" y="8610"/>
                  </a:lnTo>
                  <a:lnTo>
                    <a:pt x="2628" y="8629"/>
                  </a:lnTo>
                  <a:lnTo>
                    <a:pt x="2609" y="8667"/>
                  </a:lnTo>
                  <a:lnTo>
                    <a:pt x="2609" y="8686"/>
                  </a:lnTo>
                  <a:lnTo>
                    <a:pt x="2609" y="8705"/>
                  </a:lnTo>
                  <a:lnTo>
                    <a:pt x="2552" y="8686"/>
                  </a:lnTo>
                  <a:lnTo>
                    <a:pt x="2533" y="8667"/>
                  </a:lnTo>
                  <a:lnTo>
                    <a:pt x="2495" y="8629"/>
                  </a:lnTo>
                  <a:lnTo>
                    <a:pt x="2476" y="8610"/>
                  </a:lnTo>
                  <a:lnTo>
                    <a:pt x="2380" y="8572"/>
                  </a:lnTo>
                  <a:lnTo>
                    <a:pt x="2362" y="8572"/>
                  </a:lnTo>
                  <a:lnTo>
                    <a:pt x="2304" y="8590"/>
                  </a:lnTo>
                  <a:lnTo>
                    <a:pt x="2285" y="8590"/>
                  </a:lnTo>
                  <a:lnTo>
                    <a:pt x="2247" y="8572"/>
                  </a:lnTo>
                  <a:lnTo>
                    <a:pt x="2228" y="8572"/>
                  </a:lnTo>
                  <a:lnTo>
                    <a:pt x="2228" y="8534"/>
                  </a:lnTo>
                  <a:lnTo>
                    <a:pt x="2209" y="8514"/>
                  </a:lnTo>
                  <a:lnTo>
                    <a:pt x="2190" y="8514"/>
                  </a:lnTo>
                  <a:lnTo>
                    <a:pt x="2171" y="8495"/>
                  </a:lnTo>
                  <a:lnTo>
                    <a:pt x="2171" y="8458"/>
                  </a:lnTo>
                  <a:lnTo>
                    <a:pt x="2152" y="8458"/>
                  </a:lnTo>
                  <a:lnTo>
                    <a:pt x="2133" y="8419"/>
                  </a:lnTo>
                  <a:lnTo>
                    <a:pt x="2114" y="8419"/>
                  </a:lnTo>
                  <a:lnTo>
                    <a:pt x="2114" y="8400"/>
                  </a:lnTo>
                  <a:lnTo>
                    <a:pt x="2133" y="8381"/>
                  </a:lnTo>
                  <a:lnTo>
                    <a:pt x="2133" y="8362"/>
                  </a:lnTo>
                  <a:lnTo>
                    <a:pt x="2133" y="8343"/>
                  </a:lnTo>
                  <a:lnTo>
                    <a:pt x="2133" y="8324"/>
                  </a:lnTo>
                  <a:lnTo>
                    <a:pt x="2114" y="8305"/>
                  </a:lnTo>
                  <a:lnTo>
                    <a:pt x="2095" y="8286"/>
                  </a:lnTo>
                  <a:lnTo>
                    <a:pt x="2095" y="8267"/>
                  </a:lnTo>
                  <a:lnTo>
                    <a:pt x="2018" y="8229"/>
                  </a:lnTo>
                  <a:lnTo>
                    <a:pt x="1981" y="8191"/>
                  </a:lnTo>
                  <a:lnTo>
                    <a:pt x="1962" y="8191"/>
                  </a:lnTo>
                  <a:lnTo>
                    <a:pt x="1942" y="8172"/>
                  </a:lnTo>
                  <a:lnTo>
                    <a:pt x="1923" y="8153"/>
                  </a:lnTo>
                  <a:lnTo>
                    <a:pt x="1923" y="8133"/>
                  </a:lnTo>
                  <a:lnTo>
                    <a:pt x="1942" y="8114"/>
                  </a:lnTo>
                  <a:lnTo>
                    <a:pt x="1942" y="8096"/>
                  </a:lnTo>
                  <a:lnTo>
                    <a:pt x="1962" y="8096"/>
                  </a:lnTo>
                  <a:lnTo>
                    <a:pt x="1981" y="8096"/>
                  </a:lnTo>
                  <a:lnTo>
                    <a:pt x="1999" y="8077"/>
                  </a:lnTo>
                  <a:lnTo>
                    <a:pt x="2018" y="8038"/>
                  </a:lnTo>
                  <a:lnTo>
                    <a:pt x="2018" y="8019"/>
                  </a:lnTo>
                  <a:lnTo>
                    <a:pt x="2038" y="8000"/>
                  </a:lnTo>
                  <a:lnTo>
                    <a:pt x="2057" y="8000"/>
                  </a:lnTo>
                  <a:lnTo>
                    <a:pt x="2057" y="7981"/>
                  </a:lnTo>
                  <a:lnTo>
                    <a:pt x="2057" y="7962"/>
                  </a:lnTo>
                  <a:lnTo>
                    <a:pt x="2057" y="7943"/>
                  </a:lnTo>
                  <a:lnTo>
                    <a:pt x="2038" y="7924"/>
                  </a:lnTo>
                  <a:lnTo>
                    <a:pt x="2018" y="7924"/>
                  </a:lnTo>
                  <a:lnTo>
                    <a:pt x="1942" y="7886"/>
                  </a:lnTo>
                  <a:lnTo>
                    <a:pt x="1866" y="7848"/>
                  </a:lnTo>
                  <a:lnTo>
                    <a:pt x="1828" y="7829"/>
                  </a:lnTo>
                  <a:lnTo>
                    <a:pt x="1809" y="7810"/>
                  </a:lnTo>
                  <a:lnTo>
                    <a:pt x="1790" y="7772"/>
                  </a:lnTo>
                  <a:lnTo>
                    <a:pt x="1790" y="7752"/>
                  </a:lnTo>
                  <a:lnTo>
                    <a:pt x="1790" y="7733"/>
                  </a:lnTo>
                  <a:lnTo>
                    <a:pt x="1790" y="7696"/>
                  </a:lnTo>
                  <a:lnTo>
                    <a:pt x="1790" y="7676"/>
                  </a:lnTo>
                  <a:lnTo>
                    <a:pt x="1771" y="7638"/>
                  </a:lnTo>
                  <a:lnTo>
                    <a:pt x="1771" y="7619"/>
                  </a:lnTo>
                  <a:lnTo>
                    <a:pt x="1733" y="7562"/>
                  </a:lnTo>
                  <a:lnTo>
                    <a:pt x="1676" y="7524"/>
                  </a:lnTo>
                  <a:lnTo>
                    <a:pt x="1657" y="7524"/>
                  </a:lnTo>
                  <a:lnTo>
                    <a:pt x="1618" y="7524"/>
                  </a:lnTo>
                  <a:lnTo>
                    <a:pt x="1600" y="7524"/>
                  </a:lnTo>
                  <a:lnTo>
                    <a:pt x="1581" y="7524"/>
                  </a:lnTo>
                  <a:lnTo>
                    <a:pt x="1561" y="7505"/>
                  </a:lnTo>
                  <a:lnTo>
                    <a:pt x="1542" y="7486"/>
                  </a:lnTo>
                  <a:lnTo>
                    <a:pt x="1542" y="7467"/>
                  </a:lnTo>
                  <a:lnTo>
                    <a:pt x="1561" y="7467"/>
                  </a:lnTo>
                  <a:lnTo>
                    <a:pt x="1561" y="7448"/>
                  </a:lnTo>
                  <a:lnTo>
                    <a:pt x="1581" y="7429"/>
                  </a:lnTo>
                  <a:lnTo>
                    <a:pt x="1600" y="7410"/>
                  </a:lnTo>
                  <a:lnTo>
                    <a:pt x="1618" y="7391"/>
                  </a:lnTo>
                  <a:lnTo>
                    <a:pt x="1618" y="7371"/>
                  </a:lnTo>
                  <a:lnTo>
                    <a:pt x="1637" y="7371"/>
                  </a:lnTo>
                  <a:lnTo>
                    <a:pt x="1637" y="7353"/>
                  </a:lnTo>
                  <a:lnTo>
                    <a:pt x="1657" y="7334"/>
                  </a:lnTo>
                  <a:lnTo>
                    <a:pt x="1676" y="7334"/>
                  </a:lnTo>
                  <a:lnTo>
                    <a:pt x="1695" y="7334"/>
                  </a:lnTo>
                  <a:lnTo>
                    <a:pt x="1714" y="7315"/>
                  </a:lnTo>
                  <a:lnTo>
                    <a:pt x="1714" y="7295"/>
                  </a:lnTo>
                  <a:lnTo>
                    <a:pt x="1714" y="7276"/>
                  </a:lnTo>
                  <a:lnTo>
                    <a:pt x="1695" y="7219"/>
                  </a:lnTo>
                  <a:lnTo>
                    <a:pt x="1695" y="7200"/>
                  </a:lnTo>
                  <a:lnTo>
                    <a:pt x="1714" y="7181"/>
                  </a:lnTo>
                  <a:lnTo>
                    <a:pt x="1714" y="7162"/>
                  </a:lnTo>
                  <a:lnTo>
                    <a:pt x="1714" y="7143"/>
                  </a:lnTo>
                  <a:lnTo>
                    <a:pt x="1733" y="7143"/>
                  </a:lnTo>
                  <a:lnTo>
                    <a:pt x="1733" y="7124"/>
                  </a:lnTo>
                  <a:lnTo>
                    <a:pt x="1733" y="7105"/>
                  </a:lnTo>
                  <a:lnTo>
                    <a:pt x="1733" y="7067"/>
                  </a:lnTo>
                  <a:lnTo>
                    <a:pt x="1752" y="7029"/>
                  </a:lnTo>
                  <a:lnTo>
                    <a:pt x="1771" y="6990"/>
                  </a:lnTo>
                  <a:lnTo>
                    <a:pt x="1771" y="6972"/>
                  </a:lnTo>
                  <a:lnTo>
                    <a:pt x="1790" y="6972"/>
                  </a:lnTo>
                  <a:lnTo>
                    <a:pt x="1790" y="6953"/>
                  </a:lnTo>
                  <a:lnTo>
                    <a:pt x="1809" y="6934"/>
                  </a:lnTo>
                  <a:lnTo>
                    <a:pt x="1828" y="6934"/>
                  </a:lnTo>
                  <a:lnTo>
                    <a:pt x="1885" y="6895"/>
                  </a:lnTo>
                  <a:lnTo>
                    <a:pt x="1942" y="6895"/>
                  </a:lnTo>
                  <a:lnTo>
                    <a:pt x="1981" y="6895"/>
                  </a:lnTo>
                  <a:lnTo>
                    <a:pt x="1999" y="6895"/>
                  </a:lnTo>
                  <a:lnTo>
                    <a:pt x="2095" y="6895"/>
                  </a:lnTo>
                  <a:lnTo>
                    <a:pt x="2095" y="6876"/>
                  </a:lnTo>
                  <a:lnTo>
                    <a:pt x="2076" y="6858"/>
                  </a:lnTo>
                  <a:lnTo>
                    <a:pt x="2076" y="6838"/>
                  </a:lnTo>
                  <a:lnTo>
                    <a:pt x="2057" y="6819"/>
                  </a:lnTo>
                  <a:lnTo>
                    <a:pt x="2057" y="6800"/>
                  </a:lnTo>
                  <a:lnTo>
                    <a:pt x="2076" y="6800"/>
                  </a:lnTo>
                  <a:lnTo>
                    <a:pt x="2076" y="6781"/>
                  </a:lnTo>
                  <a:lnTo>
                    <a:pt x="2095" y="6781"/>
                  </a:lnTo>
                  <a:lnTo>
                    <a:pt x="2095" y="6743"/>
                  </a:lnTo>
                  <a:lnTo>
                    <a:pt x="2095" y="6705"/>
                  </a:lnTo>
                  <a:lnTo>
                    <a:pt x="2095" y="6686"/>
                  </a:lnTo>
                  <a:lnTo>
                    <a:pt x="2095" y="6667"/>
                  </a:lnTo>
                  <a:lnTo>
                    <a:pt x="2095" y="6648"/>
                  </a:lnTo>
                  <a:lnTo>
                    <a:pt x="2114" y="6629"/>
                  </a:lnTo>
                  <a:lnTo>
                    <a:pt x="2114" y="6609"/>
                  </a:lnTo>
                  <a:lnTo>
                    <a:pt x="2114" y="6591"/>
                  </a:lnTo>
                  <a:lnTo>
                    <a:pt x="2133" y="6591"/>
                  </a:lnTo>
                  <a:lnTo>
                    <a:pt x="2133" y="6572"/>
                  </a:lnTo>
                  <a:lnTo>
                    <a:pt x="2114" y="6553"/>
                  </a:lnTo>
                  <a:lnTo>
                    <a:pt x="2114" y="6533"/>
                  </a:lnTo>
                  <a:lnTo>
                    <a:pt x="2114" y="6495"/>
                  </a:lnTo>
                  <a:lnTo>
                    <a:pt x="2095" y="6477"/>
                  </a:lnTo>
                  <a:lnTo>
                    <a:pt x="2057" y="6457"/>
                  </a:lnTo>
                  <a:lnTo>
                    <a:pt x="2038" y="6457"/>
                  </a:lnTo>
                  <a:lnTo>
                    <a:pt x="2038" y="6438"/>
                  </a:lnTo>
                  <a:lnTo>
                    <a:pt x="2018" y="6419"/>
                  </a:lnTo>
                  <a:lnTo>
                    <a:pt x="1999" y="6419"/>
                  </a:lnTo>
                  <a:lnTo>
                    <a:pt x="1981" y="6419"/>
                  </a:lnTo>
                  <a:lnTo>
                    <a:pt x="1981" y="6438"/>
                  </a:lnTo>
                  <a:lnTo>
                    <a:pt x="1962" y="6438"/>
                  </a:lnTo>
                  <a:lnTo>
                    <a:pt x="1904" y="6438"/>
                  </a:lnTo>
                  <a:lnTo>
                    <a:pt x="1866" y="6438"/>
                  </a:lnTo>
                  <a:lnTo>
                    <a:pt x="1847" y="6457"/>
                  </a:lnTo>
                  <a:lnTo>
                    <a:pt x="1828" y="6457"/>
                  </a:lnTo>
                  <a:lnTo>
                    <a:pt x="1790" y="6477"/>
                  </a:lnTo>
                  <a:lnTo>
                    <a:pt x="1771" y="6477"/>
                  </a:lnTo>
                  <a:lnTo>
                    <a:pt x="1752" y="6477"/>
                  </a:lnTo>
                  <a:lnTo>
                    <a:pt x="1733" y="6477"/>
                  </a:lnTo>
                  <a:lnTo>
                    <a:pt x="1733" y="6495"/>
                  </a:lnTo>
                  <a:lnTo>
                    <a:pt x="1714" y="6495"/>
                  </a:lnTo>
                  <a:lnTo>
                    <a:pt x="1695" y="6514"/>
                  </a:lnTo>
                  <a:lnTo>
                    <a:pt x="1676" y="6514"/>
                  </a:lnTo>
                  <a:lnTo>
                    <a:pt x="1676" y="6533"/>
                  </a:lnTo>
                  <a:lnTo>
                    <a:pt x="1657" y="6533"/>
                  </a:lnTo>
                  <a:lnTo>
                    <a:pt x="1657" y="6553"/>
                  </a:lnTo>
                  <a:lnTo>
                    <a:pt x="1637" y="6553"/>
                  </a:lnTo>
                  <a:lnTo>
                    <a:pt x="1618" y="6553"/>
                  </a:lnTo>
                  <a:lnTo>
                    <a:pt x="1600" y="6553"/>
                  </a:lnTo>
                  <a:lnTo>
                    <a:pt x="1600" y="6533"/>
                  </a:lnTo>
                  <a:lnTo>
                    <a:pt x="1581" y="6514"/>
                  </a:lnTo>
                  <a:lnTo>
                    <a:pt x="1581" y="6495"/>
                  </a:lnTo>
                  <a:lnTo>
                    <a:pt x="1561" y="6495"/>
                  </a:lnTo>
                  <a:lnTo>
                    <a:pt x="1542" y="6477"/>
                  </a:lnTo>
                  <a:lnTo>
                    <a:pt x="1542" y="6457"/>
                  </a:lnTo>
                  <a:lnTo>
                    <a:pt x="1485" y="6381"/>
                  </a:lnTo>
                  <a:lnTo>
                    <a:pt x="1466" y="6362"/>
                  </a:lnTo>
                  <a:lnTo>
                    <a:pt x="1447" y="6362"/>
                  </a:lnTo>
                  <a:lnTo>
                    <a:pt x="1428" y="6343"/>
                  </a:lnTo>
                  <a:lnTo>
                    <a:pt x="1409" y="6305"/>
                  </a:lnTo>
                  <a:lnTo>
                    <a:pt x="1409" y="6286"/>
                  </a:lnTo>
                  <a:lnTo>
                    <a:pt x="1390" y="6286"/>
                  </a:lnTo>
                  <a:lnTo>
                    <a:pt x="1390" y="6267"/>
                  </a:lnTo>
                  <a:lnTo>
                    <a:pt x="1371" y="6267"/>
                  </a:lnTo>
                  <a:lnTo>
                    <a:pt x="1371" y="6248"/>
                  </a:lnTo>
                  <a:lnTo>
                    <a:pt x="1371" y="6229"/>
                  </a:lnTo>
                  <a:lnTo>
                    <a:pt x="1352" y="6229"/>
                  </a:lnTo>
                  <a:lnTo>
                    <a:pt x="1352" y="6210"/>
                  </a:lnTo>
                  <a:lnTo>
                    <a:pt x="1352" y="6191"/>
                  </a:lnTo>
                  <a:lnTo>
                    <a:pt x="1333" y="6172"/>
                  </a:lnTo>
                  <a:lnTo>
                    <a:pt x="1314" y="6172"/>
                  </a:lnTo>
                  <a:lnTo>
                    <a:pt x="1314" y="6191"/>
                  </a:lnTo>
                  <a:lnTo>
                    <a:pt x="1295" y="6191"/>
                  </a:lnTo>
                  <a:lnTo>
                    <a:pt x="1295" y="6172"/>
                  </a:lnTo>
                  <a:lnTo>
                    <a:pt x="1295" y="6133"/>
                  </a:lnTo>
                  <a:lnTo>
                    <a:pt x="1276" y="6133"/>
                  </a:lnTo>
                  <a:lnTo>
                    <a:pt x="1276" y="6115"/>
                  </a:lnTo>
                  <a:lnTo>
                    <a:pt x="1256" y="6115"/>
                  </a:lnTo>
                  <a:lnTo>
                    <a:pt x="1256" y="6096"/>
                  </a:lnTo>
                  <a:lnTo>
                    <a:pt x="1256" y="6076"/>
                  </a:lnTo>
                  <a:lnTo>
                    <a:pt x="1238" y="6076"/>
                  </a:lnTo>
                  <a:lnTo>
                    <a:pt x="1219" y="6076"/>
                  </a:lnTo>
                  <a:lnTo>
                    <a:pt x="1200" y="6076"/>
                  </a:lnTo>
                  <a:lnTo>
                    <a:pt x="1180" y="6076"/>
                  </a:lnTo>
                  <a:lnTo>
                    <a:pt x="1180" y="6057"/>
                  </a:lnTo>
                  <a:lnTo>
                    <a:pt x="1161" y="6038"/>
                  </a:lnTo>
                  <a:lnTo>
                    <a:pt x="1161" y="6000"/>
                  </a:lnTo>
                  <a:lnTo>
                    <a:pt x="1142" y="6000"/>
                  </a:lnTo>
                  <a:lnTo>
                    <a:pt x="1124" y="6000"/>
                  </a:lnTo>
                  <a:lnTo>
                    <a:pt x="1104" y="6000"/>
                  </a:lnTo>
                  <a:lnTo>
                    <a:pt x="1085" y="6000"/>
                  </a:lnTo>
                  <a:lnTo>
                    <a:pt x="1066" y="6000"/>
                  </a:lnTo>
                  <a:lnTo>
                    <a:pt x="1104" y="5962"/>
                  </a:lnTo>
                  <a:lnTo>
                    <a:pt x="1142" y="5943"/>
                  </a:lnTo>
                  <a:lnTo>
                    <a:pt x="1161" y="5924"/>
                  </a:lnTo>
                  <a:lnTo>
                    <a:pt x="1180" y="5886"/>
                  </a:lnTo>
                  <a:lnTo>
                    <a:pt x="1180" y="5867"/>
                  </a:lnTo>
                  <a:lnTo>
                    <a:pt x="1142" y="5829"/>
                  </a:lnTo>
                  <a:lnTo>
                    <a:pt x="1104" y="5829"/>
                  </a:lnTo>
                  <a:lnTo>
                    <a:pt x="1085" y="5829"/>
                  </a:lnTo>
                  <a:lnTo>
                    <a:pt x="1066" y="5829"/>
                  </a:lnTo>
                  <a:lnTo>
                    <a:pt x="1047" y="5848"/>
                  </a:lnTo>
                  <a:lnTo>
                    <a:pt x="1028" y="5867"/>
                  </a:lnTo>
                  <a:lnTo>
                    <a:pt x="1009" y="5829"/>
                  </a:lnTo>
                  <a:lnTo>
                    <a:pt x="990" y="5810"/>
                  </a:lnTo>
                  <a:lnTo>
                    <a:pt x="952" y="5791"/>
                  </a:lnTo>
                  <a:lnTo>
                    <a:pt x="933" y="5752"/>
                  </a:lnTo>
                  <a:lnTo>
                    <a:pt x="952" y="5734"/>
                  </a:lnTo>
                  <a:lnTo>
                    <a:pt x="990" y="5715"/>
                  </a:lnTo>
                  <a:lnTo>
                    <a:pt x="1028" y="5715"/>
                  </a:lnTo>
                  <a:lnTo>
                    <a:pt x="1085" y="5638"/>
                  </a:lnTo>
                  <a:lnTo>
                    <a:pt x="1142" y="5581"/>
                  </a:lnTo>
                  <a:lnTo>
                    <a:pt x="1161" y="5562"/>
                  </a:lnTo>
                  <a:lnTo>
                    <a:pt x="1161" y="5543"/>
                  </a:lnTo>
                  <a:lnTo>
                    <a:pt x="1161" y="5486"/>
                  </a:lnTo>
                  <a:lnTo>
                    <a:pt x="1180" y="5467"/>
                  </a:lnTo>
                  <a:lnTo>
                    <a:pt x="1161" y="5448"/>
                  </a:lnTo>
                  <a:lnTo>
                    <a:pt x="1161" y="5429"/>
                  </a:lnTo>
                  <a:lnTo>
                    <a:pt x="1161" y="5372"/>
                  </a:lnTo>
                  <a:lnTo>
                    <a:pt x="1161" y="5353"/>
                  </a:lnTo>
                  <a:lnTo>
                    <a:pt x="1180" y="5314"/>
                  </a:lnTo>
                  <a:lnTo>
                    <a:pt x="1161" y="5295"/>
                  </a:lnTo>
                  <a:lnTo>
                    <a:pt x="1180" y="5258"/>
                  </a:lnTo>
                  <a:lnTo>
                    <a:pt x="1200" y="5200"/>
                  </a:lnTo>
                  <a:lnTo>
                    <a:pt x="1200" y="5162"/>
                  </a:lnTo>
                  <a:lnTo>
                    <a:pt x="1200" y="5143"/>
                  </a:lnTo>
                  <a:lnTo>
                    <a:pt x="1219" y="5124"/>
                  </a:lnTo>
                  <a:lnTo>
                    <a:pt x="1238" y="5105"/>
                  </a:lnTo>
                  <a:lnTo>
                    <a:pt x="1238" y="5086"/>
                  </a:lnTo>
                  <a:lnTo>
                    <a:pt x="1238" y="5067"/>
                  </a:lnTo>
                  <a:lnTo>
                    <a:pt x="1238" y="5048"/>
                  </a:lnTo>
                  <a:lnTo>
                    <a:pt x="1256" y="4991"/>
                  </a:lnTo>
                  <a:lnTo>
                    <a:pt x="1238" y="4953"/>
                  </a:lnTo>
                  <a:lnTo>
                    <a:pt x="1276" y="4895"/>
                  </a:lnTo>
                  <a:lnTo>
                    <a:pt x="1276" y="4857"/>
                  </a:lnTo>
                  <a:lnTo>
                    <a:pt x="1276" y="4838"/>
                  </a:lnTo>
                  <a:lnTo>
                    <a:pt x="1238" y="4800"/>
                  </a:lnTo>
                  <a:lnTo>
                    <a:pt x="1238" y="4781"/>
                  </a:lnTo>
                  <a:lnTo>
                    <a:pt x="1238" y="4762"/>
                  </a:lnTo>
                  <a:lnTo>
                    <a:pt x="1238" y="4724"/>
                  </a:lnTo>
                  <a:lnTo>
                    <a:pt x="1219" y="4610"/>
                  </a:lnTo>
                  <a:lnTo>
                    <a:pt x="1238" y="4552"/>
                  </a:lnTo>
                  <a:lnTo>
                    <a:pt x="1238" y="4514"/>
                  </a:lnTo>
                  <a:lnTo>
                    <a:pt x="1238" y="4496"/>
                  </a:lnTo>
                  <a:lnTo>
                    <a:pt x="1219" y="4496"/>
                  </a:lnTo>
                  <a:lnTo>
                    <a:pt x="1219" y="4476"/>
                  </a:lnTo>
                  <a:lnTo>
                    <a:pt x="1219" y="4457"/>
                  </a:lnTo>
                  <a:lnTo>
                    <a:pt x="1219" y="4438"/>
                  </a:lnTo>
                  <a:lnTo>
                    <a:pt x="1200" y="4419"/>
                  </a:lnTo>
                  <a:lnTo>
                    <a:pt x="1180" y="4400"/>
                  </a:lnTo>
                  <a:lnTo>
                    <a:pt x="1180" y="4381"/>
                  </a:lnTo>
                  <a:lnTo>
                    <a:pt x="1180" y="4248"/>
                  </a:lnTo>
                  <a:lnTo>
                    <a:pt x="1161" y="4191"/>
                  </a:lnTo>
                  <a:lnTo>
                    <a:pt x="1142" y="4152"/>
                  </a:lnTo>
                  <a:lnTo>
                    <a:pt x="1124" y="4134"/>
                  </a:lnTo>
                  <a:lnTo>
                    <a:pt x="1104" y="4134"/>
                  </a:lnTo>
                  <a:lnTo>
                    <a:pt x="1066" y="4134"/>
                  </a:lnTo>
                  <a:lnTo>
                    <a:pt x="1047" y="4115"/>
                  </a:lnTo>
                  <a:lnTo>
                    <a:pt x="952" y="4057"/>
                  </a:lnTo>
                  <a:lnTo>
                    <a:pt x="933" y="4057"/>
                  </a:lnTo>
                  <a:lnTo>
                    <a:pt x="914" y="4057"/>
                  </a:lnTo>
                  <a:lnTo>
                    <a:pt x="875" y="4057"/>
                  </a:lnTo>
                  <a:lnTo>
                    <a:pt x="857" y="4057"/>
                  </a:lnTo>
                  <a:lnTo>
                    <a:pt x="838" y="4057"/>
                  </a:lnTo>
                  <a:lnTo>
                    <a:pt x="838" y="4038"/>
                  </a:lnTo>
                  <a:lnTo>
                    <a:pt x="819" y="4019"/>
                  </a:lnTo>
                  <a:lnTo>
                    <a:pt x="819" y="3981"/>
                  </a:lnTo>
                  <a:lnTo>
                    <a:pt x="819" y="3962"/>
                  </a:lnTo>
                  <a:lnTo>
                    <a:pt x="799" y="3943"/>
                  </a:lnTo>
                  <a:lnTo>
                    <a:pt x="780" y="3924"/>
                  </a:lnTo>
                  <a:lnTo>
                    <a:pt x="743" y="3924"/>
                  </a:lnTo>
                  <a:lnTo>
                    <a:pt x="704" y="3905"/>
                  </a:lnTo>
                  <a:lnTo>
                    <a:pt x="685" y="3905"/>
                  </a:lnTo>
                  <a:lnTo>
                    <a:pt x="666" y="3924"/>
                  </a:lnTo>
                  <a:lnTo>
                    <a:pt x="647" y="3943"/>
                  </a:lnTo>
                  <a:lnTo>
                    <a:pt x="628" y="3943"/>
                  </a:lnTo>
                  <a:lnTo>
                    <a:pt x="590" y="3943"/>
                  </a:lnTo>
                  <a:lnTo>
                    <a:pt x="552" y="3924"/>
                  </a:lnTo>
                  <a:lnTo>
                    <a:pt x="399" y="3867"/>
                  </a:lnTo>
                  <a:lnTo>
                    <a:pt x="381" y="3848"/>
                  </a:lnTo>
                  <a:lnTo>
                    <a:pt x="304" y="3848"/>
                  </a:lnTo>
                  <a:lnTo>
                    <a:pt x="266" y="3848"/>
                  </a:lnTo>
                  <a:lnTo>
                    <a:pt x="228" y="3867"/>
                  </a:lnTo>
                  <a:lnTo>
                    <a:pt x="190" y="3886"/>
                  </a:lnTo>
                  <a:lnTo>
                    <a:pt x="190" y="3905"/>
                  </a:lnTo>
                  <a:lnTo>
                    <a:pt x="171" y="3905"/>
                  </a:lnTo>
                  <a:lnTo>
                    <a:pt x="152" y="3981"/>
                  </a:lnTo>
                  <a:lnTo>
                    <a:pt x="133" y="4000"/>
                  </a:lnTo>
                  <a:lnTo>
                    <a:pt x="114" y="4000"/>
                  </a:lnTo>
                  <a:lnTo>
                    <a:pt x="114" y="3981"/>
                  </a:lnTo>
                  <a:lnTo>
                    <a:pt x="95" y="3981"/>
                  </a:lnTo>
                  <a:lnTo>
                    <a:pt x="57" y="3981"/>
                  </a:lnTo>
                  <a:lnTo>
                    <a:pt x="18" y="4019"/>
                  </a:lnTo>
                  <a:lnTo>
                    <a:pt x="0" y="4019"/>
                  </a:lnTo>
                  <a:lnTo>
                    <a:pt x="457" y="3638"/>
                  </a:lnTo>
                  <a:lnTo>
                    <a:pt x="875" y="3314"/>
                  </a:lnTo>
                  <a:lnTo>
                    <a:pt x="895" y="3314"/>
                  </a:lnTo>
                  <a:lnTo>
                    <a:pt x="914" y="3314"/>
                  </a:lnTo>
                  <a:lnTo>
                    <a:pt x="933" y="3314"/>
                  </a:lnTo>
                  <a:lnTo>
                    <a:pt x="952" y="3314"/>
                  </a:lnTo>
                  <a:lnTo>
                    <a:pt x="971" y="3333"/>
                  </a:lnTo>
                  <a:lnTo>
                    <a:pt x="990" y="3333"/>
                  </a:lnTo>
                  <a:lnTo>
                    <a:pt x="1009" y="3333"/>
                  </a:lnTo>
                  <a:lnTo>
                    <a:pt x="1009" y="3314"/>
                  </a:lnTo>
                  <a:lnTo>
                    <a:pt x="1085" y="3257"/>
                  </a:lnTo>
                  <a:lnTo>
                    <a:pt x="1104" y="3238"/>
                  </a:lnTo>
                  <a:lnTo>
                    <a:pt x="1104" y="3219"/>
                  </a:lnTo>
                  <a:lnTo>
                    <a:pt x="1124" y="3219"/>
                  </a:lnTo>
                  <a:lnTo>
                    <a:pt x="1124" y="3200"/>
                  </a:lnTo>
                  <a:lnTo>
                    <a:pt x="1142" y="3200"/>
                  </a:lnTo>
                  <a:lnTo>
                    <a:pt x="1142" y="3181"/>
                  </a:lnTo>
                  <a:lnTo>
                    <a:pt x="1161" y="3143"/>
                  </a:lnTo>
                  <a:lnTo>
                    <a:pt x="1180" y="3143"/>
                  </a:lnTo>
                  <a:lnTo>
                    <a:pt x="1180" y="3124"/>
                  </a:lnTo>
                  <a:lnTo>
                    <a:pt x="1200" y="3105"/>
                  </a:lnTo>
                  <a:lnTo>
                    <a:pt x="1200" y="3086"/>
                  </a:lnTo>
                  <a:lnTo>
                    <a:pt x="1200" y="3067"/>
                  </a:lnTo>
                  <a:lnTo>
                    <a:pt x="1219" y="3048"/>
                  </a:lnTo>
                  <a:lnTo>
                    <a:pt x="1238" y="3028"/>
                  </a:lnTo>
                  <a:lnTo>
                    <a:pt x="1276" y="3010"/>
                  </a:lnTo>
                  <a:lnTo>
                    <a:pt x="1276" y="2991"/>
                  </a:lnTo>
                  <a:lnTo>
                    <a:pt x="1276" y="2972"/>
                  </a:lnTo>
                  <a:lnTo>
                    <a:pt x="1295" y="2933"/>
                  </a:lnTo>
                  <a:lnTo>
                    <a:pt x="1314" y="2933"/>
                  </a:lnTo>
                  <a:lnTo>
                    <a:pt x="1314" y="2914"/>
                  </a:lnTo>
                  <a:lnTo>
                    <a:pt x="1295" y="2896"/>
                  </a:lnTo>
                  <a:lnTo>
                    <a:pt x="1314" y="2896"/>
                  </a:lnTo>
                  <a:lnTo>
                    <a:pt x="1314" y="2876"/>
                  </a:lnTo>
                  <a:lnTo>
                    <a:pt x="1314" y="2857"/>
                  </a:lnTo>
                  <a:lnTo>
                    <a:pt x="1333" y="2838"/>
                  </a:lnTo>
                  <a:lnTo>
                    <a:pt x="1333" y="2819"/>
                  </a:lnTo>
                  <a:lnTo>
                    <a:pt x="1352" y="2838"/>
                  </a:lnTo>
                  <a:lnTo>
                    <a:pt x="1352" y="2819"/>
                  </a:lnTo>
                  <a:lnTo>
                    <a:pt x="1371" y="2800"/>
                  </a:lnTo>
                  <a:lnTo>
                    <a:pt x="1447" y="2762"/>
                  </a:lnTo>
                  <a:lnTo>
                    <a:pt x="1466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23" y="2667"/>
                  </a:lnTo>
                  <a:lnTo>
                    <a:pt x="1542" y="2667"/>
                  </a:lnTo>
                  <a:lnTo>
                    <a:pt x="1561" y="2629"/>
                  </a:lnTo>
                  <a:lnTo>
                    <a:pt x="1561" y="2610"/>
                  </a:lnTo>
                  <a:lnTo>
                    <a:pt x="1581" y="2515"/>
                  </a:lnTo>
                  <a:lnTo>
                    <a:pt x="1581" y="2495"/>
                  </a:lnTo>
                  <a:lnTo>
                    <a:pt x="1581" y="2476"/>
                  </a:lnTo>
                  <a:lnTo>
                    <a:pt x="1581" y="2457"/>
                  </a:lnTo>
                  <a:lnTo>
                    <a:pt x="1581" y="2438"/>
                  </a:lnTo>
                  <a:lnTo>
                    <a:pt x="1600" y="2438"/>
                  </a:lnTo>
                  <a:lnTo>
                    <a:pt x="1600" y="2419"/>
                  </a:lnTo>
                  <a:lnTo>
                    <a:pt x="1600" y="2400"/>
                  </a:lnTo>
                  <a:lnTo>
                    <a:pt x="1600" y="2381"/>
                  </a:lnTo>
                  <a:lnTo>
                    <a:pt x="1600" y="2362"/>
                  </a:lnTo>
                  <a:lnTo>
                    <a:pt x="1600" y="2343"/>
                  </a:lnTo>
                  <a:lnTo>
                    <a:pt x="1618" y="2343"/>
                  </a:lnTo>
                  <a:lnTo>
                    <a:pt x="1637" y="2343"/>
                  </a:lnTo>
                  <a:lnTo>
                    <a:pt x="1637" y="2324"/>
                  </a:lnTo>
                  <a:lnTo>
                    <a:pt x="1657" y="2305"/>
                  </a:lnTo>
                  <a:lnTo>
                    <a:pt x="1657" y="2286"/>
                  </a:lnTo>
                  <a:lnTo>
                    <a:pt x="1676" y="2286"/>
                  </a:lnTo>
                  <a:lnTo>
                    <a:pt x="1676" y="2267"/>
                  </a:lnTo>
                  <a:lnTo>
                    <a:pt x="1676" y="2229"/>
                  </a:lnTo>
                  <a:lnTo>
                    <a:pt x="1676" y="2210"/>
                  </a:lnTo>
                  <a:lnTo>
                    <a:pt x="1676" y="2190"/>
                  </a:lnTo>
                  <a:lnTo>
                    <a:pt x="1695" y="2171"/>
                  </a:lnTo>
                  <a:lnTo>
                    <a:pt x="1714" y="2171"/>
                  </a:lnTo>
                  <a:lnTo>
                    <a:pt x="1714" y="2153"/>
                  </a:lnTo>
                  <a:lnTo>
                    <a:pt x="1733" y="2134"/>
                  </a:lnTo>
                  <a:lnTo>
                    <a:pt x="1752" y="2134"/>
                  </a:lnTo>
                  <a:lnTo>
                    <a:pt x="1771" y="2134"/>
                  </a:lnTo>
                  <a:lnTo>
                    <a:pt x="1790" y="2134"/>
                  </a:lnTo>
                  <a:lnTo>
                    <a:pt x="1790" y="2114"/>
                  </a:lnTo>
                  <a:lnTo>
                    <a:pt x="1809" y="2095"/>
                  </a:lnTo>
                  <a:lnTo>
                    <a:pt x="1809" y="2076"/>
                  </a:lnTo>
                  <a:lnTo>
                    <a:pt x="1828" y="2057"/>
                  </a:lnTo>
                  <a:lnTo>
                    <a:pt x="1828" y="2038"/>
                  </a:lnTo>
                  <a:lnTo>
                    <a:pt x="1847" y="2038"/>
                  </a:lnTo>
                  <a:lnTo>
                    <a:pt x="1847" y="2019"/>
                  </a:lnTo>
                  <a:lnTo>
                    <a:pt x="1847" y="2000"/>
                  </a:lnTo>
                  <a:lnTo>
                    <a:pt x="1866" y="2000"/>
                  </a:lnTo>
                  <a:lnTo>
                    <a:pt x="1885" y="1981"/>
                  </a:lnTo>
                  <a:lnTo>
                    <a:pt x="1885" y="1962"/>
                  </a:lnTo>
                  <a:lnTo>
                    <a:pt x="1866" y="1962"/>
                  </a:lnTo>
                  <a:lnTo>
                    <a:pt x="1885" y="1943"/>
                  </a:lnTo>
                  <a:lnTo>
                    <a:pt x="1904" y="1943"/>
                  </a:lnTo>
                  <a:lnTo>
                    <a:pt x="1904" y="1962"/>
                  </a:lnTo>
                  <a:lnTo>
                    <a:pt x="1904" y="1943"/>
                  </a:lnTo>
                  <a:lnTo>
                    <a:pt x="1942" y="1905"/>
                  </a:lnTo>
                  <a:lnTo>
                    <a:pt x="1942" y="1848"/>
                  </a:lnTo>
                  <a:lnTo>
                    <a:pt x="1962" y="1829"/>
                  </a:lnTo>
                  <a:lnTo>
                    <a:pt x="1962" y="1809"/>
                  </a:lnTo>
                  <a:lnTo>
                    <a:pt x="1962" y="1733"/>
                  </a:lnTo>
                  <a:lnTo>
                    <a:pt x="1962" y="1714"/>
                  </a:lnTo>
                  <a:lnTo>
                    <a:pt x="1981" y="1733"/>
                  </a:lnTo>
                  <a:lnTo>
                    <a:pt x="1981" y="1714"/>
                  </a:lnTo>
                  <a:lnTo>
                    <a:pt x="1981" y="1695"/>
                  </a:lnTo>
                  <a:lnTo>
                    <a:pt x="1999" y="1695"/>
                  </a:lnTo>
                  <a:lnTo>
                    <a:pt x="2018" y="1676"/>
                  </a:lnTo>
                  <a:lnTo>
                    <a:pt x="1999" y="1657"/>
                  </a:lnTo>
                  <a:lnTo>
                    <a:pt x="1999" y="1638"/>
                  </a:lnTo>
                  <a:lnTo>
                    <a:pt x="1981" y="1638"/>
                  </a:lnTo>
                  <a:lnTo>
                    <a:pt x="1942" y="1581"/>
                  </a:lnTo>
                  <a:lnTo>
                    <a:pt x="1942" y="1543"/>
                  </a:lnTo>
                  <a:lnTo>
                    <a:pt x="1981" y="1524"/>
                  </a:lnTo>
                  <a:lnTo>
                    <a:pt x="1981" y="1486"/>
                  </a:lnTo>
                  <a:lnTo>
                    <a:pt x="1999" y="1505"/>
                  </a:lnTo>
                  <a:lnTo>
                    <a:pt x="2038" y="1486"/>
                  </a:lnTo>
                  <a:lnTo>
                    <a:pt x="2057" y="1486"/>
                  </a:lnTo>
                  <a:lnTo>
                    <a:pt x="2076" y="1467"/>
                  </a:lnTo>
                  <a:lnTo>
                    <a:pt x="2095" y="1448"/>
                  </a:lnTo>
                  <a:lnTo>
                    <a:pt x="2095" y="1428"/>
                  </a:lnTo>
                  <a:lnTo>
                    <a:pt x="2095" y="1410"/>
                  </a:lnTo>
                  <a:lnTo>
                    <a:pt x="2095" y="1391"/>
                  </a:lnTo>
                  <a:lnTo>
                    <a:pt x="2114" y="1391"/>
                  </a:lnTo>
                  <a:lnTo>
                    <a:pt x="2133" y="1391"/>
                  </a:lnTo>
                  <a:lnTo>
                    <a:pt x="2152" y="1391"/>
                  </a:lnTo>
                  <a:lnTo>
                    <a:pt x="2152" y="1372"/>
                  </a:lnTo>
                  <a:lnTo>
                    <a:pt x="2171" y="1352"/>
                  </a:lnTo>
                  <a:lnTo>
                    <a:pt x="2171" y="1333"/>
                  </a:lnTo>
                  <a:lnTo>
                    <a:pt x="2152" y="1276"/>
                  </a:lnTo>
                  <a:lnTo>
                    <a:pt x="2152" y="1257"/>
                  </a:lnTo>
                  <a:lnTo>
                    <a:pt x="2171" y="1257"/>
                  </a:lnTo>
                  <a:lnTo>
                    <a:pt x="2171" y="1238"/>
                  </a:lnTo>
                  <a:lnTo>
                    <a:pt x="2190" y="1238"/>
                  </a:lnTo>
                  <a:lnTo>
                    <a:pt x="2171" y="1219"/>
                  </a:lnTo>
                  <a:lnTo>
                    <a:pt x="2152" y="1238"/>
                  </a:lnTo>
                  <a:lnTo>
                    <a:pt x="2133" y="1238"/>
                  </a:lnTo>
                  <a:lnTo>
                    <a:pt x="2152" y="1219"/>
                  </a:lnTo>
                  <a:lnTo>
                    <a:pt x="2171" y="1181"/>
                  </a:lnTo>
                  <a:lnTo>
                    <a:pt x="2171" y="1143"/>
                  </a:lnTo>
                  <a:lnTo>
                    <a:pt x="2171" y="1124"/>
                  </a:lnTo>
                  <a:lnTo>
                    <a:pt x="2171" y="1105"/>
                  </a:lnTo>
                  <a:lnTo>
                    <a:pt x="2190" y="1105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28" y="1105"/>
                  </a:lnTo>
                  <a:lnTo>
                    <a:pt x="2247" y="1086"/>
                  </a:lnTo>
                  <a:lnTo>
                    <a:pt x="2228" y="1086"/>
                  </a:lnTo>
                  <a:lnTo>
                    <a:pt x="2266" y="1067"/>
                  </a:lnTo>
                  <a:lnTo>
                    <a:pt x="2285" y="1047"/>
                  </a:lnTo>
                  <a:lnTo>
                    <a:pt x="2304" y="1010"/>
                  </a:lnTo>
                  <a:lnTo>
                    <a:pt x="2323" y="933"/>
                  </a:lnTo>
                  <a:lnTo>
                    <a:pt x="2343" y="857"/>
                  </a:lnTo>
                  <a:lnTo>
                    <a:pt x="2362" y="819"/>
                  </a:lnTo>
                  <a:lnTo>
                    <a:pt x="2362" y="781"/>
                  </a:lnTo>
                  <a:lnTo>
                    <a:pt x="2362" y="762"/>
                  </a:lnTo>
                  <a:lnTo>
                    <a:pt x="2362" y="743"/>
                  </a:lnTo>
                  <a:lnTo>
                    <a:pt x="2362" y="724"/>
                  </a:lnTo>
                  <a:lnTo>
                    <a:pt x="2362" y="705"/>
                  </a:lnTo>
                  <a:lnTo>
                    <a:pt x="2343" y="686"/>
                  </a:lnTo>
                  <a:lnTo>
                    <a:pt x="2323" y="686"/>
                  </a:lnTo>
                  <a:lnTo>
                    <a:pt x="2285" y="705"/>
                  </a:lnTo>
                  <a:lnTo>
                    <a:pt x="2266" y="686"/>
                  </a:lnTo>
                  <a:lnTo>
                    <a:pt x="2266" y="648"/>
                  </a:lnTo>
                  <a:lnTo>
                    <a:pt x="2266" y="629"/>
                  </a:lnTo>
                  <a:lnTo>
                    <a:pt x="2304" y="629"/>
                  </a:lnTo>
                  <a:lnTo>
                    <a:pt x="2343" y="629"/>
                  </a:lnTo>
                  <a:lnTo>
                    <a:pt x="2343" y="610"/>
                  </a:lnTo>
                  <a:lnTo>
                    <a:pt x="2362" y="610"/>
                  </a:lnTo>
                  <a:lnTo>
                    <a:pt x="2362" y="590"/>
                  </a:lnTo>
                  <a:lnTo>
                    <a:pt x="2380" y="571"/>
                  </a:lnTo>
                  <a:lnTo>
                    <a:pt x="2380" y="534"/>
                  </a:lnTo>
                  <a:lnTo>
                    <a:pt x="2362" y="514"/>
                  </a:lnTo>
                  <a:lnTo>
                    <a:pt x="2380" y="514"/>
                  </a:lnTo>
                  <a:lnTo>
                    <a:pt x="2380" y="495"/>
                  </a:lnTo>
                  <a:lnTo>
                    <a:pt x="2399" y="476"/>
                  </a:lnTo>
                  <a:lnTo>
                    <a:pt x="2380" y="457"/>
                  </a:lnTo>
                  <a:lnTo>
                    <a:pt x="2380" y="400"/>
                  </a:lnTo>
                  <a:lnTo>
                    <a:pt x="2380" y="381"/>
                  </a:lnTo>
                  <a:lnTo>
                    <a:pt x="2399" y="343"/>
                  </a:lnTo>
                  <a:lnTo>
                    <a:pt x="2399" y="324"/>
                  </a:lnTo>
                  <a:lnTo>
                    <a:pt x="2419" y="305"/>
                  </a:lnTo>
                  <a:lnTo>
                    <a:pt x="2438" y="286"/>
                  </a:lnTo>
                  <a:lnTo>
                    <a:pt x="2438" y="267"/>
                  </a:lnTo>
                  <a:lnTo>
                    <a:pt x="2419" y="248"/>
                  </a:lnTo>
                  <a:lnTo>
                    <a:pt x="2399" y="229"/>
                  </a:lnTo>
                  <a:lnTo>
                    <a:pt x="2399" y="209"/>
                  </a:lnTo>
                  <a:lnTo>
                    <a:pt x="2419" y="209"/>
                  </a:lnTo>
                  <a:lnTo>
                    <a:pt x="2419" y="190"/>
                  </a:lnTo>
                  <a:lnTo>
                    <a:pt x="2419" y="172"/>
                  </a:lnTo>
                  <a:lnTo>
                    <a:pt x="2438" y="172"/>
                  </a:lnTo>
                  <a:lnTo>
                    <a:pt x="2438" y="153"/>
                  </a:lnTo>
                  <a:lnTo>
                    <a:pt x="2476" y="133"/>
                  </a:lnTo>
                  <a:close/>
                  <a:moveTo>
                    <a:pt x="3962" y="1638"/>
                  </a:moveTo>
                  <a:lnTo>
                    <a:pt x="3943" y="1638"/>
                  </a:lnTo>
                  <a:lnTo>
                    <a:pt x="3943" y="1657"/>
                  </a:lnTo>
                  <a:lnTo>
                    <a:pt x="3962" y="1657"/>
                  </a:lnTo>
                  <a:lnTo>
                    <a:pt x="3980" y="1619"/>
                  </a:lnTo>
                  <a:lnTo>
                    <a:pt x="3980" y="1695"/>
                  </a:lnTo>
                  <a:lnTo>
                    <a:pt x="3980" y="1714"/>
                  </a:lnTo>
                  <a:lnTo>
                    <a:pt x="3962" y="1733"/>
                  </a:lnTo>
                  <a:lnTo>
                    <a:pt x="3962" y="1772"/>
                  </a:lnTo>
                  <a:lnTo>
                    <a:pt x="3943" y="1772"/>
                  </a:lnTo>
                  <a:lnTo>
                    <a:pt x="3923" y="1790"/>
                  </a:lnTo>
                  <a:lnTo>
                    <a:pt x="3904" y="1829"/>
                  </a:lnTo>
                  <a:lnTo>
                    <a:pt x="3885" y="1848"/>
                  </a:lnTo>
                  <a:lnTo>
                    <a:pt x="3885" y="1867"/>
                  </a:lnTo>
                  <a:lnTo>
                    <a:pt x="3867" y="1867"/>
                  </a:lnTo>
                  <a:lnTo>
                    <a:pt x="3867" y="1848"/>
                  </a:lnTo>
                  <a:lnTo>
                    <a:pt x="3867" y="1829"/>
                  </a:lnTo>
                  <a:lnTo>
                    <a:pt x="3885" y="1809"/>
                  </a:lnTo>
                  <a:lnTo>
                    <a:pt x="3885" y="1790"/>
                  </a:lnTo>
                  <a:lnTo>
                    <a:pt x="3885" y="1772"/>
                  </a:lnTo>
                  <a:lnTo>
                    <a:pt x="3904" y="1753"/>
                  </a:lnTo>
                  <a:lnTo>
                    <a:pt x="3904" y="1733"/>
                  </a:lnTo>
                  <a:lnTo>
                    <a:pt x="3885" y="1695"/>
                  </a:lnTo>
                  <a:lnTo>
                    <a:pt x="3885" y="1676"/>
                  </a:lnTo>
                  <a:lnTo>
                    <a:pt x="3885" y="1657"/>
                  </a:lnTo>
                  <a:lnTo>
                    <a:pt x="3885" y="1638"/>
                  </a:lnTo>
                  <a:lnTo>
                    <a:pt x="3923" y="1581"/>
                  </a:lnTo>
                  <a:lnTo>
                    <a:pt x="3943" y="1562"/>
                  </a:lnTo>
                  <a:lnTo>
                    <a:pt x="3980" y="1543"/>
                  </a:lnTo>
                  <a:lnTo>
                    <a:pt x="3980" y="1600"/>
                  </a:lnTo>
                  <a:lnTo>
                    <a:pt x="3962" y="1638"/>
                  </a:lnTo>
                  <a:close/>
                  <a:moveTo>
                    <a:pt x="6266" y="1543"/>
                  </a:moveTo>
                  <a:lnTo>
                    <a:pt x="6266" y="1562"/>
                  </a:lnTo>
                  <a:lnTo>
                    <a:pt x="6285" y="1581"/>
                  </a:lnTo>
                  <a:lnTo>
                    <a:pt x="6266" y="1581"/>
                  </a:lnTo>
                  <a:lnTo>
                    <a:pt x="6247" y="1581"/>
                  </a:lnTo>
                  <a:lnTo>
                    <a:pt x="6229" y="1600"/>
                  </a:lnTo>
                  <a:lnTo>
                    <a:pt x="6209" y="1581"/>
                  </a:lnTo>
                  <a:lnTo>
                    <a:pt x="6229" y="1581"/>
                  </a:lnTo>
                  <a:lnTo>
                    <a:pt x="6229" y="1562"/>
                  </a:lnTo>
                  <a:lnTo>
                    <a:pt x="6209" y="1562"/>
                  </a:lnTo>
                  <a:lnTo>
                    <a:pt x="6209" y="1543"/>
                  </a:lnTo>
                  <a:lnTo>
                    <a:pt x="6190" y="1543"/>
                  </a:lnTo>
                  <a:lnTo>
                    <a:pt x="6171" y="1543"/>
                  </a:lnTo>
                  <a:lnTo>
                    <a:pt x="6133" y="1505"/>
                  </a:lnTo>
                  <a:lnTo>
                    <a:pt x="6209" y="1524"/>
                  </a:lnTo>
                  <a:lnTo>
                    <a:pt x="6229" y="1524"/>
                  </a:lnTo>
                  <a:lnTo>
                    <a:pt x="6247" y="1524"/>
                  </a:lnTo>
                  <a:lnTo>
                    <a:pt x="6266" y="1543"/>
                  </a:lnTo>
                  <a:close/>
                  <a:moveTo>
                    <a:pt x="4781" y="1124"/>
                  </a:moveTo>
                  <a:lnTo>
                    <a:pt x="4800" y="1124"/>
                  </a:lnTo>
                  <a:lnTo>
                    <a:pt x="4800" y="1143"/>
                  </a:lnTo>
                  <a:lnTo>
                    <a:pt x="4800" y="1162"/>
                  </a:lnTo>
                  <a:lnTo>
                    <a:pt x="4781" y="1181"/>
                  </a:lnTo>
                  <a:lnTo>
                    <a:pt x="4781" y="1200"/>
                  </a:lnTo>
                  <a:lnTo>
                    <a:pt x="4781" y="1219"/>
                  </a:lnTo>
                  <a:lnTo>
                    <a:pt x="4781" y="1238"/>
                  </a:lnTo>
                  <a:lnTo>
                    <a:pt x="4761" y="1238"/>
                  </a:lnTo>
                  <a:lnTo>
                    <a:pt x="4781" y="1257"/>
                  </a:lnTo>
                  <a:lnTo>
                    <a:pt x="4761" y="1257"/>
                  </a:lnTo>
                  <a:lnTo>
                    <a:pt x="4742" y="1257"/>
                  </a:lnTo>
                  <a:lnTo>
                    <a:pt x="4724" y="1257"/>
                  </a:lnTo>
                  <a:lnTo>
                    <a:pt x="4705" y="1257"/>
                  </a:lnTo>
                  <a:lnTo>
                    <a:pt x="4705" y="1276"/>
                  </a:lnTo>
                  <a:lnTo>
                    <a:pt x="4685" y="1276"/>
                  </a:lnTo>
                  <a:lnTo>
                    <a:pt x="4666" y="1257"/>
                  </a:lnTo>
                  <a:lnTo>
                    <a:pt x="4685" y="1257"/>
                  </a:lnTo>
                  <a:lnTo>
                    <a:pt x="4685" y="1238"/>
                  </a:lnTo>
                  <a:lnTo>
                    <a:pt x="4685" y="1219"/>
                  </a:lnTo>
                  <a:lnTo>
                    <a:pt x="4685" y="1200"/>
                  </a:lnTo>
                  <a:lnTo>
                    <a:pt x="4685" y="1181"/>
                  </a:lnTo>
                  <a:lnTo>
                    <a:pt x="4705" y="1143"/>
                  </a:lnTo>
                  <a:lnTo>
                    <a:pt x="4724" y="1124"/>
                  </a:lnTo>
                  <a:lnTo>
                    <a:pt x="4742" y="1124"/>
                  </a:lnTo>
                  <a:lnTo>
                    <a:pt x="4761" y="1124"/>
                  </a:lnTo>
                  <a:lnTo>
                    <a:pt x="4781" y="1124"/>
                  </a:lnTo>
                  <a:close/>
                  <a:moveTo>
                    <a:pt x="3600" y="190"/>
                  </a:moveTo>
                  <a:lnTo>
                    <a:pt x="3618" y="209"/>
                  </a:lnTo>
                  <a:lnTo>
                    <a:pt x="3618" y="229"/>
                  </a:lnTo>
                  <a:lnTo>
                    <a:pt x="3600" y="248"/>
                  </a:lnTo>
                  <a:lnTo>
                    <a:pt x="3581" y="248"/>
                  </a:lnTo>
                  <a:lnTo>
                    <a:pt x="3581" y="229"/>
                  </a:lnTo>
                  <a:lnTo>
                    <a:pt x="3581" y="248"/>
                  </a:lnTo>
                  <a:lnTo>
                    <a:pt x="3600" y="248"/>
                  </a:lnTo>
                  <a:lnTo>
                    <a:pt x="3581" y="267"/>
                  </a:lnTo>
                  <a:lnTo>
                    <a:pt x="3562" y="267"/>
                  </a:lnTo>
                  <a:lnTo>
                    <a:pt x="3562" y="286"/>
                  </a:lnTo>
                  <a:lnTo>
                    <a:pt x="3542" y="286"/>
                  </a:lnTo>
                  <a:lnTo>
                    <a:pt x="3523" y="286"/>
                  </a:lnTo>
                  <a:lnTo>
                    <a:pt x="3523" y="305"/>
                  </a:lnTo>
                  <a:lnTo>
                    <a:pt x="3523" y="324"/>
                  </a:lnTo>
                  <a:lnTo>
                    <a:pt x="3504" y="305"/>
                  </a:lnTo>
                  <a:lnTo>
                    <a:pt x="3486" y="305"/>
                  </a:lnTo>
                  <a:lnTo>
                    <a:pt x="3466" y="286"/>
                  </a:lnTo>
                  <a:lnTo>
                    <a:pt x="3466" y="267"/>
                  </a:lnTo>
                  <a:lnTo>
                    <a:pt x="3486" y="248"/>
                  </a:lnTo>
                  <a:lnTo>
                    <a:pt x="3486" y="229"/>
                  </a:lnTo>
                  <a:lnTo>
                    <a:pt x="3486" y="248"/>
                  </a:lnTo>
                  <a:lnTo>
                    <a:pt x="3504" y="248"/>
                  </a:lnTo>
                  <a:lnTo>
                    <a:pt x="3504" y="267"/>
                  </a:lnTo>
                  <a:lnTo>
                    <a:pt x="3523" y="248"/>
                  </a:lnTo>
                  <a:lnTo>
                    <a:pt x="3523" y="229"/>
                  </a:lnTo>
                  <a:lnTo>
                    <a:pt x="3504" y="209"/>
                  </a:lnTo>
                  <a:lnTo>
                    <a:pt x="3504" y="190"/>
                  </a:lnTo>
                  <a:lnTo>
                    <a:pt x="3523" y="190"/>
                  </a:lnTo>
                  <a:lnTo>
                    <a:pt x="3542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600" y="190"/>
                  </a:lnTo>
                  <a:close/>
                  <a:moveTo>
                    <a:pt x="6095" y="1524"/>
                  </a:moveTo>
                  <a:lnTo>
                    <a:pt x="6095" y="1543"/>
                  </a:lnTo>
                  <a:lnTo>
                    <a:pt x="6114" y="1562"/>
                  </a:lnTo>
                  <a:lnTo>
                    <a:pt x="6152" y="1562"/>
                  </a:lnTo>
                  <a:lnTo>
                    <a:pt x="6171" y="1562"/>
                  </a:lnTo>
                  <a:lnTo>
                    <a:pt x="6190" y="1581"/>
                  </a:lnTo>
                  <a:lnTo>
                    <a:pt x="6190" y="1600"/>
                  </a:lnTo>
                  <a:lnTo>
                    <a:pt x="6209" y="1600"/>
                  </a:lnTo>
                  <a:lnTo>
                    <a:pt x="6171" y="1600"/>
                  </a:lnTo>
                  <a:lnTo>
                    <a:pt x="6152" y="1600"/>
                  </a:lnTo>
                  <a:lnTo>
                    <a:pt x="6133" y="1581"/>
                  </a:lnTo>
                  <a:lnTo>
                    <a:pt x="6095" y="1581"/>
                  </a:lnTo>
                  <a:lnTo>
                    <a:pt x="6076" y="1562"/>
                  </a:lnTo>
                  <a:lnTo>
                    <a:pt x="6057" y="1562"/>
                  </a:lnTo>
                  <a:lnTo>
                    <a:pt x="6057" y="1524"/>
                  </a:lnTo>
                  <a:lnTo>
                    <a:pt x="6076" y="1524"/>
                  </a:lnTo>
                  <a:lnTo>
                    <a:pt x="6095" y="1524"/>
                  </a:lnTo>
                  <a:close/>
                  <a:moveTo>
                    <a:pt x="4590" y="1314"/>
                  </a:moveTo>
                  <a:lnTo>
                    <a:pt x="4590" y="1296"/>
                  </a:lnTo>
                  <a:lnTo>
                    <a:pt x="4590" y="1276"/>
                  </a:lnTo>
                  <a:lnTo>
                    <a:pt x="4571" y="1276"/>
                  </a:lnTo>
                  <a:lnTo>
                    <a:pt x="4590" y="1276"/>
                  </a:lnTo>
                  <a:lnTo>
                    <a:pt x="4590" y="1257"/>
                  </a:lnTo>
                  <a:lnTo>
                    <a:pt x="4609" y="1257"/>
                  </a:lnTo>
                  <a:lnTo>
                    <a:pt x="4609" y="1276"/>
                  </a:lnTo>
                  <a:lnTo>
                    <a:pt x="4609" y="1296"/>
                  </a:lnTo>
                  <a:lnTo>
                    <a:pt x="4609" y="1314"/>
                  </a:lnTo>
                  <a:lnTo>
                    <a:pt x="4628" y="1296"/>
                  </a:lnTo>
                  <a:lnTo>
                    <a:pt x="4647" y="1276"/>
                  </a:lnTo>
                  <a:lnTo>
                    <a:pt x="4666" y="1296"/>
                  </a:lnTo>
                  <a:lnTo>
                    <a:pt x="4647" y="1314"/>
                  </a:lnTo>
                  <a:lnTo>
                    <a:pt x="4647" y="1333"/>
                  </a:lnTo>
                  <a:lnTo>
                    <a:pt x="4647" y="1352"/>
                  </a:lnTo>
                  <a:lnTo>
                    <a:pt x="4628" y="1352"/>
                  </a:lnTo>
                  <a:lnTo>
                    <a:pt x="4609" y="1352"/>
                  </a:lnTo>
                  <a:lnTo>
                    <a:pt x="4590" y="1352"/>
                  </a:lnTo>
                  <a:lnTo>
                    <a:pt x="4571" y="1333"/>
                  </a:lnTo>
                  <a:lnTo>
                    <a:pt x="4590" y="1314"/>
                  </a:lnTo>
                  <a:close/>
                  <a:moveTo>
                    <a:pt x="4838" y="1219"/>
                  </a:moveTo>
                  <a:lnTo>
                    <a:pt x="4857" y="1219"/>
                  </a:lnTo>
                  <a:lnTo>
                    <a:pt x="4857" y="1238"/>
                  </a:lnTo>
                  <a:lnTo>
                    <a:pt x="4838" y="1257"/>
                  </a:lnTo>
                  <a:lnTo>
                    <a:pt x="4838" y="1276"/>
                  </a:lnTo>
                  <a:lnTo>
                    <a:pt x="4819" y="1276"/>
                  </a:lnTo>
                  <a:lnTo>
                    <a:pt x="4800" y="1257"/>
                  </a:lnTo>
                  <a:lnTo>
                    <a:pt x="4800" y="1238"/>
                  </a:lnTo>
                  <a:lnTo>
                    <a:pt x="4819" y="1219"/>
                  </a:lnTo>
                  <a:lnTo>
                    <a:pt x="4838" y="1219"/>
                  </a:lnTo>
                  <a:close/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en-UA" b="1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9C21DF14-2144-F883-9F40-8A94A5184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7150" y="1992313"/>
              <a:ext cx="939800" cy="1382712"/>
            </a:xfrm>
            <a:custGeom>
              <a:avLst/>
              <a:gdLst>
                <a:gd name="T0" fmla="*/ 2147483646 w 5220"/>
                <a:gd name="T1" fmla="*/ 2147483646 h 7677"/>
                <a:gd name="T2" fmla="*/ 2147483646 w 5220"/>
                <a:gd name="T3" fmla="*/ 2147483646 h 7677"/>
                <a:gd name="T4" fmla="*/ 2147483646 w 5220"/>
                <a:gd name="T5" fmla="*/ 2147483646 h 7677"/>
                <a:gd name="T6" fmla="*/ 2147483646 w 5220"/>
                <a:gd name="T7" fmla="*/ 2147483646 h 7677"/>
                <a:gd name="T8" fmla="*/ 2147483646 w 5220"/>
                <a:gd name="T9" fmla="*/ 2147483646 h 7677"/>
                <a:gd name="T10" fmla="*/ 2147483646 w 5220"/>
                <a:gd name="T11" fmla="*/ 2147483646 h 7677"/>
                <a:gd name="T12" fmla="*/ 2147483646 w 5220"/>
                <a:gd name="T13" fmla="*/ 2147483646 h 7677"/>
                <a:gd name="T14" fmla="*/ 2147483646 w 5220"/>
                <a:gd name="T15" fmla="*/ 2147483646 h 7677"/>
                <a:gd name="T16" fmla="*/ 2147483646 w 5220"/>
                <a:gd name="T17" fmla="*/ 2147483646 h 7677"/>
                <a:gd name="T18" fmla="*/ 2147483646 w 5220"/>
                <a:gd name="T19" fmla="*/ 2147483646 h 7677"/>
                <a:gd name="T20" fmla="*/ 2147483646 w 5220"/>
                <a:gd name="T21" fmla="*/ 2147483646 h 7677"/>
                <a:gd name="T22" fmla="*/ 2147483646 w 5220"/>
                <a:gd name="T23" fmla="*/ 2147483646 h 7677"/>
                <a:gd name="T24" fmla="*/ 2147483646 w 5220"/>
                <a:gd name="T25" fmla="*/ 2147483646 h 7677"/>
                <a:gd name="T26" fmla="*/ 2147483646 w 5220"/>
                <a:gd name="T27" fmla="*/ 2147483646 h 7677"/>
                <a:gd name="T28" fmla="*/ 2147483646 w 5220"/>
                <a:gd name="T29" fmla="*/ 2147483646 h 7677"/>
                <a:gd name="T30" fmla="*/ 2147483646 w 5220"/>
                <a:gd name="T31" fmla="*/ 2147483646 h 7677"/>
                <a:gd name="T32" fmla="*/ 2147483646 w 5220"/>
                <a:gd name="T33" fmla="*/ 2147483646 h 7677"/>
                <a:gd name="T34" fmla="*/ 2147483646 w 5220"/>
                <a:gd name="T35" fmla="*/ 2147483646 h 7677"/>
                <a:gd name="T36" fmla="*/ 2147483646 w 5220"/>
                <a:gd name="T37" fmla="*/ 2147483646 h 7677"/>
                <a:gd name="T38" fmla="*/ 2147483646 w 5220"/>
                <a:gd name="T39" fmla="*/ 2147483646 h 7677"/>
                <a:gd name="T40" fmla="*/ 2147483646 w 5220"/>
                <a:gd name="T41" fmla="*/ 2147483646 h 7677"/>
                <a:gd name="T42" fmla="*/ 2147483646 w 5220"/>
                <a:gd name="T43" fmla="*/ 2147483646 h 7677"/>
                <a:gd name="T44" fmla="*/ 2147483646 w 5220"/>
                <a:gd name="T45" fmla="*/ 2147483646 h 7677"/>
                <a:gd name="T46" fmla="*/ 2147483646 w 5220"/>
                <a:gd name="T47" fmla="*/ 2147483646 h 7677"/>
                <a:gd name="T48" fmla="*/ 2147483646 w 5220"/>
                <a:gd name="T49" fmla="*/ 2147483646 h 7677"/>
                <a:gd name="T50" fmla="*/ 2147483646 w 5220"/>
                <a:gd name="T51" fmla="*/ 2147483646 h 7677"/>
                <a:gd name="T52" fmla="*/ 2147483646 w 5220"/>
                <a:gd name="T53" fmla="*/ 2147483646 h 7677"/>
                <a:gd name="T54" fmla="*/ 2147483646 w 5220"/>
                <a:gd name="T55" fmla="*/ 2147483646 h 7677"/>
                <a:gd name="T56" fmla="*/ 2147483646 w 5220"/>
                <a:gd name="T57" fmla="*/ 2147483646 h 7677"/>
                <a:gd name="T58" fmla="*/ 2147483646 w 5220"/>
                <a:gd name="T59" fmla="*/ 2147483646 h 7677"/>
                <a:gd name="T60" fmla="*/ 2147483646 w 5220"/>
                <a:gd name="T61" fmla="*/ 2147483646 h 7677"/>
                <a:gd name="T62" fmla="*/ 2147483646 w 5220"/>
                <a:gd name="T63" fmla="*/ 2147483646 h 7677"/>
                <a:gd name="T64" fmla="*/ 2147483646 w 5220"/>
                <a:gd name="T65" fmla="*/ 2147483646 h 7677"/>
                <a:gd name="T66" fmla="*/ 2147483646 w 5220"/>
                <a:gd name="T67" fmla="*/ 2147483646 h 7677"/>
                <a:gd name="T68" fmla="*/ 2147483646 w 5220"/>
                <a:gd name="T69" fmla="*/ 2147483646 h 7677"/>
                <a:gd name="T70" fmla="*/ 2147483646 w 5220"/>
                <a:gd name="T71" fmla="*/ 2147483646 h 7677"/>
                <a:gd name="T72" fmla="*/ 2147483646 w 5220"/>
                <a:gd name="T73" fmla="*/ 2147483646 h 7677"/>
                <a:gd name="T74" fmla="*/ 2147483646 w 5220"/>
                <a:gd name="T75" fmla="*/ 2147483646 h 7677"/>
                <a:gd name="T76" fmla="*/ 2147483646 w 5220"/>
                <a:gd name="T77" fmla="*/ 2147483646 h 7677"/>
                <a:gd name="T78" fmla="*/ 2147483646 w 5220"/>
                <a:gd name="T79" fmla="*/ 2147483646 h 7677"/>
                <a:gd name="T80" fmla="*/ 2147483646 w 5220"/>
                <a:gd name="T81" fmla="*/ 2147483646 h 7677"/>
                <a:gd name="T82" fmla="*/ 2147483646 w 5220"/>
                <a:gd name="T83" fmla="*/ 2147483646 h 7677"/>
                <a:gd name="T84" fmla="*/ 2147483646 w 5220"/>
                <a:gd name="T85" fmla="*/ 2147483646 h 7677"/>
                <a:gd name="T86" fmla="*/ 2147483646 w 5220"/>
                <a:gd name="T87" fmla="*/ 2147483646 h 7677"/>
                <a:gd name="T88" fmla="*/ 2147483646 w 5220"/>
                <a:gd name="T89" fmla="*/ 2147483646 h 7677"/>
                <a:gd name="T90" fmla="*/ 2147483646 w 5220"/>
                <a:gd name="T91" fmla="*/ 2147483646 h 7677"/>
                <a:gd name="T92" fmla="*/ 2147483646 w 5220"/>
                <a:gd name="T93" fmla="*/ 2147483646 h 7677"/>
                <a:gd name="T94" fmla="*/ 2147483646 w 5220"/>
                <a:gd name="T95" fmla="*/ 2147483646 h 7677"/>
                <a:gd name="T96" fmla="*/ 2147483646 w 5220"/>
                <a:gd name="T97" fmla="*/ 2147483646 h 7677"/>
                <a:gd name="T98" fmla="*/ 2147483646 w 5220"/>
                <a:gd name="T99" fmla="*/ 2147483646 h 7677"/>
                <a:gd name="T100" fmla="*/ 2147483646 w 5220"/>
                <a:gd name="T101" fmla="*/ 2147483646 h 7677"/>
                <a:gd name="T102" fmla="*/ 2147483646 w 5220"/>
                <a:gd name="T103" fmla="*/ 2147483646 h 7677"/>
                <a:gd name="T104" fmla="*/ 2147483646 w 5220"/>
                <a:gd name="T105" fmla="*/ 2147483646 h 7677"/>
                <a:gd name="T106" fmla="*/ 2147483646 w 5220"/>
                <a:gd name="T107" fmla="*/ 2147483646 h 7677"/>
                <a:gd name="T108" fmla="*/ 2147483646 w 5220"/>
                <a:gd name="T109" fmla="*/ 2147483646 h 7677"/>
                <a:gd name="T110" fmla="*/ 2147483646 w 5220"/>
                <a:gd name="T111" fmla="*/ 2147483646 h 7677"/>
                <a:gd name="T112" fmla="*/ 2147483646 w 5220"/>
                <a:gd name="T113" fmla="*/ 2147483646 h 7677"/>
                <a:gd name="T114" fmla="*/ 2147483646 w 5220"/>
                <a:gd name="T115" fmla="*/ 2147483646 h 7677"/>
                <a:gd name="T116" fmla="*/ 2147483646 w 5220"/>
                <a:gd name="T117" fmla="*/ 2147483646 h 7677"/>
                <a:gd name="T118" fmla="*/ 2147483646 w 5220"/>
                <a:gd name="T119" fmla="*/ 2147483646 h 7677"/>
                <a:gd name="T120" fmla="*/ 2147483646 w 5220"/>
                <a:gd name="T121" fmla="*/ 2147483646 h 7677"/>
                <a:gd name="T122" fmla="*/ 2147483646 w 5220"/>
                <a:gd name="T123" fmla="*/ 2147483646 h 767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5220" h="7677">
                  <a:moveTo>
                    <a:pt x="3886" y="19"/>
                  </a:moveTo>
                  <a:lnTo>
                    <a:pt x="3886" y="19"/>
                  </a:lnTo>
                  <a:lnTo>
                    <a:pt x="3905" y="0"/>
                  </a:lnTo>
                  <a:lnTo>
                    <a:pt x="3943" y="38"/>
                  </a:lnTo>
                  <a:lnTo>
                    <a:pt x="4019" y="76"/>
                  </a:lnTo>
                  <a:lnTo>
                    <a:pt x="4038" y="95"/>
                  </a:lnTo>
                  <a:lnTo>
                    <a:pt x="4057" y="114"/>
                  </a:lnTo>
                  <a:lnTo>
                    <a:pt x="4038" y="114"/>
                  </a:lnTo>
                  <a:lnTo>
                    <a:pt x="4038" y="95"/>
                  </a:lnTo>
                  <a:lnTo>
                    <a:pt x="4019" y="95"/>
                  </a:lnTo>
                  <a:lnTo>
                    <a:pt x="4038" y="114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33"/>
                  </a:lnTo>
                  <a:lnTo>
                    <a:pt x="4095" y="152"/>
                  </a:lnTo>
                  <a:lnTo>
                    <a:pt x="4191" y="152"/>
                  </a:lnTo>
                  <a:lnTo>
                    <a:pt x="4210" y="152"/>
                  </a:lnTo>
                  <a:lnTo>
                    <a:pt x="4229" y="133"/>
                  </a:lnTo>
                  <a:lnTo>
                    <a:pt x="4248" y="133"/>
                  </a:lnTo>
                  <a:lnTo>
                    <a:pt x="4248" y="152"/>
                  </a:lnTo>
                  <a:lnTo>
                    <a:pt x="4229" y="172"/>
                  </a:lnTo>
                  <a:lnTo>
                    <a:pt x="4248" y="172"/>
                  </a:lnTo>
                  <a:lnTo>
                    <a:pt x="4248" y="191"/>
                  </a:lnTo>
                  <a:lnTo>
                    <a:pt x="4267" y="172"/>
                  </a:lnTo>
                  <a:lnTo>
                    <a:pt x="4248" y="152"/>
                  </a:lnTo>
                  <a:lnTo>
                    <a:pt x="4267" y="152"/>
                  </a:lnTo>
                  <a:lnTo>
                    <a:pt x="4343" y="152"/>
                  </a:lnTo>
                  <a:lnTo>
                    <a:pt x="4343" y="172"/>
                  </a:lnTo>
                  <a:lnTo>
                    <a:pt x="4362" y="172"/>
                  </a:lnTo>
                  <a:lnTo>
                    <a:pt x="4362" y="191"/>
                  </a:lnTo>
                  <a:lnTo>
                    <a:pt x="4343" y="191"/>
                  </a:lnTo>
                  <a:lnTo>
                    <a:pt x="4362" y="191"/>
                  </a:lnTo>
                  <a:lnTo>
                    <a:pt x="4362" y="209"/>
                  </a:lnTo>
                  <a:lnTo>
                    <a:pt x="4362" y="191"/>
                  </a:lnTo>
                  <a:lnTo>
                    <a:pt x="4381" y="209"/>
                  </a:lnTo>
                  <a:lnTo>
                    <a:pt x="4400" y="209"/>
                  </a:lnTo>
                  <a:lnTo>
                    <a:pt x="4419" y="209"/>
                  </a:lnTo>
                  <a:lnTo>
                    <a:pt x="4419" y="248"/>
                  </a:lnTo>
                  <a:lnTo>
                    <a:pt x="4438" y="248"/>
                  </a:lnTo>
                  <a:lnTo>
                    <a:pt x="4438" y="267"/>
                  </a:lnTo>
                  <a:lnTo>
                    <a:pt x="4438" y="305"/>
                  </a:lnTo>
                  <a:lnTo>
                    <a:pt x="4419" y="305"/>
                  </a:lnTo>
                  <a:lnTo>
                    <a:pt x="4305" y="495"/>
                  </a:lnTo>
                  <a:lnTo>
                    <a:pt x="4286" y="514"/>
                  </a:lnTo>
                  <a:lnTo>
                    <a:pt x="4267" y="533"/>
                  </a:lnTo>
                  <a:lnTo>
                    <a:pt x="4267" y="572"/>
                  </a:lnTo>
                  <a:lnTo>
                    <a:pt x="4248" y="590"/>
                  </a:lnTo>
                  <a:lnTo>
                    <a:pt x="4248" y="609"/>
                  </a:lnTo>
                  <a:lnTo>
                    <a:pt x="4248" y="648"/>
                  </a:lnTo>
                  <a:lnTo>
                    <a:pt x="4267" y="667"/>
                  </a:lnTo>
                  <a:lnTo>
                    <a:pt x="4267" y="705"/>
                  </a:lnTo>
                  <a:lnTo>
                    <a:pt x="4286" y="724"/>
                  </a:lnTo>
                  <a:lnTo>
                    <a:pt x="4305" y="781"/>
                  </a:lnTo>
                  <a:lnTo>
                    <a:pt x="4305" y="800"/>
                  </a:lnTo>
                  <a:lnTo>
                    <a:pt x="4324" y="819"/>
                  </a:lnTo>
                  <a:lnTo>
                    <a:pt x="4324" y="857"/>
                  </a:lnTo>
                  <a:lnTo>
                    <a:pt x="4343" y="895"/>
                  </a:lnTo>
                  <a:lnTo>
                    <a:pt x="4362" y="952"/>
                  </a:lnTo>
                  <a:lnTo>
                    <a:pt x="4381" y="971"/>
                  </a:lnTo>
                  <a:lnTo>
                    <a:pt x="4400" y="990"/>
                  </a:lnTo>
                  <a:lnTo>
                    <a:pt x="4400" y="1029"/>
                  </a:lnTo>
                  <a:lnTo>
                    <a:pt x="4419" y="1048"/>
                  </a:lnTo>
                  <a:lnTo>
                    <a:pt x="4438" y="1105"/>
                  </a:lnTo>
                  <a:lnTo>
                    <a:pt x="4438" y="1143"/>
                  </a:lnTo>
                  <a:lnTo>
                    <a:pt x="4457" y="1219"/>
                  </a:lnTo>
                  <a:lnTo>
                    <a:pt x="4476" y="1257"/>
                  </a:lnTo>
                  <a:lnTo>
                    <a:pt x="4496" y="1295"/>
                  </a:lnTo>
                  <a:lnTo>
                    <a:pt x="4515" y="1315"/>
                  </a:lnTo>
                  <a:lnTo>
                    <a:pt x="4533" y="1333"/>
                  </a:lnTo>
                  <a:lnTo>
                    <a:pt x="4552" y="1333"/>
                  </a:lnTo>
                  <a:lnTo>
                    <a:pt x="4572" y="1391"/>
                  </a:lnTo>
                  <a:lnTo>
                    <a:pt x="4591" y="1410"/>
                  </a:lnTo>
                  <a:lnTo>
                    <a:pt x="4591" y="1486"/>
                  </a:lnTo>
                  <a:lnTo>
                    <a:pt x="4572" y="1505"/>
                  </a:lnTo>
                  <a:lnTo>
                    <a:pt x="4552" y="1543"/>
                  </a:lnTo>
                  <a:lnTo>
                    <a:pt x="4533" y="1581"/>
                  </a:lnTo>
                  <a:lnTo>
                    <a:pt x="4515" y="1600"/>
                  </a:lnTo>
                  <a:lnTo>
                    <a:pt x="4476" y="1619"/>
                  </a:lnTo>
                  <a:lnTo>
                    <a:pt x="4457" y="1657"/>
                  </a:lnTo>
                  <a:lnTo>
                    <a:pt x="4438" y="1676"/>
                  </a:lnTo>
                  <a:lnTo>
                    <a:pt x="4438" y="1696"/>
                  </a:lnTo>
                  <a:lnTo>
                    <a:pt x="4438" y="1714"/>
                  </a:lnTo>
                  <a:lnTo>
                    <a:pt x="4438" y="1752"/>
                  </a:lnTo>
                  <a:lnTo>
                    <a:pt x="4457" y="1772"/>
                  </a:lnTo>
                  <a:lnTo>
                    <a:pt x="4457" y="1791"/>
                  </a:lnTo>
                  <a:lnTo>
                    <a:pt x="4457" y="1810"/>
                  </a:lnTo>
                  <a:lnTo>
                    <a:pt x="4457" y="1848"/>
                  </a:lnTo>
                  <a:lnTo>
                    <a:pt x="4457" y="1867"/>
                  </a:lnTo>
                  <a:lnTo>
                    <a:pt x="4476" y="1905"/>
                  </a:lnTo>
                  <a:lnTo>
                    <a:pt x="4496" y="1905"/>
                  </a:lnTo>
                  <a:lnTo>
                    <a:pt x="4496" y="1943"/>
                  </a:lnTo>
                  <a:lnTo>
                    <a:pt x="4496" y="2000"/>
                  </a:lnTo>
                  <a:lnTo>
                    <a:pt x="4496" y="2038"/>
                  </a:lnTo>
                  <a:lnTo>
                    <a:pt x="4496" y="2057"/>
                  </a:lnTo>
                  <a:lnTo>
                    <a:pt x="4515" y="2076"/>
                  </a:lnTo>
                  <a:lnTo>
                    <a:pt x="4533" y="2095"/>
                  </a:lnTo>
                  <a:lnTo>
                    <a:pt x="4552" y="2114"/>
                  </a:lnTo>
                  <a:lnTo>
                    <a:pt x="4552" y="2153"/>
                  </a:lnTo>
                  <a:lnTo>
                    <a:pt x="4552" y="2172"/>
                  </a:lnTo>
                  <a:lnTo>
                    <a:pt x="4572" y="2190"/>
                  </a:lnTo>
                  <a:lnTo>
                    <a:pt x="4572" y="2209"/>
                  </a:lnTo>
                  <a:lnTo>
                    <a:pt x="4591" y="2248"/>
                  </a:lnTo>
                  <a:lnTo>
                    <a:pt x="4610" y="2267"/>
                  </a:lnTo>
                  <a:lnTo>
                    <a:pt x="4610" y="2305"/>
                  </a:lnTo>
                  <a:lnTo>
                    <a:pt x="4610" y="2343"/>
                  </a:lnTo>
                  <a:lnTo>
                    <a:pt x="4610" y="2362"/>
                  </a:lnTo>
                  <a:lnTo>
                    <a:pt x="4610" y="2400"/>
                  </a:lnTo>
                  <a:lnTo>
                    <a:pt x="4610" y="2419"/>
                  </a:lnTo>
                  <a:lnTo>
                    <a:pt x="4629" y="2438"/>
                  </a:lnTo>
                  <a:lnTo>
                    <a:pt x="4648" y="2457"/>
                  </a:lnTo>
                  <a:lnTo>
                    <a:pt x="4667" y="2457"/>
                  </a:lnTo>
                  <a:lnTo>
                    <a:pt x="4686" y="2476"/>
                  </a:lnTo>
                  <a:lnTo>
                    <a:pt x="4705" y="2495"/>
                  </a:lnTo>
                  <a:lnTo>
                    <a:pt x="4724" y="2495"/>
                  </a:lnTo>
                  <a:lnTo>
                    <a:pt x="4724" y="2514"/>
                  </a:lnTo>
                  <a:lnTo>
                    <a:pt x="4724" y="2534"/>
                  </a:lnTo>
                  <a:lnTo>
                    <a:pt x="4724" y="2571"/>
                  </a:lnTo>
                  <a:lnTo>
                    <a:pt x="4743" y="2686"/>
                  </a:lnTo>
                  <a:lnTo>
                    <a:pt x="4743" y="2743"/>
                  </a:lnTo>
                  <a:lnTo>
                    <a:pt x="4743" y="2781"/>
                  </a:lnTo>
                  <a:lnTo>
                    <a:pt x="4762" y="2838"/>
                  </a:lnTo>
                  <a:lnTo>
                    <a:pt x="4762" y="2952"/>
                  </a:lnTo>
                  <a:lnTo>
                    <a:pt x="4781" y="3010"/>
                  </a:lnTo>
                  <a:lnTo>
                    <a:pt x="4781" y="3029"/>
                  </a:lnTo>
                  <a:lnTo>
                    <a:pt x="4762" y="3047"/>
                  </a:lnTo>
                  <a:lnTo>
                    <a:pt x="4762" y="3067"/>
                  </a:lnTo>
                  <a:lnTo>
                    <a:pt x="4781" y="3105"/>
                  </a:lnTo>
                  <a:lnTo>
                    <a:pt x="4800" y="3124"/>
                  </a:lnTo>
                  <a:lnTo>
                    <a:pt x="4857" y="3296"/>
                  </a:lnTo>
                  <a:lnTo>
                    <a:pt x="4857" y="3314"/>
                  </a:lnTo>
                  <a:lnTo>
                    <a:pt x="4857" y="3333"/>
                  </a:lnTo>
                  <a:lnTo>
                    <a:pt x="4857" y="3352"/>
                  </a:lnTo>
                  <a:lnTo>
                    <a:pt x="4857" y="3372"/>
                  </a:lnTo>
                  <a:lnTo>
                    <a:pt x="4857" y="3410"/>
                  </a:lnTo>
                  <a:lnTo>
                    <a:pt x="4857" y="3428"/>
                  </a:lnTo>
                  <a:lnTo>
                    <a:pt x="4877" y="3486"/>
                  </a:lnTo>
                  <a:lnTo>
                    <a:pt x="4877" y="3524"/>
                  </a:lnTo>
                  <a:lnTo>
                    <a:pt x="4914" y="3562"/>
                  </a:lnTo>
                  <a:lnTo>
                    <a:pt x="4933" y="3581"/>
                  </a:lnTo>
                  <a:lnTo>
                    <a:pt x="4933" y="3619"/>
                  </a:lnTo>
                  <a:lnTo>
                    <a:pt x="4933" y="3657"/>
                  </a:lnTo>
                  <a:lnTo>
                    <a:pt x="4933" y="3677"/>
                  </a:lnTo>
                  <a:lnTo>
                    <a:pt x="4953" y="3677"/>
                  </a:lnTo>
                  <a:lnTo>
                    <a:pt x="4991" y="3695"/>
                  </a:lnTo>
                  <a:lnTo>
                    <a:pt x="5009" y="3714"/>
                  </a:lnTo>
                  <a:lnTo>
                    <a:pt x="5029" y="3714"/>
                  </a:lnTo>
                  <a:lnTo>
                    <a:pt x="5162" y="3733"/>
                  </a:lnTo>
                  <a:lnTo>
                    <a:pt x="5162" y="3753"/>
                  </a:lnTo>
                  <a:lnTo>
                    <a:pt x="5181" y="3772"/>
                  </a:lnTo>
                  <a:lnTo>
                    <a:pt x="5181" y="3791"/>
                  </a:lnTo>
                  <a:lnTo>
                    <a:pt x="5200" y="3809"/>
                  </a:lnTo>
                  <a:lnTo>
                    <a:pt x="5219" y="3809"/>
                  </a:lnTo>
                  <a:lnTo>
                    <a:pt x="5219" y="3829"/>
                  </a:lnTo>
                  <a:lnTo>
                    <a:pt x="5219" y="3848"/>
                  </a:lnTo>
                  <a:lnTo>
                    <a:pt x="5200" y="3886"/>
                  </a:lnTo>
                  <a:lnTo>
                    <a:pt x="5200" y="3905"/>
                  </a:lnTo>
                  <a:lnTo>
                    <a:pt x="5124" y="3981"/>
                  </a:lnTo>
                  <a:lnTo>
                    <a:pt x="5124" y="4000"/>
                  </a:lnTo>
                  <a:lnTo>
                    <a:pt x="5067" y="4171"/>
                  </a:lnTo>
                  <a:lnTo>
                    <a:pt x="5067" y="4190"/>
                  </a:lnTo>
                  <a:lnTo>
                    <a:pt x="5067" y="4210"/>
                  </a:lnTo>
                  <a:lnTo>
                    <a:pt x="5067" y="4248"/>
                  </a:lnTo>
                  <a:lnTo>
                    <a:pt x="5086" y="4248"/>
                  </a:lnTo>
                  <a:lnTo>
                    <a:pt x="5086" y="4267"/>
                  </a:lnTo>
                  <a:lnTo>
                    <a:pt x="5105" y="4267"/>
                  </a:lnTo>
                  <a:lnTo>
                    <a:pt x="5105" y="4286"/>
                  </a:lnTo>
                  <a:lnTo>
                    <a:pt x="5105" y="4305"/>
                  </a:lnTo>
                  <a:lnTo>
                    <a:pt x="5105" y="4362"/>
                  </a:lnTo>
                  <a:lnTo>
                    <a:pt x="4991" y="4362"/>
                  </a:lnTo>
                  <a:lnTo>
                    <a:pt x="4972" y="4381"/>
                  </a:lnTo>
                  <a:lnTo>
                    <a:pt x="4953" y="4381"/>
                  </a:lnTo>
                  <a:lnTo>
                    <a:pt x="4953" y="4400"/>
                  </a:lnTo>
                  <a:lnTo>
                    <a:pt x="4953" y="4438"/>
                  </a:lnTo>
                  <a:lnTo>
                    <a:pt x="4953" y="4457"/>
                  </a:lnTo>
                  <a:lnTo>
                    <a:pt x="4953" y="4476"/>
                  </a:lnTo>
                  <a:lnTo>
                    <a:pt x="4991" y="4552"/>
                  </a:lnTo>
                  <a:lnTo>
                    <a:pt x="5009" y="4571"/>
                  </a:lnTo>
                  <a:lnTo>
                    <a:pt x="5029" y="4591"/>
                  </a:lnTo>
                  <a:lnTo>
                    <a:pt x="5029" y="4629"/>
                  </a:lnTo>
                  <a:lnTo>
                    <a:pt x="5009" y="4629"/>
                  </a:lnTo>
                  <a:lnTo>
                    <a:pt x="5009" y="4648"/>
                  </a:lnTo>
                  <a:lnTo>
                    <a:pt x="4991" y="4667"/>
                  </a:lnTo>
                  <a:lnTo>
                    <a:pt x="4991" y="4686"/>
                  </a:lnTo>
                  <a:lnTo>
                    <a:pt x="4991" y="4705"/>
                  </a:lnTo>
                  <a:lnTo>
                    <a:pt x="4991" y="4724"/>
                  </a:lnTo>
                  <a:lnTo>
                    <a:pt x="5048" y="4743"/>
                  </a:lnTo>
                  <a:lnTo>
                    <a:pt x="5067" y="4762"/>
                  </a:lnTo>
                  <a:lnTo>
                    <a:pt x="5086" y="4762"/>
                  </a:lnTo>
                  <a:lnTo>
                    <a:pt x="5086" y="4781"/>
                  </a:lnTo>
                  <a:lnTo>
                    <a:pt x="5105" y="4800"/>
                  </a:lnTo>
                  <a:lnTo>
                    <a:pt x="5105" y="4838"/>
                  </a:lnTo>
                  <a:lnTo>
                    <a:pt x="5105" y="4933"/>
                  </a:lnTo>
                  <a:lnTo>
                    <a:pt x="5086" y="4972"/>
                  </a:lnTo>
                  <a:lnTo>
                    <a:pt x="5067" y="5028"/>
                  </a:lnTo>
                  <a:lnTo>
                    <a:pt x="5048" y="5048"/>
                  </a:lnTo>
                  <a:lnTo>
                    <a:pt x="5048" y="5067"/>
                  </a:lnTo>
                  <a:lnTo>
                    <a:pt x="5029" y="5067"/>
                  </a:lnTo>
                  <a:lnTo>
                    <a:pt x="4991" y="5086"/>
                  </a:lnTo>
                  <a:lnTo>
                    <a:pt x="4972" y="5105"/>
                  </a:lnTo>
                  <a:lnTo>
                    <a:pt x="4972" y="5124"/>
                  </a:lnTo>
                  <a:lnTo>
                    <a:pt x="4953" y="5124"/>
                  </a:lnTo>
                  <a:lnTo>
                    <a:pt x="4895" y="5162"/>
                  </a:lnTo>
                  <a:lnTo>
                    <a:pt x="4895" y="5181"/>
                  </a:lnTo>
                  <a:lnTo>
                    <a:pt x="4877" y="5219"/>
                  </a:lnTo>
                  <a:lnTo>
                    <a:pt x="4857" y="5238"/>
                  </a:lnTo>
                  <a:lnTo>
                    <a:pt x="4838" y="5238"/>
                  </a:lnTo>
                  <a:lnTo>
                    <a:pt x="4838" y="5257"/>
                  </a:lnTo>
                  <a:lnTo>
                    <a:pt x="4838" y="5277"/>
                  </a:lnTo>
                  <a:lnTo>
                    <a:pt x="4819" y="5277"/>
                  </a:lnTo>
                  <a:lnTo>
                    <a:pt x="4800" y="5257"/>
                  </a:lnTo>
                  <a:lnTo>
                    <a:pt x="4781" y="5257"/>
                  </a:lnTo>
                  <a:lnTo>
                    <a:pt x="4762" y="5277"/>
                  </a:lnTo>
                  <a:lnTo>
                    <a:pt x="4762" y="5295"/>
                  </a:lnTo>
                  <a:lnTo>
                    <a:pt x="4762" y="5314"/>
                  </a:lnTo>
                  <a:lnTo>
                    <a:pt x="4743" y="5333"/>
                  </a:lnTo>
                  <a:lnTo>
                    <a:pt x="4743" y="5353"/>
                  </a:lnTo>
                  <a:lnTo>
                    <a:pt x="4724" y="5333"/>
                  </a:lnTo>
                  <a:lnTo>
                    <a:pt x="4686" y="5333"/>
                  </a:lnTo>
                  <a:lnTo>
                    <a:pt x="4667" y="5333"/>
                  </a:lnTo>
                  <a:lnTo>
                    <a:pt x="4648" y="5333"/>
                  </a:lnTo>
                  <a:lnTo>
                    <a:pt x="4629" y="5353"/>
                  </a:lnTo>
                  <a:lnTo>
                    <a:pt x="4629" y="5372"/>
                  </a:lnTo>
                  <a:lnTo>
                    <a:pt x="4610" y="5372"/>
                  </a:lnTo>
                  <a:lnTo>
                    <a:pt x="4610" y="5391"/>
                  </a:lnTo>
                  <a:lnTo>
                    <a:pt x="4610" y="5409"/>
                  </a:lnTo>
                  <a:lnTo>
                    <a:pt x="4591" y="5409"/>
                  </a:lnTo>
                  <a:lnTo>
                    <a:pt x="4591" y="5429"/>
                  </a:lnTo>
                  <a:lnTo>
                    <a:pt x="4572" y="5429"/>
                  </a:lnTo>
                  <a:lnTo>
                    <a:pt x="4572" y="5448"/>
                  </a:lnTo>
                  <a:lnTo>
                    <a:pt x="4552" y="5448"/>
                  </a:lnTo>
                  <a:lnTo>
                    <a:pt x="4533" y="5448"/>
                  </a:lnTo>
                  <a:lnTo>
                    <a:pt x="4515" y="5448"/>
                  </a:lnTo>
                  <a:lnTo>
                    <a:pt x="4515" y="5467"/>
                  </a:lnTo>
                  <a:lnTo>
                    <a:pt x="4496" y="5467"/>
                  </a:lnTo>
                  <a:lnTo>
                    <a:pt x="4496" y="5486"/>
                  </a:lnTo>
                  <a:lnTo>
                    <a:pt x="4496" y="5505"/>
                  </a:lnTo>
                  <a:lnTo>
                    <a:pt x="4496" y="5524"/>
                  </a:lnTo>
                  <a:lnTo>
                    <a:pt x="4476" y="5524"/>
                  </a:lnTo>
                  <a:lnTo>
                    <a:pt x="4476" y="5543"/>
                  </a:lnTo>
                  <a:lnTo>
                    <a:pt x="4400" y="5581"/>
                  </a:lnTo>
                  <a:lnTo>
                    <a:pt x="4324" y="5600"/>
                  </a:lnTo>
                  <a:lnTo>
                    <a:pt x="4305" y="5638"/>
                  </a:lnTo>
                  <a:lnTo>
                    <a:pt x="4286" y="5676"/>
                  </a:lnTo>
                  <a:lnTo>
                    <a:pt x="4286" y="5695"/>
                  </a:lnTo>
                  <a:lnTo>
                    <a:pt x="4267" y="5695"/>
                  </a:lnTo>
                  <a:lnTo>
                    <a:pt x="4267" y="5714"/>
                  </a:lnTo>
                  <a:lnTo>
                    <a:pt x="4229" y="5753"/>
                  </a:lnTo>
                  <a:lnTo>
                    <a:pt x="4210" y="5810"/>
                  </a:lnTo>
                  <a:lnTo>
                    <a:pt x="4191" y="5829"/>
                  </a:lnTo>
                  <a:lnTo>
                    <a:pt x="4171" y="5829"/>
                  </a:lnTo>
                  <a:lnTo>
                    <a:pt x="4171" y="5848"/>
                  </a:lnTo>
                  <a:lnTo>
                    <a:pt x="4152" y="5848"/>
                  </a:lnTo>
                  <a:lnTo>
                    <a:pt x="4134" y="5848"/>
                  </a:lnTo>
                  <a:lnTo>
                    <a:pt x="4115" y="5848"/>
                  </a:lnTo>
                  <a:lnTo>
                    <a:pt x="4095" y="5848"/>
                  </a:lnTo>
                  <a:lnTo>
                    <a:pt x="4076" y="5848"/>
                  </a:lnTo>
                  <a:lnTo>
                    <a:pt x="4057" y="5867"/>
                  </a:lnTo>
                  <a:lnTo>
                    <a:pt x="4038" y="5867"/>
                  </a:lnTo>
                  <a:lnTo>
                    <a:pt x="4000" y="5867"/>
                  </a:lnTo>
                  <a:lnTo>
                    <a:pt x="3981" y="5867"/>
                  </a:lnTo>
                  <a:lnTo>
                    <a:pt x="3962" y="5867"/>
                  </a:lnTo>
                  <a:lnTo>
                    <a:pt x="3962" y="5886"/>
                  </a:lnTo>
                  <a:lnTo>
                    <a:pt x="3981" y="5924"/>
                  </a:lnTo>
                  <a:lnTo>
                    <a:pt x="3981" y="5981"/>
                  </a:lnTo>
                  <a:lnTo>
                    <a:pt x="3981" y="6000"/>
                  </a:lnTo>
                  <a:lnTo>
                    <a:pt x="3981" y="6019"/>
                  </a:lnTo>
                  <a:lnTo>
                    <a:pt x="3962" y="6019"/>
                  </a:lnTo>
                  <a:lnTo>
                    <a:pt x="3924" y="6038"/>
                  </a:lnTo>
                  <a:lnTo>
                    <a:pt x="3924" y="6057"/>
                  </a:lnTo>
                  <a:lnTo>
                    <a:pt x="3905" y="6057"/>
                  </a:lnTo>
                  <a:lnTo>
                    <a:pt x="3886" y="6095"/>
                  </a:lnTo>
                  <a:lnTo>
                    <a:pt x="3886" y="6115"/>
                  </a:lnTo>
                  <a:lnTo>
                    <a:pt x="3867" y="6115"/>
                  </a:lnTo>
                  <a:lnTo>
                    <a:pt x="3848" y="6115"/>
                  </a:lnTo>
                  <a:lnTo>
                    <a:pt x="3829" y="6095"/>
                  </a:lnTo>
                  <a:lnTo>
                    <a:pt x="3829" y="6076"/>
                  </a:lnTo>
                  <a:lnTo>
                    <a:pt x="3810" y="6076"/>
                  </a:lnTo>
                  <a:lnTo>
                    <a:pt x="3790" y="6076"/>
                  </a:lnTo>
                  <a:lnTo>
                    <a:pt x="3790" y="6095"/>
                  </a:lnTo>
                  <a:lnTo>
                    <a:pt x="3771" y="6095"/>
                  </a:lnTo>
                  <a:lnTo>
                    <a:pt x="3753" y="6095"/>
                  </a:lnTo>
                  <a:lnTo>
                    <a:pt x="3753" y="6076"/>
                  </a:lnTo>
                  <a:lnTo>
                    <a:pt x="3734" y="6076"/>
                  </a:lnTo>
                  <a:lnTo>
                    <a:pt x="3714" y="6095"/>
                  </a:lnTo>
                  <a:lnTo>
                    <a:pt x="3695" y="6076"/>
                  </a:lnTo>
                  <a:lnTo>
                    <a:pt x="3676" y="6076"/>
                  </a:lnTo>
                  <a:lnTo>
                    <a:pt x="3676" y="6095"/>
                  </a:lnTo>
                  <a:lnTo>
                    <a:pt x="3658" y="6095"/>
                  </a:lnTo>
                  <a:lnTo>
                    <a:pt x="3638" y="6134"/>
                  </a:lnTo>
                  <a:lnTo>
                    <a:pt x="3619" y="6152"/>
                  </a:lnTo>
                  <a:lnTo>
                    <a:pt x="3600" y="6152"/>
                  </a:lnTo>
                  <a:lnTo>
                    <a:pt x="3486" y="6191"/>
                  </a:lnTo>
                  <a:lnTo>
                    <a:pt x="3467" y="6171"/>
                  </a:lnTo>
                  <a:lnTo>
                    <a:pt x="3448" y="6171"/>
                  </a:lnTo>
                  <a:lnTo>
                    <a:pt x="3429" y="6171"/>
                  </a:lnTo>
                  <a:lnTo>
                    <a:pt x="3429" y="6191"/>
                  </a:lnTo>
                  <a:lnTo>
                    <a:pt x="3409" y="6191"/>
                  </a:lnTo>
                  <a:lnTo>
                    <a:pt x="3409" y="6210"/>
                  </a:lnTo>
                  <a:lnTo>
                    <a:pt x="3391" y="6229"/>
                  </a:lnTo>
                  <a:lnTo>
                    <a:pt x="3372" y="6248"/>
                  </a:lnTo>
                  <a:lnTo>
                    <a:pt x="3333" y="6248"/>
                  </a:lnTo>
                  <a:lnTo>
                    <a:pt x="3333" y="6267"/>
                  </a:lnTo>
                  <a:lnTo>
                    <a:pt x="3314" y="6286"/>
                  </a:lnTo>
                  <a:lnTo>
                    <a:pt x="3295" y="6305"/>
                  </a:lnTo>
                  <a:lnTo>
                    <a:pt x="3295" y="6324"/>
                  </a:lnTo>
                  <a:lnTo>
                    <a:pt x="3277" y="6324"/>
                  </a:lnTo>
                  <a:lnTo>
                    <a:pt x="3277" y="6343"/>
                  </a:lnTo>
                  <a:lnTo>
                    <a:pt x="3277" y="6362"/>
                  </a:lnTo>
                  <a:lnTo>
                    <a:pt x="3257" y="6362"/>
                  </a:lnTo>
                  <a:lnTo>
                    <a:pt x="3219" y="6343"/>
                  </a:lnTo>
                  <a:lnTo>
                    <a:pt x="3200" y="6343"/>
                  </a:lnTo>
                  <a:lnTo>
                    <a:pt x="3181" y="6343"/>
                  </a:lnTo>
                  <a:lnTo>
                    <a:pt x="3181" y="6362"/>
                  </a:lnTo>
                  <a:lnTo>
                    <a:pt x="3162" y="6400"/>
                  </a:lnTo>
                  <a:lnTo>
                    <a:pt x="3162" y="6419"/>
                  </a:lnTo>
                  <a:lnTo>
                    <a:pt x="3143" y="6419"/>
                  </a:lnTo>
                  <a:lnTo>
                    <a:pt x="3124" y="6419"/>
                  </a:lnTo>
                  <a:lnTo>
                    <a:pt x="3124" y="6400"/>
                  </a:lnTo>
                  <a:lnTo>
                    <a:pt x="3105" y="6381"/>
                  </a:lnTo>
                  <a:lnTo>
                    <a:pt x="3086" y="6381"/>
                  </a:lnTo>
                  <a:lnTo>
                    <a:pt x="3048" y="6381"/>
                  </a:lnTo>
                  <a:lnTo>
                    <a:pt x="3028" y="6381"/>
                  </a:lnTo>
                  <a:lnTo>
                    <a:pt x="2991" y="6381"/>
                  </a:lnTo>
                  <a:lnTo>
                    <a:pt x="2972" y="6381"/>
                  </a:lnTo>
                  <a:lnTo>
                    <a:pt x="2952" y="6381"/>
                  </a:lnTo>
                  <a:lnTo>
                    <a:pt x="2952" y="6400"/>
                  </a:lnTo>
                  <a:lnTo>
                    <a:pt x="2933" y="6400"/>
                  </a:lnTo>
                  <a:lnTo>
                    <a:pt x="2896" y="6381"/>
                  </a:lnTo>
                  <a:lnTo>
                    <a:pt x="2876" y="6381"/>
                  </a:lnTo>
                  <a:lnTo>
                    <a:pt x="2857" y="6362"/>
                  </a:lnTo>
                  <a:lnTo>
                    <a:pt x="2857" y="6343"/>
                  </a:lnTo>
                  <a:lnTo>
                    <a:pt x="2857" y="6324"/>
                  </a:lnTo>
                  <a:lnTo>
                    <a:pt x="2857" y="6305"/>
                  </a:lnTo>
                  <a:lnTo>
                    <a:pt x="2838" y="6305"/>
                  </a:lnTo>
                  <a:lnTo>
                    <a:pt x="2819" y="6286"/>
                  </a:lnTo>
                  <a:lnTo>
                    <a:pt x="2800" y="6286"/>
                  </a:lnTo>
                  <a:lnTo>
                    <a:pt x="2781" y="6286"/>
                  </a:lnTo>
                  <a:lnTo>
                    <a:pt x="2762" y="6286"/>
                  </a:lnTo>
                  <a:lnTo>
                    <a:pt x="2762" y="6267"/>
                  </a:lnTo>
                  <a:lnTo>
                    <a:pt x="2762" y="6248"/>
                  </a:lnTo>
                  <a:lnTo>
                    <a:pt x="2705" y="6248"/>
                  </a:lnTo>
                  <a:lnTo>
                    <a:pt x="2686" y="6229"/>
                  </a:lnTo>
                  <a:lnTo>
                    <a:pt x="2667" y="6229"/>
                  </a:lnTo>
                  <a:lnTo>
                    <a:pt x="2647" y="6248"/>
                  </a:lnTo>
                  <a:lnTo>
                    <a:pt x="2629" y="6248"/>
                  </a:lnTo>
                  <a:lnTo>
                    <a:pt x="2629" y="6267"/>
                  </a:lnTo>
                  <a:lnTo>
                    <a:pt x="2629" y="6286"/>
                  </a:lnTo>
                  <a:lnTo>
                    <a:pt x="2610" y="6286"/>
                  </a:lnTo>
                  <a:lnTo>
                    <a:pt x="2610" y="6267"/>
                  </a:lnTo>
                  <a:lnTo>
                    <a:pt x="2591" y="6267"/>
                  </a:lnTo>
                  <a:lnTo>
                    <a:pt x="2571" y="6267"/>
                  </a:lnTo>
                  <a:lnTo>
                    <a:pt x="2552" y="6267"/>
                  </a:lnTo>
                  <a:lnTo>
                    <a:pt x="2515" y="6267"/>
                  </a:lnTo>
                  <a:lnTo>
                    <a:pt x="2495" y="6267"/>
                  </a:lnTo>
                  <a:lnTo>
                    <a:pt x="2495" y="6286"/>
                  </a:lnTo>
                  <a:lnTo>
                    <a:pt x="2476" y="6286"/>
                  </a:lnTo>
                  <a:lnTo>
                    <a:pt x="2457" y="6286"/>
                  </a:lnTo>
                  <a:lnTo>
                    <a:pt x="2438" y="6286"/>
                  </a:lnTo>
                  <a:lnTo>
                    <a:pt x="2438" y="6267"/>
                  </a:lnTo>
                  <a:lnTo>
                    <a:pt x="2419" y="6210"/>
                  </a:lnTo>
                  <a:lnTo>
                    <a:pt x="2400" y="6191"/>
                  </a:lnTo>
                  <a:lnTo>
                    <a:pt x="2381" y="6171"/>
                  </a:lnTo>
                  <a:lnTo>
                    <a:pt x="2362" y="6171"/>
                  </a:lnTo>
                  <a:lnTo>
                    <a:pt x="2343" y="6171"/>
                  </a:lnTo>
                  <a:lnTo>
                    <a:pt x="2343" y="6191"/>
                  </a:lnTo>
                  <a:lnTo>
                    <a:pt x="2324" y="6210"/>
                  </a:lnTo>
                  <a:lnTo>
                    <a:pt x="2324" y="6229"/>
                  </a:lnTo>
                  <a:lnTo>
                    <a:pt x="2305" y="6229"/>
                  </a:lnTo>
                  <a:lnTo>
                    <a:pt x="2286" y="6229"/>
                  </a:lnTo>
                  <a:lnTo>
                    <a:pt x="2267" y="6210"/>
                  </a:lnTo>
                  <a:lnTo>
                    <a:pt x="2229" y="6191"/>
                  </a:lnTo>
                  <a:lnTo>
                    <a:pt x="2210" y="6210"/>
                  </a:lnTo>
                  <a:lnTo>
                    <a:pt x="2190" y="6210"/>
                  </a:lnTo>
                  <a:lnTo>
                    <a:pt x="2190" y="6229"/>
                  </a:lnTo>
                  <a:lnTo>
                    <a:pt x="2171" y="6229"/>
                  </a:lnTo>
                  <a:lnTo>
                    <a:pt x="2171" y="6248"/>
                  </a:lnTo>
                  <a:lnTo>
                    <a:pt x="2153" y="6286"/>
                  </a:lnTo>
                  <a:lnTo>
                    <a:pt x="2153" y="6305"/>
                  </a:lnTo>
                  <a:lnTo>
                    <a:pt x="2134" y="6305"/>
                  </a:lnTo>
                  <a:lnTo>
                    <a:pt x="2095" y="6286"/>
                  </a:lnTo>
                  <a:lnTo>
                    <a:pt x="2076" y="6286"/>
                  </a:lnTo>
                  <a:lnTo>
                    <a:pt x="2038" y="6286"/>
                  </a:lnTo>
                  <a:lnTo>
                    <a:pt x="2019" y="6286"/>
                  </a:lnTo>
                  <a:lnTo>
                    <a:pt x="2019" y="6305"/>
                  </a:lnTo>
                  <a:lnTo>
                    <a:pt x="2019" y="6343"/>
                  </a:lnTo>
                  <a:lnTo>
                    <a:pt x="2019" y="6362"/>
                  </a:lnTo>
                  <a:lnTo>
                    <a:pt x="2038" y="6381"/>
                  </a:lnTo>
                  <a:lnTo>
                    <a:pt x="2057" y="6400"/>
                  </a:lnTo>
                  <a:lnTo>
                    <a:pt x="2057" y="6419"/>
                  </a:lnTo>
                  <a:lnTo>
                    <a:pt x="2076" y="6419"/>
                  </a:lnTo>
                  <a:lnTo>
                    <a:pt x="2095" y="6515"/>
                  </a:lnTo>
                  <a:lnTo>
                    <a:pt x="2095" y="6533"/>
                  </a:lnTo>
                  <a:lnTo>
                    <a:pt x="2095" y="6552"/>
                  </a:lnTo>
                  <a:lnTo>
                    <a:pt x="2114" y="6572"/>
                  </a:lnTo>
                  <a:lnTo>
                    <a:pt x="2114" y="6591"/>
                  </a:lnTo>
                  <a:lnTo>
                    <a:pt x="2153" y="6610"/>
                  </a:lnTo>
                  <a:lnTo>
                    <a:pt x="2153" y="6629"/>
                  </a:lnTo>
                  <a:lnTo>
                    <a:pt x="2153" y="6648"/>
                  </a:lnTo>
                  <a:lnTo>
                    <a:pt x="2153" y="6686"/>
                  </a:lnTo>
                  <a:lnTo>
                    <a:pt x="2153" y="6705"/>
                  </a:lnTo>
                  <a:lnTo>
                    <a:pt x="2153" y="6724"/>
                  </a:lnTo>
                  <a:lnTo>
                    <a:pt x="2134" y="6762"/>
                  </a:lnTo>
                  <a:lnTo>
                    <a:pt x="2134" y="6781"/>
                  </a:lnTo>
                  <a:lnTo>
                    <a:pt x="2134" y="6800"/>
                  </a:lnTo>
                  <a:lnTo>
                    <a:pt x="2134" y="6819"/>
                  </a:lnTo>
                  <a:lnTo>
                    <a:pt x="2134" y="6838"/>
                  </a:lnTo>
                  <a:lnTo>
                    <a:pt x="2134" y="6857"/>
                  </a:lnTo>
                  <a:lnTo>
                    <a:pt x="2134" y="6877"/>
                  </a:lnTo>
                  <a:lnTo>
                    <a:pt x="2134" y="6895"/>
                  </a:lnTo>
                  <a:lnTo>
                    <a:pt x="2095" y="6933"/>
                  </a:lnTo>
                  <a:lnTo>
                    <a:pt x="2095" y="6953"/>
                  </a:lnTo>
                  <a:lnTo>
                    <a:pt x="2076" y="6953"/>
                  </a:lnTo>
                  <a:lnTo>
                    <a:pt x="2095" y="6991"/>
                  </a:lnTo>
                  <a:lnTo>
                    <a:pt x="2076" y="6991"/>
                  </a:lnTo>
                  <a:lnTo>
                    <a:pt x="2057" y="7009"/>
                  </a:lnTo>
                  <a:lnTo>
                    <a:pt x="2038" y="7029"/>
                  </a:lnTo>
                  <a:lnTo>
                    <a:pt x="2038" y="7048"/>
                  </a:lnTo>
                  <a:lnTo>
                    <a:pt x="2000" y="7105"/>
                  </a:lnTo>
                  <a:lnTo>
                    <a:pt x="2000" y="7124"/>
                  </a:lnTo>
                  <a:lnTo>
                    <a:pt x="1981" y="7162"/>
                  </a:lnTo>
                  <a:lnTo>
                    <a:pt x="1981" y="7181"/>
                  </a:lnTo>
                  <a:lnTo>
                    <a:pt x="1962" y="7181"/>
                  </a:lnTo>
                  <a:lnTo>
                    <a:pt x="1943" y="7181"/>
                  </a:lnTo>
                  <a:lnTo>
                    <a:pt x="1943" y="7200"/>
                  </a:lnTo>
                  <a:lnTo>
                    <a:pt x="1943" y="7219"/>
                  </a:lnTo>
                  <a:lnTo>
                    <a:pt x="1943" y="7238"/>
                  </a:lnTo>
                  <a:lnTo>
                    <a:pt x="1924" y="7258"/>
                  </a:lnTo>
                  <a:lnTo>
                    <a:pt x="1905" y="7258"/>
                  </a:lnTo>
                  <a:lnTo>
                    <a:pt x="1886" y="7258"/>
                  </a:lnTo>
                  <a:lnTo>
                    <a:pt x="1867" y="7258"/>
                  </a:lnTo>
                  <a:lnTo>
                    <a:pt x="1772" y="7372"/>
                  </a:lnTo>
                  <a:lnTo>
                    <a:pt x="1753" y="7390"/>
                  </a:lnTo>
                  <a:lnTo>
                    <a:pt x="1733" y="7390"/>
                  </a:lnTo>
                  <a:lnTo>
                    <a:pt x="1733" y="7410"/>
                  </a:lnTo>
                  <a:lnTo>
                    <a:pt x="1657" y="7429"/>
                  </a:lnTo>
                  <a:lnTo>
                    <a:pt x="1638" y="7429"/>
                  </a:lnTo>
                  <a:lnTo>
                    <a:pt x="1562" y="7390"/>
                  </a:lnTo>
                  <a:lnTo>
                    <a:pt x="1486" y="7390"/>
                  </a:lnTo>
                  <a:lnTo>
                    <a:pt x="1467" y="7390"/>
                  </a:lnTo>
                  <a:lnTo>
                    <a:pt x="1448" y="7390"/>
                  </a:lnTo>
                  <a:lnTo>
                    <a:pt x="1428" y="7410"/>
                  </a:lnTo>
                  <a:lnTo>
                    <a:pt x="1391" y="7429"/>
                  </a:lnTo>
                  <a:lnTo>
                    <a:pt x="1372" y="7429"/>
                  </a:lnTo>
                  <a:lnTo>
                    <a:pt x="1352" y="7429"/>
                  </a:lnTo>
                  <a:lnTo>
                    <a:pt x="1333" y="7429"/>
                  </a:lnTo>
                  <a:lnTo>
                    <a:pt x="1333" y="7467"/>
                  </a:lnTo>
                  <a:lnTo>
                    <a:pt x="1314" y="7467"/>
                  </a:lnTo>
                  <a:lnTo>
                    <a:pt x="1296" y="7467"/>
                  </a:lnTo>
                  <a:lnTo>
                    <a:pt x="1296" y="7486"/>
                  </a:lnTo>
                  <a:lnTo>
                    <a:pt x="1276" y="7486"/>
                  </a:lnTo>
                  <a:lnTo>
                    <a:pt x="1257" y="7505"/>
                  </a:lnTo>
                  <a:lnTo>
                    <a:pt x="1257" y="7524"/>
                  </a:lnTo>
                  <a:lnTo>
                    <a:pt x="1238" y="7524"/>
                  </a:lnTo>
                  <a:lnTo>
                    <a:pt x="1238" y="7543"/>
                  </a:lnTo>
                  <a:lnTo>
                    <a:pt x="1219" y="7543"/>
                  </a:lnTo>
                  <a:lnTo>
                    <a:pt x="1181" y="7562"/>
                  </a:lnTo>
                  <a:lnTo>
                    <a:pt x="1162" y="7562"/>
                  </a:lnTo>
                  <a:lnTo>
                    <a:pt x="1162" y="7581"/>
                  </a:lnTo>
                  <a:lnTo>
                    <a:pt x="1124" y="7639"/>
                  </a:lnTo>
                  <a:lnTo>
                    <a:pt x="1124" y="7657"/>
                  </a:lnTo>
                  <a:lnTo>
                    <a:pt x="1105" y="7657"/>
                  </a:lnTo>
                  <a:lnTo>
                    <a:pt x="1086" y="7657"/>
                  </a:lnTo>
                  <a:lnTo>
                    <a:pt x="1067" y="7657"/>
                  </a:lnTo>
                  <a:lnTo>
                    <a:pt x="991" y="7657"/>
                  </a:lnTo>
                  <a:lnTo>
                    <a:pt x="971" y="7657"/>
                  </a:lnTo>
                  <a:lnTo>
                    <a:pt x="952" y="7657"/>
                  </a:lnTo>
                  <a:lnTo>
                    <a:pt x="933" y="7657"/>
                  </a:lnTo>
                  <a:lnTo>
                    <a:pt x="915" y="7676"/>
                  </a:lnTo>
                  <a:lnTo>
                    <a:pt x="895" y="7676"/>
                  </a:lnTo>
                  <a:lnTo>
                    <a:pt x="876" y="7676"/>
                  </a:lnTo>
                  <a:lnTo>
                    <a:pt x="857" y="7676"/>
                  </a:lnTo>
                  <a:lnTo>
                    <a:pt x="819" y="7657"/>
                  </a:lnTo>
                  <a:lnTo>
                    <a:pt x="800" y="7657"/>
                  </a:lnTo>
                  <a:lnTo>
                    <a:pt x="762" y="7619"/>
                  </a:lnTo>
                  <a:lnTo>
                    <a:pt x="743" y="7619"/>
                  </a:lnTo>
                  <a:lnTo>
                    <a:pt x="686" y="7600"/>
                  </a:lnTo>
                  <a:lnTo>
                    <a:pt x="666" y="7581"/>
                  </a:lnTo>
                  <a:lnTo>
                    <a:pt x="648" y="7581"/>
                  </a:lnTo>
                  <a:lnTo>
                    <a:pt x="629" y="7562"/>
                  </a:lnTo>
                  <a:lnTo>
                    <a:pt x="610" y="7543"/>
                  </a:lnTo>
                  <a:lnTo>
                    <a:pt x="571" y="7486"/>
                  </a:lnTo>
                  <a:lnTo>
                    <a:pt x="514" y="7410"/>
                  </a:lnTo>
                  <a:lnTo>
                    <a:pt x="495" y="7372"/>
                  </a:lnTo>
                  <a:lnTo>
                    <a:pt x="495" y="7334"/>
                  </a:lnTo>
                  <a:lnTo>
                    <a:pt x="495" y="7314"/>
                  </a:lnTo>
                  <a:lnTo>
                    <a:pt x="476" y="7295"/>
                  </a:lnTo>
                  <a:lnTo>
                    <a:pt x="476" y="7276"/>
                  </a:lnTo>
                  <a:lnTo>
                    <a:pt x="438" y="7219"/>
                  </a:lnTo>
                  <a:lnTo>
                    <a:pt x="381" y="7162"/>
                  </a:lnTo>
                  <a:lnTo>
                    <a:pt x="362" y="7143"/>
                  </a:lnTo>
                  <a:lnTo>
                    <a:pt x="324" y="7143"/>
                  </a:lnTo>
                  <a:lnTo>
                    <a:pt x="209" y="7143"/>
                  </a:lnTo>
                  <a:lnTo>
                    <a:pt x="153" y="7143"/>
                  </a:lnTo>
                  <a:lnTo>
                    <a:pt x="38" y="7124"/>
                  </a:lnTo>
                  <a:lnTo>
                    <a:pt x="38" y="7105"/>
                  </a:lnTo>
                  <a:lnTo>
                    <a:pt x="38" y="7086"/>
                  </a:lnTo>
                  <a:lnTo>
                    <a:pt x="57" y="7048"/>
                  </a:lnTo>
                  <a:lnTo>
                    <a:pt x="57" y="7029"/>
                  </a:lnTo>
                  <a:lnTo>
                    <a:pt x="38" y="7009"/>
                  </a:lnTo>
                  <a:lnTo>
                    <a:pt x="38" y="6991"/>
                  </a:lnTo>
                  <a:lnTo>
                    <a:pt x="76" y="6914"/>
                  </a:lnTo>
                  <a:lnTo>
                    <a:pt x="76" y="6895"/>
                  </a:lnTo>
                  <a:lnTo>
                    <a:pt x="76" y="6877"/>
                  </a:lnTo>
                  <a:lnTo>
                    <a:pt x="76" y="6857"/>
                  </a:lnTo>
                  <a:lnTo>
                    <a:pt x="95" y="6838"/>
                  </a:lnTo>
                  <a:lnTo>
                    <a:pt x="114" y="6838"/>
                  </a:lnTo>
                  <a:lnTo>
                    <a:pt x="133" y="6800"/>
                  </a:lnTo>
                  <a:lnTo>
                    <a:pt x="114" y="6724"/>
                  </a:lnTo>
                  <a:lnTo>
                    <a:pt x="114" y="6667"/>
                  </a:lnTo>
                  <a:lnTo>
                    <a:pt x="133" y="6629"/>
                  </a:lnTo>
                  <a:lnTo>
                    <a:pt x="153" y="6610"/>
                  </a:lnTo>
                  <a:lnTo>
                    <a:pt x="133" y="6572"/>
                  </a:lnTo>
                  <a:lnTo>
                    <a:pt x="133" y="6533"/>
                  </a:lnTo>
                  <a:lnTo>
                    <a:pt x="133" y="6457"/>
                  </a:lnTo>
                  <a:lnTo>
                    <a:pt x="133" y="6419"/>
                  </a:lnTo>
                  <a:lnTo>
                    <a:pt x="133" y="6381"/>
                  </a:lnTo>
                  <a:lnTo>
                    <a:pt x="153" y="6381"/>
                  </a:lnTo>
                  <a:lnTo>
                    <a:pt x="153" y="6362"/>
                  </a:lnTo>
                  <a:lnTo>
                    <a:pt x="172" y="6343"/>
                  </a:lnTo>
                  <a:lnTo>
                    <a:pt x="172" y="6324"/>
                  </a:lnTo>
                  <a:lnTo>
                    <a:pt x="172" y="6286"/>
                  </a:lnTo>
                  <a:lnTo>
                    <a:pt x="172" y="6267"/>
                  </a:lnTo>
                  <a:lnTo>
                    <a:pt x="172" y="6248"/>
                  </a:lnTo>
                  <a:lnTo>
                    <a:pt x="153" y="6229"/>
                  </a:lnTo>
                  <a:lnTo>
                    <a:pt x="114" y="6210"/>
                  </a:lnTo>
                  <a:lnTo>
                    <a:pt x="95" y="6191"/>
                  </a:lnTo>
                  <a:lnTo>
                    <a:pt x="76" y="6152"/>
                  </a:lnTo>
                  <a:lnTo>
                    <a:pt x="76" y="6076"/>
                  </a:lnTo>
                  <a:lnTo>
                    <a:pt x="76" y="6057"/>
                  </a:lnTo>
                  <a:lnTo>
                    <a:pt x="76" y="6038"/>
                  </a:lnTo>
                  <a:lnTo>
                    <a:pt x="57" y="6019"/>
                  </a:lnTo>
                  <a:lnTo>
                    <a:pt x="57" y="6000"/>
                  </a:lnTo>
                  <a:lnTo>
                    <a:pt x="57" y="5924"/>
                  </a:lnTo>
                  <a:lnTo>
                    <a:pt x="38" y="5905"/>
                  </a:lnTo>
                  <a:lnTo>
                    <a:pt x="38" y="5886"/>
                  </a:lnTo>
                  <a:lnTo>
                    <a:pt x="19" y="5829"/>
                  </a:lnTo>
                  <a:lnTo>
                    <a:pt x="0" y="5810"/>
                  </a:lnTo>
                  <a:lnTo>
                    <a:pt x="19" y="5790"/>
                  </a:lnTo>
                  <a:lnTo>
                    <a:pt x="19" y="5772"/>
                  </a:lnTo>
                  <a:lnTo>
                    <a:pt x="38" y="5734"/>
                  </a:lnTo>
                  <a:lnTo>
                    <a:pt x="38" y="5714"/>
                  </a:lnTo>
                  <a:lnTo>
                    <a:pt x="57" y="5676"/>
                  </a:lnTo>
                  <a:lnTo>
                    <a:pt x="76" y="5658"/>
                  </a:lnTo>
                  <a:lnTo>
                    <a:pt x="95" y="5658"/>
                  </a:lnTo>
                  <a:lnTo>
                    <a:pt x="95" y="5638"/>
                  </a:lnTo>
                  <a:lnTo>
                    <a:pt x="114" y="5619"/>
                  </a:lnTo>
                  <a:lnTo>
                    <a:pt x="153" y="5600"/>
                  </a:lnTo>
                  <a:lnTo>
                    <a:pt x="172" y="5581"/>
                  </a:lnTo>
                  <a:lnTo>
                    <a:pt x="172" y="5543"/>
                  </a:lnTo>
                  <a:lnTo>
                    <a:pt x="190" y="5524"/>
                  </a:lnTo>
                  <a:lnTo>
                    <a:pt x="209" y="5505"/>
                  </a:lnTo>
                  <a:lnTo>
                    <a:pt x="190" y="5486"/>
                  </a:lnTo>
                  <a:lnTo>
                    <a:pt x="229" y="5467"/>
                  </a:lnTo>
                  <a:lnTo>
                    <a:pt x="229" y="5429"/>
                  </a:lnTo>
                  <a:lnTo>
                    <a:pt x="248" y="5353"/>
                  </a:lnTo>
                  <a:lnTo>
                    <a:pt x="248" y="5314"/>
                  </a:lnTo>
                  <a:lnTo>
                    <a:pt x="267" y="5295"/>
                  </a:lnTo>
                  <a:lnTo>
                    <a:pt x="285" y="5277"/>
                  </a:lnTo>
                  <a:lnTo>
                    <a:pt x="305" y="5219"/>
                  </a:lnTo>
                  <a:lnTo>
                    <a:pt x="305" y="5200"/>
                  </a:lnTo>
                  <a:lnTo>
                    <a:pt x="305" y="5181"/>
                  </a:lnTo>
                  <a:lnTo>
                    <a:pt x="324" y="5181"/>
                  </a:lnTo>
                  <a:lnTo>
                    <a:pt x="324" y="5162"/>
                  </a:lnTo>
                  <a:lnTo>
                    <a:pt x="343" y="5162"/>
                  </a:lnTo>
                  <a:lnTo>
                    <a:pt x="343" y="5143"/>
                  </a:lnTo>
                  <a:lnTo>
                    <a:pt x="362" y="5143"/>
                  </a:lnTo>
                  <a:lnTo>
                    <a:pt x="362" y="5105"/>
                  </a:lnTo>
                  <a:lnTo>
                    <a:pt x="381" y="5086"/>
                  </a:lnTo>
                  <a:lnTo>
                    <a:pt x="400" y="5010"/>
                  </a:lnTo>
                  <a:lnTo>
                    <a:pt x="400" y="4952"/>
                  </a:lnTo>
                  <a:lnTo>
                    <a:pt x="419" y="4952"/>
                  </a:lnTo>
                  <a:lnTo>
                    <a:pt x="419" y="4933"/>
                  </a:lnTo>
                  <a:lnTo>
                    <a:pt x="400" y="4933"/>
                  </a:lnTo>
                  <a:lnTo>
                    <a:pt x="400" y="4914"/>
                  </a:lnTo>
                  <a:lnTo>
                    <a:pt x="419" y="4914"/>
                  </a:lnTo>
                  <a:lnTo>
                    <a:pt x="400" y="4896"/>
                  </a:lnTo>
                  <a:lnTo>
                    <a:pt x="400" y="4876"/>
                  </a:lnTo>
                  <a:lnTo>
                    <a:pt x="419" y="4876"/>
                  </a:lnTo>
                  <a:lnTo>
                    <a:pt x="419" y="4857"/>
                  </a:lnTo>
                  <a:lnTo>
                    <a:pt x="419" y="4819"/>
                  </a:lnTo>
                  <a:lnTo>
                    <a:pt x="419" y="4800"/>
                  </a:lnTo>
                  <a:lnTo>
                    <a:pt x="438" y="4800"/>
                  </a:lnTo>
                  <a:lnTo>
                    <a:pt x="438" y="4781"/>
                  </a:lnTo>
                  <a:lnTo>
                    <a:pt x="457" y="4743"/>
                  </a:lnTo>
                  <a:lnTo>
                    <a:pt x="457" y="4667"/>
                  </a:lnTo>
                  <a:lnTo>
                    <a:pt x="476" y="4629"/>
                  </a:lnTo>
                  <a:lnTo>
                    <a:pt x="514" y="4610"/>
                  </a:lnTo>
                  <a:lnTo>
                    <a:pt x="590" y="4552"/>
                  </a:lnTo>
                  <a:lnTo>
                    <a:pt x="648" y="4515"/>
                  </a:lnTo>
                  <a:lnTo>
                    <a:pt x="666" y="4515"/>
                  </a:lnTo>
                  <a:lnTo>
                    <a:pt x="724" y="4515"/>
                  </a:lnTo>
                  <a:lnTo>
                    <a:pt x="762" y="4495"/>
                  </a:lnTo>
                  <a:lnTo>
                    <a:pt x="838" y="4476"/>
                  </a:lnTo>
                  <a:lnTo>
                    <a:pt x="895" y="4457"/>
                  </a:lnTo>
                  <a:lnTo>
                    <a:pt x="915" y="4457"/>
                  </a:lnTo>
                  <a:lnTo>
                    <a:pt x="971" y="4419"/>
                  </a:lnTo>
                  <a:lnTo>
                    <a:pt x="1010" y="4419"/>
                  </a:lnTo>
                  <a:lnTo>
                    <a:pt x="1010" y="4400"/>
                  </a:lnTo>
                  <a:lnTo>
                    <a:pt x="1029" y="4381"/>
                  </a:lnTo>
                  <a:lnTo>
                    <a:pt x="1047" y="4381"/>
                  </a:lnTo>
                  <a:lnTo>
                    <a:pt x="1047" y="4362"/>
                  </a:lnTo>
                  <a:lnTo>
                    <a:pt x="1067" y="4362"/>
                  </a:lnTo>
                  <a:lnTo>
                    <a:pt x="1105" y="4343"/>
                  </a:lnTo>
                  <a:lnTo>
                    <a:pt x="1124" y="4343"/>
                  </a:lnTo>
                  <a:lnTo>
                    <a:pt x="1143" y="4343"/>
                  </a:lnTo>
                  <a:lnTo>
                    <a:pt x="1162" y="4343"/>
                  </a:lnTo>
                  <a:lnTo>
                    <a:pt x="1200" y="4362"/>
                  </a:lnTo>
                  <a:lnTo>
                    <a:pt x="1219" y="4343"/>
                  </a:lnTo>
                  <a:lnTo>
                    <a:pt x="1219" y="4324"/>
                  </a:lnTo>
                  <a:lnTo>
                    <a:pt x="1238" y="4305"/>
                  </a:lnTo>
                  <a:lnTo>
                    <a:pt x="1238" y="4286"/>
                  </a:lnTo>
                  <a:lnTo>
                    <a:pt x="1276" y="4286"/>
                  </a:lnTo>
                  <a:lnTo>
                    <a:pt x="1296" y="4267"/>
                  </a:lnTo>
                  <a:lnTo>
                    <a:pt x="1314" y="4229"/>
                  </a:lnTo>
                  <a:lnTo>
                    <a:pt x="1372" y="4190"/>
                  </a:lnTo>
                  <a:lnTo>
                    <a:pt x="1391" y="4153"/>
                  </a:lnTo>
                  <a:lnTo>
                    <a:pt x="1448" y="4134"/>
                  </a:lnTo>
                  <a:lnTo>
                    <a:pt x="1486" y="4114"/>
                  </a:lnTo>
                  <a:lnTo>
                    <a:pt x="1505" y="4114"/>
                  </a:lnTo>
                  <a:lnTo>
                    <a:pt x="1524" y="4095"/>
                  </a:lnTo>
                  <a:lnTo>
                    <a:pt x="1543" y="4095"/>
                  </a:lnTo>
                  <a:lnTo>
                    <a:pt x="1581" y="4095"/>
                  </a:lnTo>
                  <a:lnTo>
                    <a:pt x="1600" y="4076"/>
                  </a:lnTo>
                  <a:lnTo>
                    <a:pt x="1619" y="4000"/>
                  </a:lnTo>
                  <a:lnTo>
                    <a:pt x="1638" y="4000"/>
                  </a:lnTo>
                  <a:lnTo>
                    <a:pt x="1638" y="3981"/>
                  </a:lnTo>
                  <a:lnTo>
                    <a:pt x="1676" y="3962"/>
                  </a:lnTo>
                  <a:lnTo>
                    <a:pt x="1695" y="3943"/>
                  </a:lnTo>
                  <a:lnTo>
                    <a:pt x="1695" y="3924"/>
                  </a:lnTo>
                  <a:lnTo>
                    <a:pt x="1714" y="3905"/>
                  </a:lnTo>
                  <a:lnTo>
                    <a:pt x="1714" y="3886"/>
                  </a:lnTo>
                  <a:lnTo>
                    <a:pt x="1733" y="3886"/>
                  </a:lnTo>
                  <a:lnTo>
                    <a:pt x="1753" y="3867"/>
                  </a:lnTo>
                  <a:lnTo>
                    <a:pt x="1753" y="3848"/>
                  </a:lnTo>
                  <a:lnTo>
                    <a:pt x="1772" y="3848"/>
                  </a:lnTo>
                  <a:lnTo>
                    <a:pt x="1772" y="3829"/>
                  </a:lnTo>
                  <a:lnTo>
                    <a:pt x="1753" y="3829"/>
                  </a:lnTo>
                  <a:lnTo>
                    <a:pt x="1772" y="3809"/>
                  </a:lnTo>
                  <a:lnTo>
                    <a:pt x="1809" y="3829"/>
                  </a:lnTo>
                  <a:lnTo>
                    <a:pt x="1809" y="3791"/>
                  </a:lnTo>
                  <a:lnTo>
                    <a:pt x="1809" y="3772"/>
                  </a:lnTo>
                  <a:lnTo>
                    <a:pt x="1829" y="3772"/>
                  </a:lnTo>
                  <a:lnTo>
                    <a:pt x="1848" y="3772"/>
                  </a:lnTo>
                  <a:lnTo>
                    <a:pt x="1867" y="3772"/>
                  </a:lnTo>
                  <a:lnTo>
                    <a:pt x="1886" y="3753"/>
                  </a:lnTo>
                  <a:lnTo>
                    <a:pt x="1905" y="3753"/>
                  </a:lnTo>
                  <a:lnTo>
                    <a:pt x="1905" y="3772"/>
                  </a:lnTo>
                  <a:lnTo>
                    <a:pt x="1924" y="3772"/>
                  </a:lnTo>
                  <a:lnTo>
                    <a:pt x="1962" y="3753"/>
                  </a:lnTo>
                  <a:lnTo>
                    <a:pt x="1981" y="3753"/>
                  </a:lnTo>
                  <a:lnTo>
                    <a:pt x="2000" y="3733"/>
                  </a:lnTo>
                  <a:lnTo>
                    <a:pt x="2019" y="3733"/>
                  </a:lnTo>
                  <a:lnTo>
                    <a:pt x="2038" y="3714"/>
                  </a:lnTo>
                  <a:lnTo>
                    <a:pt x="2057" y="3714"/>
                  </a:lnTo>
                  <a:lnTo>
                    <a:pt x="2134" y="3714"/>
                  </a:lnTo>
                  <a:lnTo>
                    <a:pt x="2171" y="3714"/>
                  </a:lnTo>
                  <a:lnTo>
                    <a:pt x="2190" y="3714"/>
                  </a:lnTo>
                  <a:lnTo>
                    <a:pt x="2229" y="3753"/>
                  </a:lnTo>
                  <a:lnTo>
                    <a:pt x="2248" y="3753"/>
                  </a:lnTo>
                  <a:lnTo>
                    <a:pt x="2267" y="3753"/>
                  </a:lnTo>
                  <a:lnTo>
                    <a:pt x="2286" y="3772"/>
                  </a:lnTo>
                  <a:lnTo>
                    <a:pt x="2286" y="3791"/>
                  </a:lnTo>
                  <a:lnTo>
                    <a:pt x="2305" y="3791"/>
                  </a:lnTo>
                  <a:lnTo>
                    <a:pt x="2324" y="3791"/>
                  </a:lnTo>
                  <a:lnTo>
                    <a:pt x="2324" y="3809"/>
                  </a:lnTo>
                  <a:lnTo>
                    <a:pt x="2343" y="3829"/>
                  </a:lnTo>
                  <a:lnTo>
                    <a:pt x="2362" y="3848"/>
                  </a:lnTo>
                  <a:lnTo>
                    <a:pt x="2400" y="3848"/>
                  </a:lnTo>
                  <a:lnTo>
                    <a:pt x="2419" y="3848"/>
                  </a:lnTo>
                  <a:lnTo>
                    <a:pt x="2419" y="3829"/>
                  </a:lnTo>
                  <a:lnTo>
                    <a:pt x="2438" y="3829"/>
                  </a:lnTo>
                  <a:lnTo>
                    <a:pt x="2457" y="3809"/>
                  </a:lnTo>
                  <a:lnTo>
                    <a:pt x="2476" y="3809"/>
                  </a:lnTo>
                  <a:lnTo>
                    <a:pt x="2515" y="3809"/>
                  </a:lnTo>
                  <a:lnTo>
                    <a:pt x="2533" y="3809"/>
                  </a:lnTo>
                  <a:lnTo>
                    <a:pt x="2552" y="3791"/>
                  </a:lnTo>
                  <a:lnTo>
                    <a:pt x="2591" y="3772"/>
                  </a:lnTo>
                  <a:lnTo>
                    <a:pt x="2610" y="3753"/>
                  </a:lnTo>
                  <a:lnTo>
                    <a:pt x="2629" y="3772"/>
                  </a:lnTo>
                  <a:lnTo>
                    <a:pt x="2647" y="3791"/>
                  </a:lnTo>
                  <a:lnTo>
                    <a:pt x="2667" y="3791"/>
                  </a:lnTo>
                  <a:lnTo>
                    <a:pt x="2686" y="3772"/>
                  </a:lnTo>
                  <a:lnTo>
                    <a:pt x="2705" y="3772"/>
                  </a:lnTo>
                  <a:lnTo>
                    <a:pt x="2724" y="3772"/>
                  </a:lnTo>
                  <a:lnTo>
                    <a:pt x="2743" y="3772"/>
                  </a:lnTo>
                  <a:lnTo>
                    <a:pt x="2762" y="3772"/>
                  </a:lnTo>
                  <a:lnTo>
                    <a:pt x="2781" y="3772"/>
                  </a:lnTo>
                  <a:lnTo>
                    <a:pt x="2800" y="3772"/>
                  </a:lnTo>
                  <a:lnTo>
                    <a:pt x="2819" y="3753"/>
                  </a:lnTo>
                  <a:lnTo>
                    <a:pt x="2857" y="3695"/>
                  </a:lnTo>
                  <a:lnTo>
                    <a:pt x="2876" y="3677"/>
                  </a:lnTo>
                  <a:lnTo>
                    <a:pt x="2876" y="3657"/>
                  </a:lnTo>
                  <a:lnTo>
                    <a:pt x="2876" y="3638"/>
                  </a:lnTo>
                  <a:lnTo>
                    <a:pt x="2876" y="3619"/>
                  </a:lnTo>
                  <a:lnTo>
                    <a:pt x="2896" y="3600"/>
                  </a:lnTo>
                  <a:lnTo>
                    <a:pt x="2914" y="3581"/>
                  </a:lnTo>
                  <a:lnTo>
                    <a:pt x="2914" y="3524"/>
                  </a:lnTo>
                  <a:lnTo>
                    <a:pt x="2933" y="3505"/>
                  </a:lnTo>
                  <a:lnTo>
                    <a:pt x="2933" y="3486"/>
                  </a:lnTo>
                  <a:lnTo>
                    <a:pt x="2914" y="3467"/>
                  </a:lnTo>
                  <a:lnTo>
                    <a:pt x="2933" y="3410"/>
                  </a:lnTo>
                  <a:lnTo>
                    <a:pt x="2933" y="3391"/>
                  </a:lnTo>
                  <a:lnTo>
                    <a:pt x="2952" y="3391"/>
                  </a:lnTo>
                  <a:lnTo>
                    <a:pt x="2952" y="3372"/>
                  </a:lnTo>
                  <a:lnTo>
                    <a:pt x="2933" y="3372"/>
                  </a:lnTo>
                  <a:lnTo>
                    <a:pt x="2933" y="3352"/>
                  </a:lnTo>
                  <a:lnTo>
                    <a:pt x="2933" y="3296"/>
                  </a:lnTo>
                  <a:lnTo>
                    <a:pt x="2914" y="3276"/>
                  </a:lnTo>
                  <a:lnTo>
                    <a:pt x="2876" y="3257"/>
                  </a:lnTo>
                  <a:lnTo>
                    <a:pt x="2857" y="3238"/>
                  </a:lnTo>
                  <a:lnTo>
                    <a:pt x="2838" y="3238"/>
                  </a:lnTo>
                  <a:lnTo>
                    <a:pt x="2838" y="3219"/>
                  </a:lnTo>
                  <a:lnTo>
                    <a:pt x="2819" y="3219"/>
                  </a:lnTo>
                  <a:lnTo>
                    <a:pt x="2819" y="3200"/>
                  </a:lnTo>
                  <a:lnTo>
                    <a:pt x="2800" y="3181"/>
                  </a:lnTo>
                  <a:lnTo>
                    <a:pt x="2800" y="3162"/>
                  </a:lnTo>
                  <a:lnTo>
                    <a:pt x="2781" y="3162"/>
                  </a:lnTo>
                  <a:lnTo>
                    <a:pt x="2762" y="3162"/>
                  </a:lnTo>
                  <a:lnTo>
                    <a:pt x="2743" y="3143"/>
                  </a:lnTo>
                  <a:lnTo>
                    <a:pt x="2724" y="3105"/>
                  </a:lnTo>
                  <a:lnTo>
                    <a:pt x="2743" y="3086"/>
                  </a:lnTo>
                  <a:lnTo>
                    <a:pt x="2743" y="3067"/>
                  </a:lnTo>
                  <a:lnTo>
                    <a:pt x="2743" y="3047"/>
                  </a:lnTo>
                  <a:lnTo>
                    <a:pt x="2705" y="3010"/>
                  </a:lnTo>
                  <a:lnTo>
                    <a:pt x="2705" y="2991"/>
                  </a:lnTo>
                  <a:lnTo>
                    <a:pt x="2705" y="2971"/>
                  </a:lnTo>
                  <a:lnTo>
                    <a:pt x="2705" y="2952"/>
                  </a:lnTo>
                  <a:lnTo>
                    <a:pt x="2705" y="2933"/>
                  </a:lnTo>
                  <a:lnTo>
                    <a:pt x="2705" y="2915"/>
                  </a:lnTo>
                  <a:lnTo>
                    <a:pt x="2705" y="2895"/>
                  </a:lnTo>
                  <a:lnTo>
                    <a:pt x="2686" y="2838"/>
                  </a:lnTo>
                  <a:lnTo>
                    <a:pt x="2705" y="2819"/>
                  </a:lnTo>
                  <a:lnTo>
                    <a:pt x="2705" y="2800"/>
                  </a:lnTo>
                  <a:lnTo>
                    <a:pt x="2724" y="2800"/>
                  </a:lnTo>
                  <a:lnTo>
                    <a:pt x="2724" y="2781"/>
                  </a:lnTo>
                  <a:lnTo>
                    <a:pt x="2705" y="2762"/>
                  </a:lnTo>
                  <a:lnTo>
                    <a:pt x="2705" y="2743"/>
                  </a:lnTo>
                  <a:lnTo>
                    <a:pt x="2705" y="2724"/>
                  </a:lnTo>
                  <a:lnTo>
                    <a:pt x="2705" y="2705"/>
                  </a:lnTo>
                  <a:lnTo>
                    <a:pt x="2705" y="2686"/>
                  </a:lnTo>
                  <a:lnTo>
                    <a:pt x="2724" y="2686"/>
                  </a:lnTo>
                  <a:lnTo>
                    <a:pt x="2743" y="2686"/>
                  </a:lnTo>
                  <a:lnTo>
                    <a:pt x="2743" y="2667"/>
                  </a:lnTo>
                  <a:lnTo>
                    <a:pt x="2762" y="2648"/>
                  </a:lnTo>
                  <a:lnTo>
                    <a:pt x="2781" y="2648"/>
                  </a:lnTo>
                  <a:lnTo>
                    <a:pt x="2819" y="2553"/>
                  </a:lnTo>
                  <a:lnTo>
                    <a:pt x="2838" y="2534"/>
                  </a:lnTo>
                  <a:lnTo>
                    <a:pt x="2857" y="2514"/>
                  </a:lnTo>
                  <a:lnTo>
                    <a:pt x="2876" y="2495"/>
                  </a:lnTo>
                  <a:lnTo>
                    <a:pt x="2876" y="2476"/>
                  </a:lnTo>
                  <a:lnTo>
                    <a:pt x="2933" y="2438"/>
                  </a:lnTo>
                  <a:lnTo>
                    <a:pt x="2952" y="2400"/>
                  </a:lnTo>
                  <a:lnTo>
                    <a:pt x="2952" y="2362"/>
                  </a:lnTo>
                  <a:lnTo>
                    <a:pt x="2952" y="2343"/>
                  </a:lnTo>
                  <a:lnTo>
                    <a:pt x="2952" y="2324"/>
                  </a:lnTo>
                  <a:lnTo>
                    <a:pt x="2952" y="2305"/>
                  </a:lnTo>
                  <a:lnTo>
                    <a:pt x="2972" y="2286"/>
                  </a:lnTo>
                  <a:lnTo>
                    <a:pt x="2991" y="2286"/>
                  </a:lnTo>
                  <a:lnTo>
                    <a:pt x="2972" y="2267"/>
                  </a:lnTo>
                  <a:lnTo>
                    <a:pt x="2952" y="2229"/>
                  </a:lnTo>
                  <a:lnTo>
                    <a:pt x="2952" y="2209"/>
                  </a:lnTo>
                  <a:lnTo>
                    <a:pt x="2952" y="2153"/>
                  </a:lnTo>
                  <a:lnTo>
                    <a:pt x="2952" y="2133"/>
                  </a:lnTo>
                  <a:lnTo>
                    <a:pt x="2933" y="2095"/>
                  </a:lnTo>
                  <a:lnTo>
                    <a:pt x="2933" y="2076"/>
                  </a:lnTo>
                  <a:lnTo>
                    <a:pt x="2933" y="2057"/>
                  </a:lnTo>
                  <a:lnTo>
                    <a:pt x="2933" y="2038"/>
                  </a:lnTo>
                  <a:lnTo>
                    <a:pt x="2914" y="2038"/>
                  </a:lnTo>
                  <a:lnTo>
                    <a:pt x="2914" y="2019"/>
                  </a:lnTo>
                  <a:lnTo>
                    <a:pt x="2896" y="2019"/>
                  </a:lnTo>
                  <a:lnTo>
                    <a:pt x="2896" y="1981"/>
                  </a:lnTo>
                  <a:lnTo>
                    <a:pt x="2876" y="1943"/>
                  </a:lnTo>
                  <a:lnTo>
                    <a:pt x="2857" y="1924"/>
                  </a:lnTo>
                  <a:lnTo>
                    <a:pt x="2838" y="1924"/>
                  </a:lnTo>
                  <a:lnTo>
                    <a:pt x="2838" y="1905"/>
                  </a:lnTo>
                  <a:lnTo>
                    <a:pt x="2838" y="1886"/>
                  </a:lnTo>
                  <a:lnTo>
                    <a:pt x="2857" y="1867"/>
                  </a:lnTo>
                  <a:lnTo>
                    <a:pt x="2857" y="1848"/>
                  </a:lnTo>
                  <a:lnTo>
                    <a:pt x="2838" y="1810"/>
                  </a:lnTo>
                  <a:lnTo>
                    <a:pt x="2838" y="1791"/>
                  </a:lnTo>
                  <a:lnTo>
                    <a:pt x="2857" y="1791"/>
                  </a:lnTo>
                  <a:lnTo>
                    <a:pt x="2876" y="1772"/>
                  </a:lnTo>
                  <a:lnTo>
                    <a:pt x="2896" y="1752"/>
                  </a:lnTo>
                  <a:lnTo>
                    <a:pt x="2914" y="1714"/>
                  </a:lnTo>
                  <a:lnTo>
                    <a:pt x="2914" y="1657"/>
                  </a:lnTo>
                  <a:lnTo>
                    <a:pt x="2933" y="1638"/>
                  </a:lnTo>
                  <a:lnTo>
                    <a:pt x="2914" y="1619"/>
                  </a:lnTo>
                  <a:lnTo>
                    <a:pt x="2914" y="1600"/>
                  </a:lnTo>
                  <a:lnTo>
                    <a:pt x="2896" y="1562"/>
                  </a:lnTo>
                  <a:lnTo>
                    <a:pt x="2896" y="1543"/>
                  </a:lnTo>
                  <a:lnTo>
                    <a:pt x="2876" y="1543"/>
                  </a:lnTo>
                  <a:lnTo>
                    <a:pt x="2857" y="1524"/>
                  </a:lnTo>
                  <a:lnTo>
                    <a:pt x="2838" y="1543"/>
                  </a:lnTo>
                  <a:lnTo>
                    <a:pt x="2819" y="1524"/>
                  </a:lnTo>
                  <a:lnTo>
                    <a:pt x="2819" y="1486"/>
                  </a:lnTo>
                  <a:lnTo>
                    <a:pt x="2800" y="1467"/>
                  </a:lnTo>
                  <a:lnTo>
                    <a:pt x="2819" y="1447"/>
                  </a:lnTo>
                  <a:lnTo>
                    <a:pt x="2800" y="1391"/>
                  </a:lnTo>
                  <a:lnTo>
                    <a:pt x="2819" y="1371"/>
                  </a:lnTo>
                  <a:lnTo>
                    <a:pt x="2857" y="1333"/>
                  </a:lnTo>
                  <a:lnTo>
                    <a:pt x="2876" y="1315"/>
                  </a:lnTo>
                  <a:lnTo>
                    <a:pt x="2896" y="1315"/>
                  </a:lnTo>
                  <a:lnTo>
                    <a:pt x="2914" y="1276"/>
                  </a:lnTo>
                  <a:lnTo>
                    <a:pt x="2933" y="1257"/>
                  </a:lnTo>
                  <a:lnTo>
                    <a:pt x="2933" y="1219"/>
                  </a:lnTo>
                  <a:lnTo>
                    <a:pt x="2952" y="1200"/>
                  </a:lnTo>
                  <a:lnTo>
                    <a:pt x="2991" y="1143"/>
                  </a:lnTo>
                  <a:lnTo>
                    <a:pt x="3010" y="1124"/>
                  </a:lnTo>
                  <a:lnTo>
                    <a:pt x="3048" y="1105"/>
                  </a:lnTo>
                  <a:lnTo>
                    <a:pt x="3048" y="1086"/>
                  </a:lnTo>
                  <a:lnTo>
                    <a:pt x="3067" y="1066"/>
                  </a:lnTo>
                  <a:lnTo>
                    <a:pt x="3067" y="1048"/>
                  </a:lnTo>
                  <a:lnTo>
                    <a:pt x="3067" y="1029"/>
                  </a:lnTo>
                  <a:lnTo>
                    <a:pt x="3067" y="1010"/>
                  </a:lnTo>
                  <a:lnTo>
                    <a:pt x="3105" y="990"/>
                  </a:lnTo>
                  <a:lnTo>
                    <a:pt x="3105" y="971"/>
                  </a:lnTo>
                  <a:lnTo>
                    <a:pt x="3105" y="895"/>
                  </a:lnTo>
                  <a:lnTo>
                    <a:pt x="3105" y="857"/>
                  </a:lnTo>
                  <a:lnTo>
                    <a:pt x="3143" y="819"/>
                  </a:lnTo>
                  <a:lnTo>
                    <a:pt x="3200" y="762"/>
                  </a:lnTo>
                  <a:lnTo>
                    <a:pt x="3219" y="743"/>
                  </a:lnTo>
                  <a:lnTo>
                    <a:pt x="3238" y="705"/>
                  </a:lnTo>
                  <a:lnTo>
                    <a:pt x="3238" y="686"/>
                  </a:lnTo>
                  <a:lnTo>
                    <a:pt x="3257" y="686"/>
                  </a:lnTo>
                  <a:lnTo>
                    <a:pt x="3257" y="667"/>
                  </a:lnTo>
                  <a:lnTo>
                    <a:pt x="3277" y="667"/>
                  </a:lnTo>
                  <a:lnTo>
                    <a:pt x="3295" y="686"/>
                  </a:lnTo>
                  <a:lnTo>
                    <a:pt x="3314" y="686"/>
                  </a:lnTo>
                  <a:lnTo>
                    <a:pt x="3314" y="667"/>
                  </a:lnTo>
                  <a:lnTo>
                    <a:pt x="3333" y="667"/>
                  </a:lnTo>
                  <a:lnTo>
                    <a:pt x="3353" y="667"/>
                  </a:lnTo>
                  <a:lnTo>
                    <a:pt x="3372" y="667"/>
                  </a:lnTo>
                  <a:lnTo>
                    <a:pt x="3391" y="667"/>
                  </a:lnTo>
                  <a:lnTo>
                    <a:pt x="3409" y="667"/>
                  </a:lnTo>
                  <a:lnTo>
                    <a:pt x="3429" y="648"/>
                  </a:lnTo>
                  <a:lnTo>
                    <a:pt x="3467" y="648"/>
                  </a:lnTo>
                  <a:lnTo>
                    <a:pt x="3486" y="648"/>
                  </a:lnTo>
                  <a:lnTo>
                    <a:pt x="3505" y="648"/>
                  </a:lnTo>
                  <a:lnTo>
                    <a:pt x="3524" y="648"/>
                  </a:lnTo>
                  <a:lnTo>
                    <a:pt x="3562" y="609"/>
                  </a:lnTo>
                  <a:lnTo>
                    <a:pt x="3638" y="514"/>
                  </a:lnTo>
                  <a:lnTo>
                    <a:pt x="3638" y="495"/>
                  </a:lnTo>
                  <a:lnTo>
                    <a:pt x="3619" y="495"/>
                  </a:lnTo>
                  <a:lnTo>
                    <a:pt x="3638" y="476"/>
                  </a:lnTo>
                  <a:lnTo>
                    <a:pt x="3734" y="457"/>
                  </a:lnTo>
                  <a:lnTo>
                    <a:pt x="3734" y="438"/>
                  </a:lnTo>
                  <a:lnTo>
                    <a:pt x="3753" y="438"/>
                  </a:lnTo>
                  <a:lnTo>
                    <a:pt x="3753" y="419"/>
                  </a:lnTo>
                  <a:lnTo>
                    <a:pt x="3753" y="400"/>
                  </a:lnTo>
                  <a:lnTo>
                    <a:pt x="3771" y="400"/>
                  </a:lnTo>
                  <a:lnTo>
                    <a:pt x="3790" y="343"/>
                  </a:lnTo>
                  <a:lnTo>
                    <a:pt x="3810" y="343"/>
                  </a:lnTo>
                  <a:lnTo>
                    <a:pt x="3829" y="324"/>
                  </a:lnTo>
                  <a:lnTo>
                    <a:pt x="3848" y="305"/>
                  </a:lnTo>
                  <a:lnTo>
                    <a:pt x="3867" y="286"/>
                  </a:lnTo>
                  <a:lnTo>
                    <a:pt x="3886" y="267"/>
                  </a:lnTo>
                  <a:lnTo>
                    <a:pt x="3886" y="248"/>
                  </a:lnTo>
                  <a:lnTo>
                    <a:pt x="3886" y="228"/>
                  </a:lnTo>
                  <a:lnTo>
                    <a:pt x="3905" y="209"/>
                  </a:lnTo>
                  <a:lnTo>
                    <a:pt x="3905" y="191"/>
                  </a:lnTo>
                  <a:lnTo>
                    <a:pt x="3905" y="172"/>
                  </a:lnTo>
                  <a:lnTo>
                    <a:pt x="3867" y="152"/>
                  </a:lnTo>
                  <a:lnTo>
                    <a:pt x="3867" y="133"/>
                  </a:lnTo>
                  <a:lnTo>
                    <a:pt x="3848" y="95"/>
                  </a:lnTo>
                  <a:lnTo>
                    <a:pt x="3848" y="76"/>
                  </a:lnTo>
                  <a:lnTo>
                    <a:pt x="3867" y="76"/>
                  </a:lnTo>
                  <a:lnTo>
                    <a:pt x="3867" y="95"/>
                  </a:lnTo>
                  <a:lnTo>
                    <a:pt x="3867" y="38"/>
                  </a:lnTo>
                  <a:lnTo>
                    <a:pt x="3886" y="19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70F9E47D-3341-14B0-0B9F-66B0FA5E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0738" y="2000250"/>
              <a:ext cx="709612" cy="857250"/>
            </a:xfrm>
            <a:custGeom>
              <a:avLst/>
              <a:gdLst>
                <a:gd name="T0" fmla="*/ 2147483646 w 3944"/>
                <a:gd name="T1" fmla="*/ 2147483646 h 4763"/>
                <a:gd name="T2" fmla="*/ 2147483646 w 3944"/>
                <a:gd name="T3" fmla="*/ 2147483646 h 4763"/>
                <a:gd name="T4" fmla="*/ 2147483646 w 3944"/>
                <a:gd name="T5" fmla="*/ 2147483646 h 4763"/>
                <a:gd name="T6" fmla="*/ 2147483646 w 3944"/>
                <a:gd name="T7" fmla="*/ 2147483646 h 4763"/>
                <a:gd name="T8" fmla="*/ 2147483646 w 3944"/>
                <a:gd name="T9" fmla="*/ 0 h 4763"/>
                <a:gd name="T10" fmla="*/ 2147483646 w 3944"/>
                <a:gd name="T11" fmla="*/ 2147483646 h 4763"/>
                <a:gd name="T12" fmla="*/ 2147483646 w 3944"/>
                <a:gd name="T13" fmla="*/ 2147483646 h 4763"/>
                <a:gd name="T14" fmla="*/ 2147483646 w 3944"/>
                <a:gd name="T15" fmla="*/ 2147483646 h 4763"/>
                <a:gd name="T16" fmla="*/ 2147483646 w 3944"/>
                <a:gd name="T17" fmla="*/ 2147483646 h 4763"/>
                <a:gd name="T18" fmla="*/ 2147483646 w 3944"/>
                <a:gd name="T19" fmla="*/ 2147483646 h 4763"/>
                <a:gd name="T20" fmla="*/ 2147483646 w 3944"/>
                <a:gd name="T21" fmla="*/ 2147483646 h 4763"/>
                <a:gd name="T22" fmla="*/ 2147483646 w 3944"/>
                <a:gd name="T23" fmla="*/ 2147483646 h 4763"/>
                <a:gd name="T24" fmla="*/ 2147483646 w 3944"/>
                <a:gd name="T25" fmla="*/ 2147483646 h 4763"/>
                <a:gd name="T26" fmla="*/ 2147483646 w 3944"/>
                <a:gd name="T27" fmla="*/ 2147483646 h 4763"/>
                <a:gd name="T28" fmla="*/ 2147483646 w 3944"/>
                <a:gd name="T29" fmla="*/ 2147483646 h 4763"/>
                <a:gd name="T30" fmla="*/ 2147483646 w 3944"/>
                <a:gd name="T31" fmla="*/ 2147483646 h 4763"/>
                <a:gd name="T32" fmla="*/ 2147483646 w 3944"/>
                <a:gd name="T33" fmla="*/ 2147483646 h 4763"/>
                <a:gd name="T34" fmla="*/ 2147483646 w 3944"/>
                <a:gd name="T35" fmla="*/ 2147483646 h 4763"/>
                <a:gd name="T36" fmla="*/ 2147483646 w 3944"/>
                <a:gd name="T37" fmla="*/ 2147483646 h 4763"/>
                <a:gd name="T38" fmla="*/ 2147483646 w 3944"/>
                <a:gd name="T39" fmla="*/ 2147483646 h 4763"/>
                <a:gd name="T40" fmla="*/ 2147483646 w 3944"/>
                <a:gd name="T41" fmla="*/ 2147483646 h 4763"/>
                <a:gd name="T42" fmla="*/ 2147483646 w 3944"/>
                <a:gd name="T43" fmla="*/ 2147483646 h 4763"/>
                <a:gd name="T44" fmla="*/ 2147483646 w 3944"/>
                <a:gd name="T45" fmla="*/ 2147483646 h 4763"/>
                <a:gd name="T46" fmla="*/ 2147483646 w 3944"/>
                <a:gd name="T47" fmla="*/ 2147483646 h 4763"/>
                <a:gd name="T48" fmla="*/ 2147483646 w 3944"/>
                <a:gd name="T49" fmla="*/ 2147483646 h 4763"/>
                <a:gd name="T50" fmla="*/ 2147483646 w 3944"/>
                <a:gd name="T51" fmla="*/ 2147483646 h 4763"/>
                <a:gd name="T52" fmla="*/ 2147483646 w 3944"/>
                <a:gd name="T53" fmla="*/ 2147483646 h 4763"/>
                <a:gd name="T54" fmla="*/ 2147483646 w 3944"/>
                <a:gd name="T55" fmla="*/ 2147483646 h 4763"/>
                <a:gd name="T56" fmla="*/ 2147483646 w 3944"/>
                <a:gd name="T57" fmla="*/ 2147483646 h 4763"/>
                <a:gd name="T58" fmla="*/ 2147483646 w 3944"/>
                <a:gd name="T59" fmla="*/ 2147483646 h 4763"/>
                <a:gd name="T60" fmla="*/ 2147483646 w 3944"/>
                <a:gd name="T61" fmla="*/ 2147483646 h 4763"/>
                <a:gd name="T62" fmla="*/ 2147483646 w 3944"/>
                <a:gd name="T63" fmla="*/ 2147483646 h 4763"/>
                <a:gd name="T64" fmla="*/ 2147483646 w 3944"/>
                <a:gd name="T65" fmla="*/ 2147483646 h 4763"/>
                <a:gd name="T66" fmla="*/ 2147483646 w 3944"/>
                <a:gd name="T67" fmla="*/ 2147483646 h 4763"/>
                <a:gd name="T68" fmla="*/ 2147483646 w 3944"/>
                <a:gd name="T69" fmla="*/ 2147483646 h 4763"/>
                <a:gd name="T70" fmla="*/ 2147483646 w 3944"/>
                <a:gd name="T71" fmla="*/ 2147483646 h 4763"/>
                <a:gd name="T72" fmla="*/ 2147483646 w 3944"/>
                <a:gd name="T73" fmla="*/ 2147483646 h 4763"/>
                <a:gd name="T74" fmla="*/ 2147483646 w 3944"/>
                <a:gd name="T75" fmla="*/ 2147483646 h 4763"/>
                <a:gd name="T76" fmla="*/ 2147483646 w 3944"/>
                <a:gd name="T77" fmla="*/ 2147483646 h 4763"/>
                <a:gd name="T78" fmla="*/ 2147483646 w 3944"/>
                <a:gd name="T79" fmla="*/ 2147483646 h 4763"/>
                <a:gd name="T80" fmla="*/ 2147483646 w 3944"/>
                <a:gd name="T81" fmla="*/ 2147483646 h 4763"/>
                <a:gd name="T82" fmla="*/ 2147483646 w 3944"/>
                <a:gd name="T83" fmla="*/ 2147483646 h 4763"/>
                <a:gd name="T84" fmla="*/ 2147483646 w 3944"/>
                <a:gd name="T85" fmla="*/ 2147483646 h 4763"/>
                <a:gd name="T86" fmla="*/ 2147483646 w 3944"/>
                <a:gd name="T87" fmla="*/ 2147483646 h 4763"/>
                <a:gd name="T88" fmla="*/ 2147483646 w 3944"/>
                <a:gd name="T89" fmla="*/ 2147483646 h 4763"/>
                <a:gd name="T90" fmla="*/ 2147483646 w 3944"/>
                <a:gd name="T91" fmla="*/ 2147483646 h 4763"/>
                <a:gd name="T92" fmla="*/ 2147483646 w 3944"/>
                <a:gd name="T93" fmla="*/ 2147483646 h 4763"/>
                <a:gd name="T94" fmla="*/ 2147483646 w 3944"/>
                <a:gd name="T95" fmla="*/ 2147483646 h 4763"/>
                <a:gd name="T96" fmla="*/ 2147483646 w 3944"/>
                <a:gd name="T97" fmla="*/ 2147483646 h 4763"/>
                <a:gd name="T98" fmla="*/ 2147483646 w 3944"/>
                <a:gd name="T99" fmla="*/ 2147483646 h 4763"/>
                <a:gd name="T100" fmla="*/ 2147483646 w 3944"/>
                <a:gd name="T101" fmla="*/ 2147483646 h 4763"/>
                <a:gd name="T102" fmla="*/ 2147483646 w 3944"/>
                <a:gd name="T103" fmla="*/ 2147483646 h 4763"/>
                <a:gd name="T104" fmla="*/ 2147483646 w 3944"/>
                <a:gd name="T105" fmla="*/ 2147483646 h 4763"/>
                <a:gd name="T106" fmla="*/ 2147483646 w 3944"/>
                <a:gd name="T107" fmla="*/ 2147483646 h 4763"/>
                <a:gd name="T108" fmla="*/ 2147483646 w 3944"/>
                <a:gd name="T109" fmla="*/ 2147483646 h 4763"/>
                <a:gd name="T110" fmla="*/ 2147483646 w 3944"/>
                <a:gd name="T111" fmla="*/ 2147483646 h 4763"/>
                <a:gd name="T112" fmla="*/ 2147483646 w 3944"/>
                <a:gd name="T113" fmla="*/ 2147483646 h 4763"/>
                <a:gd name="T114" fmla="*/ 2147483646 w 3944"/>
                <a:gd name="T115" fmla="*/ 2147483646 h 4763"/>
                <a:gd name="T116" fmla="*/ 2147483646 w 3944"/>
                <a:gd name="T117" fmla="*/ 2147483646 h 4763"/>
                <a:gd name="T118" fmla="*/ 2147483646 w 3944"/>
                <a:gd name="T119" fmla="*/ 2147483646 h 4763"/>
                <a:gd name="T120" fmla="*/ 2147483646 w 3944"/>
                <a:gd name="T121" fmla="*/ 2147483646 h 47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944" h="4763">
                  <a:moveTo>
                    <a:pt x="190" y="210"/>
                  </a:moveTo>
                  <a:lnTo>
                    <a:pt x="190" y="210"/>
                  </a:lnTo>
                  <a:lnTo>
                    <a:pt x="190" y="190"/>
                  </a:lnTo>
                  <a:lnTo>
                    <a:pt x="190" y="171"/>
                  </a:lnTo>
                  <a:lnTo>
                    <a:pt x="171" y="153"/>
                  </a:lnTo>
                  <a:lnTo>
                    <a:pt x="171" y="134"/>
                  </a:lnTo>
                  <a:lnTo>
                    <a:pt x="152" y="114"/>
                  </a:lnTo>
                  <a:lnTo>
                    <a:pt x="133" y="114"/>
                  </a:lnTo>
                  <a:lnTo>
                    <a:pt x="114" y="114"/>
                  </a:lnTo>
                  <a:lnTo>
                    <a:pt x="133" y="95"/>
                  </a:lnTo>
                  <a:lnTo>
                    <a:pt x="171" y="76"/>
                  </a:lnTo>
                  <a:lnTo>
                    <a:pt x="228" y="76"/>
                  </a:lnTo>
                  <a:lnTo>
                    <a:pt x="267" y="76"/>
                  </a:lnTo>
                  <a:lnTo>
                    <a:pt x="285" y="95"/>
                  </a:lnTo>
                  <a:lnTo>
                    <a:pt x="324" y="95"/>
                  </a:lnTo>
                  <a:lnTo>
                    <a:pt x="343" y="114"/>
                  </a:lnTo>
                  <a:lnTo>
                    <a:pt x="343" y="95"/>
                  </a:lnTo>
                  <a:lnTo>
                    <a:pt x="324" y="76"/>
                  </a:lnTo>
                  <a:lnTo>
                    <a:pt x="343" y="95"/>
                  </a:lnTo>
                  <a:lnTo>
                    <a:pt x="476" y="76"/>
                  </a:lnTo>
                  <a:lnTo>
                    <a:pt x="495" y="76"/>
                  </a:lnTo>
                  <a:lnTo>
                    <a:pt x="514" y="76"/>
                  </a:lnTo>
                  <a:lnTo>
                    <a:pt x="533" y="76"/>
                  </a:lnTo>
                  <a:lnTo>
                    <a:pt x="552" y="57"/>
                  </a:lnTo>
                  <a:lnTo>
                    <a:pt x="571" y="76"/>
                  </a:lnTo>
                  <a:lnTo>
                    <a:pt x="571" y="95"/>
                  </a:lnTo>
                  <a:lnTo>
                    <a:pt x="590" y="76"/>
                  </a:lnTo>
                  <a:lnTo>
                    <a:pt x="629" y="57"/>
                  </a:lnTo>
                  <a:lnTo>
                    <a:pt x="647" y="57"/>
                  </a:lnTo>
                  <a:lnTo>
                    <a:pt x="819" y="38"/>
                  </a:lnTo>
                  <a:lnTo>
                    <a:pt x="857" y="19"/>
                  </a:lnTo>
                  <a:lnTo>
                    <a:pt x="876" y="19"/>
                  </a:lnTo>
                  <a:lnTo>
                    <a:pt x="876" y="0"/>
                  </a:lnTo>
                  <a:lnTo>
                    <a:pt x="895" y="0"/>
                  </a:lnTo>
                  <a:lnTo>
                    <a:pt x="914" y="0"/>
                  </a:lnTo>
                  <a:lnTo>
                    <a:pt x="971" y="19"/>
                  </a:lnTo>
                  <a:lnTo>
                    <a:pt x="1105" y="19"/>
                  </a:lnTo>
                  <a:lnTo>
                    <a:pt x="1181" y="38"/>
                  </a:lnTo>
                  <a:lnTo>
                    <a:pt x="1200" y="57"/>
                  </a:lnTo>
                  <a:lnTo>
                    <a:pt x="1219" y="57"/>
                  </a:lnTo>
                  <a:lnTo>
                    <a:pt x="1238" y="57"/>
                  </a:lnTo>
                  <a:lnTo>
                    <a:pt x="1238" y="38"/>
                  </a:lnTo>
                  <a:lnTo>
                    <a:pt x="1257" y="38"/>
                  </a:lnTo>
                  <a:lnTo>
                    <a:pt x="1276" y="38"/>
                  </a:lnTo>
                  <a:lnTo>
                    <a:pt x="1295" y="57"/>
                  </a:lnTo>
                  <a:lnTo>
                    <a:pt x="1314" y="57"/>
                  </a:lnTo>
                  <a:lnTo>
                    <a:pt x="1352" y="57"/>
                  </a:lnTo>
                  <a:lnTo>
                    <a:pt x="1371" y="57"/>
                  </a:lnTo>
                  <a:lnTo>
                    <a:pt x="1447" y="114"/>
                  </a:lnTo>
                  <a:lnTo>
                    <a:pt x="1467" y="114"/>
                  </a:lnTo>
                  <a:lnTo>
                    <a:pt x="1486" y="114"/>
                  </a:lnTo>
                  <a:lnTo>
                    <a:pt x="1543" y="171"/>
                  </a:lnTo>
                  <a:lnTo>
                    <a:pt x="1562" y="171"/>
                  </a:lnTo>
                  <a:lnTo>
                    <a:pt x="1562" y="190"/>
                  </a:lnTo>
                  <a:lnTo>
                    <a:pt x="1600" y="210"/>
                  </a:lnTo>
                  <a:lnTo>
                    <a:pt x="1619" y="210"/>
                  </a:lnTo>
                  <a:lnTo>
                    <a:pt x="1600" y="229"/>
                  </a:lnTo>
                  <a:lnTo>
                    <a:pt x="1619" y="229"/>
                  </a:lnTo>
                  <a:lnTo>
                    <a:pt x="1638" y="229"/>
                  </a:lnTo>
                  <a:lnTo>
                    <a:pt x="1619" y="229"/>
                  </a:lnTo>
                  <a:lnTo>
                    <a:pt x="1638" y="210"/>
                  </a:lnTo>
                  <a:lnTo>
                    <a:pt x="1657" y="210"/>
                  </a:lnTo>
                  <a:lnTo>
                    <a:pt x="1695" y="229"/>
                  </a:lnTo>
                  <a:lnTo>
                    <a:pt x="1714" y="229"/>
                  </a:lnTo>
                  <a:lnTo>
                    <a:pt x="1714" y="248"/>
                  </a:lnTo>
                  <a:lnTo>
                    <a:pt x="1752" y="286"/>
                  </a:lnTo>
                  <a:lnTo>
                    <a:pt x="1828" y="324"/>
                  </a:lnTo>
                  <a:lnTo>
                    <a:pt x="1828" y="343"/>
                  </a:lnTo>
                  <a:lnTo>
                    <a:pt x="1924" y="362"/>
                  </a:lnTo>
                  <a:lnTo>
                    <a:pt x="1924" y="381"/>
                  </a:lnTo>
                  <a:lnTo>
                    <a:pt x="1943" y="381"/>
                  </a:lnTo>
                  <a:lnTo>
                    <a:pt x="1943" y="362"/>
                  </a:lnTo>
                  <a:lnTo>
                    <a:pt x="1962" y="362"/>
                  </a:lnTo>
                  <a:lnTo>
                    <a:pt x="1962" y="381"/>
                  </a:lnTo>
                  <a:lnTo>
                    <a:pt x="1981" y="400"/>
                  </a:lnTo>
                  <a:lnTo>
                    <a:pt x="2019" y="419"/>
                  </a:lnTo>
                  <a:lnTo>
                    <a:pt x="2038" y="419"/>
                  </a:lnTo>
                  <a:lnTo>
                    <a:pt x="2038" y="438"/>
                  </a:lnTo>
                  <a:lnTo>
                    <a:pt x="2114" y="476"/>
                  </a:lnTo>
                  <a:lnTo>
                    <a:pt x="2133" y="495"/>
                  </a:lnTo>
                  <a:lnTo>
                    <a:pt x="2152" y="515"/>
                  </a:lnTo>
                  <a:lnTo>
                    <a:pt x="2171" y="515"/>
                  </a:lnTo>
                  <a:lnTo>
                    <a:pt x="2190" y="534"/>
                  </a:lnTo>
                  <a:lnTo>
                    <a:pt x="2209" y="534"/>
                  </a:lnTo>
                  <a:lnTo>
                    <a:pt x="2209" y="552"/>
                  </a:lnTo>
                  <a:lnTo>
                    <a:pt x="2229" y="552"/>
                  </a:lnTo>
                  <a:lnTo>
                    <a:pt x="2266" y="552"/>
                  </a:lnTo>
                  <a:lnTo>
                    <a:pt x="2285" y="552"/>
                  </a:lnTo>
                  <a:lnTo>
                    <a:pt x="2305" y="571"/>
                  </a:lnTo>
                  <a:lnTo>
                    <a:pt x="2324" y="591"/>
                  </a:lnTo>
                  <a:lnTo>
                    <a:pt x="2343" y="610"/>
                  </a:lnTo>
                  <a:lnTo>
                    <a:pt x="2362" y="667"/>
                  </a:lnTo>
                  <a:lnTo>
                    <a:pt x="2381" y="667"/>
                  </a:lnTo>
                  <a:lnTo>
                    <a:pt x="2400" y="667"/>
                  </a:lnTo>
                  <a:lnTo>
                    <a:pt x="2419" y="686"/>
                  </a:lnTo>
                  <a:lnTo>
                    <a:pt x="2419" y="705"/>
                  </a:lnTo>
                  <a:lnTo>
                    <a:pt x="2476" y="705"/>
                  </a:lnTo>
                  <a:lnTo>
                    <a:pt x="2476" y="743"/>
                  </a:lnTo>
                  <a:lnTo>
                    <a:pt x="2514" y="762"/>
                  </a:lnTo>
                  <a:lnTo>
                    <a:pt x="2533" y="781"/>
                  </a:lnTo>
                  <a:lnTo>
                    <a:pt x="2571" y="781"/>
                  </a:lnTo>
                  <a:lnTo>
                    <a:pt x="2571" y="800"/>
                  </a:lnTo>
                  <a:lnTo>
                    <a:pt x="2590" y="819"/>
                  </a:lnTo>
                  <a:lnTo>
                    <a:pt x="2610" y="838"/>
                  </a:lnTo>
                  <a:lnTo>
                    <a:pt x="2666" y="838"/>
                  </a:lnTo>
                  <a:lnTo>
                    <a:pt x="2724" y="876"/>
                  </a:lnTo>
                  <a:lnTo>
                    <a:pt x="2762" y="876"/>
                  </a:lnTo>
                  <a:lnTo>
                    <a:pt x="2781" y="857"/>
                  </a:lnTo>
                  <a:lnTo>
                    <a:pt x="2800" y="876"/>
                  </a:lnTo>
                  <a:lnTo>
                    <a:pt x="2819" y="914"/>
                  </a:lnTo>
                  <a:lnTo>
                    <a:pt x="2838" y="933"/>
                  </a:lnTo>
                  <a:lnTo>
                    <a:pt x="2838" y="952"/>
                  </a:lnTo>
                  <a:lnTo>
                    <a:pt x="2857" y="991"/>
                  </a:lnTo>
                  <a:lnTo>
                    <a:pt x="2876" y="1010"/>
                  </a:lnTo>
                  <a:lnTo>
                    <a:pt x="2933" y="1067"/>
                  </a:lnTo>
                  <a:lnTo>
                    <a:pt x="2971" y="1086"/>
                  </a:lnTo>
                  <a:lnTo>
                    <a:pt x="2991" y="1105"/>
                  </a:lnTo>
                  <a:lnTo>
                    <a:pt x="3047" y="1181"/>
                  </a:lnTo>
                  <a:lnTo>
                    <a:pt x="3123" y="1277"/>
                  </a:lnTo>
                  <a:lnTo>
                    <a:pt x="3200" y="1353"/>
                  </a:lnTo>
                  <a:lnTo>
                    <a:pt x="3276" y="1429"/>
                  </a:lnTo>
                  <a:lnTo>
                    <a:pt x="3295" y="1429"/>
                  </a:lnTo>
                  <a:lnTo>
                    <a:pt x="3352" y="1486"/>
                  </a:lnTo>
                  <a:lnTo>
                    <a:pt x="3372" y="1505"/>
                  </a:lnTo>
                  <a:lnTo>
                    <a:pt x="3390" y="1505"/>
                  </a:lnTo>
                  <a:lnTo>
                    <a:pt x="3428" y="1505"/>
                  </a:lnTo>
                  <a:lnTo>
                    <a:pt x="3448" y="1505"/>
                  </a:lnTo>
                  <a:lnTo>
                    <a:pt x="3486" y="1619"/>
                  </a:lnTo>
                  <a:lnTo>
                    <a:pt x="3524" y="1658"/>
                  </a:lnTo>
                  <a:lnTo>
                    <a:pt x="3543" y="1676"/>
                  </a:lnTo>
                  <a:lnTo>
                    <a:pt x="3600" y="1714"/>
                  </a:lnTo>
                  <a:lnTo>
                    <a:pt x="3638" y="1734"/>
                  </a:lnTo>
                  <a:lnTo>
                    <a:pt x="3657" y="1734"/>
                  </a:lnTo>
                  <a:lnTo>
                    <a:pt x="3676" y="1734"/>
                  </a:lnTo>
                  <a:lnTo>
                    <a:pt x="3676" y="1714"/>
                  </a:lnTo>
                  <a:lnTo>
                    <a:pt x="3695" y="1734"/>
                  </a:lnTo>
                  <a:lnTo>
                    <a:pt x="3753" y="1753"/>
                  </a:lnTo>
                  <a:lnTo>
                    <a:pt x="3848" y="1790"/>
                  </a:lnTo>
                  <a:lnTo>
                    <a:pt x="3885" y="1810"/>
                  </a:lnTo>
                  <a:lnTo>
                    <a:pt x="3905" y="1829"/>
                  </a:lnTo>
                  <a:lnTo>
                    <a:pt x="3943" y="1905"/>
                  </a:lnTo>
                  <a:lnTo>
                    <a:pt x="3657" y="2000"/>
                  </a:lnTo>
                  <a:lnTo>
                    <a:pt x="3619" y="2019"/>
                  </a:lnTo>
                  <a:lnTo>
                    <a:pt x="3600" y="2038"/>
                  </a:lnTo>
                  <a:lnTo>
                    <a:pt x="3486" y="2134"/>
                  </a:lnTo>
                  <a:lnTo>
                    <a:pt x="3409" y="2286"/>
                  </a:lnTo>
                  <a:lnTo>
                    <a:pt x="3295" y="2515"/>
                  </a:lnTo>
                  <a:lnTo>
                    <a:pt x="3219" y="2610"/>
                  </a:lnTo>
                  <a:lnTo>
                    <a:pt x="3219" y="2629"/>
                  </a:lnTo>
                  <a:lnTo>
                    <a:pt x="3200" y="2629"/>
                  </a:lnTo>
                  <a:lnTo>
                    <a:pt x="3181" y="2648"/>
                  </a:lnTo>
                  <a:lnTo>
                    <a:pt x="3143" y="2724"/>
                  </a:lnTo>
                  <a:lnTo>
                    <a:pt x="3143" y="2743"/>
                  </a:lnTo>
                  <a:lnTo>
                    <a:pt x="3162" y="2781"/>
                  </a:lnTo>
                  <a:lnTo>
                    <a:pt x="3143" y="2781"/>
                  </a:lnTo>
                  <a:lnTo>
                    <a:pt x="3123" y="2819"/>
                  </a:lnTo>
                  <a:lnTo>
                    <a:pt x="3105" y="2838"/>
                  </a:lnTo>
                  <a:lnTo>
                    <a:pt x="3105" y="2857"/>
                  </a:lnTo>
                  <a:lnTo>
                    <a:pt x="3105" y="2895"/>
                  </a:lnTo>
                  <a:lnTo>
                    <a:pt x="3086" y="2914"/>
                  </a:lnTo>
                  <a:lnTo>
                    <a:pt x="2991" y="3029"/>
                  </a:lnTo>
                  <a:lnTo>
                    <a:pt x="2971" y="3029"/>
                  </a:lnTo>
                  <a:lnTo>
                    <a:pt x="2971" y="3048"/>
                  </a:lnTo>
                  <a:lnTo>
                    <a:pt x="2971" y="3067"/>
                  </a:lnTo>
                  <a:lnTo>
                    <a:pt x="2952" y="3067"/>
                  </a:lnTo>
                  <a:lnTo>
                    <a:pt x="2952" y="3086"/>
                  </a:lnTo>
                  <a:lnTo>
                    <a:pt x="2914" y="3105"/>
                  </a:lnTo>
                  <a:lnTo>
                    <a:pt x="2895" y="3105"/>
                  </a:lnTo>
                  <a:lnTo>
                    <a:pt x="2876" y="3105"/>
                  </a:lnTo>
                  <a:lnTo>
                    <a:pt x="2876" y="3086"/>
                  </a:lnTo>
                  <a:lnTo>
                    <a:pt x="2857" y="3086"/>
                  </a:lnTo>
                  <a:lnTo>
                    <a:pt x="2838" y="3067"/>
                  </a:lnTo>
                  <a:lnTo>
                    <a:pt x="2819" y="3067"/>
                  </a:lnTo>
                  <a:lnTo>
                    <a:pt x="2819" y="3086"/>
                  </a:lnTo>
                  <a:lnTo>
                    <a:pt x="2800" y="3086"/>
                  </a:lnTo>
                  <a:lnTo>
                    <a:pt x="2781" y="3124"/>
                  </a:lnTo>
                  <a:lnTo>
                    <a:pt x="2762" y="3124"/>
                  </a:lnTo>
                  <a:lnTo>
                    <a:pt x="2762" y="3143"/>
                  </a:lnTo>
                  <a:lnTo>
                    <a:pt x="2762" y="3162"/>
                  </a:lnTo>
                  <a:lnTo>
                    <a:pt x="2743" y="3181"/>
                  </a:lnTo>
                  <a:lnTo>
                    <a:pt x="2724" y="3200"/>
                  </a:lnTo>
                  <a:lnTo>
                    <a:pt x="2705" y="3219"/>
                  </a:lnTo>
                  <a:lnTo>
                    <a:pt x="2705" y="3238"/>
                  </a:lnTo>
                  <a:lnTo>
                    <a:pt x="2686" y="3258"/>
                  </a:lnTo>
                  <a:lnTo>
                    <a:pt x="2686" y="3276"/>
                  </a:lnTo>
                  <a:lnTo>
                    <a:pt x="2666" y="3276"/>
                  </a:lnTo>
                  <a:lnTo>
                    <a:pt x="2686" y="3295"/>
                  </a:lnTo>
                  <a:lnTo>
                    <a:pt x="2666" y="3334"/>
                  </a:lnTo>
                  <a:lnTo>
                    <a:pt x="2666" y="3353"/>
                  </a:lnTo>
                  <a:lnTo>
                    <a:pt x="2666" y="3372"/>
                  </a:lnTo>
                  <a:lnTo>
                    <a:pt x="2647" y="3372"/>
                  </a:lnTo>
                  <a:lnTo>
                    <a:pt x="2647" y="3390"/>
                  </a:lnTo>
                  <a:lnTo>
                    <a:pt x="2666" y="3390"/>
                  </a:lnTo>
                  <a:lnTo>
                    <a:pt x="2686" y="3390"/>
                  </a:lnTo>
                  <a:lnTo>
                    <a:pt x="2705" y="3390"/>
                  </a:lnTo>
                  <a:lnTo>
                    <a:pt x="2724" y="3372"/>
                  </a:lnTo>
                  <a:lnTo>
                    <a:pt x="2724" y="3390"/>
                  </a:lnTo>
                  <a:lnTo>
                    <a:pt x="2724" y="3410"/>
                  </a:lnTo>
                  <a:lnTo>
                    <a:pt x="2705" y="3429"/>
                  </a:lnTo>
                  <a:lnTo>
                    <a:pt x="2705" y="3448"/>
                  </a:lnTo>
                  <a:lnTo>
                    <a:pt x="2686" y="3467"/>
                  </a:lnTo>
                  <a:lnTo>
                    <a:pt x="2629" y="3639"/>
                  </a:lnTo>
                  <a:lnTo>
                    <a:pt x="2610" y="3657"/>
                  </a:lnTo>
                  <a:lnTo>
                    <a:pt x="2610" y="3676"/>
                  </a:lnTo>
                  <a:lnTo>
                    <a:pt x="2629" y="3676"/>
                  </a:lnTo>
                  <a:lnTo>
                    <a:pt x="2629" y="3695"/>
                  </a:lnTo>
                  <a:lnTo>
                    <a:pt x="2629" y="3715"/>
                  </a:lnTo>
                  <a:lnTo>
                    <a:pt x="2647" y="3715"/>
                  </a:lnTo>
                  <a:lnTo>
                    <a:pt x="2647" y="3734"/>
                  </a:lnTo>
                  <a:lnTo>
                    <a:pt x="2647" y="3753"/>
                  </a:lnTo>
                  <a:lnTo>
                    <a:pt x="2629" y="3753"/>
                  </a:lnTo>
                  <a:lnTo>
                    <a:pt x="2610" y="3791"/>
                  </a:lnTo>
                  <a:lnTo>
                    <a:pt x="2610" y="3810"/>
                  </a:lnTo>
                  <a:lnTo>
                    <a:pt x="2590" y="3829"/>
                  </a:lnTo>
                  <a:lnTo>
                    <a:pt x="2571" y="3829"/>
                  </a:lnTo>
                  <a:lnTo>
                    <a:pt x="2552" y="3848"/>
                  </a:lnTo>
                  <a:lnTo>
                    <a:pt x="2533" y="3867"/>
                  </a:lnTo>
                  <a:lnTo>
                    <a:pt x="2533" y="3905"/>
                  </a:lnTo>
                  <a:lnTo>
                    <a:pt x="2533" y="3924"/>
                  </a:lnTo>
                  <a:lnTo>
                    <a:pt x="2533" y="3943"/>
                  </a:lnTo>
                  <a:lnTo>
                    <a:pt x="2533" y="3962"/>
                  </a:lnTo>
                  <a:lnTo>
                    <a:pt x="2552" y="3962"/>
                  </a:lnTo>
                  <a:lnTo>
                    <a:pt x="2571" y="3962"/>
                  </a:lnTo>
                  <a:lnTo>
                    <a:pt x="2571" y="3981"/>
                  </a:lnTo>
                  <a:lnTo>
                    <a:pt x="2590" y="3981"/>
                  </a:lnTo>
                  <a:lnTo>
                    <a:pt x="2590" y="4019"/>
                  </a:lnTo>
                  <a:lnTo>
                    <a:pt x="2590" y="4038"/>
                  </a:lnTo>
                  <a:lnTo>
                    <a:pt x="2590" y="4057"/>
                  </a:lnTo>
                  <a:lnTo>
                    <a:pt x="2590" y="4096"/>
                  </a:lnTo>
                  <a:lnTo>
                    <a:pt x="2590" y="4115"/>
                  </a:lnTo>
                  <a:lnTo>
                    <a:pt x="2610" y="4115"/>
                  </a:lnTo>
                  <a:lnTo>
                    <a:pt x="2629" y="4115"/>
                  </a:lnTo>
                  <a:lnTo>
                    <a:pt x="2629" y="4133"/>
                  </a:lnTo>
                  <a:lnTo>
                    <a:pt x="2647" y="4133"/>
                  </a:lnTo>
                  <a:lnTo>
                    <a:pt x="2647" y="4152"/>
                  </a:lnTo>
                  <a:lnTo>
                    <a:pt x="2666" y="4172"/>
                  </a:lnTo>
                  <a:lnTo>
                    <a:pt x="2686" y="4172"/>
                  </a:lnTo>
                  <a:lnTo>
                    <a:pt x="2705" y="4172"/>
                  </a:lnTo>
                  <a:lnTo>
                    <a:pt x="2724" y="4191"/>
                  </a:lnTo>
                  <a:lnTo>
                    <a:pt x="2724" y="4229"/>
                  </a:lnTo>
                  <a:lnTo>
                    <a:pt x="2724" y="4248"/>
                  </a:lnTo>
                  <a:lnTo>
                    <a:pt x="2724" y="4267"/>
                  </a:lnTo>
                  <a:lnTo>
                    <a:pt x="2724" y="4286"/>
                  </a:lnTo>
                  <a:lnTo>
                    <a:pt x="2705" y="4286"/>
                  </a:lnTo>
                  <a:lnTo>
                    <a:pt x="2705" y="4305"/>
                  </a:lnTo>
                  <a:lnTo>
                    <a:pt x="2686" y="4343"/>
                  </a:lnTo>
                  <a:lnTo>
                    <a:pt x="2686" y="4362"/>
                  </a:lnTo>
                  <a:lnTo>
                    <a:pt x="2666" y="4381"/>
                  </a:lnTo>
                  <a:lnTo>
                    <a:pt x="2647" y="4381"/>
                  </a:lnTo>
                  <a:lnTo>
                    <a:pt x="2629" y="4381"/>
                  </a:lnTo>
                  <a:lnTo>
                    <a:pt x="2629" y="4400"/>
                  </a:lnTo>
                  <a:lnTo>
                    <a:pt x="2647" y="4419"/>
                  </a:lnTo>
                  <a:lnTo>
                    <a:pt x="2629" y="4438"/>
                  </a:lnTo>
                  <a:lnTo>
                    <a:pt x="2629" y="4457"/>
                  </a:lnTo>
                  <a:lnTo>
                    <a:pt x="2610" y="4477"/>
                  </a:lnTo>
                  <a:lnTo>
                    <a:pt x="2590" y="4496"/>
                  </a:lnTo>
                  <a:lnTo>
                    <a:pt x="2571" y="4496"/>
                  </a:lnTo>
                  <a:lnTo>
                    <a:pt x="2571" y="4514"/>
                  </a:lnTo>
                  <a:lnTo>
                    <a:pt x="2571" y="4533"/>
                  </a:lnTo>
                  <a:lnTo>
                    <a:pt x="2552" y="4553"/>
                  </a:lnTo>
                  <a:lnTo>
                    <a:pt x="2533" y="4553"/>
                  </a:lnTo>
                  <a:lnTo>
                    <a:pt x="2514" y="4572"/>
                  </a:lnTo>
                  <a:lnTo>
                    <a:pt x="2495" y="4572"/>
                  </a:lnTo>
                  <a:lnTo>
                    <a:pt x="2476" y="4572"/>
                  </a:lnTo>
                  <a:lnTo>
                    <a:pt x="2457" y="4572"/>
                  </a:lnTo>
                  <a:lnTo>
                    <a:pt x="2457" y="4591"/>
                  </a:lnTo>
                  <a:lnTo>
                    <a:pt x="2438" y="4610"/>
                  </a:lnTo>
                  <a:lnTo>
                    <a:pt x="2438" y="4629"/>
                  </a:lnTo>
                  <a:lnTo>
                    <a:pt x="2419" y="4610"/>
                  </a:lnTo>
                  <a:lnTo>
                    <a:pt x="2419" y="4629"/>
                  </a:lnTo>
                  <a:lnTo>
                    <a:pt x="2400" y="4629"/>
                  </a:lnTo>
                  <a:lnTo>
                    <a:pt x="2400" y="4648"/>
                  </a:lnTo>
                  <a:lnTo>
                    <a:pt x="2381" y="4667"/>
                  </a:lnTo>
                  <a:lnTo>
                    <a:pt x="2362" y="4667"/>
                  </a:lnTo>
                  <a:lnTo>
                    <a:pt x="2343" y="4705"/>
                  </a:lnTo>
                  <a:lnTo>
                    <a:pt x="2343" y="4724"/>
                  </a:lnTo>
                  <a:lnTo>
                    <a:pt x="2324" y="4743"/>
                  </a:lnTo>
                  <a:lnTo>
                    <a:pt x="2324" y="4762"/>
                  </a:lnTo>
                  <a:lnTo>
                    <a:pt x="2305" y="4762"/>
                  </a:lnTo>
                  <a:lnTo>
                    <a:pt x="2305" y="4743"/>
                  </a:lnTo>
                  <a:lnTo>
                    <a:pt x="2285" y="4724"/>
                  </a:lnTo>
                  <a:lnTo>
                    <a:pt x="2266" y="4743"/>
                  </a:lnTo>
                  <a:lnTo>
                    <a:pt x="2248" y="4762"/>
                  </a:lnTo>
                  <a:lnTo>
                    <a:pt x="2229" y="4762"/>
                  </a:lnTo>
                  <a:lnTo>
                    <a:pt x="2209" y="4762"/>
                  </a:lnTo>
                  <a:lnTo>
                    <a:pt x="2209" y="4743"/>
                  </a:lnTo>
                  <a:lnTo>
                    <a:pt x="2190" y="4667"/>
                  </a:lnTo>
                  <a:lnTo>
                    <a:pt x="2190" y="4648"/>
                  </a:lnTo>
                  <a:lnTo>
                    <a:pt x="2171" y="4648"/>
                  </a:lnTo>
                  <a:lnTo>
                    <a:pt x="2133" y="4629"/>
                  </a:lnTo>
                  <a:lnTo>
                    <a:pt x="2114" y="4610"/>
                  </a:lnTo>
                  <a:lnTo>
                    <a:pt x="2057" y="4591"/>
                  </a:lnTo>
                  <a:lnTo>
                    <a:pt x="2038" y="4591"/>
                  </a:lnTo>
                  <a:lnTo>
                    <a:pt x="2000" y="4533"/>
                  </a:lnTo>
                  <a:lnTo>
                    <a:pt x="1981" y="4496"/>
                  </a:lnTo>
                  <a:lnTo>
                    <a:pt x="1962" y="4477"/>
                  </a:lnTo>
                  <a:lnTo>
                    <a:pt x="1943" y="4457"/>
                  </a:lnTo>
                  <a:lnTo>
                    <a:pt x="1924" y="4457"/>
                  </a:lnTo>
                  <a:lnTo>
                    <a:pt x="1885" y="4457"/>
                  </a:lnTo>
                  <a:lnTo>
                    <a:pt x="1848" y="4419"/>
                  </a:lnTo>
                  <a:lnTo>
                    <a:pt x="1828" y="4419"/>
                  </a:lnTo>
                  <a:lnTo>
                    <a:pt x="1809" y="4400"/>
                  </a:lnTo>
                  <a:lnTo>
                    <a:pt x="1790" y="4400"/>
                  </a:lnTo>
                  <a:lnTo>
                    <a:pt x="1771" y="4381"/>
                  </a:lnTo>
                  <a:lnTo>
                    <a:pt x="1752" y="4362"/>
                  </a:lnTo>
                  <a:lnTo>
                    <a:pt x="1695" y="4324"/>
                  </a:lnTo>
                  <a:lnTo>
                    <a:pt x="1676" y="4305"/>
                  </a:lnTo>
                  <a:lnTo>
                    <a:pt x="1505" y="4286"/>
                  </a:lnTo>
                  <a:lnTo>
                    <a:pt x="1428" y="4286"/>
                  </a:lnTo>
                  <a:lnTo>
                    <a:pt x="1391" y="4286"/>
                  </a:lnTo>
                  <a:lnTo>
                    <a:pt x="1352" y="4305"/>
                  </a:lnTo>
                  <a:lnTo>
                    <a:pt x="1314" y="4324"/>
                  </a:lnTo>
                  <a:lnTo>
                    <a:pt x="1295" y="4343"/>
                  </a:lnTo>
                  <a:lnTo>
                    <a:pt x="1219" y="4343"/>
                  </a:lnTo>
                  <a:lnTo>
                    <a:pt x="1200" y="4343"/>
                  </a:lnTo>
                  <a:lnTo>
                    <a:pt x="1105" y="4324"/>
                  </a:lnTo>
                  <a:lnTo>
                    <a:pt x="1086" y="4324"/>
                  </a:lnTo>
                  <a:lnTo>
                    <a:pt x="857" y="4324"/>
                  </a:lnTo>
                  <a:lnTo>
                    <a:pt x="857" y="4267"/>
                  </a:lnTo>
                  <a:lnTo>
                    <a:pt x="857" y="4248"/>
                  </a:lnTo>
                  <a:lnTo>
                    <a:pt x="857" y="4229"/>
                  </a:lnTo>
                  <a:lnTo>
                    <a:pt x="838" y="4229"/>
                  </a:lnTo>
                  <a:lnTo>
                    <a:pt x="838" y="4210"/>
                  </a:lnTo>
                  <a:lnTo>
                    <a:pt x="819" y="4210"/>
                  </a:lnTo>
                  <a:lnTo>
                    <a:pt x="819" y="4172"/>
                  </a:lnTo>
                  <a:lnTo>
                    <a:pt x="819" y="4152"/>
                  </a:lnTo>
                  <a:lnTo>
                    <a:pt x="819" y="4133"/>
                  </a:lnTo>
                  <a:lnTo>
                    <a:pt x="876" y="3962"/>
                  </a:lnTo>
                  <a:lnTo>
                    <a:pt x="876" y="3943"/>
                  </a:lnTo>
                  <a:lnTo>
                    <a:pt x="952" y="3867"/>
                  </a:lnTo>
                  <a:lnTo>
                    <a:pt x="952" y="3848"/>
                  </a:lnTo>
                  <a:lnTo>
                    <a:pt x="971" y="3810"/>
                  </a:lnTo>
                  <a:lnTo>
                    <a:pt x="971" y="3791"/>
                  </a:lnTo>
                  <a:lnTo>
                    <a:pt x="971" y="3771"/>
                  </a:lnTo>
                  <a:lnTo>
                    <a:pt x="952" y="3771"/>
                  </a:lnTo>
                  <a:lnTo>
                    <a:pt x="933" y="3753"/>
                  </a:lnTo>
                  <a:lnTo>
                    <a:pt x="933" y="3734"/>
                  </a:lnTo>
                  <a:lnTo>
                    <a:pt x="914" y="3715"/>
                  </a:lnTo>
                  <a:lnTo>
                    <a:pt x="914" y="3695"/>
                  </a:lnTo>
                  <a:lnTo>
                    <a:pt x="781" y="3676"/>
                  </a:lnTo>
                  <a:lnTo>
                    <a:pt x="761" y="3676"/>
                  </a:lnTo>
                  <a:lnTo>
                    <a:pt x="743" y="3657"/>
                  </a:lnTo>
                  <a:lnTo>
                    <a:pt x="705" y="3639"/>
                  </a:lnTo>
                  <a:lnTo>
                    <a:pt x="685" y="3639"/>
                  </a:lnTo>
                  <a:lnTo>
                    <a:pt x="685" y="3619"/>
                  </a:lnTo>
                  <a:lnTo>
                    <a:pt x="685" y="3581"/>
                  </a:lnTo>
                  <a:lnTo>
                    <a:pt x="685" y="3543"/>
                  </a:lnTo>
                  <a:lnTo>
                    <a:pt x="666" y="3524"/>
                  </a:lnTo>
                  <a:lnTo>
                    <a:pt x="629" y="3486"/>
                  </a:lnTo>
                  <a:lnTo>
                    <a:pt x="629" y="3448"/>
                  </a:lnTo>
                  <a:lnTo>
                    <a:pt x="609" y="3390"/>
                  </a:lnTo>
                  <a:lnTo>
                    <a:pt x="609" y="3372"/>
                  </a:lnTo>
                  <a:lnTo>
                    <a:pt x="609" y="3334"/>
                  </a:lnTo>
                  <a:lnTo>
                    <a:pt x="609" y="3314"/>
                  </a:lnTo>
                  <a:lnTo>
                    <a:pt x="609" y="3295"/>
                  </a:lnTo>
                  <a:lnTo>
                    <a:pt x="609" y="3276"/>
                  </a:lnTo>
                  <a:lnTo>
                    <a:pt x="609" y="3258"/>
                  </a:lnTo>
                  <a:lnTo>
                    <a:pt x="552" y="3086"/>
                  </a:lnTo>
                  <a:lnTo>
                    <a:pt x="533" y="3067"/>
                  </a:lnTo>
                  <a:lnTo>
                    <a:pt x="514" y="3029"/>
                  </a:lnTo>
                  <a:lnTo>
                    <a:pt x="514" y="3009"/>
                  </a:lnTo>
                  <a:lnTo>
                    <a:pt x="533" y="2991"/>
                  </a:lnTo>
                  <a:lnTo>
                    <a:pt x="533" y="2972"/>
                  </a:lnTo>
                  <a:lnTo>
                    <a:pt x="514" y="2914"/>
                  </a:lnTo>
                  <a:lnTo>
                    <a:pt x="514" y="2800"/>
                  </a:lnTo>
                  <a:lnTo>
                    <a:pt x="495" y="2743"/>
                  </a:lnTo>
                  <a:lnTo>
                    <a:pt x="495" y="2705"/>
                  </a:lnTo>
                  <a:lnTo>
                    <a:pt x="495" y="2648"/>
                  </a:lnTo>
                  <a:lnTo>
                    <a:pt x="476" y="2533"/>
                  </a:lnTo>
                  <a:lnTo>
                    <a:pt x="476" y="2496"/>
                  </a:lnTo>
                  <a:lnTo>
                    <a:pt x="476" y="2476"/>
                  </a:lnTo>
                  <a:lnTo>
                    <a:pt x="476" y="2457"/>
                  </a:lnTo>
                  <a:lnTo>
                    <a:pt x="457" y="2457"/>
                  </a:lnTo>
                  <a:lnTo>
                    <a:pt x="438" y="2438"/>
                  </a:lnTo>
                  <a:lnTo>
                    <a:pt x="419" y="2419"/>
                  </a:lnTo>
                  <a:lnTo>
                    <a:pt x="400" y="2419"/>
                  </a:lnTo>
                  <a:lnTo>
                    <a:pt x="381" y="2400"/>
                  </a:lnTo>
                  <a:lnTo>
                    <a:pt x="362" y="2381"/>
                  </a:lnTo>
                  <a:lnTo>
                    <a:pt x="362" y="2362"/>
                  </a:lnTo>
                  <a:lnTo>
                    <a:pt x="362" y="2324"/>
                  </a:lnTo>
                  <a:lnTo>
                    <a:pt x="362" y="2305"/>
                  </a:lnTo>
                  <a:lnTo>
                    <a:pt x="362" y="2267"/>
                  </a:lnTo>
                  <a:lnTo>
                    <a:pt x="362" y="2229"/>
                  </a:lnTo>
                  <a:lnTo>
                    <a:pt x="343" y="2210"/>
                  </a:lnTo>
                  <a:lnTo>
                    <a:pt x="324" y="2171"/>
                  </a:lnTo>
                  <a:lnTo>
                    <a:pt x="324" y="2152"/>
                  </a:lnTo>
                  <a:lnTo>
                    <a:pt x="304" y="2134"/>
                  </a:lnTo>
                  <a:lnTo>
                    <a:pt x="304" y="2115"/>
                  </a:lnTo>
                  <a:lnTo>
                    <a:pt x="304" y="2076"/>
                  </a:lnTo>
                  <a:lnTo>
                    <a:pt x="285" y="2057"/>
                  </a:lnTo>
                  <a:lnTo>
                    <a:pt x="267" y="2038"/>
                  </a:lnTo>
                  <a:lnTo>
                    <a:pt x="248" y="2019"/>
                  </a:lnTo>
                  <a:lnTo>
                    <a:pt x="248" y="2000"/>
                  </a:lnTo>
                  <a:lnTo>
                    <a:pt x="248" y="1962"/>
                  </a:lnTo>
                  <a:lnTo>
                    <a:pt x="248" y="1905"/>
                  </a:lnTo>
                  <a:lnTo>
                    <a:pt x="248" y="1867"/>
                  </a:lnTo>
                  <a:lnTo>
                    <a:pt x="228" y="1867"/>
                  </a:lnTo>
                  <a:lnTo>
                    <a:pt x="209" y="1829"/>
                  </a:lnTo>
                  <a:lnTo>
                    <a:pt x="209" y="1810"/>
                  </a:lnTo>
                  <a:lnTo>
                    <a:pt x="209" y="1772"/>
                  </a:lnTo>
                  <a:lnTo>
                    <a:pt x="209" y="1753"/>
                  </a:lnTo>
                  <a:lnTo>
                    <a:pt x="209" y="1734"/>
                  </a:lnTo>
                  <a:lnTo>
                    <a:pt x="190" y="1714"/>
                  </a:lnTo>
                  <a:lnTo>
                    <a:pt x="190" y="1676"/>
                  </a:lnTo>
                  <a:lnTo>
                    <a:pt x="190" y="1658"/>
                  </a:lnTo>
                  <a:lnTo>
                    <a:pt x="190" y="1638"/>
                  </a:lnTo>
                  <a:lnTo>
                    <a:pt x="209" y="1619"/>
                  </a:lnTo>
                  <a:lnTo>
                    <a:pt x="228" y="1581"/>
                  </a:lnTo>
                  <a:lnTo>
                    <a:pt x="267" y="1562"/>
                  </a:lnTo>
                  <a:lnTo>
                    <a:pt x="285" y="1543"/>
                  </a:lnTo>
                  <a:lnTo>
                    <a:pt x="304" y="1505"/>
                  </a:lnTo>
                  <a:lnTo>
                    <a:pt x="324" y="1467"/>
                  </a:lnTo>
                  <a:lnTo>
                    <a:pt x="343" y="1448"/>
                  </a:lnTo>
                  <a:lnTo>
                    <a:pt x="343" y="1372"/>
                  </a:lnTo>
                  <a:lnTo>
                    <a:pt x="324" y="1353"/>
                  </a:lnTo>
                  <a:lnTo>
                    <a:pt x="304" y="1295"/>
                  </a:lnTo>
                  <a:lnTo>
                    <a:pt x="285" y="1295"/>
                  </a:lnTo>
                  <a:lnTo>
                    <a:pt x="267" y="1277"/>
                  </a:lnTo>
                  <a:lnTo>
                    <a:pt x="248" y="1257"/>
                  </a:lnTo>
                  <a:lnTo>
                    <a:pt x="228" y="1219"/>
                  </a:lnTo>
                  <a:lnTo>
                    <a:pt x="209" y="1181"/>
                  </a:lnTo>
                  <a:lnTo>
                    <a:pt x="190" y="1105"/>
                  </a:lnTo>
                  <a:lnTo>
                    <a:pt x="190" y="1067"/>
                  </a:lnTo>
                  <a:lnTo>
                    <a:pt x="171" y="1010"/>
                  </a:lnTo>
                  <a:lnTo>
                    <a:pt x="152" y="991"/>
                  </a:lnTo>
                  <a:lnTo>
                    <a:pt x="152" y="952"/>
                  </a:lnTo>
                  <a:lnTo>
                    <a:pt x="133" y="933"/>
                  </a:lnTo>
                  <a:lnTo>
                    <a:pt x="114" y="914"/>
                  </a:lnTo>
                  <a:lnTo>
                    <a:pt x="95" y="857"/>
                  </a:lnTo>
                  <a:lnTo>
                    <a:pt x="76" y="819"/>
                  </a:lnTo>
                  <a:lnTo>
                    <a:pt x="76" y="781"/>
                  </a:lnTo>
                  <a:lnTo>
                    <a:pt x="57" y="762"/>
                  </a:lnTo>
                  <a:lnTo>
                    <a:pt x="57" y="743"/>
                  </a:lnTo>
                  <a:lnTo>
                    <a:pt x="38" y="686"/>
                  </a:lnTo>
                  <a:lnTo>
                    <a:pt x="19" y="667"/>
                  </a:lnTo>
                  <a:lnTo>
                    <a:pt x="19" y="629"/>
                  </a:lnTo>
                  <a:lnTo>
                    <a:pt x="0" y="610"/>
                  </a:lnTo>
                  <a:lnTo>
                    <a:pt x="0" y="571"/>
                  </a:lnTo>
                  <a:lnTo>
                    <a:pt x="0" y="552"/>
                  </a:lnTo>
                  <a:lnTo>
                    <a:pt x="19" y="534"/>
                  </a:lnTo>
                  <a:lnTo>
                    <a:pt x="19" y="495"/>
                  </a:lnTo>
                  <a:lnTo>
                    <a:pt x="38" y="476"/>
                  </a:lnTo>
                  <a:lnTo>
                    <a:pt x="57" y="457"/>
                  </a:lnTo>
                  <a:lnTo>
                    <a:pt x="171" y="267"/>
                  </a:lnTo>
                  <a:lnTo>
                    <a:pt x="190" y="267"/>
                  </a:lnTo>
                  <a:lnTo>
                    <a:pt x="190" y="229"/>
                  </a:lnTo>
                  <a:lnTo>
                    <a:pt x="190" y="210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460B2E56-32F6-428E-5F51-4329F0964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6988" y="1379538"/>
              <a:ext cx="1560512" cy="1327150"/>
            </a:xfrm>
            <a:custGeom>
              <a:avLst/>
              <a:gdLst>
                <a:gd name="T0" fmla="*/ 2147483646 w 8669"/>
                <a:gd name="T1" fmla="*/ 2147483646 h 7372"/>
                <a:gd name="T2" fmla="*/ 2147483646 w 8669"/>
                <a:gd name="T3" fmla="*/ 2147483646 h 7372"/>
                <a:gd name="T4" fmla="*/ 2147483646 w 8669"/>
                <a:gd name="T5" fmla="*/ 2147483646 h 7372"/>
                <a:gd name="T6" fmla="*/ 2147483646 w 8669"/>
                <a:gd name="T7" fmla="*/ 2147483646 h 7372"/>
                <a:gd name="T8" fmla="*/ 2147483646 w 8669"/>
                <a:gd name="T9" fmla="*/ 2147483646 h 7372"/>
                <a:gd name="T10" fmla="*/ 2147483646 w 8669"/>
                <a:gd name="T11" fmla="*/ 2147483646 h 7372"/>
                <a:gd name="T12" fmla="*/ 2147483646 w 8669"/>
                <a:gd name="T13" fmla="*/ 2147483646 h 7372"/>
                <a:gd name="T14" fmla="*/ 2147483646 w 8669"/>
                <a:gd name="T15" fmla="*/ 2147483646 h 7372"/>
                <a:gd name="T16" fmla="*/ 2147483646 w 8669"/>
                <a:gd name="T17" fmla="*/ 2147483646 h 7372"/>
                <a:gd name="T18" fmla="*/ 2147483646 w 8669"/>
                <a:gd name="T19" fmla="*/ 2147483646 h 7372"/>
                <a:gd name="T20" fmla="*/ 2147483646 w 8669"/>
                <a:gd name="T21" fmla="*/ 2147483646 h 7372"/>
                <a:gd name="T22" fmla="*/ 2147483646 w 8669"/>
                <a:gd name="T23" fmla="*/ 2147483646 h 7372"/>
                <a:gd name="T24" fmla="*/ 2147483646 w 8669"/>
                <a:gd name="T25" fmla="*/ 2147483646 h 7372"/>
                <a:gd name="T26" fmla="*/ 2147483646 w 8669"/>
                <a:gd name="T27" fmla="*/ 2147483646 h 7372"/>
                <a:gd name="T28" fmla="*/ 2147483646 w 8669"/>
                <a:gd name="T29" fmla="*/ 2147483646 h 7372"/>
                <a:gd name="T30" fmla="*/ 2147483646 w 8669"/>
                <a:gd name="T31" fmla="*/ 2147483646 h 7372"/>
                <a:gd name="T32" fmla="*/ 2147483646 w 8669"/>
                <a:gd name="T33" fmla="*/ 2147483646 h 7372"/>
                <a:gd name="T34" fmla="*/ 2147483646 w 8669"/>
                <a:gd name="T35" fmla="*/ 2147483646 h 7372"/>
                <a:gd name="T36" fmla="*/ 2147483646 w 8669"/>
                <a:gd name="T37" fmla="*/ 2147483646 h 7372"/>
                <a:gd name="T38" fmla="*/ 2147483646 w 8669"/>
                <a:gd name="T39" fmla="*/ 2147483646 h 7372"/>
                <a:gd name="T40" fmla="*/ 2147483646 w 8669"/>
                <a:gd name="T41" fmla="*/ 2147483646 h 7372"/>
                <a:gd name="T42" fmla="*/ 2147483646 w 8669"/>
                <a:gd name="T43" fmla="*/ 2147483646 h 7372"/>
                <a:gd name="T44" fmla="*/ 2147483646 w 8669"/>
                <a:gd name="T45" fmla="*/ 2147483646 h 7372"/>
                <a:gd name="T46" fmla="*/ 2147483646 w 8669"/>
                <a:gd name="T47" fmla="*/ 2147483646 h 7372"/>
                <a:gd name="T48" fmla="*/ 2147483646 w 8669"/>
                <a:gd name="T49" fmla="*/ 2147483646 h 7372"/>
                <a:gd name="T50" fmla="*/ 2147483646 w 8669"/>
                <a:gd name="T51" fmla="*/ 2147483646 h 7372"/>
                <a:gd name="T52" fmla="*/ 2147483646 w 8669"/>
                <a:gd name="T53" fmla="*/ 2147483646 h 7372"/>
                <a:gd name="T54" fmla="*/ 2147483646 w 8669"/>
                <a:gd name="T55" fmla="*/ 2147483646 h 7372"/>
                <a:gd name="T56" fmla="*/ 2147483646 w 8669"/>
                <a:gd name="T57" fmla="*/ 2147483646 h 7372"/>
                <a:gd name="T58" fmla="*/ 2147483646 w 8669"/>
                <a:gd name="T59" fmla="*/ 2147483646 h 7372"/>
                <a:gd name="T60" fmla="*/ 2147483646 w 8669"/>
                <a:gd name="T61" fmla="*/ 2147483646 h 7372"/>
                <a:gd name="T62" fmla="*/ 2147483646 w 8669"/>
                <a:gd name="T63" fmla="*/ 2147483646 h 7372"/>
                <a:gd name="T64" fmla="*/ 2147483646 w 8669"/>
                <a:gd name="T65" fmla="*/ 2147483646 h 7372"/>
                <a:gd name="T66" fmla="*/ 2147483646 w 8669"/>
                <a:gd name="T67" fmla="*/ 2147483646 h 7372"/>
                <a:gd name="T68" fmla="*/ 2147483646 w 8669"/>
                <a:gd name="T69" fmla="*/ 2147483646 h 7372"/>
                <a:gd name="T70" fmla="*/ 2147483646 w 8669"/>
                <a:gd name="T71" fmla="*/ 2147483646 h 7372"/>
                <a:gd name="T72" fmla="*/ 2147483646 w 8669"/>
                <a:gd name="T73" fmla="*/ 2147483646 h 7372"/>
                <a:gd name="T74" fmla="*/ 2147483646 w 8669"/>
                <a:gd name="T75" fmla="*/ 2147483646 h 7372"/>
                <a:gd name="T76" fmla="*/ 2147483646 w 8669"/>
                <a:gd name="T77" fmla="*/ 2147483646 h 7372"/>
                <a:gd name="T78" fmla="*/ 2147483646 w 8669"/>
                <a:gd name="T79" fmla="*/ 2147483646 h 7372"/>
                <a:gd name="T80" fmla="*/ 2147483646 w 8669"/>
                <a:gd name="T81" fmla="*/ 2147483646 h 7372"/>
                <a:gd name="T82" fmla="*/ 2147483646 w 8669"/>
                <a:gd name="T83" fmla="*/ 2147483646 h 7372"/>
                <a:gd name="T84" fmla="*/ 2147483646 w 8669"/>
                <a:gd name="T85" fmla="*/ 2147483646 h 7372"/>
                <a:gd name="T86" fmla="*/ 2147483646 w 8669"/>
                <a:gd name="T87" fmla="*/ 2147483646 h 7372"/>
                <a:gd name="T88" fmla="*/ 2147483646 w 8669"/>
                <a:gd name="T89" fmla="*/ 2147483646 h 7372"/>
                <a:gd name="T90" fmla="*/ 2147483646 w 8669"/>
                <a:gd name="T91" fmla="*/ 2147483646 h 7372"/>
                <a:gd name="T92" fmla="*/ 2147483646 w 8669"/>
                <a:gd name="T93" fmla="*/ 2147483646 h 7372"/>
                <a:gd name="T94" fmla="*/ 2147483646 w 8669"/>
                <a:gd name="T95" fmla="*/ 2147483646 h 7372"/>
                <a:gd name="T96" fmla="*/ 2147483646 w 8669"/>
                <a:gd name="T97" fmla="*/ 2147483646 h 7372"/>
                <a:gd name="T98" fmla="*/ 2147483646 w 8669"/>
                <a:gd name="T99" fmla="*/ 2147483646 h 7372"/>
                <a:gd name="T100" fmla="*/ 2147483646 w 8669"/>
                <a:gd name="T101" fmla="*/ 2147483646 h 7372"/>
                <a:gd name="T102" fmla="*/ 2147483646 w 8669"/>
                <a:gd name="T103" fmla="*/ 2147483646 h 7372"/>
                <a:gd name="T104" fmla="*/ 2147483646 w 8669"/>
                <a:gd name="T105" fmla="*/ 2147483646 h 7372"/>
                <a:gd name="T106" fmla="*/ 2147483646 w 8669"/>
                <a:gd name="T107" fmla="*/ 2147483646 h 737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69" h="7372">
                  <a:moveTo>
                    <a:pt x="1296" y="5352"/>
                  </a:moveTo>
                  <a:lnTo>
                    <a:pt x="1296" y="5371"/>
                  </a:lnTo>
                  <a:lnTo>
                    <a:pt x="1334" y="5428"/>
                  </a:lnTo>
                  <a:lnTo>
                    <a:pt x="1391" y="5447"/>
                  </a:lnTo>
                  <a:lnTo>
                    <a:pt x="1410" y="5447"/>
                  </a:lnTo>
                  <a:lnTo>
                    <a:pt x="1429" y="5447"/>
                  </a:lnTo>
                  <a:lnTo>
                    <a:pt x="1467" y="5466"/>
                  </a:lnTo>
                  <a:lnTo>
                    <a:pt x="1486" y="5466"/>
                  </a:lnTo>
                  <a:lnTo>
                    <a:pt x="1505" y="5447"/>
                  </a:lnTo>
                  <a:lnTo>
                    <a:pt x="1524" y="5447"/>
                  </a:lnTo>
                  <a:lnTo>
                    <a:pt x="1600" y="5466"/>
                  </a:lnTo>
                  <a:lnTo>
                    <a:pt x="1619" y="5466"/>
                  </a:lnTo>
                  <a:lnTo>
                    <a:pt x="1658" y="5504"/>
                  </a:lnTo>
                  <a:lnTo>
                    <a:pt x="1677" y="5523"/>
                  </a:lnTo>
                  <a:lnTo>
                    <a:pt x="1696" y="5542"/>
                  </a:lnTo>
                  <a:lnTo>
                    <a:pt x="1715" y="5562"/>
                  </a:lnTo>
                  <a:lnTo>
                    <a:pt x="1734" y="5581"/>
                  </a:lnTo>
                  <a:lnTo>
                    <a:pt x="1772" y="5599"/>
                  </a:lnTo>
                  <a:lnTo>
                    <a:pt x="1791" y="5599"/>
                  </a:lnTo>
                  <a:lnTo>
                    <a:pt x="1810" y="5599"/>
                  </a:lnTo>
                  <a:lnTo>
                    <a:pt x="1848" y="5599"/>
                  </a:lnTo>
                  <a:lnTo>
                    <a:pt x="1886" y="5618"/>
                  </a:lnTo>
                  <a:lnTo>
                    <a:pt x="1924" y="5638"/>
                  </a:lnTo>
                  <a:lnTo>
                    <a:pt x="1944" y="5638"/>
                  </a:lnTo>
                  <a:lnTo>
                    <a:pt x="1963" y="5618"/>
                  </a:lnTo>
                  <a:lnTo>
                    <a:pt x="1944" y="5618"/>
                  </a:lnTo>
                  <a:lnTo>
                    <a:pt x="1905" y="5599"/>
                  </a:lnTo>
                  <a:lnTo>
                    <a:pt x="1944" y="5599"/>
                  </a:lnTo>
                  <a:lnTo>
                    <a:pt x="2058" y="5599"/>
                  </a:lnTo>
                  <a:lnTo>
                    <a:pt x="2134" y="5599"/>
                  </a:lnTo>
                  <a:lnTo>
                    <a:pt x="2172" y="5618"/>
                  </a:lnTo>
                  <a:lnTo>
                    <a:pt x="2191" y="5618"/>
                  </a:lnTo>
                  <a:lnTo>
                    <a:pt x="2210" y="5618"/>
                  </a:lnTo>
                  <a:lnTo>
                    <a:pt x="2172" y="5618"/>
                  </a:lnTo>
                  <a:lnTo>
                    <a:pt x="2172" y="5599"/>
                  </a:lnTo>
                  <a:lnTo>
                    <a:pt x="2325" y="5618"/>
                  </a:lnTo>
                  <a:lnTo>
                    <a:pt x="2344" y="5599"/>
                  </a:lnTo>
                  <a:lnTo>
                    <a:pt x="2381" y="5581"/>
                  </a:lnTo>
                  <a:lnTo>
                    <a:pt x="2401" y="5581"/>
                  </a:lnTo>
                  <a:lnTo>
                    <a:pt x="2439" y="5562"/>
                  </a:lnTo>
                  <a:lnTo>
                    <a:pt x="2457" y="5562"/>
                  </a:lnTo>
                  <a:lnTo>
                    <a:pt x="2515" y="5581"/>
                  </a:lnTo>
                  <a:lnTo>
                    <a:pt x="2667" y="5599"/>
                  </a:lnTo>
                  <a:lnTo>
                    <a:pt x="2762" y="5618"/>
                  </a:lnTo>
                  <a:lnTo>
                    <a:pt x="2838" y="5638"/>
                  </a:lnTo>
                  <a:lnTo>
                    <a:pt x="2877" y="5638"/>
                  </a:lnTo>
                  <a:lnTo>
                    <a:pt x="2896" y="5657"/>
                  </a:lnTo>
                  <a:lnTo>
                    <a:pt x="2915" y="5676"/>
                  </a:lnTo>
                  <a:lnTo>
                    <a:pt x="2953" y="5714"/>
                  </a:lnTo>
                  <a:lnTo>
                    <a:pt x="2972" y="5714"/>
                  </a:lnTo>
                  <a:lnTo>
                    <a:pt x="2991" y="5714"/>
                  </a:lnTo>
                  <a:lnTo>
                    <a:pt x="3010" y="5733"/>
                  </a:lnTo>
                  <a:lnTo>
                    <a:pt x="3010" y="5752"/>
                  </a:lnTo>
                  <a:lnTo>
                    <a:pt x="3029" y="5790"/>
                  </a:lnTo>
                  <a:lnTo>
                    <a:pt x="3048" y="5809"/>
                  </a:lnTo>
                  <a:lnTo>
                    <a:pt x="3048" y="5828"/>
                  </a:lnTo>
                  <a:lnTo>
                    <a:pt x="3048" y="5847"/>
                  </a:lnTo>
                  <a:lnTo>
                    <a:pt x="3087" y="5885"/>
                  </a:lnTo>
                  <a:lnTo>
                    <a:pt x="3143" y="5980"/>
                  </a:lnTo>
                  <a:lnTo>
                    <a:pt x="3143" y="6019"/>
                  </a:lnTo>
                  <a:lnTo>
                    <a:pt x="3163" y="6038"/>
                  </a:lnTo>
                  <a:lnTo>
                    <a:pt x="3163" y="6057"/>
                  </a:lnTo>
                  <a:lnTo>
                    <a:pt x="3182" y="6076"/>
                  </a:lnTo>
                  <a:lnTo>
                    <a:pt x="3163" y="6076"/>
                  </a:lnTo>
                  <a:lnTo>
                    <a:pt x="3182" y="6152"/>
                  </a:lnTo>
                  <a:lnTo>
                    <a:pt x="3201" y="6171"/>
                  </a:lnTo>
                  <a:lnTo>
                    <a:pt x="3201" y="6228"/>
                  </a:lnTo>
                  <a:lnTo>
                    <a:pt x="3201" y="6247"/>
                  </a:lnTo>
                  <a:lnTo>
                    <a:pt x="3219" y="6247"/>
                  </a:lnTo>
                  <a:lnTo>
                    <a:pt x="3219" y="6266"/>
                  </a:lnTo>
                  <a:lnTo>
                    <a:pt x="3219" y="6285"/>
                  </a:lnTo>
                  <a:lnTo>
                    <a:pt x="3219" y="6304"/>
                  </a:lnTo>
                  <a:lnTo>
                    <a:pt x="3219" y="6324"/>
                  </a:lnTo>
                  <a:lnTo>
                    <a:pt x="3239" y="6342"/>
                  </a:lnTo>
                  <a:lnTo>
                    <a:pt x="3239" y="6361"/>
                  </a:lnTo>
                  <a:lnTo>
                    <a:pt x="3239" y="6380"/>
                  </a:lnTo>
                  <a:lnTo>
                    <a:pt x="3239" y="6400"/>
                  </a:lnTo>
                  <a:lnTo>
                    <a:pt x="3258" y="6400"/>
                  </a:lnTo>
                  <a:lnTo>
                    <a:pt x="3258" y="6419"/>
                  </a:lnTo>
                  <a:lnTo>
                    <a:pt x="3277" y="6438"/>
                  </a:lnTo>
                  <a:lnTo>
                    <a:pt x="3277" y="6456"/>
                  </a:lnTo>
                  <a:lnTo>
                    <a:pt x="3277" y="6476"/>
                  </a:lnTo>
                  <a:lnTo>
                    <a:pt x="3277" y="6514"/>
                  </a:lnTo>
                  <a:lnTo>
                    <a:pt x="3296" y="6514"/>
                  </a:lnTo>
                  <a:lnTo>
                    <a:pt x="3296" y="6628"/>
                  </a:lnTo>
                  <a:lnTo>
                    <a:pt x="3277" y="6609"/>
                  </a:lnTo>
                  <a:lnTo>
                    <a:pt x="3258" y="6628"/>
                  </a:lnTo>
                  <a:lnTo>
                    <a:pt x="3239" y="6647"/>
                  </a:lnTo>
                  <a:lnTo>
                    <a:pt x="3239" y="6666"/>
                  </a:lnTo>
                  <a:lnTo>
                    <a:pt x="3258" y="6666"/>
                  </a:lnTo>
                  <a:lnTo>
                    <a:pt x="3277" y="6666"/>
                  </a:lnTo>
                  <a:lnTo>
                    <a:pt x="3277" y="6647"/>
                  </a:lnTo>
                  <a:lnTo>
                    <a:pt x="3296" y="6647"/>
                  </a:lnTo>
                  <a:lnTo>
                    <a:pt x="3315" y="6666"/>
                  </a:lnTo>
                  <a:lnTo>
                    <a:pt x="3334" y="6666"/>
                  </a:lnTo>
                  <a:lnTo>
                    <a:pt x="3353" y="6685"/>
                  </a:lnTo>
                  <a:lnTo>
                    <a:pt x="3353" y="6705"/>
                  </a:lnTo>
                  <a:lnTo>
                    <a:pt x="3353" y="6742"/>
                  </a:lnTo>
                  <a:lnTo>
                    <a:pt x="3353" y="6761"/>
                  </a:lnTo>
                  <a:lnTo>
                    <a:pt x="3353" y="6781"/>
                  </a:lnTo>
                  <a:lnTo>
                    <a:pt x="3372" y="6800"/>
                  </a:lnTo>
                  <a:lnTo>
                    <a:pt x="3391" y="6800"/>
                  </a:lnTo>
                  <a:lnTo>
                    <a:pt x="3391" y="6819"/>
                  </a:lnTo>
                  <a:lnTo>
                    <a:pt x="3410" y="6876"/>
                  </a:lnTo>
                  <a:lnTo>
                    <a:pt x="3410" y="6933"/>
                  </a:lnTo>
                  <a:lnTo>
                    <a:pt x="3372" y="6952"/>
                  </a:lnTo>
                  <a:lnTo>
                    <a:pt x="3353" y="6952"/>
                  </a:lnTo>
                  <a:lnTo>
                    <a:pt x="3334" y="6971"/>
                  </a:lnTo>
                  <a:lnTo>
                    <a:pt x="3334" y="6952"/>
                  </a:lnTo>
                  <a:lnTo>
                    <a:pt x="3315" y="6952"/>
                  </a:lnTo>
                  <a:lnTo>
                    <a:pt x="3277" y="6952"/>
                  </a:lnTo>
                  <a:lnTo>
                    <a:pt x="3201" y="6933"/>
                  </a:lnTo>
                  <a:lnTo>
                    <a:pt x="3143" y="6933"/>
                  </a:lnTo>
                  <a:lnTo>
                    <a:pt x="3124" y="6952"/>
                  </a:lnTo>
                  <a:lnTo>
                    <a:pt x="3105" y="6952"/>
                  </a:lnTo>
                  <a:lnTo>
                    <a:pt x="3048" y="6952"/>
                  </a:lnTo>
                  <a:lnTo>
                    <a:pt x="2972" y="6914"/>
                  </a:lnTo>
                  <a:lnTo>
                    <a:pt x="2953" y="6895"/>
                  </a:lnTo>
                  <a:lnTo>
                    <a:pt x="2915" y="6895"/>
                  </a:lnTo>
                  <a:lnTo>
                    <a:pt x="2858" y="6895"/>
                  </a:lnTo>
                  <a:lnTo>
                    <a:pt x="2801" y="6876"/>
                  </a:lnTo>
                  <a:lnTo>
                    <a:pt x="2782" y="6857"/>
                  </a:lnTo>
                  <a:lnTo>
                    <a:pt x="2762" y="6857"/>
                  </a:lnTo>
                  <a:lnTo>
                    <a:pt x="2743" y="6857"/>
                  </a:lnTo>
                  <a:lnTo>
                    <a:pt x="2724" y="6876"/>
                  </a:lnTo>
                  <a:lnTo>
                    <a:pt x="2706" y="6876"/>
                  </a:lnTo>
                  <a:lnTo>
                    <a:pt x="2648" y="6876"/>
                  </a:lnTo>
                  <a:lnTo>
                    <a:pt x="2610" y="6895"/>
                  </a:lnTo>
                  <a:lnTo>
                    <a:pt x="2515" y="6895"/>
                  </a:lnTo>
                  <a:lnTo>
                    <a:pt x="2477" y="6895"/>
                  </a:lnTo>
                  <a:lnTo>
                    <a:pt x="2420" y="6876"/>
                  </a:lnTo>
                  <a:lnTo>
                    <a:pt x="2401" y="6876"/>
                  </a:lnTo>
                  <a:lnTo>
                    <a:pt x="2381" y="6876"/>
                  </a:lnTo>
                  <a:lnTo>
                    <a:pt x="2325" y="6876"/>
                  </a:lnTo>
                  <a:lnTo>
                    <a:pt x="2210" y="6857"/>
                  </a:lnTo>
                  <a:lnTo>
                    <a:pt x="2191" y="6837"/>
                  </a:lnTo>
                  <a:lnTo>
                    <a:pt x="2191" y="6819"/>
                  </a:lnTo>
                  <a:lnTo>
                    <a:pt x="2191" y="6800"/>
                  </a:lnTo>
                  <a:lnTo>
                    <a:pt x="2191" y="6781"/>
                  </a:lnTo>
                  <a:lnTo>
                    <a:pt x="2191" y="6761"/>
                  </a:lnTo>
                  <a:lnTo>
                    <a:pt x="2172" y="6742"/>
                  </a:lnTo>
                  <a:lnTo>
                    <a:pt x="2153" y="6742"/>
                  </a:lnTo>
                  <a:lnTo>
                    <a:pt x="2134" y="6742"/>
                  </a:lnTo>
                  <a:lnTo>
                    <a:pt x="2115" y="6742"/>
                  </a:lnTo>
                  <a:lnTo>
                    <a:pt x="2096" y="6742"/>
                  </a:lnTo>
                  <a:lnTo>
                    <a:pt x="2077" y="6742"/>
                  </a:lnTo>
                  <a:lnTo>
                    <a:pt x="2077" y="6761"/>
                  </a:lnTo>
                  <a:lnTo>
                    <a:pt x="2039" y="6800"/>
                  </a:lnTo>
                  <a:lnTo>
                    <a:pt x="2020" y="6800"/>
                  </a:lnTo>
                  <a:lnTo>
                    <a:pt x="2000" y="6819"/>
                  </a:lnTo>
                  <a:lnTo>
                    <a:pt x="1981" y="6819"/>
                  </a:lnTo>
                  <a:lnTo>
                    <a:pt x="1981" y="6837"/>
                  </a:lnTo>
                  <a:lnTo>
                    <a:pt x="1963" y="6876"/>
                  </a:lnTo>
                  <a:lnTo>
                    <a:pt x="1963" y="6914"/>
                  </a:lnTo>
                  <a:lnTo>
                    <a:pt x="1963" y="6933"/>
                  </a:lnTo>
                  <a:lnTo>
                    <a:pt x="1981" y="6933"/>
                  </a:lnTo>
                  <a:lnTo>
                    <a:pt x="2000" y="6952"/>
                  </a:lnTo>
                  <a:lnTo>
                    <a:pt x="2000" y="6971"/>
                  </a:lnTo>
                  <a:lnTo>
                    <a:pt x="2020" y="7009"/>
                  </a:lnTo>
                  <a:lnTo>
                    <a:pt x="2039" y="7047"/>
                  </a:lnTo>
                  <a:lnTo>
                    <a:pt x="2020" y="7066"/>
                  </a:lnTo>
                  <a:lnTo>
                    <a:pt x="2000" y="7047"/>
                  </a:lnTo>
                  <a:lnTo>
                    <a:pt x="1981" y="7047"/>
                  </a:lnTo>
                  <a:lnTo>
                    <a:pt x="1981" y="7028"/>
                  </a:lnTo>
                  <a:lnTo>
                    <a:pt x="1963" y="7028"/>
                  </a:lnTo>
                  <a:lnTo>
                    <a:pt x="1963" y="7047"/>
                  </a:lnTo>
                  <a:lnTo>
                    <a:pt x="1944" y="7047"/>
                  </a:lnTo>
                  <a:lnTo>
                    <a:pt x="1944" y="7066"/>
                  </a:lnTo>
                  <a:lnTo>
                    <a:pt x="1944" y="7086"/>
                  </a:lnTo>
                  <a:lnTo>
                    <a:pt x="1944" y="7104"/>
                  </a:lnTo>
                  <a:lnTo>
                    <a:pt x="1944" y="7123"/>
                  </a:lnTo>
                  <a:lnTo>
                    <a:pt x="1944" y="7142"/>
                  </a:lnTo>
                  <a:lnTo>
                    <a:pt x="1963" y="7162"/>
                  </a:lnTo>
                  <a:lnTo>
                    <a:pt x="1963" y="7181"/>
                  </a:lnTo>
                  <a:lnTo>
                    <a:pt x="1981" y="7181"/>
                  </a:lnTo>
                  <a:lnTo>
                    <a:pt x="1981" y="7200"/>
                  </a:lnTo>
                  <a:lnTo>
                    <a:pt x="1981" y="7218"/>
                  </a:lnTo>
                  <a:lnTo>
                    <a:pt x="1963" y="7238"/>
                  </a:lnTo>
                  <a:lnTo>
                    <a:pt x="1944" y="7276"/>
                  </a:lnTo>
                  <a:lnTo>
                    <a:pt x="1944" y="7295"/>
                  </a:lnTo>
                  <a:lnTo>
                    <a:pt x="1924" y="7314"/>
                  </a:lnTo>
                  <a:lnTo>
                    <a:pt x="1924" y="7333"/>
                  </a:lnTo>
                  <a:lnTo>
                    <a:pt x="1905" y="7333"/>
                  </a:lnTo>
                  <a:lnTo>
                    <a:pt x="1886" y="7333"/>
                  </a:lnTo>
                  <a:lnTo>
                    <a:pt x="1848" y="7333"/>
                  </a:lnTo>
                  <a:lnTo>
                    <a:pt x="1829" y="7333"/>
                  </a:lnTo>
                  <a:lnTo>
                    <a:pt x="1791" y="7371"/>
                  </a:lnTo>
                  <a:lnTo>
                    <a:pt x="1772" y="7371"/>
                  </a:lnTo>
                  <a:lnTo>
                    <a:pt x="1753" y="7371"/>
                  </a:lnTo>
                  <a:lnTo>
                    <a:pt x="1734" y="7352"/>
                  </a:lnTo>
                  <a:lnTo>
                    <a:pt x="1734" y="7333"/>
                  </a:lnTo>
                  <a:lnTo>
                    <a:pt x="1734" y="7314"/>
                  </a:lnTo>
                  <a:lnTo>
                    <a:pt x="1753" y="7257"/>
                  </a:lnTo>
                  <a:lnTo>
                    <a:pt x="1753" y="7238"/>
                  </a:lnTo>
                  <a:lnTo>
                    <a:pt x="1753" y="7218"/>
                  </a:lnTo>
                  <a:lnTo>
                    <a:pt x="1734" y="7218"/>
                  </a:lnTo>
                  <a:lnTo>
                    <a:pt x="1715" y="7200"/>
                  </a:lnTo>
                  <a:lnTo>
                    <a:pt x="1715" y="7181"/>
                  </a:lnTo>
                  <a:lnTo>
                    <a:pt x="1696" y="7181"/>
                  </a:lnTo>
                  <a:lnTo>
                    <a:pt x="1658" y="7162"/>
                  </a:lnTo>
                  <a:lnTo>
                    <a:pt x="1600" y="7162"/>
                  </a:lnTo>
                  <a:lnTo>
                    <a:pt x="1582" y="7162"/>
                  </a:lnTo>
                  <a:lnTo>
                    <a:pt x="1563" y="7162"/>
                  </a:lnTo>
                  <a:lnTo>
                    <a:pt x="1543" y="7142"/>
                  </a:lnTo>
                  <a:lnTo>
                    <a:pt x="1524" y="7123"/>
                  </a:lnTo>
                  <a:lnTo>
                    <a:pt x="1505" y="7123"/>
                  </a:lnTo>
                  <a:lnTo>
                    <a:pt x="1505" y="7142"/>
                  </a:lnTo>
                  <a:lnTo>
                    <a:pt x="1486" y="7162"/>
                  </a:lnTo>
                  <a:lnTo>
                    <a:pt x="1467" y="7162"/>
                  </a:lnTo>
                  <a:lnTo>
                    <a:pt x="1467" y="7181"/>
                  </a:lnTo>
                  <a:lnTo>
                    <a:pt x="1448" y="7181"/>
                  </a:lnTo>
                  <a:lnTo>
                    <a:pt x="1372" y="7200"/>
                  </a:lnTo>
                  <a:lnTo>
                    <a:pt x="1353" y="7200"/>
                  </a:lnTo>
                  <a:lnTo>
                    <a:pt x="1315" y="7238"/>
                  </a:lnTo>
                  <a:lnTo>
                    <a:pt x="1296" y="7238"/>
                  </a:lnTo>
                  <a:lnTo>
                    <a:pt x="1277" y="7218"/>
                  </a:lnTo>
                  <a:lnTo>
                    <a:pt x="1277" y="7200"/>
                  </a:lnTo>
                  <a:lnTo>
                    <a:pt x="1258" y="7162"/>
                  </a:lnTo>
                  <a:lnTo>
                    <a:pt x="1258" y="7142"/>
                  </a:lnTo>
                  <a:lnTo>
                    <a:pt x="1238" y="7123"/>
                  </a:lnTo>
                  <a:lnTo>
                    <a:pt x="1220" y="7123"/>
                  </a:lnTo>
                  <a:lnTo>
                    <a:pt x="1201" y="7123"/>
                  </a:lnTo>
                  <a:lnTo>
                    <a:pt x="1182" y="7123"/>
                  </a:lnTo>
                  <a:lnTo>
                    <a:pt x="1162" y="7123"/>
                  </a:lnTo>
                  <a:lnTo>
                    <a:pt x="1143" y="7123"/>
                  </a:lnTo>
                  <a:lnTo>
                    <a:pt x="1124" y="7123"/>
                  </a:lnTo>
                  <a:lnTo>
                    <a:pt x="1106" y="7123"/>
                  </a:lnTo>
                  <a:lnTo>
                    <a:pt x="1067" y="7104"/>
                  </a:lnTo>
                  <a:lnTo>
                    <a:pt x="1048" y="7104"/>
                  </a:lnTo>
                  <a:lnTo>
                    <a:pt x="1029" y="7104"/>
                  </a:lnTo>
                  <a:lnTo>
                    <a:pt x="1029" y="7086"/>
                  </a:lnTo>
                  <a:lnTo>
                    <a:pt x="1029" y="7066"/>
                  </a:lnTo>
                  <a:lnTo>
                    <a:pt x="1029" y="7047"/>
                  </a:lnTo>
                  <a:lnTo>
                    <a:pt x="1029" y="6990"/>
                  </a:lnTo>
                  <a:lnTo>
                    <a:pt x="1029" y="6971"/>
                  </a:lnTo>
                  <a:lnTo>
                    <a:pt x="1048" y="6971"/>
                  </a:lnTo>
                  <a:lnTo>
                    <a:pt x="1067" y="6971"/>
                  </a:lnTo>
                  <a:lnTo>
                    <a:pt x="1086" y="6971"/>
                  </a:lnTo>
                  <a:lnTo>
                    <a:pt x="1106" y="6952"/>
                  </a:lnTo>
                  <a:lnTo>
                    <a:pt x="1124" y="6895"/>
                  </a:lnTo>
                  <a:lnTo>
                    <a:pt x="1143" y="6819"/>
                  </a:lnTo>
                  <a:lnTo>
                    <a:pt x="1162" y="6800"/>
                  </a:lnTo>
                  <a:lnTo>
                    <a:pt x="1201" y="6742"/>
                  </a:lnTo>
                  <a:lnTo>
                    <a:pt x="1238" y="6705"/>
                  </a:lnTo>
                  <a:lnTo>
                    <a:pt x="1296" y="6628"/>
                  </a:lnTo>
                  <a:lnTo>
                    <a:pt x="1315" y="6609"/>
                  </a:lnTo>
                  <a:lnTo>
                    <a:pt x="1334" y="6590"/>
                  </a:lnTo>
                  <a:lnTo>
                    <a:pt x="1353" y="6571"/>
                  </a:lnTo>
                  <a:lnTo>
                    <a:pt x="1353" y="6514"/>
                  </a:lnTo>
                  <a:lnTo>
                    <a:pt x="1334" y="6495"/>
                  </a:lnTo>
                  <a:lnTo>
                    <a:pt x="1315" y="6495"/>
                  </a:lnTo>
                  <a:lnTo>
                    <a:pt x="1315" y="6476"/>
                  </a:lnTo>
                  <a:lnTo>
                    <a:pt x="1277" y="6476"/>
                  </a:lnTo>
                  <a:lnTo>
                    <a:pt x="1238" y="6495"/>
                  </a:lnTo>
                  <a:lnTo>
                    <a:pt x="1201" y="6514"/>
                  </a:lnTo>
                  <a:lnTo>
                    <a:pt x="1162" y="6533"/>
                  </a:lnTo>
                  <a:lnTo>
                    <a:pt x="1143" y="6533"/>
                  </a:lnTo>
                  <a:lnTo>
                    <a:pt x="1124" y="6552"/>
                  </a:lnTo>
                  <a:lnTo>
                    <a:pt x="1106" y="6552"/>
                  </a:lnTo>
                  <a:lnTo>
                    <a:pt x="1086" y="6533"/>
                  </a:lnTo>
                  <a:lnTo>
                    <a:pt x="1067" y="6533"/>
                  </a:lnTo>
                  <a:lnTo>
                    <a:pt x="1048" y="6552"/>
                  </a:lnTo>
                  <a:lnTo>
                    <a:pt x="1010" y="6552"/>
                  </a:lnTo>
                  <a:lnTo>
                    <a:pt x="991" y="6552"/>
                  </a:lnTo>
                  <a:lnTo>
                    <a:pt x="972" y="6571"/>
                  </a:lnTo>
                  <a:lnTo>
                    <a:pt x="934" y="6571"/>
                  </a:lnTo>
                  <a:lnTo>
                    <a:pt x="915" y="6571"/>
                  </a:lnTo>
                  <a:lnTo>
                    <a:pt x="857" y="6609"/>
                  </a:lnTo>
                  <a:lnTo>
                    <a:pt x="820" y="6609"/>
                  </a:lnTo>
                  <a:lnTo>
                    <a:pt x="801" y="6628"/>
                  </a:lnTo>
                  <a:lnTo>
                    <a:pt x="801" y="6647"/>
                  </a:lnTo>
                  <a:lnTo>
                    <a:pt x="781" y="6666"/>
                  </a:lnTo>
                  <a:lnTo>
                    <a:pt x="781" y="6705"/>
                  </a:lnTo>
                  <a:lnTo>
                    <a:pt x="781" y="6723"/>
                  </a:lnTo>
                  <a:lnTo>
                    <a:pt x="762" y="6742"/>
                  </a:lnTo>
                  <a:lnTo>
                    <a:pt x="762" y="6723"/>
                  </a:lnTo>
                  <a:lnTo>
                    <a:pt x="743" y="6723"/>
                  </a:lnTo>
                  <a:lnTo>
                    <a:pt x="743" y="6742"/>
                  </a:lnTo>
                  <a:lnTo>
                    <a:pt x="743" y="6761"/>
                  </a:lnTo>
                  <a:lnTo>
                    <a:pt x="725" y="6761"/>
                  </a:lnTo>
                  <a:lnTo>
                    <a:pt x="725" y="6781"/>
                  </a:lnTo>
                  <a:lnTo>
                    <a:pt x="667" y="6819"/>
                  </a:lnTo>
                  <a:lnTo>
                    <a:pt x="591" y="6857"/>
                  </a:lnTo>
                  <a:lnTo>
                    <a:pt x="572" y="6857"/>
                  </a:lnTo>
                  <a:lnTo>
                    <a:pt x="572" y="6876"/>
                  </a:lnTo>
                  <a:lnTo>
                    <a:pt x="553" y="6914"/>
                  </a:lnTo>
                  <a:lnTo>
                    <a:pt x="534" y="6895"/>
                  </a:lnTo>
                  <a:lnTo>
                    <a:pt x="534" y="6876"/>
                  </a:lnTo>
                  <a:lnTo>
                    <a:pt x="515" y="6876"/>
                  </a:lnTo>
                  <a:lnTo>
                    <a:pt x="496" y="6895"/>
                  </a:lnTo>
                  <a:lnTo>
                    <a:pt x="476" y="6933"/>
                  </a:lnTo>
                  <a:lnTo>
                    <a:pt x="458" y="6952"/>
                  </a:lnTo>
                  <a:lnTo>
                    <a:pt x="344" y="6914"/>
                  </a:lnTo>
                  <a:lnTo>
                    <a:pt x="324" y="6933"/>
                  </a:lnTo>
                  <a:lnTo>
                    <a:pt x="305" y="6933"/>
                  </a:lnTo>
                  <a:lnTo>
                    <a:pt x="286" y="6914"/>
                  </a:lnTo>
                  <a:lnTo>
                    <a:pt x="172" y="6857"/>
                  </a:lnTo>
                  <a:lnTo>
                    <a:pt x="153" y="6837"/>
                  </a:lnTo>
                  <a:lnTo>
                    <a:pt x="134" y="6837"/>
                  </a:lnTo>
                  <a:lnTo>
                    <a:pt x="115" y="6819"/>
                  </a:lnTo>
                  <a:lnTo>
                    <a:pt x="115" y="6800"/>
                  </a:lnTo>
                  <a:lnTo>
                    <a:pt x="115" y="6781"/>
                  </a:lnTo>
                  <a:lnTo>
                    <a:pt x="96" y="6781"/>
                  </a:lnTo>
                  <a:lnTo>
                    <a:pt x="96" y="6800"/>
                  </a:lnTo>
                  <a:lnTo>
                    <a:pt x="77" y="6819"/>
                  </a:lnTo>
                  <a:lnTo>
                    <a:pt x="58" y="6837"/>
                  </a:lnTo>
                  <a:lnTo>
                    <a:pt x="39" y="6837"/>
                  </a:lnTo>
                  <a:lnTo>
                    <a:pt x="19" y="6837"/>
                  </a:lnTo>
                  <a:lnTo>
                    <a:pt x="0" y="6837"/>
                  </a:lnTo>
                  <a:lnTo>
                    <a:pt x="0" y="6819"/>
                  </a:lnTo>
                  <a:lnTo>
                    <a:pt x="19" y="6819"/>
                  </a:lnTo>
                  <a:lnTo>
                    <a:pt x="19" y="6800"/>
                  </a:lnTo>
                  <a:lnTo>
                    <a:pt x="19" y="6781"/>
                  </a:lnTo>
                  <a:lnTo>
                    <a:pt x="39" y="6742"/>
                  </a:lnTo>
                  <a:lnTo>
                    <a:pt x="19" y="6723"/>
                  </a:lnTo>
                  <a:lnTo>
                    <a:pt x="39" y="6723"/>
                  </a:lnTo>
                  <a:lnTo>
                    <a:pt x="39" y="6705"/>
                  </a:lnTo>
                  <a:lnTo>
                    <a:pt x="58" y="6685"/>
                  </a:lnTo>
                  <a:lnTo>
                    <a:pt x="58" y="6666"/>
                  </a:lnTo>
                  <a:lnTo>
                    <a:pt x="77" y="6647"/>
                  </a:lnTo>
                  <a:lnTo>
                    <a:pt x="96" y="6628"/>
                  </a:lnTo>
                  <a:lnTo>
                    <a:pt x="115" y="6609"/>
                  </a:lnTo>
                  <a:lnTo>
                    <a:pt x="115" y="6590"/>
                  </a:lnTo>
                  <a:lnTo>
                    <a:pt x="115" y="6571"/>
                  </a:lnTo>
                  <a:lnTo>
                    <a:pt x="134" y="6571"/>
                  </a:lnTo>
                  <a:lnTo>
                    <a:pt x="153" y="6533"/>
                  </a:lnTo>
                  <a:lnTo>
                    <a:pt x="172" y="6533"/>
                  </a:lnTo>
                  <a:lnTo>
                    <a:pt x="172" y="6514"/>
                  </a:lnTo>
                  <a:lnTo>
                    <a:pt x="191" y="6514"/>
                  </a:lnTo>
                  <a:lnTo>
                    <a:pt x="210" y="6533"/>
                  </a:lnTo>
                  <a:lnTo>
                    <a:pt x="229" y="6533"/>
                  </a:lnTo>
                  <a:lnTo>
                    <a:pt x="229" y="6552"/>
                  </a:lnTo>
                  <a:lnTo>
                    <a:pt x="248" y="6552"/>
                  </a:lnTo>
                  <a:lnTo>
                    <a:pt x="267" y="6552"/>
                  </a:lnTo>
                  <a:lnTo>
                    <a:pt x="305" y="6533"/>
                  </a:lnTo>
                  <a:lnTo>
                    <a:pt x="305" y="6514"/>
                  </a:lnTo>
                  <a:lnTo>
                    <a:pt x="324" y="6514"/>
                  </a:lnTo>
                  <a:lnTo>
                    <a:pt x="324" y="6495"/>
                  </a:lnTo>
                  <a:lnTo>
                    <a:pt x="324" y="6476"/>
                  </a:lnTo>
                  <a:lnTo>
                    <a:pt x="344" y="6476"/>
                  </a:lnTo>
                  <a:lnTo>
                    <a:pt x="439" y="6361"/>
                  </a:lnTo>
                  <a:lnTo>
                    <a:pt x="458" y="6342"/>
                  </a:lnTo>
                  <a:lnTo>
                    <a:pt x="458" y="6304"/>
                  </a:lnTo>
                  <a:lnTo>
                    <a:pt x="458" y="6285"/>
                  </a:lnTo>
                  <a:lnTo>
                    <a:pt x="476" y="6266"/>
                  </a:lnTo>
                  <a:lnTo>
                    <a:pt x="496" y="6228"/>
                  </a:lnTo>
                  <a:lnTo>
                    <a:pt x="515" y="6228"/>
                  </a:lnTo>
                  <a:lnTo>
                    <a:pt x="496" y="6190"/>
                  </a:lnTo>
                  <a:lnTo>
                    <a:pt x="496" y="6171"/>
                  </a:lnTo>
                  <a:lnTo>
                    <a:pt x="534" y="6095"/>
                  </a:lnTo>
                  <a:lnTo>
                    <a:pt x="553" y="6076"/>
                  </a:lnTo>
                  <a:lnTo>
                    <a:pt x="572" y="6076"/>
                  </a:lnTo>
                  <a:lnTo>
                    <a:pt x="572" y="6057"/>
                  </a:lnTo>
                  <a:lnTo>
                    <a:pt x="648" y="5962"/>
                  </a:lnTo>
                  <a:lnTo>
                    <a:pt x="762" y="5733"/>
                  </a:lnTo>
                  <a:lnTo>
                    <a:pt x="839" y="5581"/>
                  </a:lnTo>
                  <a:lnTo>
                    <a:pt x="953" y="5485"/>
                  </a:lnTo>
                  <a:lnTo>
                    <a:pt x="972" y="5466"/>
                  </a:lnTo>
                  <a:lnTo>
                    <a:pt x="1010" y="5447"/>
                  </a:lnTo>
                  <a:lnTo>
                    <a:pt x="1296" y="5352"/>
                  </a:lnTo>
                  <a:close/>
                  <a:moveTo>
                    <a:pt x="5810" y="4438"/>
                  </a:moveTo>
                  <a:lnTo>
                    <a:pt x="5830" y="4419"/>
                  </a:lnTo>
                  <a:lnTo>
                    <a:pt x="5830" y="4438"/>
                  </a:lnTo>
                  <a:lnTo>
                    <a:pt x="5810" y="4457"/>
                  </a:lnTo>
                  <a:lnTo>
                    <a:pt x="5791" y="4457"/>
                  </a:lnTo>
                  <a:lnTo>
                    <a:pt x="5772" y="4475"/>
                  </a:lnTo>
                  <a:lnTo>
                    <a:pt x="5753" y="4475"/>
                  </a:lnTo>
                  <a:lnTo>
                    <a:pt x="5753" y="4457"/>
                  </a:lnTo>
                  <a:lnTo>
                    <a:pt x="5772" y="4457"/>
                  </a:lnTo>
                  <a:lnTo>
                    <a:pt x="5772" y="4438"/>
                  </a:lnTo>
                  <a:lnTo>
                    <a:pt x="5791" y="4438"/>
                  </a:lnTo>
                  <a:lnTo>
                    <a:pt x="5810" y="4438"/>
                  </a:lnTo>
                  <a:close/>
                  <a:moveTo>
                    <a:pt x="8610" y="19"/>
                  </a:moveTo>
                  <a:lnTo>
                    <a:pt x="8629" y="0"/>
                  </a:lnTo>
                  <a:lnTo>
                    <a:pt x="8668" y="19"/>
                  </a:lnTo>
                  <a:lnTo>
                    <a:pt x="8668" y="37"/>
                  </a:lnTo>
                  <a:lnTo>
                    <a:pt x="8668" y="56"/>
                  </a:lnTo>
                  <a:lnTo>
                    <a:pt x="8649" y="56"/>
                  </a:lnTo>
                  <a:lnTo>
                    <a:pt x="8629" y="56"/>
                  </a:lnTo>
                  <a:lnTo>
                    <a:pt x="8610" y="56"/>
                  </a:lnTo>
                  <a:lnTo>
                    <a:pt x="8591" y="56"/>
                  </a:lnTo>
                  <a:lnTo>
                    <a:pt x="8591" y="37"/>
                  </a:lnTo>
                  <a:lnTo>
                    <a:pt x="8591" y="19"/>
                  </a:lnTo>
                  <a:lnTo>
                    <a:pt x="8610" y="19"/>
                  </a:lnTo>
                  <a:close/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B95C7A2C-29DF-B9C7-B5D1-85971DF2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6350" y="2544763"/>
              <a:ext cx="665163" cy="384175"/>
            </a:xfrm>
            <a:custGeom>
              <a:avLst/>
              <a:gdLst>
                <a:gd name="T0" fmla="*/ 2147483646 w 3696"/>
                <a:gd name="T1" fmla="*/ 2147483646 h 2134"/>
                <a:gd name="T2" fmla="*/ 2147483646 w 3696"/>
                <a:gd name="T3" fmla="*/ 2147483646 h 2134"/>
                <a:gd name="T4" fmla="*/ 2147483646 w 3696"/>
                <a:gd name="T5" fmla="*/ 2147483646 h 2134"/>
                <a:gd name="T6" fmla="*/ 2147483646 w 3696"/>
                <a:gd name="T7" fmla="*/ 2147483646 h 2134"/>
                <a:gd name="T8" fmla="*/ 2147483646 w 3696"/>
                <a:gd name="T9" fmla="*/ 2147483646 h 2134"/>
                <a:gd name="T10" fmla="*/ 2147483646 w 3696"/>
                <a:gd name="T11" fmla="*/ 2147483646 h 2134"/>
                <a:gd name="T12" fmla="*/ 2147483646 w 3696"/>
                <a:gd name="T13" fmla="*/ 2147483646 h 2134"/>
                <a:gd name="T14" fmla="*/ 2147483646 w 3696"/>
                <a:gd name="T15" fmla="*/ 2147483646 h 2134"/>
                <a:gd name="T16" fmla="*/ 2147483646 w 3696"/>
                <a:gd name="T17" fmla="*/ 2147483646 h 2134"/>
                <a:gd name="T18" fmla="*/ 2147483646 w 3696"/>
                <a:gd name="T19" fmla="*/ 2147483646 h 2134"/>
                <a:gd name="T20" fmla="*/ 2147483646 w 3696"/>
                <a:gd name="T21" fmla="*/ 2147483646 h 2134"/>
                <a:gd name="T22" fmla="*/ 2147483646 w 3696"/>
                <a:gd name="T23" fmla="*/ 2147483646 h 2134"/>
                <a:gd name="T24" fmla="*/ 2147483646 w 3696"/>
                <a:gd name="T25" fmla="*/ 2147483646 h 2134"/>
                <a:gd name="T26" fmla="*/ 2147483646 w 3696"/>
                <a:gd name="T27" fmla="*/ 2147483646 h 2134"/>
                <a:gd name="T28" fmla="*/ 2147483646 w 3696"/>
                <a:gd name="T29" fmla="*/ 2147483646 h 2134"/>
                <a:gd name="T30" fmla="*/ 2147483646 w 3696"/>
                <a:gd name="T31" fmla="*/ 2147483646 h 2134"/>
                <a:gd name="T32" fmla="*/ 2147483646 w 3696"/>
                <a:gd name="T33" fmla="*/ 2147483646 h 2134"/>
                <a:gd name="T34" fmla="*/ 2147483646 w 3696"/>
                <a:gd name="T35" fmla="*/ 2147483646 h 2134"/>
                <a:gd name="T36" fmla="*/ 2147483646 w 3696"/>
                <a:gd name="T37" fmla="*/ 2147483646 h 2134"/>
                <a:gd name="T38" fmla="*/ 2147483646 w 3696"/>
                <a:gd name="T39" fmla="*/ 2147483646 h 2134"/>
                <a:gd name="T40" fmla="*/ 2147483646 w 3696"/>
                <a:gd name="T41" fmla="*/ 2147483646 h 2134"/>
                <a:gd name="T42" fmla="*/ 2147483646 w 3696"/>
                <a:gd name="T43" fmla="*/ 2147483646 h 2134"/>
                <a:gd name="T44" fmla="*/ 2147483646 w 3696"/>
                <a:gd name="T45" fmla="*/ 2147483646 h 2134"/>
                <a:gd name="T46" fmla="*/ 2147483646 w 3696"/>
                <a:gd name="T47" fmla="*/ 2147483646 h 2134"/>
                <a:gd name="T48" fmla="*/ 2147483646 w 3696"/>
                <a:gd name="T49" fmla="*/ 2147483646 h 2134"/>
                <a:gd name="T50" fmla="*/ 2147483646 w 3696"/>
                <a:gd name="T51" fmla="*/ 2147483646 h 2134"/>
                <a:gd name="T52" fmla="*/ 2147483646 w 3696"/>
                <a:gd name="T53" fmla="*/ 2147483646 h 2134"/>
                <a:gd name="T54" fmla="*/ 2147483646 w 3696"/>
                <a:gd name="T55" fmla="*/ 2147483646 h 2134"/>
                <a:gd name="T56" fmla="*/ 2147483646 w 3696"/>
                <a:gd name="T57" fmla="*/ 2147483646 h 2134"/>
                <a:gd name="T58" fmla="*/ 2147483646 w 3696"/>
                <a:gd name="T59" fmla="*/ 2147483646 h 2134"/>
                <a:gd name="T60" fmla="*/ 2147483646 w 3696"/>
                <a:gd name="T61" fmla="*/ 2147483646 h 2134"/>
                <a:gd name="T62" fmla="*/ 2147483646 w 3696"/>
                <a:gd name="T63" fmla="*/ 2147483646 h 2134"/>
                <a:gd name="T64" fmla="*/ 2147483646 w 3696"/>
                <a:gd name="T65" fmla="*/ 2147483646 h 2134"/>
                <a:gd name="T66" fmla="*/ 2147483646 w 3696"/>
                <a:gd name="T67" fmla="*/ 2147483646 h 2134"/>
                <a:gd name="T68" fmla="*/ 2147483646 w 3696"/>
                <a:gd name="T69" fmla="*/ 2147483646 h 2134"/>
                <a:gd name="T70" fmla="*/ 2147483646 w 3696"/>
                <a:gd name="T71" fmla="*/ 2147483646 h 2134"/>
                <a:gd name="T72" fmla="*/ 2147483646 w 3696"/>
                <a:gd name="T73" fmla="*/ 2147483646 h 2134"/>
                <a:gd name="T74" fmla="*/ 2147483646 w 3696"/>
                <a:gd name="T75" fmla="*/ 2147483646 h 2134"/>
                <a:gd name="T76" fmla="*/ 2147483646 w 3696"/>
                <a:gd name="T77" fmla="*/ 2147483646 h 2134"/>
                <a:gd name="T78" fmla="*/ 2147483646 w 3696"/>
                <a:gd name="T79" fmla="*/ 2147483646 h 2134"/>
                <a:gd name="T80" fmla="*/ 2147483646 w 3696"/>
                <a:gd name="T81" fmla="*/ 2147483646 h 2134"/>
                <a:gd name="T82" fmla="*/ 2147483646 w 3696"/>
                <a:gd name="T83" fmla="*/ 2147483646 h 2134"/>
                <a:gd name="T84" fmla="*/ 0 w 3696"/>
                <a:gd name="T85" fmla="*/ 2147483646 h 2134"/>
                <a:gd name="T86" fmla="*/ 2147483646 w 3696"/>
                <a:gd name="T87" fmla="*/ 2147483646 h 2134"/>
                <a:gd name="T88" fmla="*/ 2147483646 w 3696"/>
                <a:gd name="T89" fmla="*/ 2147483646 h 2134"/>
                <a:gd name="T90" fmla="*/ 2147483646 w 3696"/>
                <a:gd name="T91" fmla="*/ 2147483646 h 2134"/>
                <a:gd name="T92" fmla="*/ 2147483646 w 3696"/>
                <a:gd name="T93" fmla="*/ 2147483646 h 2134"/>
                <a:gd name="T94" fmla="*/ 2147483646 w 3696"/>
                <a:gd name="T95" fmla="*/ 2147483646 h 2134"/>
                <a:gd name="T96" fmla="*/ 2147483646 w 3696"/>
                <a:gd name="T97" fmla="*/ 2147483646 h 2134"/>
                <a:gd name="T98" fmla="*/ 2147483646 w 3696"/>
                <a:gd name="T99" fmla="*/ 2147483646 h 2134"/>
                <a:gd name="T100" fmla="*/ 2147483646 w 3696"/>
                <a:gd name="T101" fmla="*/ 2147483646 h 2134"/>
                <a:gd name="T102" fmla="*/ 2147483646 w 3696"/>
                <a:gd name="T103" fmla="*/ 2147483646 h 2134"/>
                <a:gd name="T104" fmla="*/ 2147483646 w 3696"/>
                <a:gd name="T105" fmla="*/ 2147483646 h 2134"/>
                <a:gd name="T106" fmla="*/ 2147483646 w 3696"/>
                <a:gd name="T107" fmla="*/ 2147483646 h 2134"/>
                <a:gd name="T108" fmla="*/ 2147483646 w 3696"/>
                <a:gd name="T109" fmla="*/ 2147483646 h 2134"/>
                <a:gd name="T110" fmla="*/ 2147483646 w 3696"/>
                <a:gd name="T111" fmla="*/ 2147483646 h 2134"/>
                <a:gd name="T112" fmla="*/ 2147483646 w 3696"/>
                <a:gd name="T113" fmla="*/ 2147483646 h 2134"/>
                <a:gd name="T114" fmla="*/ 2147483646 w 3696"/>
                <a:gd name="T115" fmla="*/ 2147483646 h 2134"/>
                <a:gd name="T116" fmla="*/ 2147483646 w 3696"/>
                <a:gd name="T117" fmla="*/ 2147483646 h 2134"/>
                <a:gd name="T118" fmla="*/ 2147483646 w 3696"/>
                <a:gd name="T119" fmla="*/ 2147483646 h 2134"/>
                <a:gd name="T120" fmla="*/ 2147483646 w 3696"/>
                <a:gd name="T121" fmla="*/ 2147483646 h 2134"/>
                <a:gd name="T122" fmla="*/ 2147483646 w 3696"/>
                <a:gd name="T123" fmla="*/ 2147483646 h 213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696" h="2134">
                  <a:moveTo>
                    <a:pt x="3524" y="457"/>
                  </a:moveTo>
                  <a:lnTo>
                    <a:pt x="3543" y="495"/>
                  </a:lnTo>
                  <a:lnTo>
                    <a:pt x="3543" y="533"/>
                  </a:lnTo>
                  <a:lnTo>
                    <a:pt x="3524" y="571"/>
                  </a:lnTo>
                  <a:lnTo>
                    <a:pt x="3524" y="590"/>
                  </a:lnTo>
                  <a:lnTo>
                    <a:pt x="3543" y="590"/>
                  </a:lnTo>
                  <a:lnTo>
                    <a:pt x="3543" y="610"/>
                  </a:lnTo>
                  <a:lnTo>
                    <a:pt x="3543" y="628"/>
                  </a:lnTo>
                  <a:lnTo>
                    <a:pt x="3562" y="647"/>
                  </a:lnTo>
                  <a:lnTo>
                    <a:pt x="3562" y="666"/>
                  </a:lnTo>
                  <a:lnTo>
                    <a:pt x="3543" y="686"/>
                  </a:lnTo>
                  <a:lnTo>
                    <a:pt x="3543" y="705"/>
                  </a:lnTo>
                  <a:lnTo>
                    <a:pt x="3562" y="724"/>
                  </a:lnTo>
                  <a:lnTo>
                    <a:pt x="3582" y="800"/>
                  </a:lnTo>
                  <a:lnTo>
                    <a:pt x="3582" y="819"/>
                  </a:lnTo>
                  <a:lnTo>
                    <a:pt x="3600" y="819"/>
                  </a:lnTo>
                  <a:lnTo>
                    <a:pt x="3619" y="838"/>
                  </a:lnTo>
                  <a:lnTo>
                    <a:pt x="3619" y="895"/>
                  </a:lnTo>
                  <a:lnTo>
                    <a:pt x="3619" y="914"/>
                  </a:lnTo>
                  <a:lnTo>
                    <a:pt x="3600" y="914"/>
                  </a:lnTo>
                  <a:lnTo>
                    <a:pt x="3600" y="933"/>
                  </a:lnTo>
                  <a:lnTo>
                    <a:pt x="3619" y="952"/>
                  </a:lnTo>
                  <a:lnTo>
                    <a:pt x="3600" y="971"/>
                  </a:lnTo>
                  <a:lnTo>
                    <a:pt x="3600" y="1009"/>
                  </a:lnTo>
                  <a:lnTo>
                    <a:pt x="3582" y="1009"/>
                  </a:lnTo>
                  <a:lnTo>
                    <a:pt x="3562" y="1009"/>
                  </a:lnTo>
                  <a:lnTo>
                    <a:pt x="3582" y="1009"/>
                  </a:lnTo>
                  <a:lnTo>
                    <a:pt x="3582" y="1028"/>
                  </a:lnTo>
                  <a:lnTo>
                    <a:pt x="3582" y="1047"/>
                  </a:lnTo>
                  <a:lnTo>
                    <a:pt x="3600" y="1028"/>
                  </a:lnTo>
                  <a:lnTo>
                    <a:pt x="3619" y="1009"/>
                  </a:lnTo>
                  <a:lnTo>
                    <a:pt x="3619" y="990"/>
                  </a:lnTo>
                  <a:lnTo>
                    <a:pt x="3638" y="971"/>
                  </a:lnTo>
                  <a:lnTo>
                    <a:pt x="3638" y="952"/>
                  </a:lnTo>
                  <a:lnTo>
                    <a:pt x="3658" y="914"/>
                  </a:lnTo>
                  <a:lnTo>
                    <a:pt x="3638" y="895"/>
                  </a:lnTo>
                  <a:lnTo>
                    <a:pt x="3658" y="914"/>
                  </a:lnTo>
                  <a:lnTo>
                    <a:pt x="3658" y="933"/>
                  </a:lnTo>
                  <a:lnTo>
                    <a:pt x="3658" y="971"/>
                  </a:lnTo>
                  <a:lnTo>
                    <a:pt x="3658" y="1009"/>
                  </a:lnTo>
                  <a:lnTo>
                    <a:pt x="3658" y="1047"/>
                  </a:lnTo>
                  <a:lnTo>
                    <a:pt x="3658" y="1067"/>
                  </a:lnTo>
                  <a:lnTo>
                    <a:pt x="3677" y="1067"/>
                  </a:lnTo>
                  <a:lnTo>
                    <a:pt x="3695" y="1086"/>
                  </a:lnTo>
                  <a:lnTo>
                    <a:pt x="3695" y="1104"/>
                  </a:lnTo>
                  <a:lnTo>
                    <a:pt x="3677" y="1123"/>
                  </a:lnTo>
                  <a:lnTo>
                    <a:pt x="3677" y="1143"/>
                  </a:lnTo>
                  <a:lnTo>
                    <a:pt x="3677" y="1276"/>
                  </a:lnTo>
                  <a:lnTo>
                    <a:pt x="3677" y="1352"/>
                  </a:lnTo>
                  <a:lnTo>
                    <a:pt x="3677" y="1371"/>
                  </a:lnTo>
                  <a:lnTo>
                    <a:pt x="3677" y="1409"/>
                  </a:lnTo>
                  <a:lnTo>
                    <a:pt x="3677" y="1428"/>
                  </a:lnTo>
                  <a:lnTo>
                    <a:pt x="3658" y="1448"/>
                  </a:lnTo>
                  <a:lnTo>
                    <a:pt x="3658" y="1428"/>
                  </a:lnTo>
                  <a:lnTo>
                    <a:pt x="3638" y="1428"/>
                  </a:lnTo>
                  <a:lnTo>
                    <a:pt x="3600" y="1428"/>
                  </a:lnTo>
                  <a:lnTo>
                    <a:pt x="3562" y="1428"/>
                  </a:lnTo>
                  <a:lnTo>
                    <a:pt x="3524" y="1409"/>
                  </a:lnTo>
                  <a:lnTo>
                    <a:pt x="3505" y="1409"/>
                  </a:lnTo>
                  <a:lnTo>
                    <a:pt x="3505" y="1390"/>
                  </a:lnTo>
                  <a:lnTo>
                    <a:pt x="3505" y="1371"/>
                  </a:lnTo>
                  <a:lnTo>
                    <a:pt x="3448" y="1333"/>
                  </a:lnTo>
                  <a:lnTo>
                    <a:pt x="3429" y="1314"/>
                  </a:lnTo>
                  <a:lnTo>
                    <a:pt x="3410" y="1295"/>
                  </a:lnTo>
                  <a:lnTo>
                    <a:pt x="3391" y="1295"/>
                  </a:lnTo>
                  <a:lnTo>
                    <a:pt x="3372" y="1295"/>
                  </a:lnTo>
                  <a:lnTo>
                    <a:pt x="3353" y="1314"/>
                  </a:lnTo>
                  <a:lnTo>
                    <a:pt x="3277" y="1295"/>
                  </a:lnTo>
                  <a:lnTo>
                    <a:pt x="3257" y="1276"/>
                  </a:lnTo>
                  <a:lnTo>
                    <a:pt x="3238" y="1276"/>
                  </a:lnTo>
                  <a:lnTo>
                    <a:pt x="3219" y="1295"/>
                  </a:lnTo>
                  <a:lnTo>
                    <a:pt x="3201" y="1295"/>
                  </a:lnTo>
                  <a:lnTo>
                    <a:pt x="3181" y="1333"/>
                  </a:lnTo>
                  <a:lnTo>
                    <a:pt x="3162" y="1352"/>
                  </a:lnTo>
                  <a:lnTo>
                    <a:pt x="3143" y="1352"/>
                  </a:lnTo>
                  <a:lnTo>
                    <a:pt x="3143" y="1371"/>
                  </a:lnTo>
                  <a:lnTo>
                    <a:pt x="3124" y="1371"/>
                  </a:lnTo>
                  <a:lnTo>
                    <a:pt x="3105" y="1352"/>
                  </a:lnTo>
                  <a:lnTo>
                    <a:pt x="3048" y="1352"/>
                  </a:lnTo>
                  <a:lnTo>
                    <a:pt x="3029" y="1352"/>
                  </a:lnTo>
                  <a:lnTo>
                    <a:pt x="3029" y="1371"/>
                  </a:lnTo>
                  <a:lnTo>
                    <a:pt x="3010" y="1371"/>
                  </a:lnTo>
                  <a:lnTo>
                    <a:pt x="3010" y="1428"/>
                  </a:lnTo>
                  <a:lnTo>
                    <a:pt x="2991" y="1524"/>
                  </a:lnTo>
                  <a:lnTo>
                    <a:pt x="2972" y="1543"/>
                  </a:lnTo>
                  <a:lnTo>
                    <a:pt x="2915" y="1562"/>
                  </a:lnTo>
                  <a:lnTo>
                    <a:pt x="2876" y="1581"/>
                  </a:lnTo>
                  <a:lnTo>
                    <a:pt x="2876" y="1600"/>
                  </a:lnTo>
                  <a:lnTo>
                    <a:pt x="2857" y="1600"/>
                  </a:lnTo>
                  <a:lnTo>
                    <a:pt x="2838" y="1600"/>
                  </a:lnTo>
                  <a:lnTo>
                    <a:pt x="2838" y="1581"/>
                  </a:lnTo>
                  <a:lnTo>
                    <a:pt x="2838" y="1600"/>
                  </a:lnTo>
                  <a:lnTo>
                    <a:pt x="2743" y="1619"/>
                  </a:lnTo>
                  <a:lnTo>
                    <a:pt x="2724" y="1619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38"/>
                  </a:lnTo>
                  <a:lnTo>
                    <a:pt x="2686" y="1619"/>
                  </a:lnTo>
                  <a:lnTo>
                    <a:pt x="2667" y="1619"/>
                  </a:lnTo>
                  <a:lnTo>
                    <a:pt x="2648" y="1619"/>
                  </a:lnTo>
                  <a:lnTo>
                    <a:pt x="2648" y="1638"/>
                  </a:lnTo>
                  <a:lnTo>
                    <a:pt x="2667" y="1638"/>
                  </a:lnTo>
                  <a:lnTo>
                    <a:pt x="2667" y="1657"/>
                  </a:lnTo>
                  <a:lnTo>
                    <a:pt x="2686" y="1657"/>
                  </a:lnTo>
                  <a:lnTo>
                    <a:pt x="2686" y="1676"/>
                  </a:lnTo>
                  <a:lnTo>
                    <a:pt x="2686" y="1695"/>
                  </a:lnTo>
                  <a:lnTo>
                    <a:pt x="2667" y="1695"/>
                  </a:lnTo>
                  <a:lnTo>
                    <a:pt x="2648" y="1676"/>
                  </a:lnTo>
                  <a:lnTo>
                    <a:pt x="2629" y="1695"/>
                  </a:lnTo>
                  <a:lnTo>
                    <a:pt x="2629" y="1714"/>
                  </a:lnTo>
                  <a:lnTo>
                    <a:pt x="2610" y="1695"/>
                  </a:lnTo>
                  <a:lnTo>
                    <a:pt x="2591" y="1695"/>
                  </a:lnTo>
                  <a:lnTo>
                    <a:pt x="2553" y="1695"/>
                  </a:lnTo>
                  <a:lnTo>
                    <a:pt x="2515" y="1714"/>
                  </a:lnTo>
                  <a:lnTo>
                    <a:pt x="2495" y="1714"/>
                  </a:lnTo>
                  <a:lnTo>
                    <a:pt x="2495" y="1695"/>
                  </a:lnTo>
                  <a:lnTo>
                    <a:pt x="2495" y="1676"/>
                  </a:lnTo>
                  <a:lnTo>
                    <a:pt x="2495" y="1657"/>
                  </a:lnTo>
                  <a:lnTo>
                    <a:pt x="2476" y="1657"/>
                  </a:lnTo>
                  <a:lnTo>
                    <a:pt x="2458" y="1657"/>
                  </a:lnTo>
                  <a:lnTo>
                    <a:pt x="2439" y="1657"/>
                  </a:lnTo>
                  <a:lnTo>
                    <a:pt x="2419" y="1695"/>
                  </a:lnTo>
                  <a:lnTo>
                    <a:pt x="2400" y="1695"/>
                  </a:lnTo>
                  <a:lnTo>
                    <a:pt x="2381" y="1695"/>
                  </a:lnTo>
                  <a:lnTo>
                    <a:pt x="2362" y="1695"/>
                  </a:lnTo>
                  <a:lnTo>
                    <a:pt x="2362" y="1676"/>
                  </a:lnTo>
                  <a:lnTo>
                    <a:pt x="2362" y="1657"/>
                  </a:lnTo>
                  <a:lnTo>
                    <a:pt x="2324" y="1695"/>
                  </a:lnTo>
                  <a:lnTo>
                    <a:pt x="2305" y="1695"/>
                  </a:lnTo>
                  <a:lnTo>
                    <a:pt x="2286" y="1695"/>
                  </a:lnTo>
                  <a:lnTo>
                    <a:pt x="2267" y="1695"/>
                  </a:lnTo>
                  <a:lnTo>
                    <a:pt x="2248" y="1695"/>
                  </a:lnTo>
                  <a:lnTo>
                    <a:pt x="2191" y="1695"/>
                  </a:lnTo>
                  <a:lnTo>
                    <a:pt x="2172" y="1695"/>
                  </a:lnTo>
                  <a:lnTo>
                    <a:pt x="2172" y="1714"/>
                  </a:lnTo>
                  <a:lnTo>
                    <a:pt x="2172" y="1733"/>
                  </a:lnTo>
                  <a:lnTo>
                    <a:pt x="2172" y="1752"/>
                  </a:lnTo>
                  <a:lnTo>
                    <a:pt x="2172" y="1771"/>
                  </a:lnTo>
                  <a:lnTo>
                    <a:pt x="2134" y="1790"/>
                  </a:lnTo>
                  <a:lnTo>
                    <a:pt x="2114" y="1790"/>
                  </a:lnTo>
                  <a:lnTo>
                    <a:pt x="2095" y="1790"/>
                  </a:lnTo>
                  <a:lnTo>
                    <a:pt x="2058" y="1790"/>
                  </a:lnTo>
                  <a:lnTo>
                    <a:pt x="2038" y="1790"/>
                  </a:lnTo>
                  <a:lnTo>
                    <a:pt x="2019" y="1809"/>
                  </a:lnTo>
                  <a:lnTo>
                    <a:pt x="2019" y="1829"/>
                  </a:lnTo>
                  <a:lnTo>
                    <a:pt x="2000" y="1829"/>
                  </a:lnTo>
                  <a:lnTo>
                    <a:pt x="1981" y="1829"/>
                  </a:lnTo>
                  <a:lnTo>
                    <a:pt x="1943" y="1866"/>
                  </a:lnTo>
                  <a:lnTo>
                    <a:pt x="1943" y="1885"/>
                  </a:lnTo>
                  <a:lnTo>
                    <a:pt x="1962" y="1905"/>
                  </a:lnTo>
                  <a:lnTo>
                    <a:pt x="1962" y="1924"/>
                  </a:lnTo>
                  <a:lnTo>
                    <a:pt x="1981" y="1943"/>
                  </a:lnTo>
                  <a:lnTo>
                    <a:pt x="1962" y="1961"/>
                  </a:lnTo>
                  <a:lnTo>
                    <a:pt x="1943" y="1981"/>
                  </a:lnTo>
                  <a:lnTo>
                    <a:pt x="1924" y="1981"/>
                  </a:lnTo>
                  <a:lnTo>
                    <a:pt x="1905" y="2000"/>
                  </a:lnTo>
                  <a:lnTo>
                    <a:pt x="1886" y="2019"/>
                  </a:lnTo>
                  <a:lnTo>
                    <a:pt x="1886" y="2038"/>
                  </a:lnTo>
                  <a:lnTo>
                    <a:pt x="1848" y="2076"/>
                  </a:lnTo>
                  <a:lnTo>
                    <a:pt x="1829" y="2076"/>
                  </a:lnTo>
                  <a:lnTo>
                    <a:pt x="1772" y="2076"/>
                  </a:lnTo>
                  <a:lnTo>
                    <a:pt x="1753" y="2095"/>
                  </a:lnTo>
                  <a:lnTo>
                    <a:pt x="1733" y="2095"/>
                  </a:lnTo>
                  <a:lnTo>
                    <a:pt x="1696" y="2133"/>
                  </a:lnTo>
                  <a:lnTo>
                    <a:pt x="1677" y="2133"/>
                  </a:lnTo>
                  <a:lnTo>
                    <a:pt x="1657" y="2133"/>
                  </a:lnTo>
                  <a:lnTo>
                    <a:pt x="1619" y="2114"/>
                  </a:lnTo>
                  <a:lnTo>
                    <a:pt x="1600" y="2095"/>
                  </a:lnTo>
                  <a:lnTo>
                    <a:pt x="1581" y="2095"/>
                  </a:lnTo>
                  <a:lnTo>
                    <a:pt x="1562" y="2095"/>
                  </a:lnTo>
                  <a:lnTo>
                    <a:pt x="1562" y="2076"/>
                  </a:lnTo>
                  <a:lnTo>
                    <a:pt x="1543" y="2076"/>
                  </a:lnTo>
                  <a:lnTo>
                    <a:pt x="1524" y="2038"/>
                  </a:lnTo>
                  <a:lnTo>
                    <a:pt x="1505" y="2038"/>
                  </a:lnTo>
                  <a:lnTo>
                    <a:pt x="1505" y="2019"/>
                  </a:lnTo>
                  <a:lnTo>
                    <a:pt x="1505" y="1981"/>
                  </a:lnTo>
                  <a:lnTo>
                    <a:pt x="1505" y="1961"/>
                  </a:lnTo>
                  <a:lnTo>
                    <a:pt x="1486" y="1943"/>
                  </a:lnTo>
                  <a:lnTo>
                    <a:pt x="1486" y="1924"/>
                  </a:lnTo>
                  <a:lnTo>
                    <a:pt x="1486" y="1905"/>
                  </a:lnTo>
                  <a:lnTo>
                    <a:pt x="1486" y="1885"/>
                  </a:lnTo>
                  <a:lnTo>
                    <a:pt x="1505" y="1885"/>
                  </a:lnTo>
                  <a:lnTo>
                    <a:pt x="1505" y="1866"/>
                  </a:lnTo>
                  <a:lnTo>
                    <a:pt x="1486" y="1866"/>
                  </a:lnTo>
                  <a:lnTo>
                    <a:pt x="1486" y="1847"/>
                  </a:lnTo>
                  <a:lnTo>
                    <a:pt x="1467" y="1847"/>
                  </a:lnTo>
                  <a:lnTo>
                    <a:pt x="1448" y="1829"/>
                  </a:lnTo>
                  <a:lnTo>
                    <a:pt x="1429" y="1829"/>
                  </a:lnTo>
                  <a:lnTo>
                    <a:pt x="1410" y="1829"/>
                  </a:lnTo>
                  <a:lnTo>
                    <a:pt x="1410" y="1847"/>
                  </a:lnTo>
                  <a:lnTo>
                    <a:pt x="1391" y="1847"/>
                  </a:lnTo>
                  <a:lnTo>
                    <a:pt x="1372" y="1847"/>
                  </a:lnTo>
                  <a:lnTo>
                    <a:pt x="1352" y="1847"/>
                  </a:lnTo>
                  <a:lnTo>
                    <a:pt x="1334" y="1866"/>
                  </a:lnTo>
                  <a:lnTo>
                    <a:pt x="1315" y="1866"/>
                  </a:lnTo>
                  <a:lnTo>
                    <a:pt x="1296" y="1866"/>
                  </a:lnTo>
                  <a:lnTo>
                    <a:pt x="1296" y="1847"/>
                  </a:lnTo>
                  <a:lnTo>
                    <a:pt x="1315" y="1829"/>
                  </a:lnTo>
                  <a:lnTo>
                    <a:pt x="1352" y="1809"/>
                  </a:lnTo>
                  <a:lnTo>
                    <a:pt x="1352" y="1790"/>
                  </a:lnTo>
                  <a:lnTo>
                    <a:pt x="1391" y="1733"/>
                  </a:lnTo>
                  <a:lnTo>
                    <a:pt x="1410" y="1695"/>
                  </a:lnTo>
                  <a:lnTo>
                    <a:pt x="1429" y="1695"/>
                  </a:lnTo>
                  <a:lnTo>
                    <a:pt x="1448" y="1676"/>
                  </a:lnTo>
                  <a:lnTo>
                    <a:pt x="1467" y="1676"/>
                  </a:lnTo>
                  <a:lnTo>
                    <a:pt x="1467" y="1657"/>
                  </a:lnTo>
                  <a:lnTo>
                    <a:pt x="1467" y="1638"/>
                  </a:lnTo>
                  <a:lnTo>
                    <a:pt x="1467" y="1619"/>
                  </a:lnTo>
                  <a:lnTo>
                    <a:pt x="1448" y="1600"/>
                  </a:lnTo>
                  <a:lnTo>
                    <a:pt x="1448" y="1581"/>
                  </a:lnTo>
                  <a:lnTo>
                    <a:pt x="1429" y="1543"/>
                  </a:lnTo>
                  <a:lnTo>
                    <a:pt x="1429" y="1524"/>
                  </a:lnTo>
                  <a:lnTo>
                    <a:pt x="1429" y="1504"/>
                  </a:lnTo>
                  <a:lnTo>
                    <a:pt x="1429" y="1485"/>
                  </a:lnTo>
                  <a:lnTo>
                    <a:pt x="1429" y="1467"/>
                  </a:lnTo>
                  <a:lnTo>
                    <a:pt x="1448" y="1467"/>
                  </a:lnTo>
                  <a:lnTo>
                    <a:pt x="1448" y="1448"/>
                  </a:lnTo>
                  <a:lnTo>
                    <a:pt x="1467" y="1448"/>
                  </a:lnTo>
                  <a:lnTo>
                    <a:pt x="1486" y="1448"/>
                  </a:lnTo>
                  <a:lnTo>
                    <a:pt x="1505" y="1448"/>
                  </a:lnTo>
                  <a:lnTo>
                    <a:pt x="1524" y="1448"/>
                  </a:lnTo>
                  <a:lnTo>
                    <a:pt x="1543" y="1428"/>
                  </a:lnTo>
                  <a:lnTo>
                    <a:pt x="1562" y="1428"/>
                  </a:lnTo>
                  <a:lnTo>
                    <a:pt x="1619" y="1409"/>
                  </a:lnTo>
                  <a:lnTo>
                    <a:pt x="1619" y="1390"/>
                  </a:lnTo>
                  <a:lnTo>
                    <a:pt x="1638" y="1390"/>
                  </a:lnTo>
                  <a:lnTo>
                    <a:pt x="1638" y="1371"/>
                  </a:lnTo>
                  <a:lnTo>
                    <a:pt x="1619" y="1352"/>
                  </a:lnTo>
                  <a:lnTo>
                    <a:pt x="1619" y="1333"/>
                  </a:lnTo>
                  <a:lnTo>
                    <a:pt x="1600" y="1333"/>
                  </a:lnTo>
                  <a:lnTo>
                    <a:pt x="1619" y="1314"/>
                  </a:lnTo>
                  <a:lnTo>
                    <a:pt x="1619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295"/>
                  </a:lnTo>
                  <a:lnTo>
                    <a:pt x="1524" y="1276"/>
                  </a:lnTo>
                  <a:lnTo>
                    <a:pt x="1486" y="1257"/>
                  </a:lnTo>
                  <a:lnTo>
                    <a:pt x="1410" y="1200"/>
                  </a:lnTo>
                  <a:lnTo>
                    <a:pt x="1391" y="1181"/>
                  </a:lnTo>
                  <a:lnTo>
                    <a:pt x="1372" y="1181"/>
                  </a:lnTo>
                  <a:lnTo>
                    <a:pt x="1296" y="1200"/>
                  </a:lnTo>
                  <a:lnTo>
                    <a:pt x="1296" y="1219"/>
                  </a:lnTo>
                  <a:lnTo>
                    <a:pt x="1276" y="1219"/>
                  </a:lnTo>
                  <a:lnTo>
                    <a:pt x="1276" y="1238"/>
                  </a:lnTo>
                  <a:lnTo>
                    <a:pt x="1276" y="1257"/>
                  </a:lnTo>
                  <a:lnTo>
                    <a:pt x="1257" y="1257"/>
                  </a:lnTo>
                  <a:lnTo>
                    <a:pt x="1238" y="1276"/>
                  </a:lnTo>
                  <a:lnTo>
                    <a:pt x="1238" y="1257"/>
                  </a:lnTo>
                  <a:lnTo>
                    <a:pt x="1220" y="1257"/>
                  </a:lnTo>
                  <a:lnTo>
                    <a:pt x="1181" y="1276"/>
                  </a:lnTo>
                  <a:lnTo>
                    <a:pt x="1162" y="1276"/>
                  </a:lnTo>
                  <a:lnTo>
                    <a:pt x="1162" y="1295"/>
                  </a:lnTo>
                  <a:lnTo>
                    <a:pt x="1162" y="1314"/>
                  </a:lnTo>
                  <a:lnTo>
                    <a:pt x="1143" y="1314"/>
                  </a:lnTo>
                  <a:lnTo>
                    <a:pt x="1143" y="1333"/>
                  </a:lnTo>
                  <a:lnTo>
                    <a:pt x="1124" y="1333"/>
                  </a:lnTo>
                  <a:lnTo>
                    <a:pt x="1124" y="1352"/>
                  </a:lnTo>
                  <a:lnTo>
                    <a:pt x="1124" y="1371"/>
                  </a:lnTo>
                  <a:lnTo>
                    <a:pt x="1105" y="1371"/>
                  </a:lnTo>
                  <a:lnTo>
                    <a:pt x="1067" y="1390"/>
                  </a:lnTo>
                  <a:lnTo>
                    <a:pt x="971" y="1448"/>
                  </a:lnTo>
                  <a:lnTo>
                    <a:pt x="953" y="1448"/>
                  </a:lnTo>
                  <a:lnTo>
                    <a:pt x="934" y="1467"/>
                  </a:lnTo>
                  <a:lnTo>
                    <a:pt x="915" y="1504"/>
                  </a:lnTo>
                  <a:lnTo>
                    <a:pt x="895" y="1524"/>
                  </a:lnTo>
                  <a:lnTo>
                    <a:pt x="819" y="1543"/>
                  </a:lnTo>
                  <a:lnTo>
                    <a:pt x="800" y="1543"/>
                  </a:lnTo>
                  <a:lnTo>
                    <a:pt x="800" y="1562"/>
                  </a:lnTo>
                  <a:lnTo>
                    <a:pt x="781" y="1562"/>
                  </a:lnTo>
                  <a:lnTo>
                    <a:pt x="781" y="1581"/>
                  </a:lnTo>
                  <a:lnTo>
                    <a:pt x="762" y="1600"/>
                  </a:lnTo>
                  <a:lnTo>
                    <a:pt x="762" y="1619"/>
                  </a:lnTo>
                  <a:lnTo>
                    <a:pt x="762" y="1638"/>
                  </a:lnTo>
                  <a:lnTo>
                    <a:pt x="743" y="1638"/>
                  </a:lnTo>
                  <a:lnTo>
                    <a:pt x="724" y="1657"/>
                  </a:lnTo>
                  <a:lnTo>
                    <a:pt x="705" y="1657"/>
                  </a:lnTo>
                  <a:lnTo>
                    <a:pt x="667" y="1638"/>
                  </a:lnTo>
                  <a:lnTo>
                    <a:pt x="648" y="1638"/>
                  </a:lnTo>
                  <a:lnTo>
                    <a:pt x="629" y="1638"/>
                  </a:lnTo>
                  <a:lnTo>
                    <a:pt x="610" y="1657"/>
                  </a:lnTo>
                  <a:lnTo>
                    <a:pt x="610" y="1676"/>
                  </a:lnTo>
                  <a:lnTo>
                    <a:pt x="629" y="1676"/>
                  </a:lnTo>
                  <a:lnTo>
                    <a:pt x="629" y="1695"/>
                  </a:lnTo>
                  <a:lnTo>
                    <a:pt x="610" y="1695"/>
                  </a:lnTo>
                  <a:lnTo>
                    <a:pt x="590" y="1695"/>
                  </a:lnTo>
                  <a:lnTo>
                    <a:pt x="572" y="1676"/>
                  </a:lnTo>
                  <a:lnTo>
                    <a:pt x="572" y="1657"/>
                  </a:lnTo>
                  <a:lnTo>
                    <a:pt x="553" y="1657"/>
                  </a:lnTo>
                  <a:lnTo>
                    <a:pt x="534" y="1676"/>
                  </a:lnTo>
                  <a:lnTo>
                    <a:pt x="534" y="1695"/>
                  </a:lnTo>
                  <a:lnTo>
                    <a:pt x="514" y="1695"/>
                  </a:lnTo>
                  <a:lnTo>
                    <a:pt x="495" y="1695"/>
                  </a:lnTo>
                  <a:lnTo>
                    <a:pt x="476" y="1695"/>
                  </a:lnTo>
                  <a:lnTo>
                    <a:pt x="476" y="1714"/>
                  </a:lnTo>
                  <a:lnTo>
                    <a:pt x="458" y="1714"/>
                  </a:lnTo>
                  <a:lnTo>
                    <a:pt x="458" y="1733"/>
                  </a:lnTo>
                  <a:lnTo>
                    <a:pt x="438" y="1714"/>
                  </a:lnTo>
                  <a:lnTo>
                    <a:pt x="419" y="1714"/>
                  </a:lnTo>
                  <a:lnTo>
                    <a:pt x="400" y="1714"/>
                  </a:lnTo>
                  <a:lnTo>
                    <a:pt x="400" y="1695"/>
                  </a:lnTo>
                  <a:lnTo>
                    <a:pt x="419" y="1676"/>
                  </a:lnTo>
                  <a:lnTo>
                    <a:pt x="419" y="1657"/>
                  </a:lnTo>
                  <a:lnTo>
                    <a:pt x="400" y="1638"/>
                  </a:lnTo>
                  <a:lnTo>
                    <a:pt x="400" y="1619"/>
                  </a:lnTo>
                  <a:lnTo>
                    <a:pt x="381" y="1600"/>
                  </a:lnTo>
                  <a:lnTo>
                    <a:pt x="362" y="1581"/>
                  </a:lnTo>
                  <a:lnTo>
                    <a:pt x="343" y="1600"/>
                  </a:lnTo>
                  <a:lnTo>
                    <a:pt x="324" y="1619"/>
                  </a:lnTo>
                  <a:lnTo>
                    <a:pt x="305" y="1619"/>
                  </a:lnTo>
                  <a:lnTo>
                    <a:pt x="305" y="1638"/>
                  </a:lnTo>
                  <a:lnTo>
                    <a:pt x="286" y="1619"/>
                  </a:lnTo>
                  <a:lnTo>
                    <a:pt x="267" y="1619"/>
                  </a:lnTo>
                  <a:lnTo>
                    <a:pt x="248" y="1638"/>
                  </a:lnTo>
                  <a:lnTo>
                    <a:pt x="229" y="1638"/>
                  </a:lnTo>
                  <a:lnTo>
                    <a:pt x="210" y="1638"/>
                  </a:lnTo>
                  <a:lnTo>
                    <a:pt x="210" y="1657"/>
                  </a:lnTo>
                  <a:lnTo>
                    <a:pt x="191" y="1657"/>
                  </a:lnTo>
                  <a:lnTo>
                    <a:pt x="191" y="1638"/>
                  </a:lnTo>
                  <a:lnTo>
                    <a:pt x="172" y="1638"/>
                  </a:lnTo>
                  <a:lnTo>
                    <a:pt x="153" y="1638"/>
                  </a:lnTo>
                  <a:lnTo>
                    <a:pt x="133" y="1619"/>
                  </a:lnTo>
                  <a:lnTo>
                    <a:pt x="133" y="1600"/>
                  </a:lnTo>
                  <a:lnTo>
                    <a:pt x="153" y="1581"/>
                  </a:lnTo>
                  <a:lnTo>
                    <a:pt x="133" y="1581"/>
                  </a:lnTo>
                  <a:lnTo>
                    <a:pt x="114" y="1581"/>
                  </a:lnTo>
                  <a:lnTo>
                    <a:pt x="96" y="1562"/>
                  </a:lnTo>
                  <a:lnTo>
                    <a:pt x="77" y="1543"/>
                  </a:lnTo>
                  <a:lnTo>
                    <a:pt x="77" y="1524"/>
                  </a:lnTo>
                  <a:lnTo>
                    <a:pt x="77" y="1504"/>
                  </a:lnTo>
                  <a:lnTo>
                    <a:pt x="57" y="1504"/>
                  </a:lnTo>
                  <a:lnTo>
                    <a:pt x="38" y="1504"/>
                  </a:lnTo>
                  <a:lnTo>
                    <a:pt x="38" y="1485"/>
                  </a:lnTo>
                  <a:lnTo>
                    <a:pt x="38" y="1467"/>
                  </a:lnTo>
                  <a:lnTo>
                    <a:pt x="57" y="1467"/>
                  </a:lnTo>
                  <a:lnTo>
                    <a:pt x="77" y="1448"/>
                  </a:lnTo>
                  <a:lnTo>
                    <a:pt x="96" y="1428"/>
                  </a:lnTo>
                  <a:lnTo>
                    <a:pt x="96" y="1409"/>
                  </a:lnTo>
                  <a:lnTo>
                    <a:pt x="114" y="1390"/>
                  </a:lnTo>
                  <a:lnTo>
                    <a:pt x="96" y="1371"/>
                  </a:lnTo>
                  <a:lnTo>
                    <a:pt x="96" y="1352"/>
                  </a:lnTo>
                  <a:lnTo>
                    <a:pt x="114" y="1352"/>
                  </a:lnTo>
                  <a:lnTo>
                    <a:pt x="133" y="1352"/>
                  </a:lnTo>
                  <a:lnTo>
                    <a:pt x="153" y="1333"/>
                  </a:lnTo>
                  <a:lnTo>
                    <a:pt x="153" y="1314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91" y="1257"/>
                  </a:lnTo>
                  <a:lnTo>
                    <a:pt x="191" y="1238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191" y="1162"/>
                  </a:lnTo>
                  <a:lnTo>
                    <a:pt x="172" y="1143"/>
                  </a:lnTo>
                  <a:lnTo>
                    <a:pt x="153" y="1143"/>
                  </a:lnTo>
                  <a:lnTo>
                    <a:pt x="133" y="1143"/>
                  </a:lnTo>
                  <a:lnTo>
                    <a:pt x="114" y="1123"/>
                  </a:lnTo>
                  <a:lnTo>
                    <a:pt x="114" y="1104"/>
                  </a:lnTo>
                  <a:lnTo>
                    <a:pt x="96" y="1104"/>
                  </a:lnTo>
                  <a:lnTo>
                    <a:pt x="96" y="1086"/>
                  </a:lnTo>
                  <a:lnTo>
                    <a:pt x="77" y="1086"/>
                  </a:lnTo>
                  <a:lnTo>
                    <a:pt x="57" y="1086"/>
                  </a:lnTo>
                  <a:lnTo>
                    <a:pt x="57" y="1067"/>
                  </a:lnTo>
                  <a:lnTo>
                    <a:pt x="57" y="1028"/>
                  </a:lnTo>
                  <a:lnTo>
                    <a:pt x="57" y="1009"/>
                  </a:lnTo>
                  <a:lnTo>
                    <a:pt x="57" y="990"/>
                  </a:lnTo>
                  <a:lnTo>
                    <a:pt x="57" y="952"/>
                  </a:lnTo>
                  <a:lnTo>
                    <a:pt x="38" y="952"/>
                  </a:lnTo>
                  <a:lnTo>
                    <a:pt x="38" y="933"/>
                  </a:lnTo>
                  <a:lnTo>
                    <a:pt x="19" y="933"/>
                  </a:lnTo>
                  <a:lnTo>
                    <a:pt x="0" y="933"/>
                  </a:lnTo>
                  <a:lnTo>
                    <a:pt x="0" y="914"/>
                  </a:lnTo>
                  <a:lnTo>
                    <a:pt x="0" y="895"/>
                  </a:lnTo>
                  <a:lnTo>
                    <a:pt x="0" y="876"/>
                  </a:lnTo>
                  <a:lnTo>
                    <a:pt x="0" y="838"/>
                  </a:lnTo>
                  <a:lnTo>
                    <a:pt x="19" y="819"/>
                  </a:lnTo>
                  <a:lnTo>
                    <a:pt x="38" y="800"/>
                  </a:lnTo>
                  <a:lnTo>
                    <a:pt x="57" y="800"/>
                  </a:lnTo>
                  <a:lnTo>
                    <a:pt x="77" y="781"/>
                  </a:lnTo>
                  <a:lnTo>
                    <a:pt x="77" y="762"/>
                  </a:lnTo>
                  <a:lnTo>
                    <a:pt x="96" y="724"/>
                  </a:lnTo>
                  <a:lnTo>
                    <a:pt x="114" y="724"/>
                  </a:lnTo>
                  <a:lnTo>
                    <a:pt x="114" y="705"/>
                  </a:lnTo>
                  <a:lnTo>
                    <a:pt x="114" y="686"/>
                  </a:lnTo>
                  <a:lnTo>
                    <a:pt x="96" y="686"/>
                  </a:lnTo>
                  <a:lnTo>
                    <a:pt x="96" y="666"/>
                  </a:lnTo>
                  <a:lnTo>
                    <a:pt x="96" y="647"/>
                  </a:lnTo>
                  <a:lnTo>
                    <a:pt x="77" y="647"/>
                  </a:lnTo>
                  <a:lnTo>
                    <a:pt x="77" y="628"/>
                  </a:lnTo>
                  <a:lnTo>
                    <a:pt x="96" y="610"/>
                  </a:lnTo>
                  <a:lnTo>
                    <a:pt x="153" y="438"/>
                  </a:lnTo>
                  <a:lnTo>
                    <a:pt x="172" y="419"/>
                  </a:lnTo>
                  <a:lnTo>
                    <a:pt x="172" y="400"/>
                  </a:lnTo>
                  <a:lnTo>
                    <a:pt x="191" y="381"/>
                  </a:lnTo>
                  <a:lnTo>
                    <a:pt x="191" y="361"/>
                  </a:lnTo>
                  <a:lnTo>
                    <a:pt x="191" y="343"/>
                  </a:lnTo>
                  <a:lnTo>
                    <a:pt x="210" y="324"/>
                  </a:lnTo>
                  <a:lnTo>
                    <a:pt x="210" y="305"/>
                  </a:lnTo>
                  <a:lnTo>
                    <a:pt x="229" y="305"/>
                  </a:lnTo>
                  <a:lnTo>
                    <a:pt x="229" y="324"/>
                  </a:lnTo>
                  <a:lnTo>
                    <a:pt x="229" y="343"/>
                  </a:lnTo>
                  <a:lnTo>
                    <a:pt x="248" y="361"/>
                  </a:lnTo>
                  <a:lnTo>
                    <a:pt x="267" y="361"/>
                  </a:lnTo>
                  <a:lnTo>
                    <a:pt x="286" y="381"/>
                  </a:lnTo>
                  <a:lnTo>
                    <a:pt x="400" y="438"/>
                  </a:lnTo>
                  <a:lnTo>
                    <a:pt x="419" y="457"/>
                  </a:lnTo>
                  <a:lnTo>
                    <a:pt x="438" y="457"/>
                  </a:lnTo>
                  <a:lnTo>
                    <a:pt x="458" y="438"/>
                  </a:lnTo>
                  <a:lnTo>
                    <a:pt x="572" y="476"/>
                  </a:lnTo>
                  <a:lnTo>
                    <a:pt x="590" y="457"/>
                  </a:lnTo>
                  <a:lnTo>
                    <a:pt x="610" y="419"/>
                  </a:lnTo>
                  <a:lnTo>
                    <a:pt x="629" y="400"/>
                  </a:lnTo>
                  <a:lnTo>
                    <a:pt x="648" y="400"/>
                  </a:lnTo>
                  <a:lnTo>
                    <a:pt x="648" y="419"/>
                  </a:lnTo>
                  <a:lnTo>
                    <a:pt x="667" y="438"/>
                  </a:lnTo>
                  <a:lnTo>
                    <a:pt x="686" y="400"/>
                  </a:lnTo>
                  <a:lnTo>
                    <a:pt x="686" y="381"/>
                  </a:lnTo>
                  <a:lnTo>
                    <a:pt x="705" y="381"/>
                  </a:lnTo>
                  <a:lnTo>
                    <a:pt x="781" y="343"/>
                  </a:lnTo>
                  <a:lnTo>
                    <a:pt x="839" y="305"/>
                  </a:lnTo>
                  <a:lnTo>
                    <a:pt x="839" y="285"/>
                  </a:lnTo>
                  <a:lnTo>
                    <a:pt x="857" y="285"/>
                  </a:lnTo>
                  <a:lnTo>
                    <a:pt x="857" y="266"/>
                  </a:lnTo>
                  <a:lnTo>
                    <a:pt x="857" y="247"/>
                  </a:lnTo>
                  <a:lnTo>
                    <a:pt x="876" y="247"/>
                  </a:lnTo>
                  <a:lnTo>
                    <a:pt x="876" y="266"/>
                  </a:lnTo>
                  <a:lnTo>
                    <a:pt x="895" y="247"/>
                  </a:lnTo>
                  <a:lnTo>
                    <a:pt x="895" y="229"/>
                  </a:lnTo>
                  <a:lnTo>
                    <a:pt x="895" y="190"/>
                  </a:lnTo>
                  <a:lnTo>
                    <a:pt x="915" y="171"/>
                  </a:lnTo>
                  <a:lnTo>
                    <a:pt x="915" y="152"/>
                  </a:lnTo>
                  <a:lnTo>
                    <a:pt x="934" y="133"/>
                  </a:lnTo>
                  <a:lnTo>
                    <a:pt x="971" y="133"/>
                  </a:lnTo>
                  <a:lnTo>
                    <a:pt x="1029" y="95"/>
                  </a:lnTo>
                  <a:lnTo>
                    <a:pt x="1048" y="95"/>
                  </a:lnTo>
                  <a:lnTo>
                    <a:pt x="1086" y="95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62" y="76"/>
                  </a:lnTo>
                  <a:lnTo>
                    <a:pt x="1181" y="57"/>
                  </a:lnTo>
                  <a:lnTo>
                    <a:pt x="1200" y="57"/>
                  </a:lnTo>
                  <a:lnTo>
                    <a:pt x="1220" y="76"/>
                  </a:lnTo>
                  <a:lnTo>
                    <a:pt x="1238" y="76"/>
                  </a:lnTo>
                  <a:lnTo>
                    <a:pt x="1257" y="57"/>
                  </a:lnTo>
                  <a:lnTo>
                    <a:pt x="1276" y="57"/>
                  </a:lnTo>
                  <a:lnTo>
                    <a:pt x="1315" y="38"/>
                  </a:lnTo>
                  <a:lnTo>
                    <a:pt x="1352" y="19"/>
                  </a:lnTo>
                  <a:lnTo>
                    <a:pt x="1391" y="0"/>
                  </a:lnTo>
                  <a:lnTo>
                    <a:pt x="1429" y="0"/>
                  </a:lnTo>
                  <a:lnTo>
                    <a:pt x="1429" y="19"/>
                  </a:lnTo>
                  <a:lnTo>
                    <a:pt x="1448" y="19"/>
                  </a:lnTo>
                  <a:lnTo>
                    <a:pt x="1467" y="38"/>
                  </a:lnTo>
                  <a:lnTo>
                    <a:pt x="1467" y="95"/>
                  </a:lnTo>
                  <a:lnTo>
                    <a:pt x="1448" y="114"/>
                  </a:lnTo>
                  <a:lnTo>
                    <a:pt x="1429" y="133"/>
                  </a:lnTo>
                  <a:lnTo>
                    <a:pt x="1410" y="152"/>
                  </a:lnTo>
                  <a:lnTo>
                    <a:pt x="1352" y="229"/>
                  </a:lnTo>
                  <a:lnTo>
                    <a:pt x="1315" y="266"/>
                  </a:lnTo>
                  <a:lnTo>
                    <a:pt x="1276" y="324"/>
                  </a:lnTo>
                  <a:lnTo>
                    <a:pt x="1257" y="343"/>
                  </a:lnTo>
                  <a:lnTo>
                    <a:pt x="1238" y="419"/>
                  </a:lnTo>
                  <a:lnTo>
                    <a:pt x="1220" y="476"/>
                  </a:lnTo>
                  <a:lnTo>
                    <a:pt x="1200" y="495"/>
                  </a:lnTo>
                  <a:lnTo>
                    <a:pt x="1181" y="495"/>
                  </a:lnTo>
                  <a:lnTo>
                    <a:pt x="1162" y="495"/>
                  </a:lnTo>
                  <a:lnTo>
                    <a:pt x="1143" y="495"/>
                  </a:lnTo>
                  <a:lnTo>
                    <a:pt x="1143" y="514"/>
                  </a:lnTo>
                  <a:lnTo>
                    <a:pt x="1143" y="571"/>
                  </a:lnTo>
                  <a:lnTo>
                    <a:pt x="1143" y="590"/>
                  </a:lnTo>
                  <a:lnTo>
                    <a:pt x="1143" y="610"/>
                  </a:lnTo>
                  <a:lnTo>
                    <a:pt x="1143" y="628"/>
                  </a:lnTo>
                  <a:lnTo>
                    <a:pt x="1162" y="628"/>
                  </a:lnTo>
                  <a:lnTo>
                    <a:pt x="1181" y="628"/>
                  </a:lnTo>
                  <a:lnTo>
                    <a:pt x="1220" y="647"/>
                  </a:lnTo>
                  <a:lnTo>
                    <a:pt x="1238" y="647"/>
                  </a:lnTo>
                  <a:lnTo>
                    <a:pt x="1257" y="647"/>
                  </a:lnTo>
                  <a:lnTo>
                    <a:pt x="1276" y="647"/>
                  </a:lnTo>
                  <a:lnTo>
                    <a:pt x="1296" y="647"/>
                  </a:lnTo>
                  <a:lnTo>
                    <a:pt x="1315" y="647"/>
                  </a:lnTo>
                  <a:lnTo>
                    <a:pt x="1334" y="647"/>
                  </a:lnTo>
                  <a:lnTo>
                    <a:pt x="1352" y="647"/>
                  </a:lnTo>
                  <a:lnTo>
                    <a:pt x="1372" y="666"/>
                  </a:lnTo>
                  <a:lnTo>
                    <a:pt x="1372" y="686"/>
                  </a:lnTo>
                  <a:lnTo>
                    <a:pt x="1391" y="724"/>
                  </a:lnTo>
                  <a:lnTo>
                    <a:pt x="1391" y="742"/>
                  </a:lnTo>
                  <a:lnTo>
                    <a:pt x="1410" y="762"/>
                  </a:lnTo>
                  <a:lnTo>
                    <a:pt x="1429" y="762"/>
                  </a:lnTo>
                  <a:lnTo>
                    <a:pt x="1467" y="724"/>
                  </a:lnTo>
                  <a:lnTo>
                    <a:pt x="1486" y="724"/>
                  </a:lnTo>
                  <a:lnTo>
                    <a:pt x="1562" y="705"/>
                  </a:lnTo>
                  <a:lnTo>
                    <a:pt x="1581" y="705"/>
                  </a:lnTo>
                  <a:lnTo>
                    <a:pt x="1581" y="686"/>
                  </a:lnTo>
                  <a:lnTo>
                    <a:pt x="1600" y="686"/>
                  </a:lnTo>
                  <a:lnTo>
                    <a:pt x="1619" y="666"/>
                  </a:lnTo>
                  <a:lnTo>
                    <a:pt x="1619" y="647"/>
                  </a:lnTo>
                  <a:lnTo>
                    <a:pt x="1638" y="647"/>
                  </a:lnTo>
                  <a:lnTo>
                    <a:pt x="1657" y="666"/>
                  </a:lnTo>
                  <a:lnTo>
                    <a:pt x="1677" y="686"/>
                  </a:lnTo>
                  <a:lnTo>
                    <a:pt x="1696" y="686"/>
                  </a:lnTo>
                  <a:lnTo>
                    <a:pt x="1714" y="686"/>
                  </a:lnTo>
                  <a:lnTo>
                    <a:pt x="1772" y="686"/>
                  </a:lnTo>
                  <a:lnTo>
                    <a:pt x="1810" y="705"/>
                  </a:lnTo>
                  <a:lnTo>
                    <a:pt x="1829" y="705"/>
                  </a:lnTo>
                  <a:lnTo>
                    <a:pt x="1829" y="724"/>
                  </a:lnTo>
                  <a:lnTo>
                    <a:pt x="1848" y="742"/>
                  </a:lnTo>
                  <a:lnTo>
                    <a:pt x="1867" y="742"/>
                  </a:lnTo>
                  <a:lnTo>
                    <a:pt x="1867" y="762"/>
                  </a:lnTo>
                  <a:lnTo>
                    <a:pt x="1867" y="781"/>
                  </a:lnTo>
                  <a:lnTo>
                    <a:pt x="1848" y="838"/>
                  </a:lnTo>
                  <a:lnTo>
                    <a:pt x="1848" y="857"/>
                  </a:lnTo>
                  <a:lnTo>
                    <a:pt x="1848" y="876"/>
                  </a:lnTo>
                  <a:lnTo>
                    <a:pt x="1867" y="895"/>
                  </a:lnTo>
                  <a:lnTo>
                    <a:pt x="1886" y="895"/>
                  </a:lnTo>
                  <a:lnTo>
                    <a:pt x="1905" y="895"/>
                  </a:lnTo>
                  <a:lnTo>
                    <a:pt x="1943" y="857"/>
                  </a:lnTo>
                  <a:lnTo>
                    <a:pt x="1962" y="857"/>
                  </a:lnTo>
                  <a:lnTo>
                    <a:pt x="2000" y="857"/>
                  </a:lnTo>
                  <a:lnTo>
                    <a:pt x="2019" y="857"/>
                  </a:lnTo>
                  <a:lnTo>
                    <a:pt x="2038" y="857"/>
                  </a:lnTo>
                  <a:lnTo>
                    <a:pt x="2038" y="838"/>
                  </a:lnTo>
                  <a:lnTo>
                    <a:pt x="2058" y="819"/>
                  </a:lnTo>
                  <a:lnTo>
                    <a:pt x="2058" y="800"/>
                  </a:lnTo>
                  <a:lnTo>
                    <a:pt x="2077" y="762"/>
                  </a:lnTo>
                  <a:lnTo>
                    <a:pt x="2095" y="742"/>
                  </a:lnTo>
                  <a:lnTo>
                    <a:pt x="2095" y="724"/>
                  </a:lnTo>
                  <a:lnTo>
                    <a:pt x="2095" y="705"/>
                  </a:lnTo>
                  <a:lnTo>
                    <a:pt x="2077" y="705"/>
                  </a:lnTo>
                  <a:lnTo>
                    <a:pt x="2077" y="686"/>
                  </a:lnTo>
                  <a:lnTo>
                    <a:pt x="2058" y="666"/>
                  </a:lnTo>
                  <a:lnTo>
                    <a:pt x="2058" y="647"/>
                  </a:lnTo>
                  <a:lnTo>
                    <a:pt x="2058" y="628"/>
                  </a:lnTo>
                  <a:lnTo>
                    <a:pt x="2058" y="610"/>
                  </a:lnTo>
                  <a:lnTo>
                    <a:pt x="2058" y="590"/>
                  </a:lnTo>
                  <a:lnTo>
                    <a:pt x="2058" y="571"/>
                  </a:lnTo>
                  <a:lnTo>
                    <a:pt x="2077" y="571"/>
                  </a:lnTo>
                  <a:lnTo>
                    <a:pt x="2077" y="552"/>
                  </a:lnTo>
                  <a:lnTo>
                    <a:pt x="2095" y="552"/>
                  </a:lnTo>
                  <a:lnTo>
                    <a:pt x="2095" y="571"/>
                  </a:lnTo>
                  <a:lnTo>
                    <a:pt x="2114" y="571"/>
                  </a:lnTo>
                  <a:lnTo>
                    <a:pt x="2134" y="590"/>
                  </a:lnTo>
                  <a:lnTo>
                    <a:pt x="2153" y="571"/>
                  </a:lnTo>
                  <a:lnTo>
                    <a:pt x="2134" y="533"/>
                  </a:lnTo>
                  <a:lnTo>
                    <a:pt x="2114" y="495"/>
                  </a:lnTo>
                  <a:lnTo>
                    <a:pt x="2114" y="476"/>
                  </a:lnTo>
                  <a:lnTo>
                    <a:pt x="2095" y="457"/>
                  </a:lnTo>
                  <a:lnTo>
                    <a:pt x="2077" y="457"/>
                  </a:lnTo>
                  <a:lnTo>
                    <a:pt x="2077" y="438"/>
                  </a:lnTo>
                  <a:lnTo>
                    <a:pt x="2077" y="400"/>
                  </a:lnTo>
                  <a:lnTo>
                    <a:pt x="2095" y="361"/>
                  </a:lnTo>
                  <a:lnTo>
                    <a:pt x="2095" y="343"/>
                  </a:lnTo>
                  <a:lnTo>
                    <a:pt x="2114" y="343"/>
                  </a:lnTo>
                  <a:lnTo>
                    <a:pt x="2134" y="324"/>
                  </a:lnTo>
                  <a:lnTo>
                    <a:pt x="2153" y="324"/>
                  </a:lnTo>
                  <a:lnTo>
                    <a:pt x="2191" y="285"/>
                  </a:lnTo>
                  <a:lnTo>
                    <a:pt x="2191" y="266"/>
                  </a:lnTo>
                  <a:lnTo>
                    <a:pt x="2210" y="266"/>
                  </a:lnTo>
                  <a:lnTo>
                    <a:pt x="2229" y="266"/>
                  </a:lnTo>
                  <a:lnTo>
                    <a:pt x="2248" y="266"/>
                  </a:lnTo>
                  <a:lnTo>
                    <a:pt x="2267" y="266"/>
                  </a:lnTo>
                  <a:lnTo>
                    <a:pt x="2286" y="266"/>
                  </a:lnTo>
                  <a:lnTo>
                    <a:pt x="2305" y="285"/>
                  </a:lnTo>
                  <a:lnTo>
                    <a:pt x="2305" y="305"/>
                  </a:lnTo>
                  <a:lnTo>
                    <a:pt x="2305" y="324"/>
                  </a:lnTo>
                  <a:lnTo>
                    <a:pt x="2305" y="343"/>
                  </a:lnTo>
                  <a:lnTo>
                    <a:pt x="2305" y="361"/>
                  </a:lnTo>
                  <a:lnTo>
                    <a:pt x="2324" y="381"/>
                  </a:lnTo>
                  <a:lnTo>
                    <a:pt x="2439" y="400"/>
                  </a:lnTo>
                  <a:lnTo>
                    <a:pt x="2495" y="400"/>
                  </a:lnTo>
                  <a:lnTo>
                    <a:pt x="2515" y="400"/>
                  </a:lnTo>
                  <a:lnTo>
                    <a:pt x="2534" y="400"/>
                  </a:lnTo>
                  <a:lnTo>
                    <a:pt x="2591" y="419"/>
                  </a:lnTo>
                  <a:lnTo>
                    <a:pt x="2629" y="419"/>
                  </a:lnTo>
                  <a:lnTo>
                    <a:pt x="2724" y="419"/>
                  </a:lnTo>
                  <a:lnTo>
                    <a:pt x="2762" y="400"/>
                  </a:lnTo>
                  <a:lnTo>
                    <a:pt x="2820" y="400"/>
                  </a:lnTo>
                  <a:lnTo>
                    <a:pt x="2838" y="400"/>
                  </a:lnTo>
                  <a:lnTo>
                    <a:pt x="2857" y="381"/>
                  </a:lnTo>
                  <a:lnTo>
                    <a:pt x="2876" y="381"/>
                  </a:lnTo>
                  <a:lnTo>
                    <a:pt x="2896" y="381"/>
                  </a:lnTo>
                  <a:lnTo>
                    <a:pt x="2915" y="400"/>
                  </a:lnTo>
                  <a:lnTo>
                    <a:pt x="2972" y="419"/>
                  </a:lnTo>
                  <a:lnTo>
                    <a:pt x="3029" y="419"/>
                  </a:lnTo>
                  <a:lnTo>
                    <a:pt x="3067" y="419"/>
                  </a:lnTo>
                  <a:lnTo>
                    <a:pt x="3086" y="438"/>
                  </a:lnTo>
                  <a:lnTo>
                    <a:pt x="3162" y="476"/>
                  </a:lnTo>
                  <a:lnTo>
                    <a:pt x="3219" y="476"/>
                  </a:lnTo>
                  <a:lnTo>
                    <a:pt x="3238" y="476"/>
                  </a:lnTo>
                  <a:lnTo>
                    <a:pt x="3257" y="457"/>
                  </a:lnTo>
                  <a:lnTo>
                    <a:pt x="3315" y="457"/>
                  </a:lnTo>
                  <a:lnTo>
                    <a:pt x="3391" y="476"/>
                  </a:lnTo>
                  <a:lnTo>
                    <a:pt x="3429" y="476"/>
                  </a:lnTo>
                  <a:lnTo>
                    <a:pt x="3448" y="476"/>
                  </a:lnTo>
                  <a:lnTo>
                    <a:pt x="3448" y="495"/>
                  </a:lnTo>
                  <a:lnTo>
                    <a:pt x="3467" y="476"/>
                  </a:lnTo>
                  <a:lnTo>
                    <a:pt x="3486" y="476"/>
                  </a:lnTo>
                  <a:lnTo>
                    <a:pt x="3524" y="457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0C8A9918-2D4B-E314-DA08-988B76BC8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5025" y="2757488"/>
              <a:ext cx="1103313" cy="377825"/>
            </a:xfrm>
            <a:custGeom>
              <a:avLst/>
              <a:gdLst>
                <a:gd name="T0" fmla="*/ 2147483646 w 6135"/>
                <a:gd name="T1" fmla="*/ 2147483646 h 2096"/>
                <a:gd name="T2" fmla="*/ 2147483646 w 6135"/>
                <a:gd name="T3" fmla="*/ 2147483646 h 2096"/>
                <a:gd name="T4" fmla="*/ 2147483646 w 6135"/>
                <a:gd name="T5" fmla="*/ 2147483646 h 2096"/>
                <a:gd name="T6" fmla="*/ 2147483646 w 6135"/>
                <a:gd name="T7" fmla="*/ 2147483646 h 2096"/>
                <a:gd name="T8" fmla="*/ 2147483646 w 6135"/>
                <a:gd name="T9" fmla="*/ 2147483646 h 2096"/>
                <a:gd name="T10" fmla="*/ 2147483646 w 6135"/>
                <a:gd name="T11" fmla="*/ 2147483646 h 2096"/>
                <a:gd name="T12" fmla="*/ 2147483646 w 6135"/>
                <a:gd name="T13" fmla="*/ 2147483646 h 2096"/>
                <a:gd name="T14" fmla="*/ 2147483646 w 6135"/>
                <a:gd name="T15" fmla="*/ 2147483646 h 2096"/>
                <a:gd name="T16" fmla="*/ 2147483646 w 6135"/>
                <a:gd name="T17" fmla="*/ 2147483646 h 2096"/>
                <a:gd name="T18" fmla="*/ 2147483646 w 6135"/>
                <a:gd name="T19" fmla="*/ 2147483646 h 2096"/>
                <a:gd name="T20" fmla="*/ 2147483646 w 6135"/>
                <a:gd name="T21" fmla="*/ 2147483646 h 2096"/>
                <a:gd name="T22" fmla="*/ 2147483646 w 6135"/>
                <a:gd name="T23" fmla="*/ 2147483646 h 2096"/>
                <a:gd name="T24" fmla="*/ 2147483646 w 6135"/>
                <a:gd name="T25" fmla="*/ 2147483646 h 2096"/>
                <a:gd name="T26" fmla="*/ 2147483646 w 6135"/>
                <a:gd name="T27" fmla="*/ 2147483646 h 2096"/>
                <a:gd name="T28" fmla="*/ 2147483646 w 6135"/>
                <a:gd name="T29" fmla="*/ 2147483646 h 2096"/>
                <a:gd name="T30" fmla="*/ 2147483646 w 6135"/>
                <a:gd name="T31" fmla="*/ 2147483646 h 2096"/>
                <a:gd name="T32" fmla="*/ 2147483646 w 6135"/>
                <a:gd name="T33" fmla="*/ 2147483646 h 2096"/>
                <a:gd name="T34" fmla="*/ 2147483646 w 6135"/>
                <a:gd name="T35" fmla="*/ 2147483646 h 2096"/>
                <a:gd name="T36" fmla="*/ 2147483646 w 6135"/>
                <a:gd name="T37" fmla="*/ 2147483646 h 2096"/>
                <a:gd name="T38" fmla="*/ 2147483646 w 6135"/>
                <a:gd name="T39" fmla="*/ 2147483646 h 2096"/>
                <a:gd name="T40" fmla="*/ 2147483646 w 6135"/>
                <a:gd name="T41" fmla="*/ 2147483646 h 2096"/>
                <a:gd name="T42" fmla="*/ 2147483646 w 6135"/>
                <a:gd name="T43" fmla="*/ 2147483646 h 2096"/>
                <a:gd name="T44" fmla="*/ 2147483646 w 6135"/>
                <a:gd name="T45" fmla="*/ 2147483646 h 2096"/>
                <a:gd name="T46" fmla="*/ 2147483646 w 6135"/>
                <a:gd name="T47" fmla="*/ 2147483646 h 2096"/>
                <a:gd name="T48" fmla="*/ 2147483646 w 6135"/>
                <a:gd name="T49" fmla="*/ 2147483646 h 2096"/>
                <a:gd name="T50" fmla="*/ 2147483646 w 6135"/>
                <a:gd name="T51" fmla="*/ 2147483646 h 2096"/>
                <a:gd name="T52" fmla="*/ 2147483646 w 6135"/>
                <a:gd name="T53" fmla="*/ 2147483646 h 2096"/>
                <a:gd name="T54" fmla="*/ 2147483646 w 6135"/>
                <a:gd name="T55" fmla="*/ 2147483646 h 2096"/>
                <a:gd name="T56" fmla="*/ 2147483646 w 6135"/>
                <a:gd name="T57" fmla="*/ 2147483646 h 2096"/>
                <a:gd name="T58" fmla="*/ 2147483646 w 6135"/>
                <a:gd name="T59" fmla="*/ 2147483646 h 2096"/>
                <a:gd name="T60" fmla="*/ 2147483646 w 6135"/>
                <a:gd name="T61" fmla="*/ 2147483646 h 2096"/>
                <a:gd name="T62" fmla="*/ 2147483646 w 6135"/>
                <a:gd name="T63" fmla="*/ 2147483646 h 2096"/>
                <a:gd name="T64" fmla="*/ 2147483646 w 6135"/>
                <a:gd name="T65" fmla="*/ 2147483646 h 2096"/>
                <a:gd name="T66" fmla="*/ 2147483646 w 6135"/>
                <a:gd name="T67" fmla="*/ 2147483646 h 2096"/>
                <a:gd name="T68" fmla="*/ 2147483646 w 6135"/>
                <a:gd name="T69" fmla="*/ 2147483646 h 2096"/>
                <a:gd name="T70" fmla="*/ 2147483646 w 6135"/>
                <a:gd name="T71" fmla="*/ 2147483646 h 2096"/>
                <a:gd name="T72" fmla="*/ 2147483646 w 6135"/>
                <a:gd name="T73" fmla="*/ 2147483646 h 2096"/>
                <a:gd name="T74" fmla="*/ 2147483646 w 6135"/>
                <a:gd name="T75" fmla="*/ 2147483646 h 2096"/>
                <a:gd name="T76" fmla="*/ 2147483646 w 6135"/>
                <a:gd name="T77" fmla="*/ 2147483646 h 2096"/>
                <a:gd name="T78" fmla="*/ 2147483646 w 6135"/>
                <a:gd name="T79" fmla="*/ 2147483646 h 2096"/>
                <a:gd name="T80" fmla="*/ 2147483646 w 6135"/>
                <a:gd name="T81" fmla="*/ 2147483646 h 2096"/>
                <a:gd name="T82" fmla="*/ 2147483646 w 6135"/>
                <a:gd name="T83" fmla="*/ 2147483646 h 2096"/>
                <a:gd name="T84" fmla="*/ 2147483646 w 6135"/>
                <a:gd name="T85" fmla="*/ 2147483646 h 2096"/>
                <a:gd name="T86" fmla="*/ 2147483646 w 6135"/>
                <a:gd name="T87" fmla="*/ 2147483646 h 2096"/>
                <a:gd name="T88" fmla="*/ 2147483646 w 6135"/>
                <a:gd name="T89" fmla="*/ 2147483646 h 2096"/>
                <a:gd name="T90" fmla="*/ 2147483646 w 6135"/>
                <a:gd name="T91" fmla="*/ 2147483646 h 2096"/>
                <a:gd name="T92" fmla="*/ 2147483646 w 6135"/>
                <a:gd name="T93" fmla="*/ 2147483646 h 2096"/>
                <a:gd name="T94" fmla="*/ 2147483646 w 6135"/>
                <a:gd name="T95" fmla="*/ 2147483646 h 2096"/>
                <a:gd name="T96" fmla="*/ 2147483646 w 6135"/>
                <a:gd name="T97" fmla="*/ 2147483646 h 2096"/>
                <a:gd name="T98" fmla="*/ 2147483646 w 6135"/>
                <a:gd name="T99" fmla="*/ 2147483646 h 2096"/>
                <a:gd name="T100" fmla="*/ 2147483646 w 6135"/>
                <a:gd name="T101" fmla="*/ 2147483646 h 2096"/>
                <a:gd name="T102" fmla="*/ 2147483646 w 6135"/>
                <a:gd name="T103" fmla="*/ 2147483646 h 2096"/>
                <a:gd name="T104" fmla="*/ 2147483646 w 6135"/>
                <a:gd name="T105" fmla="*/ 2147483646 h 2096"/>
                <a:gd name="T106" fmla="*/ 2147483646 w 6135"/>
                <a:gd name="T107" fmla="*/ 2147483646 h 2096"/>
                <a:gd name="T108" fmla="*/ 2147483646 w 6135"/>
                <a:gd name="T109" fmla="*/ 2147483646 h 2096"/>
                <a:gd name="T110" fmla="*/ 2147483646 w 6135"/>
                <a:gd name="T111" fmla="*/ 2147483646 h 2096"/>
                <a:gd name="T112" fmla="*/ 2147483646 w 6135"/>
                <a:gd name="T113" fmla="*/ 2147483646 h 2096"/>
                <a:gd name="T114" fmla="*/ 2147483646 w 6135"/>
                <a:gd name="T115" fmla="*/ 2147483646 h 2096"/>
                <a:gd name="T116" fmla="*/ 2147483646 w 6135"/>
                <a:gd name="T117" fmla="*/ 2147483646 h 2096"/>
                <a:gd name="T118" fmla="*/ 2147483646 w 6135"/>
                <a:gd name="T119" fmla="*/ 2147483646 h 209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6135" h="2096">
                  <a:moveTo>
                    <a:pt x="6057" y="247"/>
                  </a:moveTo>
                  <a:lnTo>
                    <a:pt x="6039" y="267"/>
                  </a:lnTo>
                  <a:lnTo>
                    <a:pt x="6019" y="267"/>
                  </a:lnTo>
                  <a:lnTo>
                    <a:pt x="6076" y="267"/>
                  </a:lnTo>
                  <a:lnTo>
                    <a:pt x="6115" y="267"/>
                  </a:lnTo>
                  <a:lnTo>
                    <a:pt x="6115" y="286"/>
                  </a:lnTo>
                  <a:lnTo>
                    <a:pt x="6115" y="304"/>
                  </a:lnTo>
                  <a:lnTo>
                    <a:pt x="6134" y="323"/>
                  </a:lnTo>
                  <a:lnTo>
                    <a:pt x="6134" y="343"/>
                  </a:lnTo>
                  <a:lnTo>
                    <a:pt x="6115" y="362"/>
                  </a:lnTo>
                  <a:lnTo>
                    <a:pt x="6115" y="381"/>
                  </a:lnTo>
                  <a:lnTo>
                    <a:pt x="6095" y="362"/>
                  </a:lnTo>
                  <a:lnTo>
                    <a:pt x="6095" y="343"/>
                  </a:lnTo>
                  <a:lnTo>
                    <a:pt x="6095" y="362"/>
                  </a:lnTo>
                  <a:lnTo>
                    <a:pt x="6095" y="381"/>
                  </a:lnTo>
                  <a:lnTo>
                    <a:pt x="6076" y="343"/>
                  </a:lnTo>
                  <a:lnTo>
                    <a:pt x="6076" y="323"/>
                  </a:lnTo>
                  <a:lnTo>
                    <a:pt x="6076" y="343"/>
                  </a:lnTo>
                  <a:lnTo>
                    <a:pt x="6076" y="400"/>
                  </a:lnTo>
                  <a:lnTo>
                    <a:pt x="6057" y="419"/>
                  </a:lnTo>
                  <a:lnTo>
                    <a:pt x="6039" y="419"/>
                  </a:lnTo>
                  <a:lnTo>
                    <a:pt x="6039" y="438"/>
                  </a:lnTo>
                  <a:lnTo>
                    <a:pt x="6057" y="419"/>
                  </a:lnTo>
                  <a:lnTo>
                    <a:pt x="6076" y="419"/>
                  </a:lnTo>
                  <a:lnTo>
                    <a:pt x="6076" y="438"/>
                  </a:lnTo>
                  <a:lnTo>
                    <a:pt x="6057" y="438"/>
                  </a:lnTo>
                  <a:lnTo>
                    <a:pt x="6057" y="457"/>
                  </a:lnTo>
                  <a:lnTo>
                    <a:pt x="6057" y="495"/>
                  </a:lnTo>
                  <a:lnTo>
                    <a:pt x="6057" y="514"/>
                  </a:lnTo>
                  <a:lnTo>
                    <a:pt x="6095" y="514"/>
                  </a:lnTo>
                  <a:lnTo>
                    <a:pt x="6095" y="533"/>
                  </a:lnTo>
                  <a:lnTo>
                    <a:pt x="6095" y="552"/>
                  </a:lnTo>
                  <a:lnTo>
                    <a:pt x="6095" y="571"/>
                  </a:lnTo>
                  <a:lnTo>
                    <a:pt x="6115" y="552"/>
                  </a:lnTo>
                  <a:lnTo>
                    <a:pt x="6115" y="571"/>
                  </a:lnTo>
                  <a:lnTo>
                    <a:pt x="6115" y="590"/>
                  </a:lnTo>
                  <a:lnTo>
                    <a:pt x="6134" y="590"/>
                  </a:lnTo>
                  <a:lnTo>
                    <a:pt x="6134" y="609"/>
                  </a:lnTo>
                  <a:lnTo>
                    <a:pt x="6115" y="609"/>
                  </a:lnTo>
                  <a:lnTo>
                    <a:pt x="6134" y="609"/>
                  </a:lnTo>
                  <a:lnTo>
                    <a:pt x="6134" y="628"/>
                  </a:lnTo>
                  <a:lnTo>
                    <a:pt x="6115" y="648"/>
                  </a:lnTo>
                  <a:lnTo>
                    <a:pt x="6095" y="724"/>
                  </a:lnTo>
                  <a:lnTo>
                    <a:pt x="6095" y="743"/>
                  </a:lnTo>
                  <a:lnTo>
                    <a:pt x="6076" y="762"/>
                  </a:lnTo>
                  <a:lnTo>
                    <a:pt x="6057" y="743"/>
                  </a:lnTo>
                  <a:lnTo>
                    <a:pt x="6039" y="724"/>
                  </a:lnTo>
                  <a:lnTo>
                    <a:pt x="6019" y="724"/>
                  </a:lnTo>
                  <a:lnTo>
                    <a:pt x="6039" y="724"/>
                  </a:lnTo>
                  <a:lnTo>
                    <a:pt x="6039" y="743"/>
                  </a:lnTo>
                  <a:lnTo>
                    <a:pt x="6057" y="762"/>
                  </a:lnTo>
                  <a:lnTo>
                    <a:pt x="6057" y="780"/>
                  </a:lnTo>
                  <a:lnTo>
                    <a:pt x="6057" y="819"/>
                  </a:lnTo>
                  <a:lnTo>
                    <a:pt x="6039" y="857"/>
                  </a:lnTo>
                  <a:lnTo>
                    <a:pt x="6019" y="895"/>
                  </a:lnTo>
                  <a:lnTo>
                    <a:pt x="6019" y="914"/>
                  </a:lnTo>
                  <a:lnTo>
                    <a:pt x="6019" y="952"/>
                  </a:lnTo>
                  <a:lnTo>
                    <a:pt x="6000" y="971"/>
                  </a:lnTo>
                  <a:lnTo>
                    <a:pt x="6000" y="1009"/>
                  </a:lnTo>
                  <a:lnTo>
                    <a:pt x="6019" y="1009"/>
                  </a:lnTo>
                  <a:lnTo>
                    <a:pt x="6000" y="1009"/>
                  </a:lnTo>
                  <a:lnTo>
                    <a:pt x="6000" y="1029"/>
                  </a:lnTo>
                  <a:lnTo>
                    <a:pt x="6000" y="1047"/>
                  </a:lnTo>
                  <a:lnTo>
                    <a:pt x="5924" y="1238"/>
                  </a:lnTo>
                  <a:lnTo>
                    <a:pt x="5886" y="1314"/>
                  </a:lnTo>
                  <a:lnTo>
                    <a:pt x="5886" y="1333"/>
                  </a:lnTo>
                  <a:lnTo>
                    <a:pt x="5867" y="1352"/>
                  </a:lnTo>
                  <a:lnTo>
                    <a:pt x="5867" y="1390"/>
                  </a:lnTo>
                  <a:lnTo>
                    <a:pt x="5867" y="1410"/>
                  </a:lnTo>
                  <a:lnTo>
                    <a:pt x="5829" y="1447"/>
                  </a:lnTo>
                  <a:lnTo>
                    <a:pt x="5829" y="1466"/>
                  </a:lnTo>
                  <a:lnTo>
                    <a:pt x="5829" y="1505"/>
                  </a:lnTo>
                  <a:lnTo>
                    <a:pt x="5810" y="1542"/>
                  </a:lnTo>
                  <a:lnTo>
                    <a:pt x="5790" y="1542"/>
                  </a:lnTo>
                  <a:lnTo>
                    <a:pt x="5772" y="1542"/>
                  </a:lnTo>
                  <a:lnTo>
                    <a:pt x="5676" y="1524"/>
                  </a:lnTo>
                  <a:lnTo>
                    <a:pt x="5581" y="1524"/>
                  </a:lnTo>
                  <a:lnTo>
                    <a:pt x="5562" y="1505"/>
                  </a:lnTo>
                  <a:lnTo>
                    <a:pt x="5524" y="1505"/>
                  </a:lnTo>
                  <a:lnTo>
                    <a:pt x="5524" y="1486"/>
                  </a:lnTo>
                  <a:lnTo>
                    <a:pt x="5505" y="1486"/>
                  </a:lnTo>
                  <a:lnTo>
                    <a:pt x="5505" y="1466"/>
                  </a:lnTo>
                  <a:lnTo>
                    <a:pt x="5467" y="1486"/>
                  </a:lnTo>
                  <a:lnTo>
                    <a:pt x="5391" y="1505"/>
                  </a:lnTo>
                  <a:lnTo>
                    <a:pt x="5372" y="1505"/>
                  </a:lnTo>
                  <a:lnTo>
                    <a:pt x="5295" y="1542"/>
                  </a:lnTo>
                  <a:lnTo>
                    <a:pt x="5295" y="1562"/>
                  </a:lnTo>
                  <a:lnTo>
                    <a:pt x="5277" y="1562"/>
                  </a:lnTo>
                  <a:lnTo>
                    <a:pt x="5257" y="1562"/>
                  </a:lnTo>
                  <a:lnTo>
                    <a:pt x="5238" y="1542"/>
                  </a:lnTo>
                  <a:lnTo>
                    <a:pt x="5219" y="1542"/>
                  </a:lnTo>
                  <a:lnTo>
                    <a:pt x="5200" y="1524"/>
                  </a:lnTo>
                  <a:lnTo>
                    <a:pt x="5200" y="1505"/>
                  </a:lnTo>
                  <a:lnTo>
                    <a:pt x="5181" y="1505"/>
                  </a:lnTo>
                  <a:lnTo>
                    <a:pt x="5124" y="1524"/>
                  </a:lnTo>
                  <a:lnTo>
                    <a:pt x="5105" y="1524"/>
                  </a:lnTo>
                  <a:lnTo>
                    <a:pt x="5067" y="1542"/>
                  </a:lnTo>
                  <a:lnTo>
                    <a:pt x="5048" y="1542"/>
                  </a:lnTo>
                  <a:lnTo>
                    <a:pt x="5028" y="1542"/>
                  </a:lnTo>
                  <a:lnTo>
                    <a:pt x="5028" y="1524"/>
                  </a:lnTo>
                  <a:lnTo>
                    <a:pt x="5010" y="1524"/>
                  </a:lnTo>
                  <a:lnTo>
                    <a:pt x="4952" y="1562"/>
                  </a:lnTo>
                  <a:lnTo>
                    <a:pt x="4933" y="1581"/>
                  </a:lnTo>
                  <a:lnTo>
                    <a:pt x="4915" y="1600"/>
                  </a:lnTo>
                  <a:lnTo>
                    <a:pt x="4896" y="1619"/>
                  </a:lnTo>
                  <a:lnTo>
                    <a:pt x="4915" y="1619"/>
                  </a:lnTo>
                  <a:lnTo>
                    <a:pt x="4915" y="1638"/>
                  </a:lnTo>
                  <a:lnTo>
                    <a:pt x="4896" y="1638"/>
                  </a:lnTo>
                  <a:lnTo>
                    <a:pt x="4800" y="1714"/>
                  </a:lnTo>
                  <a:lnTo>
                    <a:pt x="4781" y="1714"/>
                  </a:lnTo>
                  <a:lnTo>
                    <a:pt x="4781" y="1733"/>
                  </a:lnTo>
                  <a:lnTo>
                    <a:pt x="4781" y="1752"/>
                  </a:lnTo>
                  <a:lnTo>
                    <a:pt x="4762" y="1771"/>
                  </a:lnTo>
                  <a:lnTo>
                    <a:pt x="4686" y="1828"/>
                  </a:lnTo>
                  <a:lnTo>
                    <a:pt x="4610" y="1828"/>
                  </a:lnTo>
                  <a:lnTo>
                    <a:pt x="4591" y="1828"/>
                  </a:lnTo>
                  <a:lnTo>
                    <a:pt x="4571" y="1847"/>
                  </a:lnTo>
                  <a:lnTo>
                    <a:pt x="4552" y="1867"/>
                  </a:lnTo>
                  <a:lnTo>
                    <a:pt x="4515" y="1886"/>
                  </a:lnTo>
                  <a:lnTo>
                    <a:pt x="4495" y="1886"/>
                  </a:lnTo>
                  <a:lnTo>
                    <a:pt x="4495" y="1904"/>
                  </a:lnTo>
                  <a:lnTo>
                    <a:pt x="4476" y="1904"/>
                  </a:lnTo>
                  <a:lnTo>
                    <a:pt x="4457" y="1904"/>
                  </a:lnTo>
                  <a:lnTo>
                    <a:pt x="4419" y="1904"/>
                  </a:lnTo>
                  <a:lnTo>
                    <a:pt x="4400" y="1904"/>
                  </a:lnTo>
                  <a:lnTo>
                    <a:pt x="4248" y="1886"/>
                  </a:lnTo>
                  <a:lnTo>
                    <a:pt x="4229" y="1886"/>
                  </a:lnTo>
                  <a:lnTo>
                    <a:pt x="4190" y="1886"/>
                  </a:lnTo>
                  <a:lnTo>
                    <a:pt x="4171" y="1904"/>
                  </a:lnTo>
                  <a:lnTo>
                    <a:pt x="4134" y="1962"/>
                  </a:lnTo>
                  <a:lnTo>
                    <a:pt x="4114" y="1962"/>
                  </a:lnTo>
                  <a:lnTo>
                    <a:pt x="4076" y="1923"/>
                  </a:lnTo>
                  <a:lnTo>
                    <a:pt x="4057" y="1904"/>
                  </a:lnTo>
                  <a:lnTo>
                    <a:pt x="4038" y="1904"/>
                  </a:lnTo>
                  <a:lnTo>
                    <a:pt x="3981" y="1886"/>
                  </a:lnTo>
                  <a:lnTo>
                    <a:pt x="3962" y="1886"/>
                  </a:lnTo>
                  <a:lnTo>
                    <a:pt x="3905" y="1867"/>
                  </a:lnTo>
                  <a:lnTo>
                    <a:pt x="3714" y="1676"/>
                  </a:lnTo>
                  <a:lnTo>
                    <a:pt x="3677" y="1657"/>
                  </a:lnTo>
                  <a:lnTo>
                    <a:pt x="3657" y="1638"/>
                  </a:lnTo>
                  <a:lnTo>
                    <a:pt x="3638" y="1638"/>
                  </a:lnTo>
                  <a:lnTo>
                    <a:pt x="3619" y="1619"/>
                  </a:lnTo>
                  <a:lnTo>
                    <a:pt x="3619" y="1600"/>
                  </a:lnTo>
                  <a:lnTo>
                    <a:pt x="3600" y="1581"/>
                  </a:lnTo>
                  <a:lnTo>
                    <a:pt x="3581" y="1581"/>
                  </a:lnTo>
                  <a:lnTo>
                    <a:pt x="3562" y="1581"/>
                  </a:lnTo>
                  <a:lnTo>
                    <a:pt x="3543" y="1581"/>
                  </a:lnTo>
                  <a:lnTo>
                    <a:pt x="3505" y="1619"/>
                  </a:lnTo>
                  <a:lnTo>
                    <a:pt x="3486" y="1619"/>
                  </a:lnTo>
                  <a:lnTo>
                    <a:pt x="3467" y="1619"/>
                  </a:lnTo>
                  <a:lnTo>
                    <a:pt x="3448" y="1619"/>
                  </a:lnTo>
                  <a:lnTo>
                    <a:pt x="3448" y="1600"/>
                  </a:lnTo>
                  <a:lnTo>
                    <a:pt x="3428" y="1600"/>
                  </a:lnTo>
                  <a:lnTo>
                    <a:pt x="3428" y="1581"/>
                  </a:lnTo>
                  <a:lnTo>
                    <a:pt x="3428" y="1562"/>
                  </a:lnTo>
                  <a:lnTo>
                    <a:pt x="3410" y="1542"/>
                  </a:lnTo>
                  <a:lnTo>
                    <a:pt x="3410" y="1524"/>
                  </a:lnTo>
                  <a:lnTo>
                    <a:pt x="3391" y="1505"/>
                  </a:lnTo>
                  <a:lnTo>
                    <a:pt x="3372" y="1505"/>
                  </a:lnTo>
                  <a:lnTo>
                    <a:pt x="3333" y="1524"/>
                  </a:lnTo>
                  <a:lnTo>
                    <a:pt x="3333" y="1542"/>
                  </a:lnTo>
                  <a:lnTo>
                    <a:pt x="3314" y="1581"/>
                  </a:lnTo>
                  <a:lnTo>
                    <a:pt x="3314" y="1600"/>
                  </a:lnTo>
                  <a:lnTo>
                    <a:pt x="3314" y="1619"/>
                  </a:lnTo>
                  <a:lnTo>
                    <a:pt x="3296" y="1638"/>
                  </a:lnTo>
                  <a:lnTo>
                    <a:pt x="3276" y="1657"/>
                  </a:lnTo>
                  <a:lnTo>
                    <a:pt x="3238" y="1695"/>
                  </a:lnTo>
                  <a:lnTo>
                    <a:pt x="3219" y="1714"/>
                  </a:lnTo>
                  <a:lnTo>
                    <a:pt x="3181" y="1771"/>
                  </a:lnTo>
                  <a:lnTo>
                    <a:pt x="3143" y="1790"/>
                  </a:lnTo>
                  <a:lnTo>
                    <a:pt x="3105" y="1790"/>
                  </a:lnTo>
                  <a:lnTo>
                    <a:pt x="3067" y="1809"/>
                  </a:lnTo>
                  <a:lnTo>
                    <a:pt x="3047" y="1809"/>
                  </a:lnTo>
                  <a:lnTo>
                    <a:pt x="3047" y="1828"/>
                  </a:lnTo>
                  <a:lnTo>
                    <a:pt x="3029" y="1847"/>
                  </a:lnTo>
                  <a:lnTo>
                    <a:pt x="3010" y="1886"/>
                  </a:lnTo>
                  <a:lnTo>
                    <a:pt x="2971" y="1923"/>
                  </a:lnTo>
                  <a:lnTo>
                    <a:pt x="2933" y="1943"/>
                  </a:lnTo>
                  <a:lnTo>
                    <a:pt x="2915" y="1923"/>
                  </a:lnTo>
                  <a:lnTo>
                    <a:pt x="2876" y="1828"/>
                  </a:lnTo>
                  <a:lnTo>
                    <a:pt x="2876" y="1790"/>
                  </a:lnTo>
                  <a:lnTo>
                    <a:pt x="2857" y="1771"/>
                  </a:lnTo>
                  <a:lnTo>
                    <a:pt x="2857" y="1752"/>
                  </a:lnTo>
                  <a:lnTo>
                    <a:pt x="2857" y="1733"/>
                  </a:lnTo>
                  <a:lnTo>
                    <a:pt x="2857" y="1714"/>
                  </a:lnTo>
                  <a:lnTo>
                    <a:pt x="2857" y="1695"/>
                  </a:lnTo>
                  <a:lnTo>
                    <a:pt x="2876" y="1676"/>
                  </a:lnTo>
                  <a:lnTo>
                    <a:pt x="2876" y="1657"/>
                  </a:lnTo>
                  <a:lnTo>
                    <a:pt x="2876" y="1638"/>
                  </a:lnTo>
                  <a:lnTo>
                    <a:pt x="2857" y="1638"/>
                  </a:lnTo>
                  <a:lnTo>
                    <a:pt x="2857" y="1619"/>
                  </a:lnTo>
                  <a:lnTo>
                    <a:pt x="2838" y="1638"/>
                  </a:lnTo>
                  <a:lnTo>
                    <a:pt x="2819" y="1638"/>
                  </a:lnTo>
                  <a:lnTo>
                    <a:pt x="2800" y="1657"/>
                  </a:lnTo>
                  <a:lnTo>
                    <a:pt x="2762" y="1657"/>
                  </a:lnTo>
                  <a:lnTo>
                    <a:pt x="2743" y="1657"/>
                  </a:lnTo>
                  <a:lnTo>
                    <a:pt x="2724" y="1638"/>
                  </a:lnTo>
                  <a:lnTo>
                    <a:pt x="2705" y="1638"/>
                  </a:lnTo>
                  <a:lnTo>
                    <a:pt x="2686" y="1600"/>
                  </a:lnTo>
                  <a:lnTo>
                    <a:pt x="2667" y="1581"/>
                  </a:lnTo>
                  <a:lnTo>
                    <a:pt x="2705" y="1524"/>
                  </a:lnTo>
                  <a:lnTo>
                    <a:pt x="2705" y="1505"/>
                  </a:lnTo>
                  <a:lnTo>
                    <a:pt x="2686" y="1486"/>
                  </a:lnTo>
                  <a:lnTo>
                    <a:pt x="2648" y="1466"/>
                  </a:lnTo>
                  <a:lnTo>
                    <a:pt x="2629" y="1466"/>
                  </a:lnTo>
                  <a:lnTo>
                    <a:pt x="2590" y="1505"/>
                  </a:lnTo>
                  <a:lnTo>
                    <a:pt x="2590" y="1542"/>
                  </a:lnTo>
                  <a:lnTo>
                    <a:pt x="2590" y="1581"/>
                  </a:lnTo>
                  <a:lnTo>
                    <a:pt x="2571" y="1600"/>
                  </a:lnTo>
                  <a:lnTo>
                    <a:pt x="2571" y="1619"/>
                  </a:lnTo>
                  <a:lnTo>
                    <a:pt x="2553" y="1619"/>
                  </a:lnTo>
                  <a:lnTo>
                    <a:pt x="2534" y="1600"/>
                  </a:lnTo>
                  <a:lnTo>
                    <a:pt x="2495" y="1505"/>
                  </a:lnTo>
                  <a:lnTo>
                    <a:pt x="2495" y="1486"/>
                  </a:lnTo>
                  <a:lnTo>
                    <a:pt x="2476" y="1466"/>
                  </a:lnTo>
                  <a:lnTo>
                    <a:pt x="2438" y="1466"/>
                  </a:lnTo>
                  <a:lnTo>
                    <a:pt x="2419" y="1447"/>
                  </a:lnTo>
                  <a:lnTo>
                    <a:pt x="2419" y="1428"/>
                  </a:lnTo>
                  <a:lnTo>
                    <a:pt x="2400" y="1428"/>
                  </a:lnTo>
                  <a:lnTo>
                    <a:pt x="2381" y="1428"/>
                  </a:lnTo>
                  <a:lnTo>
                    <a:pt x="2362" y="1410"/>
                  </a:lnTo>
                  <a:lnTo>
                    <a:pt x="2343" y="1410"/>
                  </a:lnTo>
                  <a:lnTo>
                    <a:pt x="2305" y="1428"/>
                  </a:lnTo>
                  <a:lnTo>
                    <a:pt x="2267" y="1428"/>
                  </a:lnTo>
                  <a:lnTo>
                    <a:pt x="2248" y="1428"/>
                  </a:lnTo>
                  <a:lnTo>
                    <a:pt x="2229" y="1428"/>
                  </a:lnTo>
                  <a:lnTo>
                    <a:pt x="2229" y="1410"/>
                  </a:lnTo>
                  <a:lnTo>
                    <a:pt x="2209" y="1390"/>
                  </a:lnTo>
                  <a:lnTo>
                    <a:pt x="2190" y="1371"/>
                  </a:lnTo>
                  <a:lnTo>
                    <a:pt x="2114" y="1352"/>
                  </a:lnTo>
                  <a:lnTo>
                    <a:pt x="2076" y="1352"/>
                  </a:lnTo>
                  <a:lnTo>
                    <a:pt x="2076" y="1333"/>
                  </a:lnTo>
                  <a:lnTo>
                    <a:pt x="2057" y="1333"/>
                  </a:lnTo>
                  <a:lnTo>
                    <a:pt x="2019" y="1333"/>
                  </a:lnTo>
                  <a:lnTo>
                    <a:pt x="2000" y="1333"/>
                  </a:lnTo>
                  <a:lnTo>
                    <a:pt x="2000" y="1314"/>
                  </a:lnTo>
                  <a:lnTo>
                    <a:pt x="2000" y="1295"/>
                  </a:lnTo>
                  <a:lnTo>
                    <a:pt x="1981" y="1276"/>
                  </a:lnTo>
                  <a:lnTo>
                    <a:pt x="1962" y="1238"/>
                  </a:lnTo>
                  <a:lnTo>
                    <a:pt x="1943" y="1219"/>
                  </a:lnTo>
                  <a:lnTo>
                    <a:pt x="1905" y="1200"/>
                  </a:lnTo>
                  <a:lnTo>
                    <a:pt x="1867" y="1181"/>
                  </a:lnTo>
                  <a:lnTo>
                    <a:pt x="1848" y="1181"/>
                  </a:lnTo>
                  <a:lnTo>
                    <a:pt x="1828" y="1200"/>
                  </a:lnTo>
                  <a:lnTo>
                    <a:pt x="1638" y="1295"/>
                  </a:lnTo>
                  <a:lnTo>
                    <a:pt x="1600" y="1295"/>
                  </a:lnTo>
                  <a:lnTo>
                    <a:pt x="1581" y="1295"/>
                  </a:lnTo>
                  <a:lnTo>
                    <a:pt x="1562" y="1314"/>
                  </a:lnTo>
                  <a:lnTo>
                    <a:pt x="1562" y="1333"/>
                  </a:lnTo>
                  <a:lnTo>
                    <a:pt x="1581" y="1390"/>
                  </a:lnTo>
                  <a:lnTo>
                    <a:pt x="1581" y="1410"/>
                  </a:lnTo>
                  <a:lnTo>
                    <a:pt x="1562" y="1428"/>
                  </a:lnTo>
                  <a:lnTo>
                    <a:pt x="1543" y="1428"/>
                  </a:lnTo>
                  <a:lnTo>
                    <a:pt x="1524" y="1428"/>
                  </a:lnTo>
                  <a:lnTo>
                    <a:pt x="1505" y="1428"/>
                  </a:lnTo>
                  <a:lnTo>
                    <a:pt x="1467" y="1447"/>
                  </a:lnTo>
                  <a:lnTo>
                    <a:pt x="1410" y="1447"/>
                  </a:lnTo>
                  <a:lnTo>
                    <a:pt x="1391" y="1466"/>
                  </a:lnTo>
                  <a:lnTo>
                    <a:pt x="1371" y="1466"/>
                  </a:lnTo>
                  <a:lnTo>
                    <a:pt x="1371" y="1486"/>
                  </a:lnTo>
                  <a:lnTo>
                    <a:pt x="1371" y="1505"/>
                  </a:lnTo>
                  <a:lnTo>
                    <a:pt x="1391" y="1524"/>
                  </a:lnTo>
                  <a:lnTo>
                    <a:pt x="1391" y="1542"/>
                  </a:lnTo>
                  <a:lnTo>
                    <a:pt x="1391" y="1562"/>
                  </a:lnTo>
                  <a:lnTo>
                    <a:pt x="1391" y="1600"/>
                  </a:lnTo>
                  <a:lnTo>
                    <a:pt x="1371" y="1600"/>
                  </a:lnTo>
                  <a:lnTo>
                    <a:pt x="1315" y="1657"/>
                  </a:lnTo>
                  <a:lnTo>
                    <a:pt x="1315" y="1676"/>
                  </a:lnTo>
                  <a:lnTo>
                    <a:pt x="1276" y="1676"/>
                  </a:lnTo>
                  <a:lnTo>
                    <a:pt x="1219" y="1695"/>
                  </a:lnTo>
                  <a:lnTo>
                    <a:pt x="1200" y="1714"/>
                  </a:lnTo>
                  <a:lnTo>
                    <a:pt x="1162" y="1733"/>
                  </a:lnTo>
                  <a:lnTo>
                    <a:pt x="1143" y="1733"/>
                  </a:lnTo>
                  <a:lnTo>
                    <a:pt x="1124" y="1733"/>
                  </a:lnTo>
                  <a:lnTo>
                    <a:pt x="1124" y="1714"/>
                  </a:lnTo>
                  <a:lnTo>
                    <a:pt x="1105" y="1714"/>
                  </a:lnTo>
                  <a:lnTo>
                    <a:pt x="1105" y="1695"/>
                  </a:lnTo>
                  <a:lnTo>
                    <a:pt x="1086" y="1695"/>
                  </a:lnTo>
                  <a:lnTo>
                    <a:pt x="1048" y="1695"/>
                  </a:lnTo>
                  <a:lnTo>
                    <a:pt x="1029" y="1733"/>
                  </a:lnTo>
                  <a:lnTo>
                    <a:pt x="990" y="1904"/>
                  </a:lnTo>
                  <a:lnTo>
                    <a:pt x="971" y="1923"/>
                  </a:lnTo>
                  <a:lnTo>
                    <a:pt x="971" y="1962"/>
                  </a:lnTo>
                  <a:lnTo>
                    <a:pt x="971" y="1981"/>
                  </a:lnTo>
                  <a:lnTo>
                    <a:pt x="952" y="1981"/>
                  </a:lnTo>
                  <a:lnTo>
                    <a:pt x="934" y="1981"/>
                  </a:lnTo>
                  <a:lnTo>
                    <a:pt x="914" y="1981"/>
                  </a:lnTo>
                  <a:lnTo>
                    <a:pt x="895" y="1962"/>
                  </a:lnTo>
                  <a:lnTo>
                    <a:pt x="876" y="1981"/>
                  </a:lnTo>
                  <a:lnTo>
                    <a:pt x="857" y="2000"/>
                  </a:lnTo>
                  <a:lnTo>
                    <a:pt x="838" y="2019"/>
                  </a:lnTo>
                  <a:lnTo>
                    <a:pt x="800" y="2019"/>
                  </a:lnTo>
                  <a:lnTo>
                    <a:pt x="781" y="2038"/>
                  </a:lnTo>
                  <a:lnTo>
                    <a:pt x="781" y="2057"/>
                  </a:lnTo>
                  <a:lnTo>
                    <a:pt x="762" y="2076"/>
                  </a:lnTo>
                  <a:lnTo>
                    <a:pt x="705" y="2095"/>
                  </a:lnTo>
                  <a:lnTo>
                    <a:pt x="685" y="2095"/>
                  </a:lnTo>
                  <a:lnTo>
                    <a:pt x="667" y="2095"/>
                  </a:lnTo>
                  <a:lnTo>
                    <a:pt x="648" y="2076"/>
                  </a:lnTo>
                  <a:lnTo>
                    <a:pt x="629" y="2076"/>
                  </a:lnTo>
                  <a:lnTo>
                    <a:pt x="609" y="2057"/>
                  </a:lnTo>
                  <a:lnTo>
                    <a:pt x="590" y="2057"/>
                  </a:lnTo>
                  <a:lnTo>
                    <a:pt x="571" y="2057"/>
                  </a:lnTo>
                  <a:lnTo>
                    <a:pt x="590" y="2038"/>
                  </a:lnTo>
                  <a:lnTo>
                    <a:pt x="590" y="2019"/>
                  </a:lnTo>
                  <a:lnTo>
                    <a:pt x="609" y="2000"/>
                  </a:lnTo>
                  <a:lnTo>
                    <a:pt x="629" y="1981"/>
                  </a:lnTo>
                  <a:lnTo>
                    <a:pt x="629" y="1962"/>
                  </a:lnTo>
                  <a:lnTo>
                    <a:pt x="629" y="1943"/>
                  </a:lnTo>
                  <a:lnTo>
                    <a:pt x="629" y="1904"/>
                  </a:lnTo>
                  <a:lnTo>
                    <a:pt x="629" y="1886"/>
                  </a:lnTo>
                  <a:lnTo>
                    <a:pt x="609" y="1867"/>
                  </a:lnTo>
                  <a:lnTo>
                    <a:pt x="609" y="1847"/>
                  </a:lnTo>
                  <a:lnTo>
                    <a:pt x="629" y="1847"/>
                  </a:lnTo>
                  <a:lnTo>
                    <a:pt x="609" y="1828"/>
                  </a:lnTo>
                  <a:lnTo>
                    <a:pt x="571" y="1828"/>
                  </a:lnTo>
                  <a:lnTo>
                    <a:pt x="514" y="1790"/>
                  </a:lnTo>
                  <a:lnTo>
                    <a:pt x="495" y="1790"/>
                  </a:lnTo>
                  <a:lnTo>
                    <a:pt x="476" y="1771"/>
                  </a:lnTo>
                  <a:lnTo>
                    <a:pt x="476" y="1752"/>
                  </a:lnTo>
                  <a:lnTo>
                    <a:pt x="476" y="1714"/>
                  </a:lnTo>
                  <a:lnTo>
                    <a:pt x="476" y="1695"/>
                  </a:lnTo>
                  <a:lnTo>
                    <a:pt x="457" y="1676"/>
                  </a:lnTo>
                  <a:lnTo>
                    <a:pt x="438" y="1676"/>
                  </a:lnTo>
                  <a:lnTo>
                    <a:pt x="438" y="1657"/>
                  </a:lnTo>
                  <a:lnTo>
                    <a:pt x="438" y="1638"/>
                  </a:lnTo>
                  <a:lnTo>
                    <a:pt x="438" y="1619"/>
                  </a:lnTo>
                  <a:lnTo>
                    <a:pt x="438" y="1600"/>
                  </a:lnTo>
                  <a:lnTo>
                    <a:pt x="438" y="1581"/>
                  </a:lnTo>
                  <a:lnTo>
                    <a:pt x="438" y="1562"/>
                  </a:lnTo>
                  <a:lnTo>
                    <a:pt x="438" y="1524"/>
                  </a:lnTo>
                  <a:lnTo>
                    <a:pt x="438" y="1505"/>
                  </a:lnTo>
                  <a:lnTo>
                    <a:pt x="457" y="1505"/>
                  </a:lnTo>
                  <a:lnTo>
                    <a:pt x="438" y="1505"/>
                  </a:lnTo>
                  <a:lnTo>
                    <a:pt x="438" y="1486"/>
                  </a:lnTo>
                  <a:lnTo>
                    <a:pt x="419" y="1466"/>
                  </a:lnTo>
                  <a:lnTo>
                    <a:pt x="400" y="1466"/>
                  </a:lnTo>
                  <a:lnTo>
                    <a:pt x="400" y="1486"/>
                  </a:lnTo>
                  <a:lnTo>
                    <a:pt x="381" y="1486"/>
                  </a:lnTo>
                  <a:lnTo>
                    <a:pt x="381" y="1466"/>
                  </a:lnTo>
                  <a:lnTo>
                    <a:pt x="362" y="1466"/>
                  </a:lnTo>
                  <a:lnTo>
                    <a:pt x="362" y="1447"/>
                  </a:lnTo>
                  <a:lnTo>
                    <a:pt x="362" y="1428"/>
                  </a:lnTo>
                  <a:lnTo>
                    <a:pt x="343" y="1428"/>
                  </a:lnTo>
                  <a:lnTo>
                    <a:pt x="343" y="1410"/>
                  </a:lnTo>
                  <a:lnTo>
                    <a:pt x="324" y="1428"/>
                  </a:lnTo>
                  <a:lnTo>
                    <a:pt x="305" y="1428"/>
                  </a:lnTo>
                  <a:lnTo>
                    <a:pt x="286" y="1428"/>
                  </a:lnTo>
                  <a:lnTo>
                    <a:pt x="267" y="1428"/>
                  </a:lnTo>
                  <a:lnTo>
                    <a:pt x="248" y="1428"/>
                  </a:lnTo>
                  <a:lnTo>
                    <a:pt x="248" y="1410"/>
                  </a:lnTo>
                  <a:lnTo>
                    <a:pt x="248" y="1390"/>
                  </a:lnTo>
                  <a:lnTo>
                    <a:pt x="248" y="1371"/>
                  </a:lnTo>
                  <a:lnTo>
                    <a:pt x="228" y="1371"/>
                  </a:lnTo>
                  <a:lnTo>
                    <a:pt x="228" y="1352"/>
                  </a:lnTo>
                  <a:lnTo>
                    <a:pt x="209" y="1352"/>
                  </a:lnTo>
                  <a:lnTo>
                    <a:pt x="191" y="1352"/>
                  </a:lnTo>
                  <a:lnTo>
                    <a:pt x="133" y="1371"/>
                  </a:lnTo>
                  <a:lnTo>
                    <a:pt x="114" y="1371"/>
                  </a:lnTo>
                  <a:lnTo>
                    <a:pt x="95" y="1371"/>
                  </a:lnTo>
                  <a:lnTo>
                    <a:pt x="76" y="1390"/>
                  </a:lnTo>
                  <a:lnTo>
                    <a:pt x="57" y="1390"/>
                  </a:lnTo>
                  <a:lnTo>
                    <a:pt x="38" y="1390"/>
                  </a:lnTo>
                  <a:lnTo>
                    <a:pt x="19" y="1371"/>
                  </a:lnTo>
                  <a:lnTo>
                    <a:pt x="0" y="1352"/>
                  </a:lnTo>
                  <a:lnTo>
                    <a:pt x="76" y="1333"/>
                  </a:lnTo>
                  <a:lnTo>
                    <a:pt x="152" y="1295"/>
                  </a:lnTo>
                  <a:lnTo>
                    <a:pt x="152" y="1276"/>
                  </a:lnTo>
                  <a:lnTo>
                    <a:pt x="172" y="1276"/>
                  </a:lnTo>
                  <a:lnTo>
                    <a:pt x="172" y="1257"/>
                  </a:lnTo>
                  <a:lnTo>
                    <a:pt x="172" y="1238"/>
                  </a:lnTo>
                  <a:lnTo>
                    <a:pt x="172" y="1219"/>
                  </a:lnTo>
                  <a:lnTo>
                    <a:pt x="191" y="1219"/>
                  </a:lnTo>
                  <a:lnTo>
                    <a:pt x="191" y="1200"/>
                  </a:lnTo>
                  <a:lnTo>
                    <a:pt x="209" y="1200"/>
                  </a:lnTo>
                  <a:lnTo>
                    <a:pt x="228" y="1200"/>
                  </a:lnTo>
                  <a:lnTo>
                    <a:pt x="248" y="1200"/>
                  </a:lnTo>
                  <a:lnTo>
                    <a:pt x="248" y="1181"/>
                  </a:lnTo>
                  <a:lnTo>
                    <a:pt x="267" y="1181"/>
                  </a:lnTo>
                  <a:lnTo>
                    <a:pt x="267" y="1161"/>
                  </a:lnTo>
                  <a:lnTo>
                    <a:pt x="286" y="1161"/>
                  </a:lnTo>
                  <a:lnTo>
                    <a:pt x="286" y="1143"/>
                  </a:lnTo>
                  <a:lnTo>
                    <a:pt x="286" y="1124"/>
                  </a:lnTo>
                  <a:lnTo>
                    <a:pt x="305" y="1124"/>
                  </a:lnTo>
                  <a:lnTo>
                    <a:pt x="305" y="1105"/>
                  </a:lnTo>
                  <a:lnTo>
                    <a:pt x="324" y="1085"/>
                  </a:lnTo>
                  <a:lnTo>
                    <a:pt x="343" y="1085"/>
                  </a:lnTo>
                  <a:lnTo>
                    <a:pt x="362" y="1085"/>
                  </a:lnTo>
                  <a:lnTo>
                    <a:pt x="400" y="1085"/>
                  </a:lnTo>
                  <a:lnTo>
                    <a:pt x="419" y="1105"/>
                  </a:lnTo>
                  <a:lnTo>
                    <a:pt x="419" y="1085"/>
                  </a:lnTo>
                  <a:lnTo>
                    <a:pt x="438" y="1066"/>
                  </a:lnTo>
                  <a:lnTo>
                    <a:pt x="438" y="1047"/>
                  </a:lnTo>
                  <a:lnTo>
                    <a:pt x="438" y="1029"/>
                  </a:lnTo>
                  <a:lnTo>
                    <a:pt x="457" y="1009"/>
                  </a:lnTo>
                  <a:lnTo>
                    <a:pt x="476" y="1009"/>
                  </a:lnTo>
                  <a:lnTo>
                    <a:pt x="495" y="1029"/>
                  </a:lnTo>
                  <a:lnTo>
                    <a:pt x="514" y="1029"/>
                  </a:lnTo>
                  <a:lnTo>
                    <a:pt x="514" y="1009"/>
                  </a:lnTo>
                  <a:lnTo>
                    <a:pt x="514" y="990"/>
                  </a:lnTo>
                  <a:lnTo>
                    <a:pt x="533" y="990"/>
                  </a:lnTo>
                  <a:lnTo>
                    <a:pt x="553" y="971"/>
                  </a:lnTo>
                  <a:lnTo>
                    <a:pt x="571" y="933"/>
                  </a:lnTo>
                  <a:lnTo>
                    <a:pt x="571" y="914"/>
                  </a:lnTo>
                  <a:lnTo>
                    <a:pt x="629" y="876"/>
                  </a:lnTo>
                  <a:lnTo>
                    <a:pt x="648" y="876"/>
                  </a:lnTo>
                  <a:lnTo>
                    <a:pt x="648" y="857"/>
                  </a:lnTo>
                  <a:lnTo>
                    <a:pt x="667" y="838"/>
                  </a:lnTo>
                  <a:lnTo>
                    <a:pt x="705" y="819"/>
                  </a:lnTo>
                  <a:lnTo>
                    <a:pt x="724" y="819"/>
                  </a:lnTo>
                  <a:lnTo>
                    <a:pt x="724" y="800"/>
                  </a:lnTo>
                  <a:lnTo>
                    <a:pt x="743" y="780"/>
                  </a:lnTo>
                  <a:lnTo>
                    <a:pt x="762" y="724"/>
                  </a:lnTo>
                  <a:lnTo>
                    <a:pt x="781" y="685"/>
                  </a:lnTo>
                  <a:lnTo>
                    <a:pt x="781" y="590"/>
                  </a:lnTo>
                  <a:lnTo>
                    <a:pt x="781" y="552"/>
                  </a:lnTo>
                  <a:lnTo>
                    <a:pt x="762" y="533"/>
                  </a:lnTo>
                  <a:lnTo>
                    <a:pt x="762" y="514"/>
                  </a:lnTo>
                  <a:lnTo>
                    <a:pt x="743" y="514"/>
                  </a:lnTo>
                  <a:lnTo>
                    <a:pt x="724" y="495"/>
                  </a:lnTo>
                  <a:lnTo>
                    <a:pt x="667" y="476"/>
                  </a:lnTo>
                  <a:lnTo>
                    <a:pt x="667" y="457"/>
                  </a:lnTo>
                  <a:lnTo>
                    <a:pt x="667" y="438"/>
                  </a:lnTo>
                  <a:lnTo>
                    <a:pt x="667" y="419"/>
                  </a:lnTo>
                  <a:lnTo>
                    <a:pt x="685" y="400"/>
                  </a:lnTo>
                  <a:lnTo>
                    <a:pt x="685" y="381"/>
                  </a:lnTo>
                  <a:lnTo>
                    <a:pt x="705" y="381"/>
                  </a:lnTo>
                  <a:lnTo>
                    <a:pt x="705" y="343"/>
                  </a:lnTo>
                  <a:lnTo>
                    <a:pt x="685" y="323"/>
                  </a:lnTo>
                  <a:lnTo>
                    <a:pt x="667" y="304"/>
                  </a:lnTo>
                  <a:lnTo>
                    <a:pt x="629" y="228"/>
                  </a:lnTo>
                  <a:lnTo>
                    <a:pt x="629" y="209"/>
                  </a:lnTo>
                  <a:lnTo>
                    <a:pt x="629" y="190"/>
                  </a:lnTo>
                  <a:lnTo>
                    <a:pt x="629" y="152"/>
                  </a:lnTo>
                  <a:lnTo>
                    <a:pt x="629" y="133"/>
                  </a:lnTo>
                  <a:lnTo>
                    <a:pt x="648" y="133"/>
                  </a:lnTo>
                  <a:lnTo>
                    <a:pt x="667" y="114"/>
                  </a:lnTo>
                  <a:lnTo>
                    <a:pt x="781" y="114"/>
                  </a:lnTo>
                  <a:lnTo>
                    <a:pt x="1010" y="114"/>
                  </a:lnTo>
                  <a:lnTo>
                    <a:pt x="1029" y="114"/>
                  </a:lnTo>
                  <a:lnTo>
                    <a:pt x="1124" y="133"/>
                  </a:lnTo>
                  <a:lnTo>
                    <a:pt x="1143" y="133"/>
                  </a:lnTo>
                  <a:lnTo>
                    <a:pt x="1219" y="133"/>
                  </a:lnTo>
                  <a:lnTo>
                    <a:pt x="1238" y="114"/>
                  </a:lnTo>
                  <a:lnTo>
                    <a:pt x="1276" y="95"/>
                  </a:lnTo>
                  <a:lnTo>
                    <a:pt x="1315" y="76"/>
                  </a:lnTo>
                  <a:lnTo>
                    <a:pt x="1352" y="76"/>
                  </a:lnTo>
                  <a:lnTo>
                    <a:pt x="1429" y="76"/>
                  </a:lnTo>
                  <a:lnTo>
                    <a:pt x="1600" y="95"/>
                  </a:lnTo>
                  <a:lnTo>
                    <a:pt x="1619" y="114"/>
                  </a:lnTo>
                  <a:lnTo>
                    <a:pt x="1676" y="152"/>
                  </a:lnTo>
                  <a:lnTo>
                    <a:pt x="1695" y="171"/>
                  </a:lnTo>
                  <a:lnTo>
                    <a:pt x="1714" y="190"/>
                  </a:lnTo>
                  <a:lnTo>
                    <a:pt x="1733" y="190"/>
                  </a:lnTo>
                  <a:lnTo>
                    <a:pt x="1752" y="209"/>
                  </a:lnTo>
                  <a:lnTo>
                    <a:pt x="1772" y="209"/>
                  </a:lnTo>
                  <a:lnTo>
                    <a:pt x="1809" y="247"/>
                  </a:lnTo>
                  <a:lnTo>
                    <a:pt x="1848" y="247"/>
                  </a:lnTo>
                  <a:lnTo>
                    <a:pt x="1867" y="247"/>
                  </a:lnTo>
                  <a:lnTo>
                    <a:pt x="1886" y="267"/>
                  </a:lnTo>
                  <a:lnTo>
                    <a:pt x="1905" y="286"/>
                  </a:lnTo>
                  <a:lnTo>
                    <a:pt x="1924" y="323"/>
                  </a:lnTo>
                  <a:lnTo>
                    <a:pt x="1962" y="381"/>
                  </a:lnTo>
                  <a:lnTo>
                    <a:pt x="1981" y="381"/>
                  </a:lnTo>
                  <a:lnTo>
                    <a:pt x="2038" y="400"/>
                  </a:lnTo>
                  <a:lnTo>
                    <a:pt x="2057" y="419"/>
                  </a:lnTo>
                  <a:lnTo>
                    <a:pt x="2095" y="438"/>
                  </a:lnTo>
                  <a:lnTo>
                    <a:pt x="2114" y="438"/>
                  </a:lnTo>
                  <a:lnTo>
                    <a:pt x="2114" y="457"/>
                  </a:lnTo>
                  <a:lnTo>
                    <a:pt x="2133" y="533"/>
                  </a:lnTo>
                  <a:lnTo>
                    <a:pt x="2133" y="552"/>
                  </a:lnTo>
                  <a:lnTo>
                    <a:pt x="2153" y="552"/>
                  </a:lnTo>
                  <a:lnTo>
                    <a:pt x="2172" y="552"/>
                  </a:lnTo>
                  <a:lnTo>
                    <a:pt x="2190" y="533"/>
                  </a:lnTo>
                  <a:lnTo>
                    <a:pt x="2209" y="514"/>
                  </a:lnTo>
                  <a:lnTo>
                    <a:pt x="2229" y="533"/>
                  </a:lnTo>
                  <a:lnTo>
                    <a:pt x="2229" y="552"/>
                  </a:lnTo>
                  <a:lnTo>
                    <a:pt x="2248" y="552"/>
                  </a:lnTo>
                  <a:lnTo>
                    <a:pt x="2248" y="533"/>
                  </a:lnTo>
                  <a:lnTo>
                    <a:pt x="2267" y="514"/>
                  </a:lnTo>
                  <a:lnTo>
                    <a:pt x="2267" y="495"/>
                  </a:lnTo>
                  <a:lnTo>
                    <a:pt x="2286" y="457"/>
                  </a:lnTo>
                  <a:lnTo>
                    <a:pt x="2305" y="457"/>
                  </a:lnTo>
                  <a:lnTo>
                    <a:pt x="2324" y="438"/>
                  </a:lnTo>
                  <a:lnTo>
                    <a:pt x="2324" y="419"/>
                  </a:lnTo>
                  <a:lnTo>
                    <a:pt x="2343" y="419"/>
                  </a:lnTo>
                  <a:lnTo>
                    <a:pt x="2343" y="400"/>
                  </a:lnTo>
                  <a:lnTo>
                    <a:pt x="2362" y="419"/>
                  </a:lnTo>
                  <a:lnTo>
                    <a:pt x="2362" y="400"/>
                  </a:lnTo>
                  <a:lnTo>
                    <a:pt x="2381" y="381"/>
                  </a:lnTo>
                  <a:lnTo>
                    <a:pt x="2381" y="362"/>
                  </a:lnTo>
                  <a:lnTo>
                    <a:pt x="2400" y="362"/>
                  </a:lnTo>
                  <a:lnTo>
                    <a:pt x="2419" y="362"/>
                  </a:lnTo>
                  <a:lnTo>
                    <a:pt x="2438" y="362"/>
                  </a:lnTo>
                  <a:lnTo>
                    <a:pt x="2457" y="343"/>
                  </a:lnTo>
                  <a:lnTo>
                    <a:pt x="2476" y="343"/>
                  </a:lnTo>
                  <a:lnTo>
                    <a:pt x="2495" y="323"/>
                  </a:lnTo>
                  <a:lnTo>
                    <a:pt x="2514" y="323"/>
                  </a:lnTo>
                  <a:lnTo>
                    <a:pt x="2534" y="323"/>
                  </a:lnTo>
                  <a:lnTo>
                    <a:pt x="2534" y="343"/>
                  </a:lnTo>
                  <a:lnTo>
                    <a:pt x="2534" y="362"/>
                  </a:lnTo>
                  <a:lnTo>
                    <a:pt x="2553" y="381"/>
                  </a:lnTo>
                  <a:lnTo>
                    <a:pt x="2571" y="400"/>
                  </a:lnTo>
                  <a:lnTo>
                    <a:pt x="2590" y="400"/>
                  </a:lnTo>
                  <a:lnTo>
                    <a:pt x="2610" y="400"/>
                  </a:lnTo>
                  <a:lnTo>
                    <a:pt x="2590" y="419"/>
                  </a:lnTo>
                  <a:lnTo>
                    <a:pt x="2590" y="438"/>
                  </a:lnTo>
                  <a:lnTo>
                    <a:pt x="2610" y="457"/>
                  </a:lnTo>
                  <a:lnTo>
                    <a:pt x="2629" y="457"/>
                  </a:lnTo>
                  <a:lnTo>
                    <a:pt x="2648" y="457"/>
                  </a:lnTo>
                  <a:lnTo>
                    <a:pt x="2648" y="476"/>
                  </a:lnTo>
                  <a:lnTo>
                    <a:pt x="2667" y="476"/>
                  </a:lnTo>
                  <a:lnTo>
                    <a:pt x="2667" y="457"/>
                  </a:lnTo>
                  <a:lnTo>
                    <a:pt x="2686" y="457"/>
                  </a:lnTo>
                  <a:lnTo>
                    <a:pt x="2705" y="457"/>
                  </a:lnTo>
                  <a:lnTo>
                    <a:pt x="2724" y="438"/>
                  </a:lnTo>
                  <a:lnTo>
                    <a:pt x="2743" y="438"/>
                  </a:lnTo>
                  <a:lnTo>
                    <a:pt x="2762" y="457"/>
                  </a:lnTo>
                  <a:lnTo>
                    <a:pt x="2762" y="438"/>
                  </a:lnTo>
                  <a:lnTo>
                    <a:pt x="2781" y="438"/>
                  </a:lnTo>
                  <a:lnTo>
                    <a:pt x="2800" y="419"/>
                  </a:lnTo>
                  <a:lnTo>
                    <a:pt x="2819" y="400"/>
                  </a:lnTo>
                  <a:lnTo>
                    <a:pt x="2838" y="419"/>
                  </a:lnTo>
                  <a:lnTo>
                    <a:pt x="2857" y="438"/>
                  </a:lnTo>
                  <a:lnTo>
                    <a:pt x="2857" y="457"/>
                  </a:lnTo>
                  <a:lnTo>
                    <a:pt x="2876" y="476"/>
                  </a:lnTo>
                  <a:lnTo>
                    <a:pt x="2876" y="495"/>
                  </a:lnTo>
                  <a:lnTo>
                    <a:pt x="2857" y="514"/>
                  </a:lnTo>
                  <a:lnTo>
                    <a:pt x="2857" y="533"/>
                  </a:lnTo>
                  <a:lnTo>
                    <a:pt x="2876" y="533"/>
                  </a:lnTo>
                  <a:lnTo>
                    <a:pt x="2895" y="533"/>
                  </a:lnTo>
                  <a:lnTo>
                    <a:pt x="2915" y="552"/>
                  </a:lnTo>
                  <a:lnTo>
                    <a:pt x="2915" y="533"/>
                  </a:lnTo>
                  <a:lnTo>
                    <a:pt x="2933" y="533"/>
                  </a:lnTo>
                  <a:lnTo>
                    <a:pt x="2933" y="514"/>
                  </a:lnTo>
                  <a:lnTo>
                    <a:pt x="2952" y="514"/>
                  </a:lnTo>
                  <a:lnTo>
                    <a:pt x="2971" y="514"/>
                  </a:lnTo>
                  <a:lnTo>
                    <a:pt x="2991" y="514"/>
                  </a:lnTo>
                  <a:lnTo>
                    <a:pt x="2991" y="495"/>
                  </a:lnTo>
                  <a:lnTo>
                    <a:pt x="3010" y="476"/>
                  </a:lnTo>
                  <a:lnTo>
                    <a:pt x="3029" y="476"/>
                  </a:lnTo>
                  <a:lnTo>
                    <a:pt x="3029" y="495"/>
                  </a:lnTo>
                  <a:lnTo>
                    <a:pt x="3047" y="514"/>
                  </a:lnTo>
                  <a:lnTo>
                    <a:pt x="3067" y="514"/>
                  </a:lnTo>
                  <a:lnTo>
                    <a:pt x="3086" y="514"/>
                  </a:lnTo>
                  <a:lnTo>
                    <a:pt x="3086" y="495"/>
                  </a:lnTo>
                  <a:lnTo>
                    <a:pt x="3067" y="495"/>
                  </a:lnTo>
                  <a:lnTo>
                    <a:pt x="3067" y="476"/>
                  </a:lnTo>
                  <a:lnTo>
                    <a:pt x="3086" y="457"/>
                  </a:lnTo>
                  <a:lnTo>
                    <a:pt x="3105" y="457"/>
                  </a:lnTo>
                  <a:lnTo>
                    <a:pt x="3124" y="457"/>
                  </a:lnTo>
                  <a:lnTo>
                    <a:pt x="3162" y="476"/>
                  </a:lnTo>
                  <a:lnTo>
                    <a:pt x="3181" y="476"/>
                  </a:lnTo>
                  <a:lnTo>
                    <a:pt x="3200" y="457"/>
                  </a:lnTo>
                  <a:lnTo>
                    <a:pt x="3219" y="457"/>
                  </a:lnTo>
                  <a:lnTo>
                    <a:pt x="3219" y="438"/>
                  </a:lnTo>
                  <a:lnTo>
                    <a:pt x="3219" y="419"/>
                  </a:lnTo>
                  <a:lnTo>
                    <a:pt x="3238" y="400"/>
                  </a:lnTo>
                  <a:lnTo>
                    <a:pt x="3238" y="381"/>
                  </a:lnTo>
                  <a:lnTo>
                    <a:pt x="3257" y="381"/>
                  </a:lnTo>
                  <a:lnTo>
                    <a:pt x="3257" y="362"/>
                  </a:lnTo>
                  <a:lnTo>
                    <a:pt x="3276" y="362"/>
                  </a:lnTo>
                  <a:lnTo>
                    <a:pt x="3352" y="343"/>
                  </a:lnTo>
                  <a:lnTo>
                    <a:pt x="3372" y="323"/>
                  </a:lnTo>
                  <a:lnTo>
                    <a:pt x="3391" y="286"/>
                  </a:lnTo>
                  <a:lnTo>
                    <a:pt x="3410" y="267"/>
                  </a:lnTo>
                  <a:lnTo>
                    <a:pt x="3428" y="267"/>
                  </a:lnTo>
                  <a:lnTo>
                    <a:pt x="3524" y="209"/>
                  </a:lnTo>
                  <a:lnTo>
                    <a:pt x="3562" y="190"/>
                  </a:lnTo>
                  <a:lnTo>
                    <a:pt x="3581" y="190"/>
                  </a:lnTo>
                  <a:lnTo>
                    <a:pt x="3581" y="171"/>
                  </a:lnTo>
                  <a:lnTo>
                    <a:pt x="3581" y="152"/>
                  </a:lnTo>
                  <a:lnTo>
                    <a:pt x="3600" y="152"/>
                  </a:lnTo>
                  <a:lnTo>
                    <a:pt x="3600" y="133"/>
                  </a:lnTo>
                  <a:lnTo>
                    <a:pt x="3619" y="133"/>
                  </a:lnTo>
                  <a:lnTo>
                    <a:pt x="3619" y="114"/>
                  </a:lnTo>
                  <a:lnTo>
                    <a:pt x="3619" y="95"/>
                  </a:lnTo>
                  <a:lnTo>
                    <a:pt x="3638" y="95"/>
                  </a:lnTo>
                  <a:lnTo>
                    <a:pt x="3677" y="76"/>
                  </a:lnTo>
                  <a:lnTo>
                    <a:pt x="3695" y="76"/>
                  </a:lnTo>
                  <a:lnTo>
                    <a:pt x="3695" y="95"/>
                  </a:lnTo>
                  <a:lnTo>
                    <a:pt x="3714" y="76"/>
                  </a:lnTo>
                  <a:lnTo>
                    <a:pt x="3733" y="76"/>
                  </a:lnTo>
                  <a:lnTo>
                    <a:pt x="3733" y="57"/>
                  </a:lnTo>
                  <a:lnTo>
                    <a:pt x="3733" y="38"/>
                  </a:lnTo>
                  <a:lnTo>
                    <a:pt x="3753" y="38"/>
                  </a:lnTo>
                  <a:lnTo>
                    <a:pt x="3753" y="19"/>
                  </a:lnTo>
                  <a:lnTo>
                    <a:pt x="3829" y="0"/>
                  </a:lnTo>
                  <a:lnTo>
                    <a:pt x="3848" y="0"/>
                  </a:lnTo>
                  <a:lnTo>
                    <a:pt x="3867" y="19"/>
                  </a:lnTo>
                  <a:lnTo>
                    <a:pt x="3943" y="76"/>
                  </a:lnTo>
                  <a:lnTo>
                    <a:pt x="3981" y="95"/>
                  </a:lnTo>
                  <a:lnTo>
                    <a:pt x="4019" y="114"/>
                  </a:lnTo>
                  <a:lnTo>
                    <a:pt x="4038" y="114"/>
                  </a:lnTo>
                  <a:lnTo>
                    <a:pt x="4057" y="114"/>
                  </a:lnTo>
                  <a:lnTo>
                    <a:pt x="4076" y="114"/>
                  </a:lnTo>
                  <a:lnTo>
                    <a:pt x="4076" y="133"/>
                  </a:lnTo>
                  <a:lnTo>
                    <a:pt x="4057" y="152"/>
                  </a:lnTo>
                  <a:lnTo>
                    <a:pt x="4076" y="152"/>
                  </a:lnTo>
                  <a:lnTo>
                    <a:pt x="4076" y="171"/>
                  </a:lnTo>
                  <a:lnTo>
                    <a:pt x="4095" y="190"/>
                  </a:lnTo>
                  <a:lnTo>
                    <a:pt x="4095" y="209"/>
                  </a:lnTo>
                  <a:lnTo>
                    <a:pt x="4076" y="209"/>
                  </a:lnTo>
                  <a:lnTo>
                    <a:pt x="4076" y="228"/>
                  </a:lnTo>
                  <a:lnTo>
                    <a:pt x="4019" y="247"/>
                  </a:lnTo>
                  <a:lnTo>
                    <a:pt x="4000" y="247"/>
                  </a:lnTo>
                  <a:lnTo>
                    <a:pt x="3981" y="267"/>
                  </a:lnTo>
                  <a:lnTo>
                    <a:pt x="3962" y="267"/>
                  </a:lnTo>
                  <a:lnTo>
                    <a:pt x="3943" y="267"/>
                  </a:lnTo>
                  <a:lnTo>
                    <a:pt x="3924" y="267"/>
                  </a:lnTo>
                  <a:lnTo>
                    <a:pt x="3905" y="267"/>
                  </a:lnTo>
                  <a:lnTo>
                    <a:pt x="3905" y="286"/>
                  </a:lnTo>
                  <a:lnTo>
                    <a:pt x="3886" y="286"/>
                  </a:lnTo>
                  <a:lnTo>
                    <a:pt x="3886" y="304"/>
                  </a:lnTo>
                  <a:lnTo>
                    <a:pt x="3886" y="323"/>
                  </a:lnTo>
                  <a:lnTo>
                    <a:pt x="3886" y="343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05" y="419"/>
                  </a:lnTo>
                  <a:lnTo>
                    <a:pt x="3924" y="438"/>
                  </a:lnTo>
                  <a:lnTo>
                    <a:pt x="3924" y="457"/>
                  </a:lnTo>
                  <a:lnTo>
                    <a:pt x="3924" y="476"/>
                  </a:lnTo>
                  <a:lnTo>
                    <a:pt x="3924" y="495"/>
                  </a:lnTo>
                  <a:lnTo>
                    <a:pt x="3905" y="495"/>
                  </a:lnTo>
                  <a:lnTo>
                    <a:pt x="3886" y="514"/>
                  </a:lnTo>
                  <a:lnTo>
                    <a:pt x="3867" y="514"/>
                  </a:lnTo>
                  <a:lnTo>
                    <a:pt x="3848" y="552"/>
                  </a:lnTo>
                  <a:lnTo>
                    <a:pt x="3809" y="609"/>
                  </a:lnTo>
                  <a:lnTo>
                    <a:pt x="3809" y="628"/>
                  </a:lnTo>
                  <a:lnTo>
                    <a:pt x="3772" y="648"/>
                  </a:lnTo>
                  <a:lnTo>
                    <a:pt x="3753" y="666"/>
                  </a:lnTo>
                  <a:lnTo>
                    <a:pt x="3753" y="685"/>
                  </a:lnTo>
                  <a:lnTo>
                    <a:pt x="3772" y="685"/>
                  </a:lnTo>
                  <a:lnTo>
                    <a:pt x="3791" y="685"/>
                  </a:lnTo>
                  <a:lnTo>
                    <a:pt x="3809" y="666"/>
                  </a:lnTo>
                  <a:lnTo>
                    <a:pt x="3829" y="666"/>
                  </a:lnTo>
                  <a:lnTo>
                    <a:pt x="3848" y="666"/>
                  </a:lnTo>
                  <a:lnTo>
                    <a:pt x="3867" y="666"/>
                  </a:lnTo>
                  <a:lnTo>
                    <a:pt x="3867" y="648"/>
                  </a:lnTo>
                  <a:lnTo>
                    <a:pt x="3886" y="648"/>
                  </a:lnTo>
                  <a:lnTo>
                    <a:pt x="3905" y="648"/>
                  </a:lnTo>
                  <a:lnTo>
                    <a:pt x="3924" y="666"/>
                  </a:lnTo>
                  <a:lnTo>
                    <a:pt x="3943" y="666"/>
                  </a:lnTo>
                  <a:lnTo>
                    <a:pt x="3943" y="685"/>
                  </a:lnTo>
                  <a:lnTo>
                    <a:pt x="3962" y="685"/>
                  </a:lnTo>
                  <a:lnTo>
                    <a:pt x="3962" y="704"/>
                  </a:lnTo>
                  <a:lnTo>
                    <a:pt x="3943" y="704"/>
                  </a:lnTo>
                  <a:lnTo>
                    <a:pt x="3943" y="724"/>
                  </a:lnTo>
                  <a:lnTo>
                    <a:pt x="3943" y="743"/>
                  </a:lnTo>
                  <a:lnTo>
                    <a:pt x="3943" y="762"/>
                  </a:lnTo>
                  <a:lnTo>
                    <a:pt x="3962" y="780"/>
                  </a:lnTo>
                  <a:lnTo>
                    <a:pt x="3962" y="800"/>
                  </a:lnTo>
                  <a:lnTo>
                    <a:pt x="3962" y="838"/>
                  </a:lnTo>
                  <a:lnTo>
                    <a:pt x="3962" y="857"/>
                  </a:lnTo>
                  <a:lnTo>
                    <a:pt x="3981" y="857"/>
                  </a:lnTo>
                  <a:lnTo>
                    <a:pt x="4000" y="895"/>
                  </a:lnTo>
                  <a:lnTo>
                    <a:pt x="4019" y="895"/>
                  </a:lnTo>
                  <a:lnTo>
                    <a:pt x="4019" y="914"/>
                  </a:lnTo>
                  <a:lnTo>
                    <a:pt x="4038" y="914"/>
                  </a:lnTo>
                  <a:lnTo>
                    <a:pt x="4057" y="914"/>
                  </a:lnTo>
                  <a:lnTo>
                    <a:pt x="4076" y="933"/>
                  </a:lnTo>
                  <a:lnTo>
                    <a:pt x="4114" y="952"/>
                  </a:lnTo>
                  <a:lnTo>
                    <a:pt x="4134" y="952"/>
                  </a:lnTo>
                  <a:lnTo>
                    <a:pt x="4153" y="952"/>
                  </a:lnTo>
                  <a:lnTo>
                    <a:pt x="4190" y="914"/>
                  </a:lnTo>
                  <a:lnTo>
                    <a:pt x="4210" y="914"/>
                  </a:lnTo>
                  <a:lnTo>
                    <a:pt x="4229" y="895"/>
                  </a:lnTo>
                  <a:lnTo>
                    <a:pt x="4286" y="895"/>
                  </a:lnTo>
                  <a:lnTo>
                    <a:pt x="4305" y="895"/>
                  </a:lnTo>
                  <a:lnTo>
                    <a:pt x="4343" y="857"/>
                  </a:lnTo>
                  <a:lnTo>
                    <a:pt x="4343" y="838"/>
                  </a:lnTo>
                  <a:lnTo>
                    <a:pt x="4362" y="819"/>
                  </a:lnTo>
                  <a:lnTo>
                    <a:pt x="4381" y="800"/>
                  </a:lnTo>
                  <a:lnTo>
                    <a:pt x="4400" y="800"/>
                  </a:lnTo>
                  <a:lnTo>
                    <a:pt x="4419" y="780"/>
                  </a:lnTo>
                  <a:lnTo>
                    <a:pt x="4438" y="762"/>
                  </a:lnTo>
                  <a:lnTo>
                    <a:pt x="4419" y="743"/>
                  </a:lnTo>
                  <a:lnTo>
                    <a:pt x="4419" y="724"/>
                  </a:lnTo>
                  <a:lnTo>
                    <a:pt x="4400" y="704"/>
                  </a:lnTo>
                  <a:lnTo>
                    <a:pt x="4400" y="685"/>
                  </a:lnTo>
                  <a:lnTo>
                    <a:pt x="4438" y="648"/>
                  </a:lnTo>
                  <a:lnTo>
                    <a:pt x="4457" y="648"/>
                  </a:lnTo>
                  <a:lnTo>
                    <a:pt x="4476" y="648"/>
                  </a:lnTo>
                  <a:lnTo>
                    <a:pt x="4476" y="628"/>
                  </a:lnTo>
                  <a:lnTo>
                    <a:pt x="4495" y="609"/>
                  </a:lnTo>
                  <a:lnTo>
                    <a:pt x="4515" y="609"/>
                  </a:lnTo>
                  <a:lnTo>
                    <a:pt x="4552" y="609"/>
                  </a:lnTo>
                  <a:lnTo>
                    <a:pt x="4571" y="609"/>
                  </a:lnTo>
                  <a:lnTo>
                    <a:pt x="4591" y="609"/>
                  </a:lnTo>
                  <a:lnTo>
                    <a:pt x="4629" y="590"/>
                  </a:lnTo>
                  <a:lnTo>
                    <a:pt x="4629" y="571"/>
                  </a:lnTo>
                  <a:lnTo>
                    <a:pt x="4629" y="552"/>
                  </a:lnTo>
                  <a:lnTo>
                    <a:pt x="4629" y="533"/>
                  </a:lnTo>
                  <a:lnTo>
                    <a:pt x="4629" y="514"/>
                  </a:lnTo>
                  <a:lnTo>
                    <a:pt x="4648" y="514"/>
                  </a:lnTo>
                  <a:lnTo>
                    <a:pt x="4705" y="514"/>
                  </a:lnTo>
                  <a:lnTo>
                    <a:pt x="4724" y="514"/>
                  </a:lnTo>
                  <a:lnTo>
                    <a:pt x="4743" y="514"/>
                  </a:lnTo>
                  <a:lnTo>
                    <a:pt x="4762" y="514"/>
                  </a:lnTo>
                  <a:lnTo>
                    <a:pt x="4781" y="514"/>
                  </a:lnTo>
                  <a:lnTo>
                    <a:pt x="4819" y="476"/>
                  </a:lnTo>
                  <a:lnTo>
                    <a:pt x="4819" y="495"/>
                  </a:lnTo>
                  <a:lnTo>
                    <a:pt x="4819" y="514"/>
                  </a:lnTo>
                  <a:lnTo>
                    <a:pt x="4838" y="514"/>
                  </a:lnTo>
                  <a:lnTo>
                    <a:pt x="4857" y="514"/>
                  </a:lnTo>
                  <a:lnTo>
                    <a:pt x="4876" y="514"/>
                  </a:lnTo>
                  <a:lnTo>
                    <a:pt x="4896" y="476"/>
                  </a:lnTo>
                  <a:lnTo>
                    <a:pt x="4915" y="476"/>
                  </a:lnTo>
                  <a:lnTo>
                    <a:pt x="4933" y="476"/>
                  </a:lnTo>
                  <a:lnTo>
                    <a:pt x="4952" y="476"/>
                  </a:lnTo>
                  <a:lnTo>
                    <a:pt x="4952" y="495"/>
                  </a:lnTo>
                  <a:lnTo>
                    <a:pt x="4952" y="514"/>
                  </a:lnTo>
                  <a:lnTo>
                    <a:pt x="4952" y="533"/>
                  </a:lnTo>
                  <a:lnTo>
                    <a:pt x="4972" y="533"/>
                  </a:lnTo>
                  <a:lnTo>
                    <a:pt x="5010" y="514"/>
                  </a:lnTo>
                  <a:lnTo>
                    <a:pt x="5048" y="514"/>
                  </a:lnTo>
                  <a:lnTo>
                    <a:pt x="5067" y="514"/>
                  </a:lnTo>
                  <a:lnTo>
                    <a:pt x="5086" y="533"/>
                  </a:lnTo>
                  <a:lnTo>
                    <a:pt x="5086" y="514"/>
                  </a:lnTo>
                  <a:lnTo>
                    <a:pt x="5105" y="495"/>
                  </a:lnTo>
                  <a:lnTo>
                    <a:pt x="5124" y="514"/>
                  </a:lnTo>
                  <a:lnTo>
                    <a:pt x="5143" y="514"/>
                  </a:lnTo>
                  <a:lnTo>
                    <a:pt x="5143" y="495"/>
                  </a:lnTo>
                  <a:lnTo>
                    <a:pt x="5143" y="476"/>
                  </a:lnTo>
                  <a:lnTo>
                    <a:pt x="5124" y="476"/>
                  </a:lnTo>
                  <a:lnTo>
                    <a:pt x="5124" y="457"/>
                  </a:lnTo>
                  <a:lnTo>
                    <a:pt x="5105" y="457"/>
                  </a:lnTo>
                  <a:lnTo>
                    <a:pt x="5105" y="438"/>
                  </a:lnTo>
                  <a:lnTo>
                    <a:pt x="5124" y="438"/>
                  </a:lnTo>
                  <a:lnTo>
                    <a:pt x="5143" y="438"/>
                  </a:lnTo>
                  <a:lnTo>
                    <a:pt x="5143" y="457"/>
                  </a:lnTo>
                  <a:lnTo>
                    <a:pt x="5162" y="457"/>
                  </a:lnTo>
                  <a:lnTo>
                    <a:pt x="5181" y="457"/>
                  </a:lnTo>
                  <a:lnTo>
                    <a:pt x="5181" y="438"/>
                  </a:lnTo>
                  <a:lnTo>
                    <a:pt x="5200" y="438"/>
                  </a:lnTo>
                  <a:lnTo>
                    <a:pt x="5295" y="419"/>
                  </a:lnTo>
                  <a:lnTo>
                    <a:pt x="5295" y="400"/>
                  </a:lnTo>
                  <a:lnTo>
                    <a:pt x="5295" y="419"/>
                  </a:lnTo>
                  <a:lnTo>
                    <a:pt x="5314" y="419"/>
                  </a:lnTo>
                  <a:lnTo>
                    <a:pt x="5333" y="419"/>
                  </a:lnTo>
                  <a:lnTo>
                    <a:pt x="5333" y="400"/>
                  </a:lnTo>
                  <a:lnTo>
                    <a:pt x="5372" y="381"/>
                  </a:lnTo>
                  <a:lnTo>
                    <a:pt x="5429" y="362"/>
                  </a:lnTo>
                  <a:lnTo>
                    <a:pt x="5448" y="343"/>
                  </a:lnTo>
                  <a:lnTo>
                    <a:pt x="5467" y="247"/>
                  </a:lnTo>
                  <a:lnTo>
                    <a:pt x="5467" y="190"/>
                  </a:lnTo>
                  <a:lnTo>
                    <a:pt x="5486" y="190"/>
                  </a:lnTo>
                  <a:lnTo>
                    <a:pt x="5486" y="171"/>
                  </a:lnTo>
                  <a:lnTo>
                    <a:pt x="5505" y="171"/>
                  </a:lnTo>
                  <a:lnTo>
                    <a:pt x="5562" y="171"/>
                  </a:lnTo>
                  <a:lnTo>
                    <a:pt x="5581" y="190"/>
                  </a:lnTo>
                  <a:lnTo>
                    <a:pt x="5600" y="190"/>
                  </a:lnTo>
                  <a:lnTo>
                    <a:pt x="5600" y="171"/>
                  </a:lnTo>
                  <a:lnTo>
                    <a:pt x="5619" y="171"/>
                  </a:lnTo>
                  <a:lnTo>
                    <a:pt x="5638" y="152"/>
                  </a:lnTo>
                  <a:lnTo>
                    <a:pt x="5658" y="114"/>
                  </a:lnTo>
                  <a:lnTo>
                    <a:pt x="5676" y="114"/>
                  </a:lnTo>
                  <a:lnTo>
                    <a:pt x="5695" y="95"/>
                  </a:lnTo>
                  <a:lnTo>
                    <a:pt x="5714" y="95"/>
                  </a:lnTo>
                  <a:lnTo>
                    <a:pt x="5734" y="114"/>
                  </a:lnTo>
                  <a:lnTo>
                    <a:pt x="5810" y="133"/>
                  </a:lnTo>
                  <a:lnTo>
                    <a:pt x="5829" y="114"/>
                  </a:lnTo>
                  <a:lnTo>
                    <a:pt x="5848" y="114"/>
                  </a:lnTo>
                  <a:lnTo>
                    <a:pt x="5867" y="114"/>
                  </a:lnTo>
                  <a:lnTo>
                    <a:pt x="5886" y="133"/>
                  </a:lnTo>
                  <a:lnTo>
                    <a:pt x="5905" y="152"/>
                  </a:lnTo>
                  <a:lnTo>
                    <a:pt x="5962" y="190"/>
                  </a:lnTo>
                  <a:lnTo>
                    <a:pt x="5962" y="209"/>
                  </a:lnTo>
                  <a:lnTo>
                    <a:pt x="5962" y="228"/>
                  </a:lnTo>
                  <a:lnTo>
                    <a:pt x="5981" y="228"/>
                  </a:lnTo>
                  <a:lnTo>
                    <a:pt x="6019" y="247"/>
                  </a:lnTo>
                  <a:lnTo>
                    <a:pt x="6057" y="247"/>
                  </a:lnTo>
                  <a:close/>
                  <a:moveTo>
                    <a:pt x="6095" y="400"/>
                  </a:moveTo>
                  <a:lnTo>
                    <a:pt x="6115" y="400"/>
                  </a:lnTo>
                  <a:lnTo>
                    <a:pt x="6115" y="419"/>
                  </a:lnTo>
                  <a:lnTo>
                    <a:pt x="6115" y="438"/>
                  </a:lnTo>
                  <a:lnTo>
                    <a:pt x="6115" y="457"/>
                  </a:lnTo>
                  <a:lnTo>
                    <a:pt x="6115" y="476"/>
                  </a:lnTo>
                  <a:lnTo>
                    <a:pt x="6115" y="495"/>
                  </a:lnTo>
                  <a:lnTo>
                    <a:pt x="6095" y="514"/>
                  </a:lnTo>
                  <a:lnTo>
                    <a:pt x="6076" y="514"/>
                  </a:lnTo>
                  <a:lnTo>
                    <a:pt x="6057" y="495"/>
                  </a:lnTo>
                  <a:lnTo>
                    <a:pt x="6057" y="457"/>
                  </a:lnTo>
                  <a:lnTo>
                    <a:pt x="6076" y="438"/>
                  </a:lnTo>
                  <a:lnTo>
                    <a:pt x="6095" y="419"/>
                  </a:lnTo>
                  <a:lnTo>
                    <a:pt x="6095" y="400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F8B550EB-1183-3985-19F6-91FF86F0C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2075" y="3021013"/>
              <a:ext cx="519113" cy="288925"/>
            </a:xfrm>
            <a:custGeom>
              <a:avLst/>
              <a:gdLst>
                <a:gd name="T0" fmla="*/ 2147483646 w 2878"/>
                <a:gd name="T1" fmla="*/ 2147483646 h 1601"/>
                <a:gd name="T2" fmla="*/ 2147483646 w 2878"/>
                <a:gd name="T3" fmla="*/ 2147483646 h 1601"/>
                <a:gd name="T4" fmla="*/ 2147483646 w 2878"/>
                <a:gd name="T5" fmla="*/ 2147483646 h 1601"/>
                <a:gd name="T6" fmla="*/ 2147483646 w 2878"/>
                <a:gd name="T7" fmla="*/ 2147483646 h 1601"/>
                <a:gd name="T8" fmla="*/ 2147483646 w 2878"/>
                <a:gd name="T9" fmla="*/ 2147483646 h 1601"/>
                <a:gd name="T10" fmla="*/ 2147483646 w 2878"/>
                <a:gd name="T11" fmla="*/ 2147483646 h 1601"/>
                <a:gd name="T12" fmla="*/ 2147483646 w 2878"/>
                <a:gd name="T13" fmla="*/ 2147483646 h 1601"/>
                <a:gd name="T14" fmla="*/ 2147483646 w 2878"/>
                <a:gd name="T15" fmla="*/ 2147483646 h 1601"/>
                <a:gd name="T16" fmla="*/ 2147483646 w 2878"/>
                <a:gd name="T17" fmla="*/ 2147483646 h 1601"/>
                <a:gd name="T18" fmla="*/ 2147483646 w 2878"/>
                <a:gd name="T19" fmla="*/ 2147483646 h 1601"/>
                <a:gd name="T20" fmla="*/ 2147483646 w 2878"/>
                <a:gd name="T21" fmla="*/ 2147483646 h 1601"/>
                <a:gd name="T22" fmla="*/ 2147483646 w 2878"/>
                <a:gd name="T23" fmla="*/ 2147483646 h 1601"/>
                <a:gd name="T24" fmla="*/ 2147483646 w 2878"/>
                <a:gd name="T25" fmla="*/ 2147483646 h 1601"/>
                <a:gd name="T26" fmla="*/ 2147483646 w 2878"/>
                <a:gd name="T27" fmla="*/ 2147483646 h 1601"/>
                <a:gd name="T28" fmla="*/ 2147483646 w 2878"/>
                <a:gd name="T29" fmla="*/ 2147483646 h 1601"/>
                <a:gd name="T30" fmla="*/ 2147483646 w 2878"/>
                <a:gd name="T31" fmla="*/ 2147483646 h 1601"/>
                <a:gd name="T32" fmla="*/ 2147483646 w 2878"/>
                <a:gd name="T33" fmla="*/ 2147483646 h 1601"/>
                <a:gd name="T34" fmla="*/ 2147483646 w 2878"/>
                <a:gd name="T35" fmla="*/ 2147483646 h 1601"/>
                <a:gd name="T36" fmla="*/ 2147483646 w 2878"/>
                <a:gd name="T37" fmla="*/ 2147483646 h 1601"/>
                <a:gd name="T38" fmla="*/ 2147483646 w 2878"/>
                <a:gd name="T39" fmla="*/ 2147483646 h 1601"/>
                <a:gd name="T40" fmla="*/ 2147483646 w 2878"/>
                <a:gd name="T41" fmla="*/ 2147483646 h 1601"/>
                <a:gd name="T42" fmla="*/ 2147483646 w 2878"/>
                <a:gd name="T43" fmla="*/ 2147483646 h 1601"/>
                <a:gd name="T44" fmla="*/ 2147483646 w 2878"/>
                <a:gd name="T45" fmla="*/ 2147483646 h 1601"/>
                <a:gd name="T46" fmla="*/ 2147483646 w 2878"/>
                <a:gd name="T47" fmla="*/ 2147483646 h 1601"/>
                <a:gd name="T48" fmla="*/ 2147483646 w 2878"/>
                <a:gd name="T49" fmla="*/ 2147483646 h 1601"/>
                <a:gd name="T50" fmla="*/ 2147483646 w 2878"/>
                <a:gd name="T51" fmla="*/ 2147483646 h 1601"/>
                <a:gd name="T52" fmla="*/ 2147483646 w 2878"/>
                <a:gd name="T53" fmla="*/ 2147483646 h 1601"/>
                <a:gd name="T54" fmla="*/ 2147483646 w 2878"/>
                <a:gd name="T55" fmla="*/ 2147483646 h 1601"/>
                <a:gd name="T56" fmla="*/ 2147483646 w 2878"/>
                <a:gd name="T57" fmla="*/ 2147483646 h 1601"/>
                <a:gd name="T58" fmla="*/ 2147483646 w 2878"/>
                <a:gd name="T59" fmla="*/ 2147483646 h 1601"/>
                <a:gd name="T60" fmla="*/ 2147483646 w 2878"/>
                <a:gd name="T61" fmla="*/ 2147483646 h 1601"/>
                <a:gd name="T62" fmla="*/ 2147483646 w 2878"/>
                <a:gd name="T63" fmla="*/ 2147483646 h 1601"/>
                <a:gd name="T64" fmla="*/ 2147483646 w 2878"/>
                <a:gd name="T65" fmla="*/ 2147483646 h 1601"/>
                <a:gd name="T66" fmla="*/ 2147483646 w 2878"/>
                <a:gd name="T67" fmla="*/ 2147483646 h 1601"/>
                <a:gd name="T68" fmla="*/ 0 w 2878"/>
                <a:gd name="T69" fmla="*/ 2147483646 h 1601"/>
                <a:gd name="T70" fmla="*/ 2147483646 w 2878"/>
                <a:gd name="T71" fmla="*/ 2147483646 h 1601"/>
                <a:gd name="T72" fmla="*/ 2147483646 w 2878"/>
                <a:gd name="T73" fmla="*/ 2147483646 h 1601"/>
                <a:gd name="T74" fmla="*/ 2147483646 w 2878"/>
                <a:gd name="T75" fmla="*/ 2147483646 h 1601"/>
                <a:gd name="T76" fmla="*/ 2147483646 w 2878"/>
                <a:gd name="T77" fmla="*/ 2147483646 h 1601"/>
                <a:gd name="T78" fmla="*/ 2147483646 w 2878"/>
                <a:gd name="T79" fmla="*/ 2147483646 h 1601"/>
                <a:gd name="T80" fmla="*/ 2147483646 w 2878"/>
                <a:gd name="T81" fmla="*/ 2147483646 h 1601"/>
                <a:gd name="T82" fmla="*/ 2147483646 w 2878"/>
                <a:gd name="T83" fmla="*/ 2147483646 h 1601"/>
                <a:gd name="T84" fmla="*/ 2147483646 w 2878"/>
                <a:gd name="T85" fmla="*/ 2147483646 h 1601"/>
                <a:gd name="T86" fmla="*/ 2147483646 w 2878"/>
                <a:gd name="T87" fmla="*/ 2147483646 h 1601"/>
                <a:gd name="T88" fmla="*/ 2147483646 w 2878"/>
                <a:gd name="T89" fmla="*/ 2147483646 h 1601"/>
                <a:gd name="T90" fmla="*/ 2147483646 w 2878"/>
                <a:gd name="T91" fmla="*/ 2147483646 h 1601"/>
                <a:gd name="T92" fmla="*/ 2147483646 w 2878"/>
                <a:gd name="T93" fmla="*/ 2147483646 h 1601"/>
                <a:gd name="T94" fmla="*/ 2147483646 w 2878"/>
                <a:gd name="T95" fmla="*/ 2147483646 h 1601"/>
                <a:gd name="T96" fmla="*/ 2147483646 w 2878"/>
                <a:gd name="T97" fmla="*/ 2147483646 h 1601"/>
                <a:gd name="T98" fmla="*/ 2147483646 w 2878"/>
                <a:gd name="T99" fmla="*/ 2147483646 h 1601"/>
                <a:gd name="T100" fmla="*/ 2147483646 w 2878"/>
                <a:gd name="T101" fmla="*/ 2147483646 h 1601"/>
                <a:gd name="T102" fmla="*/ 2147483646 w 2878"/>
                <a:gd name="T103" fmla="*/ 2147483646 h 1601"/>
                <a:gd name="T104" fmla="*/ 2147483646 w 2878"/>
                <a:gd name="T105" fmla="*/ 2147483646 h 1601"/>
                <a:gd name="T106" fmla="*/ 2147483646 w 2878"/>
                <a:gd name="T107" fmla="*/ 2147483646 h 1601"/>
                <a:gd name="T108" fmla="*/ 2147483646 w 2878"/>
                <a:gd name="T109" fmla="*/ 2147483646 h 1601"/>
                <a:gd name="T110" fmla="*/ 2147483646 w 2878"/>
                <a:gd name="T111" fmla="*/ 2147483646 h 1601"/>
                <a:gd name="T112" fmla="*/ 2147483646 w 2878"/>
                <a:gd name="T113" fmla="*/ 2147483646 h 1601"/>
                <a:gd name="T114" fmla="*/ 2147483646 w 2878"/>
                <a:gd name="T115" fmla="*/ 2147483646 h 1601"/>
                <a:gd name="T116" fmla="*/ 2147483646 w 2878"/>
                <a:gd name="T117" fmla="*/ 2147483646 h 1601"/>
                <a:gd name="T118" fmla="*/ 2147483646 w 2878"/>
                <a:gd name="T119" fmla="*/ 2147483646 h 1601"/>
                <a:gd name="T120" fmla="*/ 2147483646 w 2878"/>
                <a:gd name="T121" fmla="*/ 2147483646 h 1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878" h="1601">
                  <a:moveTo>
                    <a:pt x="2877" y="76"/>
                  </a:moveTo>
                  <a:lnTo>
                    <a:pt x="2839" y="153"/>
                  </a:lnTo>
                  <a:lnTo>
                    <a:pt x="2801" y="210"/>
                  </a:lnTo>
                  <a:lnTo>
                    <a:pt x="2781" y="267"/>
                  </a:lnTo>
                  <a:lnTo>
                    <a:pt x="2743" y="305"/>
                  </a:lnTo>
                  <a:lnTo>
                    <a:pt x="2743" y="343"/>
                  </a:lnTo>
                  <a:lnTo>
                    <a:pt x="2648" y="457"/>
                  </a:lnTo>
                  <a:lnTo>
                    <a:pt x="2629" y="477"/>
                  </a:lnTo>
                  <a:lnTo>
                    <a:pt x="2629" y="457"/>
                  </a:lnTo>
                  <a:lnTo>
                    <a:pt x="2610" y="477"/>
                  </a:lnTo>
                  <a:lnTo>
                    <a:pt x="2591" y="496"/>
                  </a:lnTo>
                  <a:lnTo>
                    <a:pt x="2572" y="515"/>
                  </a:lnTo>
                  <a:lnTo>
                    <a:pt x="2553" y="534"/>
                  </a:lnTo>
                  <a:lnTo>
                    <a:pt x="2553" y="553"/>
                  </a:lnTo>
                  <a:lnTo>
                    <a:pt x="2476" y="667"/>
                  </a:lnTo>
                  <a:lnTo>
                    <a:pt x="2439" y="705"/>
                  </a:lnTo>
                  <a:lnTo>
                    <a:pt x="2400" y="705"/>
                  </a:lnTo>
                  <a:lnTo>
                    <a:pt x="2381" y="743"/>
                  </a:lnTo>
                  <a:lnTo>
                    <a:pt x="2362" y="801"/>
                  </a:lnTo>
                  <a:lnTo>
                    <a:pt x="2344" y="801"/>
                  </a:lnTo>
                  <a:lnTo>
                    <a:pt x="2324" y="819"/>
                  </a:lnTo>
                  <a:lnTo>
                    <a:pt x="2305" y="819"/>
                  </a:lnTo>
                  <a:lnTo>
                    <a:pt x="2286" y="838"/>
                  </a:lnTo>
                  <a:lnTo>
                    <a:pt x="2305" y="801"/>
                  </a:lnTo>
                  <a:lnTo>
                    <a:pt x="2324" y="801"/>
                  </a:lnTo>
                  <a:lnTo>
                    <a:pt x="2324" y="782"/>
                  </a:lnTo>
                  <a:lnTo>
                    <a:pt x="2305" y="743"/>
                  </a:lnTo>
                  <a:lnTo>
                    <a:pt x="2286" y="724"/>
                  </a:lnTo>
                  <a:lnTo>
                    <a:pt x="2267" y="724"/>
                  </a:lnTo>
                  <a:lnTo>
                    <a:pt x="2267" y="743"/>
                  </a:lnTo>
                  <a:lnTo>
                    <a:pt x="2267" y="762"/>
                  </a:lnTo>
                  <a:lnTo>
                    <a:pt x="2286" y="782"/>
                  </a:lnTo>
                  <a:lnTo>
                    <a:pt x="2286" y="801"/>
                  </a:lnTo>
                  <a:lnTo>
                    <a:pt x="2267" y="819"/>
                  </a:lnTo>
                  <a:lnTo>
                    <a:pt x="2229" y="858"/>
                  </a:lnTo>
                  <a:lnTo>
                    <a:pt x="2210" y="858"/>
                  </a:lnTo>
                  <a:lnTo>
                    <a:pt x="2210" y="838"/>
                  </a:lnTo>
                  <a:lnTo>
                    <a:pt x="2191" y="819"/>
                  </a:lnTo>
                  <a:lnTo>
                    <a:pt x="2172" y="762"/>
                  </a:lnTo>
                  <a:lnTo>
                    <a:pt x="2153" y="743"/>
                  </a:lnTo>
                  <a:lnTo>
                    <a:pt x="2134" y="743"/>
                  </a:lnTo>
                  <a:lnTo>
                    <a:pt x="2115" y="743"/>
                  </a:lnTo>
                  <a:lnTo>
                    <a:pt x="2134" y="762"/>
                  </a:lnTo>
                  <a:lnTo>
                    <a:pt x="2153" y="782"/>
                  </a:lnTo>
                  <a:lnTo>
                    <a:pt x="2172" y="801"/>
                  </a:lnTo>
                  <a:lnTo>
                    <a:pt x="2191" y="877"/>
                  </a:lnTo>
                  <a:lnTo>
                    <a:pt x="2210" y="877"/>
                  </a:lnTo>
                  <a:lnTo>
                    <a:pt x="2210" y="896"/>
                  </a:lnTo>
                  <a:lnTo>
                    <a:pt x="2210" y="877"/>
                  </a:lnTo>
                  <a:lnTo>
                    <a:pt x="2229" y="877"/>
                  </a:lnTo>
                  <a:lnTo>
                    <a:pt x="2248" y="858"/>
                  </a:lnTo>
                  <a:lnTo>
                    <a:pt x="2267" y="858"/>
                  </a:lnTo>
                  <a:lnTo>
                    <a:pt x="2267" y="877"/>
                  </a:lnTo>
                  <a:lnTo>
                    <a:pt x="2210" y="915"/>
                  </a:lnTo>
                  <a:lnTo>
                    <a:pt x="2191" y="972"/>
                  </a:lnTo>
                  <a:lnTo>
                    <a:pt x="2172" y="991"/>
                  </a:lnTo>
                  <a:lnTo>
                    <a:pt x="2134" y="1029"/>
                  </a:lnTo>
                  <a:lnTo>
                    <a:pt x="2115" y="1086"/>
                  </a:lnTo>
                  <a:lnTo>
                    <a:pt x="2095" y="1086"/>
                  </a:lnTo>
                  <a:lnTo>
                    <a:pt x="2095" y="1105"/>
                  </a:lnTo>
                  <a:lnTo>
                    <a:pt x="2077" y="1105"/>
                  </a:lnTo>
                  <a:lnTo>
                    <a:pt x="2058" y="1181"/>
                  </a:lnTo>
                  <a:lnTo>
                    <a:pt x="2039" y="1181"/>
                  </a:lnTo>
                  <a:lnTo>
                    <a:pt x="2000" y="1200"/>
                  </a:lnTo>
                  <a:lnTo>
                    <a:pt x="1963" y="1258"/>
                  </a:lnTo>
                  <a:lnTo>
                    <a:pt x="1848" y="1353"/>
                  </a:lnTo>
                  <a:lnTo>
                    <a:pt x="1829" y="1372"/>
                  </a:lnTo>
                  <a:lnTo>
                    <a:pt x="1810" y="1391"/>
                  </a:lnTo>
                  <a:lnTo>
                    <a:pt x="1810" y="1410"/>
                  </a:lnTo>
                  <a:lnTo>
                    <a:pt x="1810" y="1429"/>
                  </a:lnTo>
                  <a:lnTo>
                    <a:pt x="1810" y="1448"/>
                  </a:lnTo>
                  <a:lnTo>
                    <a:pt x="1696" y="1600"/>
                  </a:lnTo>
                  <a:lnTo>
                    <a:pt x="1696" y="1562"/>
                  </a:lnTo>
                  <a:lnTo>
                    <a:pt x="1696" y="1524"/>
                  </a:lnTo>
                  <a:lnTo>
                    <a:pt x="1677" y="1524"/>
                  </a:lnTo>
                  <a:lnTo>
                    <a:pt x="1658" y="1505"/>
                  </a:lnTo>
                  <a:lnTo>
                    <a:pt x="1601" y="1505"/>
                  </a:lnTo>
                  <a:lnTo>
                    <a:pt x="1562" y="1505"/>
                  </a:lnTo>
                  <a:lnTo>
                    <a:pt x="1562" y="1486"/>
                  </a:lnTo>
                  <a:lnTo>
                    <a:pt x="1562" y="1448"/>
                  </a:lnTo>
                  <a:lnTo>
                    <a:pt x="1562" y="1429"/>
                  </a:lnTo>
                  <a:lnTo>
                    <a:pt x="1543" y="1410"/>
                  </a:lnTo>
                  <a:lnTo>
                    <a:pt x="1543" y="1391"/>
                  </a:lnTo>
                  <a:lnTo>
                    <a:pt x="1505" y="1353"/>
                  </a:lnTo>
                  <a:lnTo>
                    <a:pt x="1486" y="1353"/>
                  </a:lnTo>
                  <a:lnTo>
                    <a:pt x="1467" y="1353"/>
                  </a:lnTo>
                  <a:lnTo>
                    <a:pt x="1448" y="1372"/>
                  </a:lnTo>
                  <a:lnTo>
                    <a:pt x="1410" y="1353"/>
                  </a:lnTo>
                  <a:lnTo>
                    <a:pt x="1391" y="1334"/>
                  </a:lnTo>
                  <a:lnTo>
                    <a:pt x="1372" y="1334"/>
                  </a:lnTo>
                  <a:lnTo>
                    <a:pt x="1334" y="1315"/>
                  </a:lnTo>
                  <a:lnTo>
                    <a:pt x="1315" y="1315"/>
                  </a:lnTo>
                  <a:lnTo>
                    <a:pt x="1296" y="1295"/>
                  </a:lnTo>
                  <a:lnTo>
                    <a:pt x="1296" y="1277"/>
                  </a:lnTo>
                  <a:lnTo>
                    <a:pt x="1277" y="1258"/>
                  </a:lnTo>
                  <a:lnTo>
                    <a:pt x="1257" y="1239"/>
                  </a:lnTo>
                  <a:lnTo>
                    <a:pt x="1220" y="1239"/>
                  </a:lnTo>
                  <a:lnTo>
                    <a:pt x="1220" y="1219"/>
                  </a:lnTo>
                  <a:lnTo>
                    <a:pt x="1201" y="1219"/>
                  </a:lnTo>
                  <a:lnTo>
                    <a:pt x="1201" y="1124"/>
                  </a:lnTo>
                  <a:lnTo>
                    <a:pt x="1201" y="1105"/>
                  </a:lnTo>
                  <a:lnTo>
                    <a:pt x="1181" y="1086"/>
                  </a:lnTo>
                  <a:lnTo>
                    <a:pt x="1162" y="1086"/>
                  </a:lnTo>
                  <a:lnTo>
                    <a:pt x="1143" y="1086"/>
                  </a:lnTo>
                  <a:lnTo>
                    <a:pt x="1124" y="1105"/>
                  </a:lnTo>
                  <a:lnTo>
                    <a:pt x="1105" y="1086"/>
                  </a:lnTo>
                  <a:lnTo>
                    <a:pt x="1086" y="1086"/>
                  </a:lnTo>
                  <a:lnTo>
                    <a:pt x="1048" y="1029"/>
                  </a:lnTo>
                  <a:lnTo>
                    <a:pt x="1010" y="1029"/>
                  </a:lnTo>
                  <a:lnTo>
                    <a:pt x="972" y="1010"/>
                  </a:lnTo>
                  <a:lnTo>
                    <a:pt x="953" y="1010"/>
                  </a:lnTo>
                  <a:lnTo>
                    <a:pt x="934" y="1010"/>
                  </a:lnTo>
                  <a:lnTo>
                    <a:pt x="934" y="991"/>
                  </a:lnTo>
                  <a:lnTo>
                    <a:pt x="915" y="972"/>
                  </a:lnTo>
                  <a:lnTo>
                    <a:pt x="876" y="934"/>
                  </a:lnTo>
                  <a:lnTo>
                    <a:pt x="858" y="915"/>
                  </a:lnTo>
                  <a:lnTo>
                    <a:pt x="820" y="896"/>
                  </a:lnTo>
                  <a:lnTo>
                    <a:pt x="744" y="877"/>
                  </a:lnTo>
                  <a:lnTo>
                    <a:pt x="705" y="858"/>
                  </a:lnTo>
                  <a:lnTo>
                    <a:pt x="686" y="877"/>
                  </a:lnTo>
                  <a:lnTo>
                    <a:pt x="667" y="877"/>
                  </a:lnTo>
                  <a:lnTo>
                    <a:pt x="648" y="858"/>
                  </a:lnTo>
                  <a:lnTo>
                    <a:pt x="629" y="858"/>
                  </a:lnTo>
                  <a:lnTo>
                    <a:pt x="572" y="819"/>
                  </a:lnTo>
                  <a:lnTo>
                    <a:pt x="553" y="801"/>
                  </a:lnTo>
                  <a:lnTo>
                    <a:pt x="515" y="782"/>
                  </a:lnTo>
                  <a:lnTo>
                    <a:pt x="495" y="762"/>
                  </a:lnTo>
                  <a:lnTo>
                    <a:pt x="439" y="762"/>
                  </a:lnTo>
                  <a:lnTo>
                    <a:pt x="400" y="762"/>
                  </a:lnTo>
                  <a:lnTo>
                    <a:pt x="400" y="743"/>
                  </a:lnTo>
                  <a:lnTo>
                    <a:pt x="363" y="724"/>
                  </a:lnTo>
                  <a:lnTo>
                    <a:pt x="343" y="724"/>
                  </a:lnTo>
                  <a:lnTo>
                    <a:pt x="324" y="705"/>
                  </a:lnTo>
                  <a:lnTo>
                    <a:pt x="305" y="686"/>
                  </a:lnTo>
                  <a:lnTo>
                    <a:pt x="229" y="667"/>
                  </a:lnTo>
                  <a:lnTo>
                    <a:pt x="210" y="667"/>
                  </a:lnTo>
                  <a:lnTo>
                    <a:pt x="210" y="648"/>
                  </a:lnTo>
                  <a:lnTo>
                    <a:pt x="210" y="629"/>
                  </a:lnTo>
                  <a:lnTo>
                    <a:pt x="210" y="610"/>
                  </a:lnTo>
                  <a:lnTo>
                    <a:pt x="191" y="610"/>
                  </a:lnTo>
                  <a:lnTo>
                    <a:pt x="153" y="591"/>
                  </a:lnTo>
                  <a:lnTo>
                    <a:pt x="134" y="591"/>
                  </a:lnTo>
                  <a:lnTo>
                    <a:pt x="114" y="591"/>
                  </a:lnTo>
                  <a:lnTo>
                    <a:pt x="96" y="572"/>
                  </a:lnTo>
                  <a:lnTo>
                    <a:pt x="77" y="572"/>
                  </a:lnTo>
                  <a:lnTo>
                    <a:pt x="58" y="572"/>
                  </a:lnTo>
                  <a:lnTo>
                    <a:pt x="38" y="572"/>
                  </a:lnTo>
                  <a:lnTo>
                    <a:pt x="38" y="553"/>
                  </a:lnTo>
                  <a:lnTo>
                    <a:pt x="19" y="553"/>
                  </a:lnTo>
                  <a:lnTo>
                    <a:pt x="19" y="534"/>
                  </a:lnTo>
                  <a:lnTo>
                    <a:pt x="0" y="477"/>
                  </a:lnTo>
                  <a:lnTo>
                    <a:pt x="38" y="457"/>
                  </a:lnTo>
                  <a:lnTo>
                    <a:pt x="77" y="420"/>
                  </a:lnTo>
                  <a:lnTo>
                    <a:pt x="96" y="381"/>
                  </a:lnTo>
                  <a:lnTo>
                    <a:pt x="114" y="362"/>
                  </a:lnTo>
                  <a:lnTo>
                    <a:pt x="114" y="343"/>
                  </a:lnTo>
                  <a:lnTo>
                    <a:pt x="134" y="343"/>
                  </a:lnTo>
                  <a:lnTo>
                    <a:pt x="172" y="324"/>
                  </a:lnTo>
                  <a:lnTo>
                    <a:pt x="210" y="324"/>
                  </a:lnTo>
                  <a:lnTo>
                    <a:pt x="248" y="305"/>
                  </a:lnTo>
                  <a:lnTo>
                    <a:pt x="286" y="248"/>
                  </a:lnTo>
                  <a:lnTo>
                    <a:pt x="305" y="229"/>
                  </a:lnTo>
                  <a:lnTo>
                    <a:pt x="343" y="191"/>
                  </a:lnTo>
                  <a:lnTo>
                    <a:pt x="363" y="172"/>
                  </a:lnTo>
                  <a:lnTo>
                    <a:pt x="381" y="153"/>
                  </a:lnTo>
                  <a:lnTo>
                    <a:pt x="381" y="134"/>
                  </a:lnTo>
                  <a:lnTo>
                    <a:pt x="381" y="115"/>
                  </a:lnTo>
                  <a:lnTo>
                    <a:pt x="400" y="76"/>
                  </a:lnTo>
                  <a:lnTo>
                    <a:pt x="400" y="58"/>
                  </a:lnTo>
                  <a:lnTo>
                    <a:pt x="439" y="39"/>
                  </a:lnTo>
                  <a:lnTo>
                    <a:pt x="458" y="39"/>
                  </a:lnTo>
                  <a:lnTo>
                    <a:pt x="477" y="58"/>
                  </a:lnTo>
                  <a:lnTo>
                    <a:pt x="477" y="76"/>
                  </a:lnTo>
                  <a:lnTo>
                    <a:pt x="495" y="96"/>
                  </a:lnTo>
                  <a:lnTo>
                    <a:pt x="495" y="115"/>
                  </a:lnTo>
                  <a:lnTo>
                    <a:pt x="495" y="134"/>
                  </a:lnTo>
                  <a:lnTo>
                    <a:pt x="515" y="134"/>
                  </a:lnTo>
                  <a:lnTo>
                    <a:pt x="515" y="153"/>
                  </a:lnTo>
                  <a:lnTo>
                    <a:pt x="534" y="153"/>
                  </a:lnTo>
                  <a:lnTo>
                    <a:pt x="553" y="153"/>
                  </a:lnTo>
                  <a:lnTo>
                    <a:pt x="572" y="153"/>
                  </a:lnTo>
                  <a:lnTo>
                    <a:pt x="610" y="115"/>
                  </a:lnTo>
                  <a:lnTo>
                    <a:pt x="629" y="115"/>
                  </a:lnTo>
                  <a:lnTo>
                    <a:pt x="648" y="115"/>
                  </a:lnTo>
                  <a:lnTo>
                    <a:pt x="667" y="115"/>
                  </a:lnTo>
                  <a:lnTo>
                    <a:pt x="686" y="134"/>
                  </a:lnTo>
                  <a:lnTo>
                    <a:pt x="686" y="153"/>
                  </a:lnTo>
                  <a:lnTo>
                    <a:pt x="705" y="172"/>
                  </a:lnTo>
                  <a:lnTo>
                    <a:pt x="724" y="172"/>
                  </a:lnTo>
                  <a:lnTo>
                    <a:pt x="744" y="191"/>
                  </a:lnTo>
                  <a:lnTo>
                    <a:pt x="781" y="210"/>
                  </a:lnTo>
                  <a:lnTo>
                    <a:pt x="972" y="401"/>
                  </a:lnTo>
                  <a:lnTo>
                    <a:pt x="1029" y="420"/>
                  </a:lnTo>
                  <a:lnTo>
                    <a:pt x="1048" y="420"/>
                  </a:lnTo>
                  <a:lnTo>
                    <a:pt x="1105" y="438"/>
                  </a:lnTo>
                  <a:lnTo>
                    <a:pt x="1124" y="438"/>
                  </a:lnTo>
                  <a:lnTo>
                    <a:pt x="1143" y="457"/>
                  </a:lnTo>
                  <a:lnTo>
                    <a:pt x="1181" y="496"/>
                  </a:lnTo>
                  <a:lnTo>
                    <a:pt x="1201" y="496"/>
                  </a:lnTo>
                  <a:lnTo>
                    <a:pt x="1238" y="438"/>
                  </a:lnTo>
                  <a:lnTo>
                    <a:pt x="1257" y="420"/>
                  </a:lnTo>
                  <a:lnTo>
                    <a:pt x="1296" y="420"/>
                  </a:lnTo>
                  <a:lnTo>
                    <a:pt x="1315" y="420"/>
                  </a:lnTo>
                  <a:lnTo>
                    <a:pt x="1467" y="438"/>
                  </a:lnTo>
                  <a:lnTo>
                    <a:pt x="1486" y="438"/>
                  </a:lnTo>
                  <a:lnTo>
                    <a:pt x="1524" y="438"/>
                  </a:lnTo>
                  <a:lnTo>
                    <a:pt x="1543" y="438"/>
                  </a:lnTo>
                  <a:lnTo>
                    <a:pt x="1562" y="438"/>
                  </a:lnTo>
                  <a:lnTo>
                    <a:pt x="1562" y="420"/>
                  </a:lnTo>
                  <a:lnTo>
                    <a:pt x="1582" y="420"/>
                  </a:lnTo>
                  <a:lnTo>
                    <a:pt x="1619" y="401"/>
                  </a:lnTo>
                  <a:lnTo>
                    <a:pt x="1638" y="381"/>
                  </a:lnTo>
                  <a:lnTo>
                    <a:pt x="1658" y="362"/>
                  </a:lnTo>
                  <a:lnTo>
                    <a:pt x="1677" y="362"/>
                  </a:lnTo>
                  <a:lnTo>
                    <a:pt x="1753" y="362"/>
                  </a:lnTo>
                  <a:lnTo>
                    <a:pt x="1829" y="305"/>
                  </a:lnTo>
                  <a:lnTo>
                    <a:pt x="1848" y="286"/>
                  </a:lnTo>
                  <a:lnTo>
                    <a:pt x="1848" y="267"/>
                  </a:lnTo>
                  <a:lnTo>
                    <a:pt x="1848" y="248"/>
                  </a:lnTo>
                  <a:lnTo>
                    <a:pt x="1867" y="248"/>
                  </a:lnTo>
                  <a:lnTo>
                    <a:pt x="1963" y="172"/>
                  </a:lnTo>
                  <a:lnTo>
                    <a:pt x="1982" y="172"/>
                  </a:lnTo>
                  <a:lnTo>
                    <a:pt x="1982" y="153"/>
                  </a:lnTo>
                  <a:lnTo>
                    <a:pt x="1963" y="153"/>
                  </a:lnTo>
                  <a:lnTo>
                    <a:pt x="1982" y="134"/>
                  </a:lnTo>
                  <a:lnTo>
                    <a:pt x="2000" y="115"/>
                  </a:lnTo>
                  <a:lnTo>
                    <a:pt x="2019" y="96"/>
                  </a:lnTo>
                  <a:lnTo>
                    <a:pt x="2077" y="58"/>
                  </a:lnTo>
                  <a:lnTo>
                    <a:pt x="2095" y="58"/>
                  </a:lnTo>
                  <a:lnTo>
                    <a:pt x="2095" y="76"/>
                  </a:lnTo>
                  <a:lnTo>
                    <a:pt x="2115" y="76"/>
                  </a:lnTo>
                  <a:lnTo>
                    <a:pt x="2134" y="76"/>
                  </a:lnTo>
                  <a:lnTo>
                    <a:pt x="2172" y="58"/>
                  </a:lnTo>
                  <a:lnTo>
                    <a:pt x="2191" y="58"/>
                  </a:lnTo>
                  <a:lnTo>
                    <a:pt x="2248" y="39"/>
                  </a:lnTo>
                  <a:lnTo>
                    <a:pt x="2267" y="39"/>
                  </a:lnTo>
                  <a:lnTo>
                    <a:pt x="2267" y="58"/>
                  </a:lnTo>
                  <a:lnTo>
                    <a:pt x="2286" y="76"/>
                  </a:lnTo>
                  <a:lnTo>
                    <a:pt x="2305" y="76"/>
                  </a:lnTo>
                  <a:lnTo>
                    <a:pt x="2324" y="96"/>
                  </a:lnTo>
                  <a:lnTo>
                    <a:pt x="2344" y="96"/>
                  </a:lnTo>
                  <a:lnTo>
                    <a:pt x="2362" y="96"/>
                  </a:lnTo>
                  <a:lnTo>
                    <a:pt x="2362" y="76"/>
                  </a:lnTo>
                  <a:lnTo>
                    <a:pt x="2439" y="39"/>
                  </a:lnTo>
                  <a:lnTo>
                    <a:pt x="2458" y="39"/>
                  </a:lnTo>
                  <a:lnTo>
                    <a:pt x="2534" y="20"/>
                  </a:lnTo>
                  <a:lnTo>
                    <a:pt x="2572" y="0"/>
                  </a:lnTo>
                  <a:lnTo>
                    <a:pt x="2572" y="20"/>
                  </a:lnTo>
                  <a:lnTo>
                    <a:pt x="2591" y="20"/>
                  </a:lnTo>
                  <a:lnTo>
                    <a:pt x="2591" y="39"/>
                  </a:lnTo>
                  <a:lnTo>
                    <a:pt x="2629" y="39"/>
                  </a:lnTo>
                  <a:lnTo>
                    <a:pt x="2648" y="58"/>
                  </a:lnTo>
                  <a:lnTo>
                    <a:pt x="2743" y="58"/>
                  </a:lnTo>
                  <a:lnTo>
                    <a:pt x="2839" y="76"/>
                  </a:lnTo>
                  <a:lnTo>
                    <a:pt x="2857" y="76"/>
                  </a:lnTo>
                  <a:lnTo>
                    <a:pt x="2877" y="76"/>
                  </a:lnTo>
                </a:path>
              </a:pathLst>
            </a:custGeom>
            <a:solidFill>
              <a:srgbClr val="1B3A20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E4AA4D29-62F3-07B7-A90C-41C965714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900" y="3141663"/>
              <a:ext cx="309563" cy="349250"/>
            </a:xfrm>
            <a:custGeom>
              <a:avLst/>
              <a:gdLst>
                <a:gd name="T0" fmla="*/ 2147483646 w 1715"/>
                <a:gd name="T1" fmla="*/ 2147483646 h 1944"/>
                <a:gd name="T2" fmla="*/ 2147483646 w 1715"/>
                <a:gd name="T3" fmla="*/ 2147483646 h 1944"/>
                <a:gd name="T4" fmla="*/ 2147483646 w 1715"/>
                <a:gd name="T5" fmla="*/ 2147483646 h 1944"/>
                <a:gd name="T6" fmla="*/ 2147483646 w 1715"/>
                <a:gd name="T7" fmla="*/ 2147483646 h 1944"/>
                <a:gd name="T8" fmla="*/ 2147483646 w 1715"/>
                <a:gd name="T9" fmla="*/ 2147483646 h 1944"/>
                <a:gd name="T10" fmla="*/ 2147483646 w 1715"/>
                <a:gd name="T11" fmla="*/ 2147483646 h 1944"/>
                <a:gd name="T12" fmla="*/ 2147483646 w 1715"/>
                <a:gd name="T13" fmla="*/ 2147483646 h 1944"/>
                <a:gd name="T14" fmla="*/ 2147483646 w 1715"/>
                <a:gd name="T15" fmla="*/ 2147483646 h 1944"/>
                <a:gd name="T16" fmla="*/ 2147483646 w 1715"/>
                <a:gd name="T17" fmla="*/ 2147483646 h 1944"/>
                <a:gd name="T18" fmla="*/ 2147483646 w 1715"/>
                <a:gd name="T19" fmla="*/ 2147483646 h 1944"/>
                <a:gd name="T20" fmla="*/ 2147483646 w 1715"/>
                <a:gd name="T21" fmla="*/ 2147483646 h 1944"/>
                <a:gd name="T22" fmla="*/ 2147483646 w 1715"/>
                <a:gd name="T23" fmla="*/ 2147483646 h 1944"/>
                <a:gd name="T24" fmla="*/ 2147483646 w 1715"/>
                <a:gd name="T25" fmla="*/ 2147483646 h 1944"/>
                <a:gd name="T26" fmla="*/ 2147483646 w 1715"/>
                <a:gd name="T27" fmla="*/ 2147483646 h 1944"/>
                <a:gd name="T28" fmla="*/ 2147483646 w 1715"/>
                <a:gd name="T29" fmla="*/ 2147483646 h 1944"/>
                <a:gd name="T30" fmla="*/ 2147483646 w 1715"/>
                <a:gd name="T31" fmla="*/ 2147483646 h 1944"/>
                <a:gd name="T32" fmla="*/ 2147483646 w 1715"/>
                <a:gd name="T33" fmla="*/ 2147483646 h 1944"/>
                <a:gd name="T34" fmla="*/ 2147483646 w 1715"/>
                <a:gd name="T35" fmla="*/ 2147483646 h 1944"/>
                <a:gd name="T36" fmla="*/ 2147483646 w 1715"/>
                <a:gd name="T37" fmla="*/ 2147483646 h 1944"/>
                <a:gd name="T38" fmla="*/ 2147483646 w 1715"/>
                <a:gd name="T39" fmla="*/ 2147483646 h 1944"/>
                <a:gd name="T40" fmla="*/ 2147483646 w 1715"/>
                <a:gd name="T41" fmla="*/ 2147483646 h 1944"/>
                <a:gd name="T42" fmla="*/ 2147483646 w 1715"/>
                <a:gd name="T43" fmla="*/ 2147483646 h 1944"/>
                <a:gd name="T44" fmla="*/ 2147483646 w 1715"/>
                <a:gd name="T45" fmla="*/ 2147483646 h 1944"/>
                <a:gd name="T46" fmla="*/ 2147483646 w 1715"/>
                <a:gd name="T47" fmla="*/ 2147483646 h 1944"/>
                <a:gd name="T48" fmla="*/ 2147483646 w 1715"/>
                <a:gd name="T49" fmla="*/ 2147483646 h 1944"/>
                <a:gd name="T50" fmla="*/ 2147483646 w 1715"/>
                <a:gd name="T51" fmla="*/ 2147483646 h 1944"/>
                <a:gd name="T52" fmla="*/ 2147483646 w 1715"/>
                <a:gd name="T53" fmla="*/ 2147483646 h 1944"/>
                <a:gd name="T54" fmla="*/ 2147483646 w 1715"/>
                <a:gd name="T55" fmla="*/ 2147483646 h 1944"/>
                <a:gd name="T56" fmla="*/ 2147483646 w 1715"/>
                <a:gd name="T57" fmla="*/ 2147483646 h 1944"/>
                <a:gd name="T58" fmla="*/ 2147483646 w 1715"/>
                <a:gd name="T59" fmla="*/ 2147483646 h 1944"/>
                <a:gd name="T60" fmla="*/ 2147483646 w 1715"/>
                <a:gd name="T61" fmla="*/ 2147483646 h 1944"/>
                <a:gd name="T62" fmla="*/ 2147483646 w 1715"/>
                <a:gd name="T63" fmla="*/ 2147483646 h 1944"/>
                <a:gd name="T64" fmla="*/ 2147483646 w 1715"/>
                <a:gd name="T65" fmla="*/ 2147483646 h 1944"/>
                <a:gd name="T66" fmla="*/ 2147483646 w 1715"/>
                <a:gd name="T67" fmla="*/ 2147483646 h 1944"/>
                <a:gd name="T68" fmla="*/ 2147483646 w 1715"/>
                <a:gd name="T69" fmla="*/ 2147483646 h 1944"/>
                <a:gd name="T70" fmla="*/ 2147483646 w 1715"/>
                <a:gd name="T71" fmla="*/ 2147483646 h 1944"/>
                <a:gd name="T72" fmla="*/ 2147483646 w 1715"/>
                <a:gd name="T73" fmla="*/ 2147483646 h 1944"/>
                <a:gd name="T74" fmla="*/ 2147483646 w 1715"/>
                <a:gd name="T75" fmla="*/ 2147483646 h 1944"/>
                <a:gd name="T76" fmla="*/ 2147483646 w 1715"/>
                <a:gd name="T77" fmla="*/ 2147483646 h 1944"/>
                <a:gd name="T78" fmla="*/ 2147483646 w 1715"/>
                <a:gd name="T79" fmla="*/ 2147483646 h 1944"/>
                <a:gd name="T80" fmla="*/ 2147483646 w 1715"/>
                <a:gd name="T81" fmla="*/ 2147483646 h 1944"/>
                <a:gd name="T82" fmla="*/ 2147483646 w 1715"/>
                <a:gd name="T83" fmla="*/ 2147483646 h 1944"/>
                <a:gd name="T84" fmla="*/ 2147483646 w 1715"/>
                <a:gd name="T85" fmla="*/ 2147483646 h 1944"/>
                <a:gd name="T86" fmla="*/ 2147483646 w 1715"/>
                <a:gd name="T87" fmla="*/ 2147483646 h 1944"/>
                <a:gd name="T88" fmla="*/ 2147483646 w 1715"/>
                <a:gd name="T89" fmla="*/ 2147483646 h 1944"/>
                <a:gd name="T90" fmla="*/ 2147483646 w 1715"/>
                <a:gd name="T91" fmla="*/ 2147483646 h 1944"/>
                <a:gd name="T92" fmla="*/ 2147483646 w 1715"/>
                <a:gd name="T93" fmla="*/ 2147483646 h 1944"/>
                <a:gd name="T94" fmla="*/ 2147483646 w 1715"/>
                <a:gd name="T95" fmla="*/ 2147483646 h 1944"/>
                <a:gd name="T96" fmla="*/ 2147483646 w 1715"/>
                <a:gd name="T97" fmla="*/ 0 h 1944"/>
                <a:gd name="T98" fmla="*/ 2147483646 w 1715"/>
                <a:gd name="T99" fmla="*/ 2147483646 h 1944"/>
                <a:gd name="T100" fmla="*/ 2147483646 w 1715"/>
                <a:gd name="T101" fmla="*/ 2147483646 h 1944"/>
                <a:gd name="T102" fmla="*/ 2147483646 w 1715"/>
                <a:gd name="T103" fmla="*/ 2147483646 h 1944"/>
                <a:gd name="T104" fmla="*/ 2147483646 w 1715"/>
                <a:gd name="T105" fmla="*/ 2147483646 h 1944"/>
                <a:gd name="T106" fmla="*/ 2147483646 w 1715"/>
                <a:gd name="T107" fmla="*/ 2147483646 h 1944"/>
                <a:gd name="T108" fmla="*/ 2147483646 w 1715"/>
                <a:gd name="T109" fmla="*/ 2147483646 h 1944"/>
                <a:gd name="T110" fmla="*/ 2147483646 w 1715"/>
                <a:gd name="T111" fmla="*/ 2147483646 h 1944"/>
                <a:gd name="T112" fmla="*/ 2147483646 w 1715"/>
                <a:gd name="T113" fmla="*/ 2147483646 h 1944"/>
                <a:gd name="T114" fmla="*/ 2147483646 w 1715"/>
                <a:gd name="T115" fmla="*/ 2147483646 h 1944"/>
                <a:gd name="T116" fmla="*/ 2147483646 w 1715"/>
                <a:gd name="T117" fmla="*/ 2147483646 h 1944"/>
                <a:gd name="T118" fmla="*/ 2147483646 w 1715"/>
                <a:gd name="T119" fmla="*/ 2147483646 h 1944"/>
                <a:gd name="T120" fmla="*/ 2147483646 w 1715"/>
                <a:gd name="T121" fmla="*/ 2147483646 h 194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715" h="1944">
                  <a:moveTo>
                    <a:pt x="1714" y="933"/>
                  </a:moveTo>
                  <a:lnTo>
                    <a:pt x="1714" y="933"/>
                  </a:lnTo>
                  <a:lnTo>
                    <a:pt x="1676" y="933"/>
                  </a:lnTo>
                  <a:lnTo>
                    <a:pt x="1656" y="953"/>
                  </a:lnTo>
                  <a:lnTo>
                    <a:pt x="1637" y="953"/>
                  </a:lnTo>
                  <a:lnTo>
                    <a:pt x="1619" y="953"/>
                  </a:lnTo>
                  <a:lnTo>
                    <a:pt x="1600" y="972"/>
                  </a:lnTo>
                  <a:lnTo>
                    <a:pt x="1561" y="972"/>
                  </a:lnTo>
                  <a:lnTo>
                    <a:pt x="1542" y="991"/>
                  </a:lnTo>
                  <a:lnTo>
                    <a:pt x="1523" y="991"/>
                  </a:lnTo>
                  <a:lnTo>
                    <a:pt x="1390" y="1086"/>
                  </a:lnTo>
                  <a:lnTo>
                    <a:pt x="1256" y="1181"/>
                  </a:lnTo>
                  <a:lnTo>
                    <a:pt x="1219" y="1238"/>
                  </a:lnTo>
                  <a:lnTo>
                    <a:pt x="1199" y="1276"/>
                  </a:lnTo>
                  <a:lnTo>
                    <a:pt x="1180" y="1295"/>
                  </a:lnTo>
                  <a:lnTo>
                    <a:pt x="1142" y="1334"/>
                  </a:lnTo>
                  <a:lnTo>
                    <a:pt x="1123" y="1353"/>
                  </a:lnTo>
                  <a:lnTo>
                    <a:pt x="1123" y="1372"/>
                  </a:lnTo>
                  <a:lnTo>
                    <a:pt x="1123" y="1390"/>
                  </a:lnTo>
                  <a:lnTo>
                    <a:pt x="1047" y="1505"/>
                  </a:lnTo>
                  <a:lnTo>
                    <a:pt x="1047" y="1524"/>
                  </a:lnTo>
                  <a:lnTo>
                    <a:pt x="1028" y="1524"/>
                  </a:lnTo>
                  <a:lnTo>
                    <a:pt x="1028" y="1505"/>
                  </a:lnTo>
                  <a:lnTo>
                    <a:pt x="1028" y="1486"/>
                  </a:lnTo>
                  <a:lnTo>
                    <a:pt x="1028" y="1467"/>
                  </a:lnTo>
                  <a:lnTo>
                    <a:pt x="1009" y="1467"/>
                  </a:lnTo>
                  <a:lnTo>
                    <a:pt x="1009" y="1486"/>
                  </a:lnTo>
                  <a:lnTo>
                    <a:pt x="990" y="1467"/>
                  </a:lnTo>
                  <a:lnTo>
                    <a:pt x="990" y="1448"/>
                  </a:lnTo>
                  <a:lnTo>
                    <a:pt x="971" y="1429"/>
                  </a:lnTo>
                  <a:lnTo>
                    <a:pt x="933" y="1429"/>
                  </a:lnTo>
                  <a:lnTo>
                    <a:pt x="933" y="1410"/>
                  </a:lnTo>
                  <a:lnTo>
                    <a:pt x="914" y="1410"/>
                  </a:lnTo>
                  <a:lnTo>
                    <a:pt x="914" y="1429"/>
                  </a:lnTo>
                  <a:lnTo>
                    <a:pt x="914" y="1448"/>
                  </a:lnTo>
                  <a:lnTo>
                    <a:pt x="914" y="1467"/>
                  </a:lnTo>
                  <a:lnTo>
                    <a:pt x="933" y="1467"/>
                  </a:lnTo>
                  <a:lnTo>
                    <a:pt x="952" y="1467"/>
                  </a:lnTo>
                  <a:lnTo>
                    <a:pt x="971" y="1467"/>
                  </a:lnTo>
                  <a:lnTo>
                    <a:pt x="971" y="1486"/>
                  </a:lnTo>
                  <a:lnTo>
                    <a:pt x="990" y="1486"/>
                  </a:lnTo>
                  <a:lnTo>
                    <a:pt x="971" y="1486"/>
                  </a:lnTo>
                  <a:lnTo>
                    <a:pt x="971" y="1505"/>
                  </a:lnTo>
                  <a:lnTo>
                    <a:pt x="990" y="1505"/>
                  </a:lnTo>
                  <a:lnTo>
                    <a:pt x="990" y="1486"/>
                  </a:lnTo>
                  <a:lnTo>
                    <a:pt x="1009" y="1505"/>
                  </a:lnTo>
                  <a:lnTo>
                    <a:pt x="1009" y="1524"/>
                  </a:lnTo>
                  <a:lnTo>
                    <a:pt x="1009" y="1562"/>
                  </a:lnTo>
                  <a:lnTo>
                    <a:pt x="1028" y="1581"/>
                  </a:lnTo>
                  <a:lnTo>
                    <a:pt x="1028" y="1562"/>
                  </a:lnTo>
                  <a:lnTo>
                    <a:pt x="1028" y="1581"/>
                  </a:lnTo>
                  <a:lnTo>
                    <a:pt x="1009" y="1600"/>
                  </a:lnTo>
                  <a:lnTo>
                    <a:pt x="990" y="1600"/>
                  </a:lnTo>
                  <a:lnTo>
                    <a:pt x="952" y="1619"/>
                  </a:lnTo>
                  <a:lnTo>
                    <a:pt x="952" y="1638"/>
                  </a:lnTo>
                  <a:lnTo>
                    <a:pt x="933" y="1657"/>
                  </a:lnTo>
                  <a:lnTo>
                    <a:pt x="914" y="1657"/>
                  </a:lnTo>
                  <a:lnTo>
                    <a:pt x="914" y="1676"/>
                  </a:lnTo>
                  <a:lnTo>
                    <a:pt x="894" y="1695"/>
                  </a:lnTo>
                  <a:lnTo>
                    <a:pt x="876" y="1791"/>
                  </a:lnTo>
                  <a:lnTo>
                    <a:pt x="857" y="1791"/>
                  </a:lnTo>
                  <a:lnTo>
                    <a:pt x="818" y="1810"/>
                  </a:lnTo>
                  <a:lnTo>
                    <a:pt x="799" y="1810"/>
                  </a:lnTo>
                  <a:lnTo>
                    <a:pt x="799" y="1791"/>
                  </a:lnTo>
                  <a:lnTo>
                    <a:pt x="799" y="1771"/>
                  </a:lnTo>
                  <a:lnTo>
                    <a:pt x="818" y="1752"/>
                  </a:lnTo>
                  <a:lnTo>
                    <a:pt x="818" y="1734"/>
                  </a:lnTo>
                  <a:lnTo>
                    <a:pt x="838" y="1715"/>
                  </a:lnTo>
                  <a:lnTo>
                    <a:pt x="838" y="1695"/>
                  </a:lnTo>
                  <a:lnTo>
                    <a:pt x="876" y="1657"/>
                  </a:lnTo>
                  <a:lnTo>
                    <a:pt x="894" y="1638"/>
                  </a:lnTo>
                  <a:lnTo>
                    <a:pt x="914" y="1638"/>
                  </a:lnTo>
                  <a:lnTo>
                    <a:pt x="894" y="1619"/>
                  </a:lnTo>
                  <a:lnTo>
                    <a:pt x="894" y="1600"/>
                  </a:lnTo>
                  <a:lnTo>
                    <a:pt x="894" y="1581"/>
                  </a:lnTo>
                  <a:lnTo>
                    <a:pt x="876" y="1600"/>
                  </a:lnTo>
                  <a:lnTo>
                    <a:pt x="876" y="1619"/>
                  </a:lnTo>
                  <a:lnTo>
                    <a:pt x="894" y="1638"/>
                  </a:lnTo>
                  <a:lnTo>
                    <a:pt x="876" y="1638"/>
                  </a:lnTo>
                  <a:lnTo>
                    <a:pt x="857" y="1600"/>
                  </a:lnTo>
                  <a:lnTo>
                    <a:pt x="857" y="1581"/>
                  </a:lnTo>
                  <a:lnTo>
                    <a:pt x="838" y="1581"/>
                  </a:lnTo>
                  <a:lnTo>
                    <a:pt x="838" y="1600"/>
                  </a:lnTo>
                  <a:lnTo>
                    <a:pt x="876" y="1638"/>
                  </a:lnTo>
                  <a:lnTo>
                    <a:pt x="876" y="1657"/>
                  </a:lnTo>
                  <a:lnTo>
                    <a:pt x="857" y="1657"/>
                  </a:lnTo>
                  <a:lnTo>
                    <a:pt x="838" y="1638"/>
                  </a:lnTo>
                  <a:lnTo>
                    <a:pt x="857" y="1657"/>
                  </a:lnTo>
                  <a:lnTo>
                    <a:pt x="857" y="1676"/>
                  </a:lnTo>
                  <a:lnTo>
                    <a:pt x="838" y="1676"/>
                  </a:lnTo>
                  <a:lnTo>
                    <a:pt x="818" y="1695"/>
                  </a:lnTo>
                  <a:lnTo>
                    <a:pt x="799" y="1734"/>
                  </a:lnTo>
                  <a:lnTo>
                    <a:pt x="780" y="1771"/>
                  </a:lnTo>
                  <a:lnTo>
                    <a:pt x="780" y="1791"/>
                  </a:lnTo>
                  <a:lnTo>
                    <a:pt x="762" y="1791"/>
                  </a:lnTo>
                  <a:lnTo>
                    <a:pt x="762" y="1771"/>
                  </a:lnTo>
                  <a:lnTo>
                    <a:pt x="762" y="1734"/>
                  </a:lnTo>
                  <a:lnTo>
                    <a:pt x="742" y="1752"/>
                  </a:lnTo>
                  <a:lnTo>
                    <a:pt x="723" y="1734"/>
                  </a:lnTo>
                  <a:lnTo>
                    <a:pt x="742" y="1771"/>
                  </a:lnTo>
                  <a:lnTo>
                    <a:pt x="742" y="1791"/>
                  </a:lnTo>
                  <a:lnTo>
                    <a:pt x="762" y="1791"/>
                  </a:lnTo>
                  <a:lnTo>
                    <a:pt x="799" y="1810"/>
                  </a:lnTo>
                  <a:lnTo>
                    <a:pt x="780" y="1848"/>
                  </a:lnTo>
                  <a:lnTo>
                    <a:pt x="762" y="1867"/>
                  </a:lnTo>
                  <a:lnTo>
                    <a:pt x="742" y="1886"/>
                  </a:lnTo>
                  <a:lnTo>
                    <a:pt x="704" y="1886"/>
                  </a:lnTo>
                  <a:lnTo>
                    <a:pt x="723" y="1886"/>
                  </a:lnTo>
                  <a:lnTo>
                    <a:pt x="666" y="1905"/>
                  </a:lnTo>
                  <a:lnTo>
                    <a:pt x="628" y="1905"/>
                  </a:lnTo>
                  <a:lnTo>
                    <a:pt x="571" y="1905"/>
                  </a:lnTo>
                  <a:lnTo>
                    <a:pt x="552" y="1924"/>
                  </a:lnTo>
                  <a:lnTo>
                    <a:pt x="533" y="1943"/>
                  </a:lnTo>
                  <a:lnTo>
                    <a:pt x="513" y="1924"/>
                  </a:lnTo>
                  <a:lnTo>
                    <a:pt x="476" y="1924"/>
                  </a:lnTo>
                  <a:lnTo>
                    <a:pt x="457" y="1905"/>
                  </a:lnTo>
                  <a:lnTo>
                    <a:pt x="418" y="1905"/>
                  </a:lnTo>
                  <a:lnTo>
                    <a:pt x="399" y="1867"/>
                  </a:lnTo>
                  <a:lnTo>
                    <a:pt x="381" y="1848"/>
                  </a:lnTo>
                  <a:lnTo>
                    <a:pt x="381" y="1829"/>
                  </a:lnTo>
                  <a:lnTo>
                    <a:pt x="381" y="1810"/>
                  </a:lnTo>
                  <a:lnTo>
                    <a:pt x="361" y="1810"/>
                  </a:lnTo>
                  <a:lnTo>
                    <a:pt x="342" y="1791"/>
                  </a:lnTo>
                  <a:lnTo>
                    <a:pt x="323" y="1791"/>
                  </a:lnTo>
                  <a:lnTo>
                    <a:pt x="304" y="1791"/>
                  </a:lnTo>
                  <a:lnTo>
                    <a:pt x="285" y="1791"/>
                  </a:lnTo>
                  <a:lnTo>
                    <a:pt x="266" y="1771"/>
                  </a:lnTo>
                  <a:lnTo>
                    <a:pt x="247" y="1771"/>
                  </a:lnTo>
                  <a:lnTo>
                    <a:pt x="228" y="1752"/>
                  </a:lnTo>
                  <a:lnTo>
                    <a:pt x="228" y="1734"/>
                  </a:lnTo>
                  <a:lnTo>
                    <a:pt x="247" y="1715"/>
                  </a:lnTo>
                  <a:lnTo>
                    <a:pt x="247" y="1695"/>
                  </a:lnTo>
                  <a:lnTo>
                    <a:pt x="247" y="1657"/>
                  </a:lnTo>
                  <a:lnTo>
                    <a:pt x="247" y="1638"/>
                  </a:lnTo>
                  <a:lnTo>
                    <a:pt x="247" y="1619"/>
                  </a:lnTo>
                  <a:lnTo>
                    <a:pt x="247" y="1600"/>
                  </a:lnTo>
                  <a:lnTo>
                    <a:pt x="228" y="1581"/>
                  </a:lnTo>
                  <a:lnTo>
                    <a:pt x="190" y="1562"/>
                  </a:lnTo>
                  <a:lnTo>
                    <a:pt x="171" y="1562"/>
                  </a:lnTo>
                  <a:lnTo>
                    <a:pt x="171" y="1543"/>
                  </a:lnTo>
                  <a:lnTo>
                    <a:pt x="152" y="1524"/>
                  </a:lnTo>
                  <a:lnTo>
                    <a:pt x="152" y="1505"/>
                  </a:lnTo>
                  <a:lnTo>
                    <a:pt x="152" y="1467"/>
                  </a:lnTo>
                  <a:lnTo>
                    <a:pt x="132" y="1448"/>
                  </a:lnTo>
                  <a:lnTo>
                    <a:pt x="132" y="1429"/>
                  </a:lnTo>
                  <a:lnTo>
                    <a:pt x="114" y="1410"/>
                  </a:lnTo>
                  <a:lnTo>
                    <a:pt x="95" y="1410"/>
                  </a:lnTo>
                  <a:lnTo>
                    <a:pt x="95" y="1390"/>
                  </a:lnTo>
                  <a:lnTo>
                    <a:pt x="76" y="1372"/>
                  </a:lnTo>
                  <a:lnTo>
                    <a:pt x="56" y="1372"/>
                  </a:lnTo>
                  <a:lnTo>
                    <a:pt x="56" y="1353"/>
                  </a:lnTo>
                  <a:lnTo>
                    <a:pt x="37" y="1334"/>
                  </a:lnTo>
                  <a:lnTo>
                    <a:pt x="37" y="1314"/>
                  </a:lnTo>
                  <a:lnTo>
                    <a:pt x="18" y="1295"/>
                  </a:lnTo>
                  <a:lnTo>
                    <a:pt x="0" y="1295"/>
                  </a:lnTo>
                  <a:lnTo>
                    <a:pt x="0" y="1276"/>
                  </a:lnTo>
                  <a:lnTo>
                    <a:pt x="0" y="1258"/>
                  </a:lnTo>
                  <a:lnTo>
                    <a:pt x="0" y="1238"/>
                  </a:lnTo>
                  <a:lnTo>
                    <a:pt x="37" y="1181"/>
                  </a:lnTo>
                  <a:lnTo>
                    <a:pt x="37" y="1143"/>
                  </a:lnTo>
                  <a:lnTo>
                    <a:pt x="56" y="1124"/>
                  </a:lnTo>
                  <a:lnTo>
                    <a:pt x="76" y="1124"/>
                  </a:lnTo>
                  <a:lnTo>
                    <a:pt x="95" y="1124"/>
                  </a:lnTo>
                  <a:lnTo>
                    <a:pt x="132" y="1124"/>
                  </a:lnTo>
                  <a:lnTo>
                    <a:pt x="152" y="1124"/>
                  </a:lnTo>
                  <a:lnTo>
                    <a:pt x="190" y="1143"/>
                  </a:lnTo>
                  <a:lnTo>
                    <a:pt x="228" y="1162"/>
                  </a:lnTo>
                  <a:lnTo>
                    <a:pt x="266" y="1162"/>
                  </a:lnTo>
                  <a:lnTo>
                    <a:pt x="361" y="1124"/>
                  </a:lnTo>
                  <a:lnTo>
                    <a:pt x="399" y="1086"/>
                  </a:lnTo>
                  <a:lnTo>
                    <a:pt x="418" y="1086"/>
                  </a:lnTo>
                  <a:lnTo>
                    <a:pt x="418" y="1067"/>
                  </a:lnTo>
                  <a:lnTo>
                    <a:pt x="437" y="1067"/>
                  </a:lnTo>
                  <a:lnTo>
                    <a:pt x="437" y="1048"/>
                  </a:lnTo>
                  <a:lnTo>
                    <a:pt x="437" y="1029"/>
                  </a:lnTo>
                  <a:lnTo>
                    <a:pt x="418" y="1009"/>
                  </a:lnTo>
                  <a:lnTo>
                    <a:pt x="399" y="1009"/>
                  </a:lnTo>
                  <a:lnTo>
                    <a:pt x="399" y="991"/>
                  </a:lnTo>
                  <a:lnTo>
                    <a:pt x="399" y="972"/>
                  </a:lnTo>
                  <a:lnTo>
                    <a:pt x="399" y="933"/>
                  </a:lnTo>
                  <a:lnTo>
                    <a:pt x="399" y="914"/>
                  </a:lnTo>
                  <a:lnTo>
                    <a:pt x="381" y="857"/>
                  </a:lnTo>
                  <a:lnTo>
                    <a:pt x="381" y="838"/>
                  </a:lnTo>
                  <a:lnTo>
                    <a:pt x="399" y="819"/>
                  </a:lnTo>
                  <a:lnTo>
                    <a:pt x="399" y="800"/>
                  </a:lnTo>
                  <a:lnTo>
                    <a:pt x="418" y="781"/>
                  </a:lnTo>
                  <a:lnTo>
                    <a:pt x="418" y="762"/>
                  </a:lnTo>
                  <a:lnTo>
                    <a:pt x="437" y="743"/>
                  </a:lnTo>
                  <a:lnTo>
                    <a:pt x="437" y="648"/>
                  </a:lnTo>
                  <a:lnTo>
                    <a:pt x="437" y="610"/>
                  </a:lnTo>
                  <a:lnTo>
                    <a:pt x="437" y="552"/>
                  </a:lnTo>
                  <a:lnTo>
                    <a:pt x="437" y="533"/>
                  </a:lnTo>
                  <a:lnTo>
                    <a:pt x="399" y="476"/>
                  </a:lnTo>
                  <a:lnTo>
                    <a:pt x="399" y="457"/>
                  </a:lnTo>
                  <a:lnTo>
                    <a:pt x="381" y="457"/>
                  </a:lnTo>
                  <a:lnTo>
                    <a:pt x="323" y="400"/>
                  </a:lnTo>
                  <a:lnTo>
                    <a:pt x="323" y="381"/>
                  </a:lnTo>
                  <a:lnTo>
                    <a:pt x="323" y="362"/>
                  </a:lnTo>
                  <a:lnTo>
                    <a:pt x="304" y="362"/>
                  </a:lnTo>
                  <a:lnTo>
                    <a:pt x="285" y="343"/>
                  </a:lnTo>
                  <a:lnTo>
                    <a:pt x="266" y="343"/>
                  </a:lnTo>
                  <a:lnTo>
                    <a:pt x="266" y="324"/>
                  </a:lnTo>
                  <a:lnTo>
                    <a:pt x="228" y="248"/>
                  </a:lnTo>
                  <a:lnTo>
                    <a:pt x="209" y="210"/>
                  </a:lnTo>
                  <a:lnTo>
                    <a:pt x="209" y="191"/>
                  </a:lnTo>
                  <a:lnTo>
                    <a:pt x="209" y="171"/>
                  </a:lnTo>
                  <a:lnTo>
                    <a:pt x="228" y="171"/>
                  </a:lnTo>
                  <a:lnTo>
                    <a:pt x="228" y="134"/>
                  </a:lnTo>
                  <a:lnTo>
                    <a:pt x="247" y="115"/>
                  </a:lnTo>
                  <a:lnTo>
                    <a:pt x="228" y="115"/>
                  </a:lnTo>
                  <a:lnTo>
                    <a:pt x="209" y="95"/>
                  </a:lnTo>
                  <a:lnTo>
                    <a:pt x="190" y="95"/>
                  </a:lnTo>
                  <a:lnTo>
                    <a:pt x="190" y="76"/>
                  </a:lnTo>
                  <a:lnTo>
                    <a:pt x="190" y="57"/>
                  </a:lnTo>
                  <a:lnTo>
                    <a:pt x="209" y="38"/>
                  </a:lnTo>
                  <a:lnTo>
                    <a:pt x="209" y="19"/>
                  </a:lnTo>
                  <a:lnTo>
                    <a:pt x="228" y="0"/>
                  </a:lnTo>
                  <a:lnTo>
                    <a:pt x="247" y="0"/>
                  </a:lnTo>
                  <a:lnTo>
                    <a:pt x="323" y="19"/>
                  </a:lnTo>
                  <a:lnTo>
                    <a:pt x="342" y="38"/>
                  </a:lnTo>
                  <a:lnTo>
                    <a:pt x="361" y="57"/>
                  </a:lnTo>
                  <a:lnTo>
                    <a:pt x="381" y="57"/>
                  </a:lnTo>
                  <a:lnTo>
                    <a:pt x="418" y="76"/>
                  </a:lnTo>
                  <a:lnTo>
                    <a:pt x="418" y="95"/>
                  </a:lnTo>
                  <a:lnTo>
                    <a:pt x="457" y="95"/>
                  </a:lnTo>
                  <a:lnTo>
                    <a:pt x="513" y="95"/>
                  </a:lnTo>
                  <a:lnTo>
                    <a:pt x="533" y="115"/>
                  </a:lnTo>
                  <a:lnTo>
                    <a:pt x="571" y="134"/>
                  </a:lnTo>
                  <a:lnTo>
                    <a:pt x="590" y="152"/>
                  </a:lnTo>
                  <a:lnTo>
                    <a:pt x="647" y="191"/>
                  </a:lnTo>
                  <a:lnTo>
                    <a:pt x="666" y="191"/>
                  </a:lnTo>
                  <a:lnTo>
                    <a:pt x="685" y="210"/>
                  </a:lnTo>
                  <a:lnTo>
                    <a:pt x="704" y="210"/>
                  </a:lnTo>
                  <a:lnTo>
                    <a:pt x="723" y="191"/>
                  </a:lnTo>
                  <a:lnTo>
                    <a:pt x="762" y="210"/>
                  </a:lnTo>
                  <a:lnTo>
                    <a:pt x="838" y="229"/>
                  </a:lnTo>
                  <a:lnTo>
                    <a:pt x="876" y="248"/>
                  </a:lnTo>
                  <a:lnTo>
                    <a:pt x="894" y="267"/>
                  </a:lnTo>
                  <a:lnTo>
                    <a:pt x="933" y="305"/>
                  </a:lnTo>
                  <a:lnTo>
                    <a:pt x="952" y="324"/>
                  </a:lnTo>
                  <a:lnTo>
                    <a:pt x="952" y="343"/>
                  </a:lnTo>
                  <a:lnTo>
                    <a:pt x="971" y="343"/>
                  </a:lnTo>
                  <a:lnTo>
                    <a:pt x="990" y="343"/>
                  </a:lnTo>
                  <a:lnTo>
                    <a:pt x="1028" y="362"/>
                  </a:lnTo>
                  <a:lnTo>
                    <a:pt x="1066" y="362"/>
                  </a:lnTo>
                  <a:lnTo>
                    <a:pt x="1104" y="419"/>
                  </a:lnTo>
                  <a:lnTo>
                    <a:pt x="1123" y="419"/>
                  </a:lnTo>
                  <a:lnTo>
                    <a:pt x="1142" y="438"/>
                  </a:lnTo>
                  <a:lnTo>
                    <a:pt x="1161" y="419"/>
                  </a:lnTo>
                  <a:lnTo>
                    <a:pt x="1180" y="419"/>
                  </a:lnTo>
                  <a:lnTo>
                    <a:pt x="1199" y="419"/>
                  </a:lnTo>
                  <a:lnTo>
                    <a:pt x="1219" y="438"/>
                  </a:lnTo>
                  <a:lnTo>
                    <a:pt x="1219" y="457"/>
                  </a:lnTo>
                  <a:lnTo>
                    <a:pt x="1219" y="552"/>
                  </a:lnTo>
                  <a:lnTo>
                    <a:pt x="1238" y="552"/>
                  </a:lnTo>
                  <a:lnTo>
                    <a:pt x="1238" y="572"/>
                  </a:lnTo>
                  <a:lnTo>
                    <a:pt x="1275" y="572"/>
                  </a:lnTo>
                  <a:lnTo>
                    <a:pt x="1295" y="591"/>
                  </a:lnTo>
                  <a:lnTo>
                    <a:pt x="1314" y="610"/>
                  </a:lnTo>
                  <a:lnTo>
                    <a:pt x="1314" y="628"/>
                  </a:lnTo>
                  <a:lnTo>
                    <a:pt x="1333" y="648"/>
                  </a:lnTo>
                  <a:lnTo>
                    <a:pt x="1352" y="648"/>
                  </a:lnTo>
                  <a:lnTo>
                    <a:pt x="1390" y="667"/>
                  </a:lnTo>
                  <a:lnTo>
                    <a:pt x="1409" y="667"/>
                  </a:lnTo>
                  <a:lnTo>
                    <a:pt x="1428" y="686"/>
                  </a:lnTo>
                  <a:lnTo>
                    <a:pt x="1466" y="705"/>
                  </a:lnTo>
                  <a:lnTo>
                    <a:pt x="1485" y="686"/>
                  </a:lnTo>
                  <a:lnTo>
                    <a:pt x="1504" y="686"/>
                  </a:lnTo>
                  <a:lnTo>
                    <a:pt x="1523" y="686"/>
                  </a:lnTo>
                  <a:lnTo>
                    <a:pt x="1561" y="724"/>
                  </a:lnTo>
                  <a:lnTo>
                    <a:pt x="1561" y="743"/>
                  </a:lnTo>
                  <a:lnTo>
                    <a:pt x="1580" y="762"/>
                  </a:lnTo>
                  <a:lnTo>
                    <a:pt x="1580" y="781"/>
                  </a:lnTo>
                  <a:lnTo>
                    <a:pt x="1580" y="819"/>
                  </a:lnTo>
                  <a:lnTo>
                    <a:pt x="1580" y="838"/>
                  </a:lnTo>
                  <a:lnTo>
                    <a:pt x="1619" y="838"/>
                  </a:lnTo>
                  <a:lnTo>
                    <a:pt x="1676" y="838"/>
                  </a:lnTo>
                  <a:lnTo>
                    <a:pt x="1695" y="857"/>
                  </a:lnTo>
                  <a:lnTo>
                    <a:pt x="1714" y="857"/>
                  </a:lnTo>
                  <a:lnTo>
                    <a:pt x="1714" y="895"/>
                  </a:lnTo>
                  <a:lnTo>
                    <a:pt x="1714" y="933"/>
                  </a:lnTo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0" name="Freeform 21">
              <a:extLst>
                <a:ext uri="{FF2B5EF4-FFF2-40B4-BE49-F238E27FC236}">
                  <a16:creationId xmlns:a16="http://schemas.microsoft.com/office/drawing/2014/main" id="{1AEA7884-57A0-1D3B-47E2-DED015AF7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2970213"/>
              <a:ext cx="1552575" cy="1697037"/>
            </a:xfrm>
            <a:custGeom>
              <a:avLst/>
              <a:gdLst>
                <a:gd name="T0" fmla="*/ 2147483646 w 8631"/>
                <a:gd name="T1" fmla="*/ 2147483646 h 9429"/>
                <a:gd name="T2" fmla="*/ 2147483646 w 8631"/>
                <a:gd name="T3" fmla="*/ 2147483646 h 9429"/>
                <a:gd name="T4" fmla="*/ 2147483646 w 8631"/>
                <a:gd name="T5" fmla="*/ 2147483646 h 9429"/>
                <a:gd name="T6" fmla="*/ 2147483646 w 8631"/>
                <a:gd name="T7" fmla="*/ 2147483646 h 9429"/>
                <a:gd name="T8" fmla="*/ 2147483646 w 8631"/>
                <a:gd name="T9" fmla="*/ 2147483646 h 9429"/>
                <a:gd name="T10" fmla="*/ 2147483646 w 8631"/>
                <a:gd name="T11" fmla="*/ 2147483646 h 9429"/>
                <a:gd name="T12" fmla="*/ 2147483646 w 8631"/>
                <a:gd name="T13" fmla="*/ 2147483646 h 9429"/>
                <a:gd name="T14" fmla="*/ 2147483646 w 8631"/>
                <a:gd name="T15" fmla="*/ 2147483646 h 9429"/>
                <a:gd name="T16" fmla="*/ 2147483646 w 8631"/>
                <a:gd name="T17" fmla="*/ 2147483646 h 9429"/>
                <a:gd name="T18" fmla="*/ 2147483646 w 8631"/>
                <a:gd name="T19" fmla="*/ 2147483646 h 9429"/>
                <a:gd name="T20" fmla="*/ 2147483646 w 8631"/>
                <a:gd name="T21" fmla="*/ 2147483646 h 9429"/>
                <a:gd name="T22" fmla="*/ 2147483646 w 8631"/>
                <a:gd name="T23" fmla="*/ 2147483646 h 9429"/>
                <a:gd name="T24" fmla="*/ 2147483646 w 8631"/>
                <a:gd name="T25" fmla="*/ 2147483646 h 9429"/>
                <a:gd name="T26" fmla="*/ 2147483646 w 8631"/>
                <a:gd name="T27" fmla="*/ 2147483646 h 9429"/>
                <a:gd name="T28" fmla="*/ 2147483646 w 8631"/>
                <a:gd name="T29" fmla="*/ 2147483646 h 9429"/>
                <a:gd name="T30" fmla="*/ 2147483646 w 8631"/>
                <a:gd name="T31" fmla="*/ 2147483646 h 9429"/>
                <a:gd name="T32" fmla="*/ 2147483646 w 8631"/>
                <a:gd name="T33" fmla="*/ 2147483646 h 9429"/>
                <a:gd name="T34" fmla="*/ 2147483646 w 8631"/>
                <a:gd name="T35" fmla="*/ 2147483646 h 9429"/>
                <a:gd name="T36" fmla="*/ 2147483646 w 8631"/>
                <a:gd name="T37" fmla="*/ 2147483646 h 9429"/>
                <a:gd name="T38" fmla="*/ 2147483646 w 8631"/>
                <a:gd name="T39" fmla="*/ 2147483646 h 9429"/>
                <a:gd name="T40" fmla="*/ 2147483646 w 8631"/>
                <a:gd name="T41" fmla="*/ 2147483646 h 9429"/>
                <a:gd name="T42" fmla="*/ 2147483646 w 8631"/>
                <a:gd name="T43" fmla="*/ 2147483646 h 9429"/>
                <a:gd name="T44" fmla="*/ 2147483646 w 8631"/>
                <a:gd name="T45" fmla="*/ 2147483646 h 9429"/>
                <a:gd name="T46" fmla="*/ 2147483646 w 8631"/>
                <a:gd name="T47" fmla="*/ 2147483646 h 9429"/>
                <a:gd name="T48" fmla="*/ 2147483646 w 8631"/>
                <a:gd name="T49" fmla="*/ 2147483646 h 9429"/>
                <a:gd name="T50" fmla="*/ 2147483646 w 8631"/>
                <a:gd name="T51" fmla="*/ 2147483646 h 9429"/>
                <a:gd name="T52" fmla="*/ 2147483646 w 8631"/>
                <a:gd name="T53" fmla="*/ 2147483646 h 9429"/>
                <a:gd name="T54" fmla="*/ 2147483646 w 8631"/>
                <a:gd name="T55" fmla="*/ 2147483646 h 9429"/>
                <a:gd name="T56" fmla="*/ 2147483646 w 8631"/>
                <a:gd name="T57" fmla="*/ 2147483646 h 9429"/>
                <a:gd name="T58" fmla="*/ 2147483646 w 8631"/>
                <a:gd name="T59" fmla="*/ 2147483646 h 9429"/>
                <a:gd name="T60" fmla="*/ 2147483646 w 8631"/>
                <a:gd name="T61" fmla="*/ 2147483646 h 9429"/>
                <a:gd name="T62" fmla="*/ 2147483646 w 8631"/>
                <a:gd name="T63" fmla="*/ 2147483646 h 9429"/>
                <a:gd name="T64" fmla="*/ 2147483646 w 8631"/>
                <a:gd name="T65" fmla="*/ 2147483646 h 9429"/>
                <a:gd name="T66" fmla="*/ 2147483646 w 8631"/>
                <a:gd name="T67" fmla="*/ 2147483646 h 9429"/>
                <a:gd name="T68" fmla="*/ 2147483646 w 8631"/>
                <a:gd name="T69" fmla="*/ 2147483646 h 9429"/>
                <a:gd name="T70" fmla="*/ 2147483646 w 8631"/>
                <a:gd name="T71" fmla="*/ 2147483646 h 9429"/>
                <a:gd name="T72" fmla="*/ 2147483646 w 8631"/>
                <a:gd name="T73" fmla="*/ 2147483646 h 9429"/>
                <a:gd name="T74" fmla="*/ 2147483646 w 8631"/>
                <a:gd name="T75" fmla="*/ 2147483646 h 9429"/>
                <a:gd name="T76" fmla="*/ 2147483646 w 8631"/>
                <a:gd name="T77" fmla="*/ 2147483646 h 9429"/>
                <a:gd name="T78" fmla="*/ 2147483646 w 8631"/>
                <a:gd name="T79" fmla="*/ 2147483646 h 9429"/>
                <a:gd name="T80" fmla="*/ 2147483646 w 8631"/>
                <a:gd name="T81" fmla="*/ 2147483646 h 9429"/>
                <a:gd name="T82" fmla="*/ 2147483646 w 8631"/>
                <a:gd name="T83" fmla="*/ 2147483646 h 9429"/>
                <a:gd name="T84" fmla="*/ 2147483646 w 8631"/>
                <a:gd name="T85" fmla="*/ 2147483646 h 9429"/>
                <a:gd name="T86" fmla="*/ 2147483646 w 8631"/>
                <a:gd name="T87" fmla="*/ 2147483646 h 9429"/>
                <a:gd name="T88" fmla="*/ 2147483646 w 8631"/>
                <a:gd name="T89" fmla="*/ 2147483646 h 9429"/>
                <a:gd name="T90" fmla="*/ 2147483646 w 8631"/>
                <a:gd name="T91" fmla="*/ 2147483646 h 9429"/>
                <a:gd name="T92" fmla="*/ 2147483646 w 8631"/>
                <a:gd name="T93" fmla="*/ 2147483646 h 9429"/>
                <a:gd name="T94" fmla="*/ 2147483646 w 8631"/>
                <a:gd name="T95" fmla="*/ 2147483646 h 9429"/>
                <a:gd name="T96" fmla="*/ 2147483646 w 8631"/>
                <a:gd name="T97" fmla="*/ 2147483646 h 9429"/>
                <a:gd name="T98" fmla="*/ 2147483646 w 8631"/>
                <a:gd name="T99" fmla="*/ 2147483646 h 9429"/>
                <a:gd name="T100" fmla="*/ 2147483646 w 8631"/>
                <a:gd name="T101" fmla="*/ 2147483646 h 9429"/>
                <a:gd name="T102" fmla="*/ 2147483646 w 8631"/>
                <a:gd name="T103" fmla="*/ 2147483646 h 9429"/>
                <a:gd name="T104" fmla="*/ 2147483646 w 8631"/>
                <a:gd name="T105" fmla="*/ 2147483646 h 9429"/>
                <a:gd name="T106" fmla="*/ 2147483646 w 8631"/>
                <a:gd name="T107" fmla="*/ 2147483646 h 9429"/>
                <a:gd name="T108" fmla="*/ 2147483646 w 8631"/>
                <a:gd name="T109" fmla="*/ 2147483646 h 9429"/>
                <a:gd name="T110" fmla="*/ 2147483646 w 8631"/>
                <a:gd name="T111" fmla="*/ 2147483646 h 9429"/>
                <a:gd name="T112" fmla="*/ 2147483646 w 8631"/>
                <a:gd name="T113" fmla="*/ 2147483646 h 9429"/>
                <a:gd name="T114" fmla="*/ 2147483646 w 8631"/>
                <a:gd name="T115" fmla="*/ 2147483646 h 9429"/>
                <a:gd name="T116" fmla="*/ 2147483646 w 8631"/>
                <a:gd name="T117" fmla="*/ 2147483646 h 9429"/>
                <a:gd name="T118" fmla="*/ 2147483646 w 8631"/>
                <a:gd name="T119" fmla="*/ 2147483646 h 9429"/>
                <a:gd name="T120" fmla="*/ 2147483646 w 8631"/>
                <a:gd name="T121" fmla="*/ 2147483646 h 942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631" h="9429">
                  <a:moveTo>
                    <a:pt x="8515" y="2838"/>
                  </a:moveTo>
                  <a:lnTo>
                    <a:pt x="8534" y="2838"/>
                  </a:lnTo>
                  <a:lnTo>
                    <a:pt x="8554" y="2838"/>
                  </a:lnTo>
                  <a:lnTo>
                    <a:pt x="8572" y="2838"/>
                  </a:lnTo>
                  <a:lnTo>
                    <a:pt x="8591" y="2819"/>
                  </a:lnTo>
                  <a:lnTo>
                    <a:pt x="8591" y="2800"/>
                  </a:lnTo>
                  <a:lnTo>
                    <a:pt x="8610" y="2781"/>
                  </a:lnTo>
                  <a:lnTo>
                    <a:pt x="8630" y="2781"/>
                  </a:lnTo>
                  <a:lnTo>
                    <a:pt x="8610" y="2800"/>
                  </a:lnTo>
                  <a:lnTo>
                    <a:pt x="8554" y="2895"/>
                  </a:lnTo>
                  <a:lnTo>
                    <a:pt x="8477" y="3048"/>
                  </a:lnTo>
                  <a:lnTo>
                    <a:pt x="8477" y="3085"/>
                  </a:lnTo>
                  <a:lnTo>
                    <a:pt x="8458" y="3124"/>
                  </a:lnTo>
                  <a:lnTo>
                    <a:pt x="8401" y="3257"/>
                  </a:lnTo>
                  <a:lnTo>
                    <a:pt x="8363" y="3295"/>
                  </a:lnTo>
                  <a:lnTo>
                    <a:pt x="8344" y="3352"/>
                  </a:lnTo>
                  <a:lnTo>
                    <a:pt x="8287" y="3429"/>
                  </a:lnTo>
                  <a:lnTo>
                    <a:pt x="8229" y="3561"/>
                  </a:lnTo>
                  <a:lnTo>
                    <a:pt x="8153" y="3676"/>
                  </a:lnTo>
                  <a:lnTo>
                    <a:pt x="8096" y="3752"/>
                  </a:lnTo>
                  <a:lnTo>
                    <a:pt x="8020" y="3847"/>
                  </a:lnTo>
                  <a:lnTo>
                    <a:pt x="7982" y="3924"/>
                  </a:lnTo>
                  <a:lnTo>
                    <a:pt x="7963" y="3924"/>
                  </a:lnTo>
                  <a:lnTo>
                    <a:pt x="7887" y="4000"/>
                  </a:lnTo>
                  <a:lnTo>
                    <a:pt x="7829" y="4095"/>
                  </a:lnTo>
                  <a:lnTo>
                    <a:pt x="7753" y="4171"/>
                  </a:lnTo>
                  <a:lnTo>
                    <a:pt x="7734" y="4209"/>
                  </a:lnTo>
                  <a:lnTo>
                    <a:pt x="7715" y="4209"/>
                  </a:lnTo>
                  <a:lnTo>
                    <a:pt x="7696" y="4228"/>
                  </a:lnTo>
                  <a:lnTo>
                    <a:pt x="7677" y="4228"/>
                  </a:lnTo>
                  <a:lnTo>
                    <a:pt x="7658" y="4228"/>
                  </a:lnTo>
                  <a:lnTo>
                    <a:pt x="7639" y="4228"/>
                  </a:lnTo>
                  <a:lnTo>
                    <a:pt x="7620" y="4247"/>
                  </a:lnTo>
                  <a:lnTo>
                    <a:pt x="7582" y="4267"/>
                  </a:lnTo>
                  <a:lnTo>
                    <a:pt x="7563" y="4286"/>
                  </a:lnTo>
                  <a:lnTo>
                    <a:pt x="7544" y="4286"/>
                  </a:lnTo>
                  <a:lnTo>
                    <a:pt x="7525" y="4286"/>
                  </a:lnTo>
                  <a:lnTo>
                    <a:pt x="7525" y="4267"/>
                  </a:lnTo>
                  <a:lnTo>
                    <a:pt x="7544" y="4228"/>
                  </a:lnTo>
                  <a:lnTo>
                    <a:pt x="7544" y="4191"/>
                  </a:lnTo>
                  <a:lnTo>
                    <a:pt x="7563" y="4191"/>
                  </a:lnTo>
                  <a:lnTo>
                    <a:pt x="7582" y="4209"/>
                  </a:lnTo>
                  <a:lnTo>
                    <a:pt x="7582" y="4191"/>
                  </a:lnTo>
                  <a:lnTo>
                    <a:pt x="7563" y="4171"/>
                  </a:lnTo>
                  <a:lnTo>
                    <a:pt x="7563" y="4152"/>
                  </a:lnTo>
                  <a:lnTo>
                    <a:pt x="7582" y="4114"/>
                  </a:lnTo>
                  <a:lnTo>
                    <a:pt x="7563" y="4095"/>
                  </a:lnTo>
                  <a:lnTo>
                    <a:pt x="7563" y="4076"/>
                  </a:lnTo>
                  <a:lnTo>
                    <a:pt x="7563" y="4057"/>
                  </a:lnTo>
                  <a:lnTo>
                    <a:pt x="7544" y="4000"/>
                  </a:lnTo>
                  <a:lnTo>
                    <a:pt x="7525" y="4000"/>
                  </a:lnTo>
                  <a:lnTo>
                    <a:pt x="7506" y="3981"/>
                  </a:lnTo>
                  <a:lnTo>
                    <a:pt x="7487" y="3981"/>
                  </a:lnTo>
                  <a:lnTo>
                    <a:pt x="7467" y="3981"/>
                  </a:lnTo>
                  <a:lnTo>
                    <a:pt x="7448" y="3981"/>
                  </a:lnTo>
                  <a:lnTo>
                    <a:pt x="7430" y="3962"/>
                  </a:lnTo>
                  <a:lnTo>
                    <a:pt x="7411" y="3924"/>
                  </a:lnTo>
                  <a:lnTo>
                    <a:pt x="7411" y="3905"/>
                  </a:lnTo>
                  <a:lnTo>
                    <a:pt x="7391" y="3905"/>
                  </a:lnTo>
                  <a:lnTo>
                    <a:pt x="7372" y="3886"/>
                  </a:lnTo>
                  <a:lnTo>
                    <a:pt x="7372" y="3866"/>
                  </a:lnTo>
                  <a:lnTo>
                    <a:pt x="7372" y="3847"/>
                  </a:lnTo>
                  <a:lnTo>
                    <a:pt x="7353" y="3886"/>
                  </a:lnTo>
                  <a:lnTo>
                    <a:pt x="7353" y="3905"/>
                  </a:lnTo>
                  <a:lnTo>
                    <a:pt x="7353" y="3924"/>
                  </a:lnTo>
                  <a:lnTo>
                    <a:pt x="7353" y="3942"/>
                  </a:lnTo>
                  <a:lnTo>
                    <a:pt x="7353" y="3962"/>
                  </a:lnTo>
                  <a:lnTo>
                    <a:pt x="7334" y="3962"/>
                  </a:lnTo>
                  <a:lnTo>
                    <a:pt x="7315" y="3981"/>
                  </a:lnTo>
                  <a:lnTo>
                    <a:pt x="7315" y="4000"/>
                  </a:lnTo>
                  <a:lnTo>
                    <a:pt x="7334" y="4019"/>
                  </a:lnTo>
                  <a:lnTo>
                    <a:pt x="7296" y="4076"/>
                  </a:lnTo>
                  <a:lnTo>
                    <a:pt x="7277" y="4095"/>
                  </a:lnTo>
                  <a:lnTo>
                    <a:pt x="7277" y="4114"/>
                  </a:lnTo>
                  <a:lnTo>
                    <a:pt x="7258" y="4114"/>
                  </a:lnTo>
                  <a:lnTo>
                    <a:pt x="7239" y="4095"/>
                  </a:lnTo>
                  <a:lnTo>
                    <a:pt x="7220" y="4095"/>
                  </a:lnTo>
                  <a:lnTo>
                    <a:pt x="7220" y="4057"/>
                  </a:lnTo>
                  <a:lnTo>
                    <a:pt x="7201" y="4000"/>
                  </a:lnTo>
                  <a:lnTo>
                    <a:pt x="7201" y="3981"/>
                  </a:lnTo>
                  <a:lnTo>
                    <a:pt x="7220" y="3962"/>
                  </a:lnTo>
                  <a:lnTo>
                    <a:pt x="7239" y="3942"/>
                  </a:lnTo>
                  <a:lnTo>
                    <a:pt x="7220" y="3924"/>
                  </a:lnTo>
                  <a:lnTo>
                    <a:pt x="7220" y="3942"/>
                  </a:lnTo>
                  <a:lnTo>
                    <a:pt x="7220" y="3962"/>
                  </a:lnTo>
                  <a:lnTo>
                    <a:pt x="7201" y="3962"/>
                  </a:lnTo>
                  <a:lnTo>
                    <a:pt x="7182" y="3962"/>
                  </a:lnTo>
                  <a:lnTo>
                    <a:pt x="7182" y="3981"/>
                  </a:lnTo>
                  <a:lnTo>
                    <a:pt x="7182" y="4000"/>
                  </a:lnTo>
                  <a:lnTo>
                    <a:pt x="7163" y="4019"/>
                  </a:lnTo>
                  <a:lnTo>
                    <a:pt x="7182" y="4038"/>
                  </a:lnTo>
                  <a:lnTo>
                    <a:pt x="7182" y="4057"/>
                  </a:lnTo>
                  <a:lnTo>
                    <a:pt x="7201" y="4057"/>
                  </a:lnTo>
                  <a:lnTo>
                    <a:pt x="7220" y="4076"/>
                  </a:lnTo>
                  <a:lnTo>
                    <a:pt x="7220" y="4095"/>
                  </a:lnTo>
                  <a:lnTo>
                    <a:pt x="7220" y="4114"/>
                  </a:lnTo>
                  <a:lnTo>
                    <a:pt x="7239" y="4133"/>
                  </a:lnTo>
                  <a:lnTo>
                    <a:pt x="7258" y="4133"/>
                  </a:lnTo>
                  <a:lnTo>
                    <a:pt x="7258" y="4114"/>
                  </a:lnTo>
                  <a:lnTo>
                    <a:pt x="7277" y="4114"/>
                  </a:lnTo>
                  <a:lnTo>
                    <a:pt x="7277" y="4133"/>
                  </a:lnTo>
                  <a:lnTo>
                    <a:pt x="7296" y="4133"/>
                  </a:lnTo>
                  <a:lnTo>
                    <a:pt x="7315" y="4133"/>
                  </a:lnTo>
                  <a:lnTo>
                    <a:pt x="7334" y="4133"/>
                  </a:lnTo>
                  <a:lnTo>
                    <a:pt x="7353" y="4133"/>
                  </a:lnTo>
                  <a:lnTo>
                    <a:pt x="7334" y="4152"/>
                  </a:lnTo>
                  <a:lnTo>
                    <a:pt x="7334" y="4171"/>
                  </a:lnTo>
                  <a:lnTo>
                    <a:pt x="7315" y="4171"/>
                  </a:lnTo>
                  <a:lnTo>
                    <a:pt x="7315" y="4191"/>
                  </a:lnTo>
                  <a:lnTo>
                    <a:pt x="7315" y="4209"/>
                  </a:lnTo>
                  <a:lnTo>
                    <a:pt x="7315" y="4228"/>
                  </a:lnTo>
                  <a:lnTo>
                    <a:pt x="7315" y="4247"/>
                  </a:lnTo>
                  <a:lnTo>
                    <a:pt x="7296" y="4267"/>
                  </a:lnTo>
                  <a:lnTo>
                    <a:pt x="7277" y="4286"/>
                  </a:lnTo>
                  <a:lnTo>
                    <a:pt x="7258" y="4305"/>
                  </a:lnTo>
                  <a:lnTo>
                    <a:pt x="7239" y="4305"/>
                  </a:lnTo>
                  <a:lnTo>
                    <a:pt x="7220" y="4323"/>
                  </a:lnTo>
                  <a:lnTo>
                    <a:pt x="7201" y="4323"/>
                  </a:lnTo>
                  <a:lnTo>
                    <a:pt x="7182" y="4343"/>
                  </a:lnTo>
                  <a:lnTo>
                    <a:pt x="7182" y="4362"/>
                  </a:lnTo>
                  <a:lnTo>
                    <a:pt x="7182" y="4381"/>
                  </a:lnTo>
                  <a:lnTo>
                    <a:pt x="7201" y="4381"/>
                  </a:lnTo>
                  <a:lnTo>
                    <a:pt x="7277" y="4400"/>
                  </a:lnTo>
                  <a:lnTo>
                    <a:pt x="7258" y="4419"/>
                  </a:lnTo>
                  <a:lnTo>
                    <a:pt x="7239" y="4419"/>
                  </a:lnTo>
                  <a:lnTo>
                    <a:pt x="7220" y="4419"/>
                  </a:lnTo>
                  <a:lnTo>
                    <a:pt x="7201" y="4457"/>
                  </a:lnTo>
                  <a:lnTo>
                    <a:pt x="7163" y="4495"/>
                  </a:lnTo>
                  <a:lnTo>
                    <a:pt x="7144" y="4495"/>
                  </a:lnTo>
                  <a:lnTo>
                    <a:pt x="7125" y="4514"/>
                  </a:lnTo>
                  <a:lnTo>
                    <a:pt x="7125" y="4552"/>
                  </a:lnTo>
                  <a:lnTo>
                    <a:pt x="7125" y="4571"/>
                  </a:lnTo>
                  <a:lnTo>
                    <a:pt x="7125" y="4609"/>
                  </a:lnTo>
                  <a:lnTo>
                    <a:pt x="7125" y="4628"/>
                  </a:lnTo>
                  <a:lnTo>
                    <a:pt x="7106" y="4609"/>
                  </a:lnTo>
                  <a:lnTo>
                    <a:pt x="7086" y="4609"/>
                  </a:lnTo>
                  <a:lnTo>
                    <a:pt x="7049" y="4609"/>
                  </a:lnTo>
                  <a:lnTo>
                    <a:pt x="7049" y="4590"/>
                  </a:lnTo>
                  <a:lnTo>
                    <a:pt x="7030" y="4648"/>
                  </a:lnTo>
                  <a:lnTo>
                    <a:pt x="7030" y="4685"/>
                  </a:lnTo>
                  <a:lnTo>
                    <a:pt x="7030" y="4724"/>
                  </a:lnTo>
                  <a:lnTo>
                    <a:pt x="7010" y="4743"/>
                  </a:lnTo>
                  <a:lnTo>
                    <a:pt x="7010" y="4762"/>
                  </a:lnTo>
                  <a:lnTo>
                    <a:pt x="7010" y="4781"/>
                  </a:lnTo>
                  <a:lnTo>
                    <a:pt x="7010" y="4819"/>
                  </a:lnTo>
                  <a:lnTo>
                    <a:pt x="7010" y="4838"/>
                  </a:lnTo>
                  <a:lnTo>
                    <a:pt x="6972" y="4838"/>
                  </a:lnTo>
                  <a:lnTo>
                    <a:pt x="7010" y="4838"/>
                  </a:lnTo>
                  <a:lnTo>
                    <a:pt x="7010" y="4781"/>
                  </a:lnTo>
                  <a:lnTo>
                    <a:pt x="7010" y="4762"/>
                  </a:lnTo>
                  <a:lnTo>
                    <a:pt x="7030" y="4743"/>
                  </a:lnTo>
                  <a:lnTo>
                    <a:pt x="7049" y="4724"/>
                  </a:lnTo>
                  <a:lnTo>
                    <a:pt x="7086" y="4743"/>
                  </a:lnTo>
                  <a:lnTo>
                    <a:pt x="7086" y="4762"/>
                  </a:lnTo>
                  <a:lnTo>
                    <a:pt x="7086" y="4781"/>
                  </a:lnTo>
                  <a:lnTo>
                    <a:pt x="7106" y="4781"/>
                  </a:lnTo>
                  <a:lnTo>
                    <a:pt x="7086" y="4781"/>
                  </a:lnTo>
                  <a:lnTo>
                    <a:pt x="7086" y="4800"/>
                  </a:lnTo>
                  <a:lnTo>
                    <a:pt x="7086" y="4819"/>
                  </a:lnTo>
                  <a:lnTo>
                    <a:pt x="7106" y="4838"/>
                  </a:lnTo>
                  <a:lnTo>
                    <a:pt x="7106" y="4857"/>
                  </a:lnTo>
                  <a:lnTo>
                    <a:pt x="7125" y="4876"/>
                  </a:lnTo>
                  <a:lnTo>
                    <a:pt x="7125" y="4914"/>
                  </a:lnTo>
                  <a:lnTo>
                    <a:pt x="7106" y="4933"/>
                  </a:lnTo>
                  <a:lnTo>
                    <a:pt x="7106" y="4952"/>
                  </a:lnTo>
                  <a:lnTo>
                    <a:pt x="7106" y="4971"/>
                  </a:lnTo>
                  <a:lnTo>
                    <a:pt x="7086" y="5029"/>
                  </a:lnTo>
                  <a:lnTo>
                    <a:pt x="7106" y="5048"/>
                  </a:lnTo>
                  <a:lnTo>
                    <a:pt x="7106" y="5066"/>
                  </a:lnTo>
                  <a:lnTo>
                    <a:pt x="7086" y="5066"/>
                  </a:lnTo>
                  <a:lnTo>
                    <a:pt x="7067" y="5048"/>
                  </a:lnTo>
                  <a:lnTo>
                    <a:pt x="7049" y="5029"/>
                  </a:lnTo>
                  <a:lnTo>
                    <a:pt x="7049" y="5009"/>
                  </a:lnTo>
                  <a:lnTo>
                    <a:pt x="7049" y="4990"/>
                  </a:lnTo>
                  <a:lnTo>
                    <a:pt x="7030" y="4990"/>
                  </a:lnTo>
                  <a:lnTo>
                    <a:pt x="7030" y="4971"/>
                  </a:lnTo>
                  <a:lnTo>
                    <a:pt x="7010" y="4971"/>
                  </a:lnTo>
                  <a:lnTo>
                    <a:pt x="7010" y="4952"/>
                  </a:lnTo>
                  <a:lnTo>
                    <a:pt x="6991" y="4952"/>
                  </a:lnTo>
                  <a:lnTo>
                    <a:pt x="6972" y="4952"/>
                  </a:lnTo>
                  <a:lnTo>
                    <a:pt x="6953" y="4952"/>
                  </a:lnTo>
                  <a:lnTo>
                    <a:pt x="6953" y="4971"/>
                  </a:lnTo>
                  <a:lnTo>
                    <a:pt x="6972" y="4952"/>
                  </a:lnTo>
                  <a:lnTo>
                    <a:pt x="6991" y="4971"/>
                  </a:lnTo>
                  <a:lnTo>
                    <a:pt x="6991" y="4990"/>
                  </a:lnTo>
                  <a:lnTo>
                    <a:pt x="6972" y="4990"/>
                  </a:lnTo>
                  <a:lnTo>
                    <a:pt x="7030" y="5009"/>
                  </a:lnTo>
                  <a:lnTo>
                    <a:pt x="7030" y="5029"/>
                  </a:lnTo>
                  <a:lnTo>
                    <a:pt x="7049" y="5066"/>
                  </a:lnTo>
                  <a:lnTo>
                    <a:pt x="7067" y="5066"/>
                  </a:lnTo>
                  <a:lnTo>
                    <a:pt x="7086" y="5085"/>
                  </a:lnTo>
                  <a:lnTo>
                    <a:pt x="7086" y="5105"/>
                  </a:lnTo>
                  <a:lnTo>
                    <a:pt x="7049" y="5105"/>
                  </a:lnTo>
                  <a:lnTo>
                    <a:pt x="7030" y="5105"/>
                  </a:lnTo>
                  <a:lnTo>
                    <a:pt x="7030" y="5124"/>
                  </a:lnTo>
                  <a:lnTo>
                    <a:pt x="7030" y="5162"/>
                  </a:lnTo>
                  <a:lnTo>
                    <a:pt x="7049" y="5181"/>
                  </a:lnTo>
                  <a:lnTo>
                    <a:pt x="7067" y="5181"/>
                  </a:lnTo>
                  <a:lnTo>
                    <a:pt x="7086" y="5200"/>
                  </a:lnTo>
                  <a:lnTo>
                    <a:pt x="7086" y="5219"/>
                  </a:lnTo>
                  <a:lnTo>
                    <a:pt x="7106" y="5219"/>
                  </a:lnTo>
                  <a:lnTo>
                    <a:pt x="7106" y="5238"/>
                  </a:lnTo>
                  <a:lnTo>
                    <a:pt x="7086" y="5238"/>
                  </a:lnTo>
                  <a:lnTo>
                    <a:pt x="7086" y="5257"/>
                  </a:lnTo>
                  <a:lnTo>
                    <a:pt x="7106" y="5276"/>
                  </a:lnTo>
                  <a:lnTo>
                    <a:pt x="7106" y="5295"/>
                  </a:lnTo>
                  <a:lnTo>
                    <a:pt x="7067" y="5295"/>
                  </a:lnTo>
                  <a:lnTo>
                    <a:pt x="7049" y="5295"/>
                  </a:lnTo>
                  <a:lnTo>
                    <a:pt x="7049" y="5276"/>
                  </a:lnTo>
                  <a:lnTo>
                    <a:pt x="7030" y="5295"/>
                  </a:lnTo>
                  <a:lnTo>
                    <a:pt x="7030" y="5314"/>
                  </a:lnTo>
                  <a:lnTo>
                    <a:pt x="7030" y="5333"/>
                  </a:lnTo>
                  <a:lnTo>
                    <a:pt x="7010" y="5352"/>
                  </a:lnTo>
                  <a:lnTo>
                    <a:pt x="7030" y="5352"/>
                  </a:lnTo>
                  <a:lnTo>
                    <a:pt x="7030" y="5371"/>
                  </a:lnTo>
                  <a:lnTo>
                    <a:pt x="7049" y="5371"/>
                  </a:lnTo>
                  <a:lnTo>
                    <a:pt x="7049" y="5390"/>
                  </a:lnTo>
                  <a:lnTo>
                    <a:pt x="7067" y="5390"/>
                  </a:lnTo>
                  <a:lnTo>
                    <a:pt x="7030" y="5352"/>
                  </a:lnTo>
                  <a:lnTo>
                    <a:pt x="7030" y="5333"/>
                  </a:lnTo>
                  <a:lnTo>
                    <a:pt x="7049" y="5314"/>
                  </a:lnTo>
                  <a:lnTo>
                    <a:pt x="7067" y="5314"/>
                  </a:lnTo>
                  <a:lnTo>
                    <a:pt x="7086" y="5314"/>
                  </a:lnTo>
                  <a:lnTo>
                    <a:pt x="7125" y="5295"/>
                  </a:lnTo>
                  <a:lnTo>
                    <a:pt x="7125" y="5276"/>
                  </a:lnTo>
                  <a:lnTo>
                    <a:pt x="7125" y="5257"/>
                  </a:lnTo>
                  <a:lnTo>
                    <a:pt x="7125" y="5238"/>
                  </a:lnTo>
                  <a:lnTo>
                    <a:pt x="7125" y="5219"/>
                  </a:lnTo>
                  <a:lnTo>
                    <a:pt x="7125" y="5200"/>
                  </a:lnTo>
                  <a:lnTo>
                    <a:pt x="7144" y="5200"/>
                  </a:lnTo>
                  <a:lnTo>
                    <a:pt x="7125" y="5181"/>
                  </a:lnTo>
                  <a:lnTo>
                    <a:pt x="7106" y="5181"/>
                  </a:lnTo>
                  <a:lnTo>
                    <a:pt x="7125" y="5162"/>
                  </a:lnTo>
                  <a:lnTo>
                    <a:pt x="7106" y="5162"/>
                  </a:lnTo>
                  <a:lnTo>
                    <a:pt x="7106" y="5143"/>
                  </a:lnTo>
                  <a:lnTo>
                    <a:pt x="7106" y="5124"/>
                  </a:lnTo>
                  <a:lnTo>
                    <a:pt x="7125" y="5124"/>
                  </a:lnTo>
                  <a:lnTo>
                    <a:pt x="7144" y="5124"/>
                  </a:lnTo>
                  <a:lnTo>
                    <a:pt x="7163" y="5124"/>
                  </a:lnTo>
                  <a:lnTo>
                    <a:pt x="7163" y="5200"/>
                  </a:lnTo>
                  <a:lnTo>
                    <a:pt x="7163" y="5238"/>
                  </a:lnTo>
                  <a:lnTo>
                    <a:pt x="7144" y="5314"/>
                  </a:lnTo>
                  <a:lnTo>
                    <a:pt x="7125" y="5333"/>
                  </a:lnTo>
                  <a:lnTo>
                    <a:pt x="7125" y="5352"/>
                  </a:lnTo>
                  <a:lnTo>
                    <a:pt x="7125" y="5371"/>
                  </a:lnTo>
                  <a:lnTo>
                    <a:pt x="7125" y="5390"/>
                  </a:lnTo>
                  <a:lnTo>
                    <a:pt x="7106" y="5428"/>
                  </a:lnTo>
                  <a:lnTo>
                    <a:pt x="7106" y="5447"/>
                  </a:lnTo>
                  <a:lnTo>
                    <a:pt x="7106" y="5486"/>
                  </a:lnTo>
                  <a:lnTo>
                    <a:pt x="7106" y="5505"/>
                  </a:lnTo>
                  <a:lnTo>
                    <a:pt x="7106" y="5524"/>
                  </a:lnTo>
                  <a:lnTo>
                    <a:pt x="7106" y="5542"/>
                  </a:lnTo>
                  <a:lnTo>
                    <a:pt x="7086" y="5542"/>
                  </a:lnTo>
                  <a:lnTo>
                    <a:pt x="7086" y="5562"/>
                  </a:lnTo>
                  <a:lnTo>
                    <a:pt x="7086" y="5581"/>
                  </a:lnTo>
                  <a:lnTo>
                    <a:pt x="7086" y="5600"/>
                  </a:lnTo>
                  <a:lnTo>
                    <a:pt x="7086" y="5619"/>
                  </a:lnTo>
                  <a:lnTo>
                    <a:pt x="7067" y="5676"/>
                  </a:lnTo>
                  <a:lnTo>
                    <a:pt x="7067" y="5752"/>
                  </a:lnTo>
                  <a:lnTo>
                    <a:pt x="7049" y="5791"/>
                  </a:lnTo>
                  <a:lnTo>
                    <a:pt x="7030" y="5828"/>
                  </a:lnTo>
                  <a:lnTo>
                    <a:pt x="7030" y="5847"/>
                  </a:lnTo>
                  <a:lnTo>
                    <a:pt x="7030" y="5886"/>
                  </a:lnTo>
                  <a:lnTo>
                    <a:pt x="7049" y="5962"/>
                  </a:lnTo>
                  <a:lnTo>
                    <a:pt x="7049" y="5981"/>
                  </a:lnTo>
                  <a:lnTo>
                    <a:pt x="7067" y="5981"/>
                  </a:lnTo>
                  <a:lnTo>
                    <a:pt x="7049" y="6000"/>
                  </a:lnTo>
                  <a:lnTo>
                    <a:pt x="7049" y="6019"/>
                  </a:lnTo>
                  <a:lnTo>
                    <a:pt x="7067" y="6019"/>
                  </a:lnTo>
                  <a:lnTo>
                    <a:pt x="7067" y="6057"/>
                  </a:lnTo>
                  <a:lnTo>
                    <a:pt x="7067" y="6095"/>
                  </a:lnTo>
                  <a:lnTo>
                    <a:pt x="7086" y="6172"/>
                  </a:lnTo>
                  <a:lnTo>
                    <a:pt x="7086" y="6419"/>
                  </a:lnTo>
                  <a:lnTo>
                    <a:pt x="7106" y="6495"/>
                  </a:lnTo>
                  <a:lnTo>
                    <a:pt x="7106" y="6590"/>
                  </a:lnTo>
                  <a:lnTo>
                    <a:pt x="7144" y="6743"/>
                  </a:lnTo>
                  <a:lnTo>
                    <a:pt x="7163" y="6876"/>
                  </a:lnTo>
                  <a:lnTo>
                    <a:pt x="7182" y="6933"/>
                  </a:lnTo>
                  <a:lnTo>
                    <a:pt x="7201" y="6952"/>
                  </a:lnTo>
                  <a:lnTo>
                    <a:pt x="7201" y="6971"/>
                  </a:lnTo>
                  <a:lnTo>
                    <a:pt x="7201" y="6990"/>
                  </a:lnTo>
                  <a:lnTo>
                    <a:pt x="7220" y="7010"/>
                  </a:lnTo>
                  <a:lnTo>
                    <a:pt x="7220" y="7029"/>
                  </a:lnTo>
                  <a:lnTo>
                    <a:pt x="7201" y="7066"/>
                  </a:lnTo>
                  <a:lnTo>
                    <a:pt x="7182" y="7086"/>
                  </a:lnTo>
                  <a:lnTo>
                    <a:pt x="7182" y="7105"/>
                  </a:lnTo>
                  <a:lnTo>
                    <a:pt x="7163" y="7162"/>
                  </a:lnTo>
                  <a:lnTo>
                    <a:pt x="7163" y="7181"/>
                  </a:lnTo>
                  <a:lnTo>
                    <a:pt x="7163" y="7200"/>
                  </a:lnTo>
                  <a:lnTo>
                    <a:pt x="7144" y="7219"/>
                  </a:lnTo>
                  <a:lnTo>
                    <a:pt x="7144" y="7238"/>
                  </a:lnTo>
                  <a:lnTo>
                    <a:pt x="7125" y="7314"/>
                  </a:lnTo>
                  <a:lnTo>
                    <a:pt x="7125" y="7333"/>
                  </a:lnTo>
                  <a:lnTo>
                    <a:pt x="7086" y="7409"/>
                  </a:lnTo>
                  <a:lnTo>
                    <a:pt x="7086" y="7428"/>
                  </a:lnTo>
                  <a:lnTo>
                    <a:pt x="7086" y="7447"/>
                  </a:lnTo>
                  <a:lnTo>
                    <a:pt x="7086" y="7486"/>
                  </a:lnTo>
                  <a:lnTo>
                    <a:pt x="7086" y="7505"/>
                  </a:lnTo>
                  <a:lnTo>
                    <a:pt x="7067" y="7543"/>
                  </a:lnTo>
                  <a:lnTo>
                    <a:pt x="7049" y="7581"/>
                  </a:lnTo>
                  <a:lnTo>
                    <a:pt x="7049" y="7600"/>
                  </a:lnTo>
                  <a:lnTo>
                    <a:pt x="7030" y="7619"/>
                  </a:lnTo>
                  <a:lnTo>
                    <a:pt x="7010" y="7809"/>
                  </a:lnTo>
                  <a:lnTo>
                    <a:pt x="6953" y="7943"/>
                  </a:lnTo>
                  <a:lnTo>
                    <a:pt x="6953" y="7981"/>
                  </a:lnTo>
                  <a:lnTo>
                    <a:pt x="6972" y="8000"/>
                  </a:lnTo>
                  <a:lnTo>
                    <a:pt x="6972" y="8019"/>
                  </a:lnTo>
                  <a:lnTo>
                    <a:pt x="6972" y="8038"/>
                  </a:lnTo>
                  <a:lnTo>
                    <a:pt x="6953" y="8095"/>
                  </a:lnTo>
                  <a:lnTo>
                    <a:pt x="6934" y="8209"/>
                  </a:lnTo>
                  <a:lnTo>
                    <a:pt x="6915" y="8248"/>
                  </a:lnTo>
                  <a:lnTo>
                    <a:pt x="6896" y="8285"/>
                  </a:lnTo>
                  <a:lnTo>
                    <a:pt x="6877" y="8419"/>
                  </a:lnTo>
                  <a:lnTo>
                    <a:pt x="6896" y="8514"/>
                  </a:lnTo>
                  <a:lnTo>
                    <a:pt x="6915" y="8552"/>
                  </a:lnTo>
                  <a:lnTo>
                    <a:pt x="6915" y="8571"/>
                  </a:lnTo>
                  <a:lnTo>
                    <a:pt x="6915" y="8705"/>
                  </a:lnTo>
                  <a:lnTo>
                    <a:pt x="6915" y="8724"/>
                  </a:lnTo>
                  <a:lnTo>
                    <a:pt x="6934" y="8762"/>
                  </a:lnTo>
                  <a:lnTo>
                    <a:pt x="6953" y="8781"/>
                  </a:lnTo>
                  <a:lnTo>
                    <a:pt x="6953" y="8800"/>
                  </a:lnTo>
                  <a:lnTo>
                    <a:pt x="6953" y="8838"/>
                  </a:lnTo>
                  <a:lnTo>
                    <a:pt x="6839" y="8933"/>
                  </a:lnTo>
                  <a:lnTo>
                    <a:pt x="6839" y="8952"/>
                  </a:lnTo>
                  <a:lnTo>
                    <a:pt x="6839" y="8971"/>
                  </a:lnTo>
                  <a:lnTo>
                    <a:pt x="6839" y="8991"/>
                  </a:lnTo>
                  <a:lnTo>
                    <a:pt x="6820" y="8991"/>
                  </a:lnTo>
                  <a:lnTo>
                    <a:pt x="6801" y="9010"/>
                  </a:lnTo>
                  <a:lnTo>
                    <a:pt x="6725" y="9028"/>
                  </a:lnTo>
                  <a:lnTo>
                    <a:pt x="6705" y="9047"/>
                  </a:lnTo>
                  <a:lnTo>
                    <a:pt x="6668" y="9067"/>
                  </a:lnTo>
                  <a:lnTo>
                    <a:pt x="6629" y="9124"/>
                  </a:lnTo>
                  <a:lnTo>
                    <a:pt x="6496" y="9314"/>
                  </a:lnTo>
                  <a:lnTo>
                    <a:pt x="6477" y="9390"/>
                  </a:lnTo>
                  <a:lnTo>
                    <a:pt x="6458" y="9428"/>
                  </a:lnTo>
                  <a:lnTo>
                    <a:pt x="5982" y="9124"/>
                  </a:lnTo>
                  <a:lnTo>
                    <a:pt x="5963" y="9105"/>
                  </a:lnTo>
                  <a:lnTo>
                    <a:pt x="5943" y="9047"/>
                  </a:lnTo>
                  <a:lnTo>
                    <a:pt x="5943" y="9028"/>
                  </a:lnTo>
                  <a:lnTo>
                    <a:pt x="5943" y="9010"/>
                  </a:lnTo>
                  <a:lnTo>
                    <a:pt x="5963" y="8991"/>
                  </a:lnTo>
                  <a:lnTo>
                    <a:pt x="5982" y="8971"/>
                  </a:lnTo>
                  <a:lnTo>
                    <a:pt x="5982" y="8952"/>
                  </a:lnTo>
                  <a:lnTo>
                    <a:pt x="5982" y="8933"/>
                  </a:lnTo>
                  <a:lnTo>
                    <a:pt x="5982" y="8914"/>
                  </a:lnTo>
                  <a:lnTo>
                    <a:pt x="5963" y="8895"/>
                  </a:lnTo>
                  <a:lnTo>
                    <a:pt x="5943" y="8857"/>
                  </a:lnTo>
                  <a:lnTo>
                    <a:pt x="5925" y="8857"/>
                  </a:lnTo>
                  <a:lnTo>
                    <a:pt x="5887" y="8838"/>
                  </a:lnTo>
                  <a:lnTo>
                    <a:pt x="5867" y="8819"/>
                  </a:lnTo>
                  <a:lnTo>
                    <a:pt x="5867" y="8800"/>
                  </a:lnTo>
                  <a:lnTo>
                    <a:pt x="5848" y="8781"/>
                  </a:lnTo>
                  <a:lnTo>
                    <a:pt x="5811" y="8762"/>
                  </a:lnTo>
                  <a:lnTo>
                    <a:pt x="5791" y="8743"/>
                  </a:lnTo>
                  <a:lnTo>
                    <a:pt x="5791" y="8705"/>
                  </a:lnTo>
                  <a:lnTo>
                    <a:pt x="5772" y="8686"/>
                  </a:lnTo>
                  <a:lnTo>
                    <a:pt x="5753" y="8686"/>
                  </a:lnTo>
                  <a:lnTo>
                    <a:pt x="5734" y="8686"/>
                  </a:lnTo>
                  <a:lnTo>
                    <a:pt x="5715" y="8686"/>
                  </a:lnTo>
                  <a:lnTo>
                    <a:pt x="5696" y="8686"/>
                  </a:lnTo>
                  <a:lnTo>
                    <a:pt x="5696" y="8666"/>
                  </a:lnTo>
                  <a:lnTo>
                    <a:pt x="5696" y="8647"/>
                  </a:lnTo>
                  <a:lnTo>
                    <a:pt x="5696" y="8629"/>
                  </a:lnTo>
                  <a:lnTo>
                    <a:pt x="5715" y="8590"/>
                  </a:lnTo>
                  <a:lnTo>
                    <a:pt x="5715" y="8571"/>
                  </a:lnTo>
                  <a:lnTo>
                    <a:pt x="5696" y="8571"/>
                  </a:lnTo>
                  <a:lnTo>
                    <a:pt x="5696" y="8552"/>
                  </a:lnTo>
                  <a:lnTo>
                    <a:pt x="5677" y="8552"/>
                  </a:lnTo>
                  <a:lnTo>
                    <a:pt x="5658" y="8552"/>
                  </a:lnTo>
                  <a:lnTo>
                    <a:pt x="5658" y="8533"/>
                  </a:lnTo>
                  <a:lnTo>
                    <a:pt x="5677" y="8514"/>
                  </a:lnTo>
                  <a:lnTo>
                    <a:pt x="5677" y="8495"/>
                  </a:lnTo>
                  <a:lnTo>
                    <a:pt x="5658" y="8495"/>
                  </a:lnTo>
                  <a:lnTo>
                    <a:pt x="5639" y="8495"/>
                  </a:lnTo>
                  <a:lnTo>
                    <a:pt x="5620" y="8514"/>
                  </a:lnTo>
                  <a:lnTo>
                    <a:pt x="5620" y="8533"/>
                  </a:lnTo>
                  <a:lnTo>
                    <a:pt x="5601" y="8533"/>
                  </a:lnTo>
                  <a:lnTo>
                    <a:pt x="5582" y="8533"/>
                  </a:lnTo>
                  <a:lnTo>
                    <a:pt x="5582" y="8514"/>
                  </a:lnTo>
                  <a:lnTo>
                    <a:pt x="5582" y="8495"/>
                  </a:lnTo>
                  <a:lnTo>
                    <a:pt x="5582" y="8438"/>
                  </a:lnTo>
                  <a:lnTo>
                    <a:pt x="5601" y="8438"/>
                  </a:lnTo>
                  <a:lnTo>
                    <a:pt x="5601" y="8419"/>
                  </a:lnTo>
                  <a:lnTo>
                    <a:pt x="5620" y="8400"/>
                  </a:lnTo>
                  <a:lnTo>
                    <a:pt x="5620" y="8381"/>
                  </a:lnTo>
                  <a:lnTo>
                    <a:pt x="5620" y="8362"/>
                  </a:lnTo>
                  <a:lnTo>
                    <a:pt x="5620" y="8343"/>
                  </a:lnTo>
                  <a:lnTo>
                    <a:pt x="5639" y="8324"/>
                  </a:lnTo>
                  <a:lnTo>
                    <a:pt x="5620" y="8305"/>
                  </a:lnTo>
                  <a:lnTo>
                    <a:pt x="5620" y="8267"/>
                  </a:lnTo>
                  <a:lnTo>
                    <a:pt x="5620" y="8248"/>
                  </a:lnTo>
                  <a:lnTo>
                    <a:pt x="5620" y="8229"/>
                  </a:lnTo>
                  <a:lnTo>
                    <a:pt x="5639" y="8190"/>
                  </a:lnTo>
                  <a:lnTo>
                    <a:pt x="5658" y="8076"/>
                  </a:lnTo>
                  <a:lnTo>
                    <a:pt x="5677" y="8057"/>
                  </a:lnTo>
                  <a:lnTo>
                    <a:pt x="5696" y="8038"/>
                  </a:lnTo>
                  <a:lnTo>
                    <a:pt x="5696" y="8019"/>
                  </a:lnTo>
                  <a:lnTo>
                    <a:pt x="5715" y="8019"/>
                  </a:lnTo>
                  <a:lnTo>
                    <a:pt x="5715" y="8000"/>
                  </a:lnTo>
                  <a:lnTo>
                    <a:pt x="5734" y="8019"/>
                  </a:lnTo>
                  <a:lnTo>
                    <a:pt x="5772" y="8019"/>
                  </a:lnTo>
                  <a:lnTo>
                    <a:pt x="5848" y="8019"/>
                  </a:lnTo>
                  <a:lnTo>
                    <a:pt x="5867" y="8019"/>
                  </a:lnTo>
                  <a:lnTo>
                    <a:pt x="5887" y="8019"/>
                  </a:lnTo>
                  <a:lnTo>
                    <a:pt x="5887" y="8000"/>
                  </a:lnTo>
                  <a:lnTo>
                    <a:pt x="5906" y="8000"/>
                  </a:lnTo>
                  <a:lnTo>
                    <a:pt x="5925" y="7981"/>
                  </a:lnTo>
                  <a:lnTo>
                    <a:pt x="5925" y="7962"/>
                  </a:lnTo>
                  <a:lnTo>
                    <a:pt x="5925" y="7943"/>
                  </a:lnTo>
                  <a:lnTo>
                    <a:pt x="5925" y="7924"/>
                  </a:lnTo>
                  <a:lnTo>
                    <a:pt x="5906" y="7924"/>
                  </a:lnTo>
                  <a:lnTo>
                    <a:pt x="5887" y="7904"/>
                  </a:lnTo>
                  <a:lnTo>
                    <a:pt x="5887" y="7886"/>
                  </a:lnTo>
                  <a:lnTo>
                    <a:pt x="5906" y="7828"/>
                  </a:lnTo>
                  <a:lnTo>
                    <a:pt x="5906" y="7790"/>
                  </a:lnTo>
                  <a:lnTo>
                    <a:pt x="5906" y="7752"/>
                  </a:lnTo>
                  <a:lnTo>
                    <a:pt x="5906" y="7733"/>
                  </a:lnTo>
                  <a:lnTo>
                    <a:pt x="5906" y="7714"/>
                  </a:lnTo>
                  <a:lnTo>
                    <a:pt x="5925" y="7714"/>
                  </a:lnTo>
                  <a:lnTo>
                    <a:pt x="5963" y="7695"/>
                  </a:lnTo>
                  <a:lnTo>
                    <a:pt x="5982" y="7695"/>
                  </a:lnTo>
                  <a:lnTo>
                    <a:pt x="6001" y="7695"/>
                  </a:lnTo>
                  <a:lnTo>
                    <a:pt x="6020" y="7695"/>
                  </a:lnTo>
                  <a:lnTo>
                    <a:pt x="6020" y="7676"/>
                  </a:lnTo>
                  <a:lnTo>
                    <a:pt x="6020" y="7657"/>
                  </a:lnTo>
                  <a:lnTo>
                    <a:pt x="6039" y="7657"/>
                  </a:lnTo>
                  <a:lnTo>
                    <a:pt x="6096" y="7543"/>
                  </a:lnTo>
                  <a:lnTo>
                    <a:pt x="6172" y="7505"/>
                  </a:lnTo>
                  <a:lnTo>
                    <a:pt x="6192" y="7486"/>
                  </a:lnTo>
                  <a:lnTo>
                    <a:pt x="6210" y="7467"/>
                  </a:lnTo>
                  <a:lnTo>
                    <a:pt x="6229" y="7447"/>
                  </a:lnTo>
                  <a:lnTo>
                    <a:pt x="6229" y="7428"/>
                  </a:lnTo>
                  <a:lnTo>
                    <a:pt x="6229" y="7409"/>
                  </a:lnTo>
                  <a:lnTo>
                    <a:pt x="6229" y="7391"/>
                  </a:lnTo>
                  <a:lnTo>
                    <a:pt x="6229" y="7371"/>
                  </a:lnTo>
                  <a:lnTo>
                    <a:pt x="6248" y="7352"/>
                  </a:lnTo>
                  <a:lnTo>
                    <a:pt x="6248" y="7333"/>
                  </a:lnTo>
                  <a:lnTo>
                    <a:pt x="6268" y="7314"/>
                  </a:lnTo>
                  <a:lnTo>
                    <a:pt x="6287" y="7295"/>
                  </a:lnTo>
                  <a:lnTo>
                    <a:pt x="6287" y="7276"/>
                  </a:lnTo>
                  <a:lnTo>
                    <a:pt x="6268" y="7257"/>
                  </a:lnTo>
                  <a:lnTo>
                    <a:pt x="6268" y="7238"/>
                  </a:lnTo>
                  <a:lnTo>
                    <a:pt x="6268" y="7219"/>
                  </a:lnTo>
                  <a:lnTo>
                    <a:pt x="6248" y="7219"/>
                  </a:lnTo>
                  <a:lnTo>
                    <a:pt x="6248" y="7200"/>
                  </a:lnTo>
                  <a:lnTo>
                    <a:pt x="6229" y="7200"/>
                  </a:lnTo>
                  <a:lnTo>
                    <a:pt x="6229" y="7181"/>
                  </a:lnTo>
                  <a:lnTo>
                    <a:pt x="6229" y="7162"/>
                  </a:lnTo>
                  <a:lnTo>
                    <a:pt x="6210" y="7162"/>
                  </a:lnTo>
                  <a:lnTo>
                    <a:pt x="6192" y="7162"/>
                  </a:lnTo>
                  <a:lnTo>
                    <a:pt x="6172" y="7162"/>
                  </a:lnTo>
                  <a:lnTo>
                    <a:pt x="6153" y="7162"/>
                  </a:lnTo>
                  <a:lnTo>
                    <a:pt x="6115" y="7143"/>
                  </a:lnTo>
                  <a:lnTo>
                    <a:pt x="6115" y="7124"/>
                  </a:lnTo>
                  <a:lnTo>
                    <a:pt x="6096" y="7105"/>
                  </a:lnTo>
                  <a:lnTo>
                    <a:pt x="6077" y="7086"/>
                  </a:lnTo>
                  <a:lnTo>
                    <a:pt x="6058" y="7066"/>
                  </a:lnTo>
                  <a:lnTo>
                    <a:pt x="6039" y="7066"/>
                  </a:lnTo>
                  <a:lnTo>
                    <a:pt x="6039" y="7047"/>
                  </a:lnTo>
                  <a:lnTo>
                    <a:pt x="6020" y="7047"/>
                  </a:lnTo>
                  <a:lnTo>
                    <a:pt x="6001" y="7066"/>
                  </a:lnTo>
                  <a:lnTo>
                    <a:pt x="5982" y="7047"/>
                  </a:lnTo>
                  <a:lnTo>
                    <a:pt x="6001" y="7047"/>
                  </a:lnTo>
                  <a:lnTo>
                    <a:pt x="5982" y="7029"/>
                  </a:lnTo>
                  <a:lnTo>
                    <a:pt x="5963" y="7029"/>
                  </a:lnTo>
                  <a:lnTo>
                    <a:pt x="5963" y="7010"/>
                  </a:lnTo>
                  <a:lnTo>
                    <a:pt x="5963" y="6990"/>
                  </a:lnTo>
                  <a:lnTo>
                    <a:pt x="5943" y="6990"/>
                  </a:lnTo>
                  <a:lnTo>
                    <a:pt x="5925" y="6990"/>
                  </a:lnTo>
                  <a:lnTo>
                    <a:pt x="5887" y="6990"/>
                  </a:lnTo>
                  <a:lnTo>
                    <a:pt x="5867" y="6990"/>
                  </a:lnTo>
                  <a:lnTo>
                    <a:pt x="5848" y="6990"/>
                  </a:lnTo>
                  <a:lnTo>
                    <a:pt x="5829" y="6990"/>
                  </a:lnTo>
                  <a:lnTo>
                    <a:pt x="5791" y="6971"/>
                  </a:lnTo>
                  <a:lnTo>
                    <a:pt x="5715" y="6952"/>
                  </a:lnTo>
                  <a:lnTo>
                    <a:pt x="5715" y="6933"/>
                  </a:lnTo>
                  <a:lnTo>
                    <a:pt x="5715" y="6952"/>
                  </a:lnTo>
                  <a:lnTo>
                    <a:pt x="5696" y="6952"/>
                  </a:lnTo>
                  <a:lnTo>
                    <a:pt x="5677" y="6952"/>
                  </a:lnTo>
                  <a:lnTo>
                    <a:pt x="5658" y="6952"/>
                  </a:lnTo>
                  <a:lnTo>
                    <a:pt x="5658" y="6971"/>
                  </a:lnTo>
                  <a:lnTo>
                    <a:pt x="5639" y="6971"/>
                  </a:lnTo>
                  <a:lnTo>
                    <a:pt x="5639" y="6952"/>
                  </a:lnTo>
                  <a:lnTo>
                    <a:pt x="5620" y="6933"/>
                  </a:lnTo>
                  <a:lnTo>
                    <a:pt x="5601" y="6914"/>
                  </a:lnTo>
                  <a:lnTo>
                    <a:pt x="5562" y="6895"/>
                  </a:lnTo>
                  <a:lnTo>
                    <a:pt x="5544" y="6895"/>
                  </a:lnTo>
                  <a:lnTo>
                    <a:pt x="5544" y="6876"/>
                  </a:lnTo>
                  <a:lnTo>
                    <a:pt x="5525" y="6876"/>
                  </a:lnTo>
                  <a:lnTo>
                    <a:pt x="5506" y="6895"/>
                  </a:lnTo>
                  <a:lnTo>
                    <a:pt x="5486" y="6895"/>
                  </a:lnTo>
                  <a:lnTo>
                    <a:pt x="5467" y="6914"/>
                  </a:lnTo>
                  <a:lnTo>
                    <a:pt x="5448" y="6914"/>
                  </a:lnTo>
                  <a:lnTo>
                    <a:pt x="5430" y="6876"/>
                  </a:lnTo>
                  <a:lnTo>
                    <a:pt x="5410" y="6876"/>
                  </a:lnTo>
                  <a:lnTo>
                    <a:pt x="5410" y="6857"/>
                  </a:lnTo>
                  <a:lnTo>
                    <a:pt x="5391" y="6857"/>
                  </a:lnTo>
                  <a:lnTo>
                    <a:pt x="5372" y="6857"/>
                  </a:lnTo>
                  <a:lnTo>
                    <a:pt x="5353" y="6857"/>
                  </a:lnTo>
                  <a:lnTo>
                    <a:pt x="5334" y="6857"/>
                  </a:lnTo>
                  <a:lnTo>
                    <a:pt x="5315" y="6857"/>
                  </a:lnTo>
                  <a:lnTo>
                    <a:pt x="5296" y="6857"/>
                  </a:lnTo>
                  <a:lnTo>
                    <a:pt x="5277" y="6838"/>
                  </a:lnTo>
                  <a:lnTo>
                    <a:pt x="5258" y="6838"/>
                  </a:lnTo>
                  <a:lnTo>
                    <a:pt x="5258" y="6857"/>
                  </a:lnTo>
                  <a:lnTo>
                    <a:pt x="5239" y="6857"/>
                  </a:lnTo>
                  <a:lnTo>
                    <a:pt x="5220" y="6876"/>
                  </a:lnTo>
                  <a:lnTo>
                    <a:pt x="5201" y="6895"/>
                  </a:lnTo>
                  <a:lnTo>
                    <a:pt x="5163" y="6914"/>
                  </a:lnTo>
                  <a:lnTo>
                    <a:pt x="5125" y="6914"/>
                  </a:lnTo>
                  <a:lnTo>
                    <a:pt x="5086" y="6952"/>
                  </a:lnTo>
                  <a:lnTo>
                    <a:pt x="5068" y="6952"/>
                  </a:lnTo>
                  <a:lnTo>
                    <a:pt x="5049" y="6933"/>
                  </a:lnTo>
                  <a:lnTo>
                    <a:pt x="5029" y="6933"/>
                  </a:lnTo>
                  <a:lnTo>
                    <a:pt x="4991" y="6914"/>
                  </a:lnTo>
                  <a:lnTo>
                    <a:pt x="4953" y="6914"/>
                  </a:lnTo>
                  <a:lnTo>
                    <a:pt x="4915" y="6914"/>
                  </a:lnTo>
                  <a:lnTo>
                    <a:pt x="4915" y="6895"/>
                  </a:lnTo>
                  <a:lnTo>
                    <a:pt x="4877" y="6666"/>
                  </a:lnTo>
                  <a:lnTo>
                    <a:pt x="4744" y="6552"/>
                  </a:lnTo>
                  <a:lnTo>
                    <a:pt x="4477" y="6304"/>
                  </a:lnTo>
                  <a:lnTo>
                    <a:pt x="4458" y="6304"/>
                  </a:lnTo>
                  <a:lnTo>
                    <a:pt x="4439" y="6304"/>
                  </a:lnTo>
                  <a:lnTo>
                    <a:pt x="4420" y="6304"/>
                  </a:lnTo>
                  <a:lnTo>
                    <a:pt x="4420" y="6324"/>
                  </a:lnTo>
                  <a:lnTo>
                    <a:pt x="4401" y="6324"/>
                  </a:lnTo>
                  <a:lnTo>
                    <a:pt x="4382" y="6324"/>
                  </a:lnTo>
                  <a:lnTo>
                    <a:pt x="4363" y="6343"/>
                  </a:lnTo>
                  <a:lnTo>
                    <a:pt x="4343" y="6362"/>
                  </a:lnTo>
                  <a:lnTo>
                    <a:pt x="4324" y="6362"/>
                  </a:lnTo>
                  <a:lnTo>
                    <a:pt x="4306" y="6343"/>
                  </a:lnTo>
                  <a:lnTo>
                    <a:pt x="4287" y="6343"/>
                  </a:lnTo>
                  <a:lnTo>
                    <a:pt x="4267" y="6362"/>
                  </a:lnTo>
                  <a:lnTo>
                    <a:pt x="4248" y="6362"/>
                  </a:lnTo>
                  <a:lnTo>
                    <a:pt x="4229" y="6362"/>
                  </a:lnTo>
                  <a:lnTo>
                    <a:pt x="4211" y="6362"/>
                  </a:lnTo>
                  <a:lnTo>
                    <a:pt x="4191" y="6362"/>
                  </a:lnTo>
                  <a:lnTo>
                    <a:pt x="4191" y="6343"/>
                  </a:lnTo>
                  <a:lnTo>
                    <a:pt x="4172" y="6343"/>
                  </a:lnTo>
                  <a:lnTo>
                    <a:pt x="4172" y="6324"/>
                  </a:lnTo>
                  <a:lnTo>
                    <a:pt x="4153" y="6324"/>
                  </a:lnTo>
                  <a:lnTo>
                    <a:pt x="4134" y="6304"/>
                  </a:lnTo>
                  <a:lnTo>
                    <a:pt x="4115" y="6286"/>
                  </a:lnTo>
                  <a:lnTo>
                    <a:pt x="4096" y="6304"/>
                  </a:lnTo>
                  <a:lnTo>
                    <a:pt x="4039" y="6286"/>
                  </a:lnTo>
                  <a:lnTo>
                    <a:pt x="4020" y="6286"/>
                  </a:lnTo>
                  <a:lnTo>
                    <a:pt x="4001" y="6267"/>
                  </a:lnTo>
                  <a:lnTo>
                    <a:pt x="3886" y="6228"/>
                  </a:lnTo>
                  <a:lnTo>
                    <a:pt x="3848" y="6190"/>
                  </a:lnTo>
                  <a:lnTo>
                    <a:pt x="3830" y="6172"/>
                  </a:lnTo>
                  <a:lnTo>
                    <a:pt x="3791" y="6152"/>
                  </a:lnTo>
                  <a:lnTo>
                    <a:pt x="3772" y="6133"/>
                  </a:lnTo>
                  <a:lnTo>
                    <a:pt x="3753" y="6133"/>
                  </a:lnTo>
                  <a:lnTo>
                    <a:pt x="3734" y="6133"/>
                  </a:lnTo>
                  <a:lnTo>
                    <a:pt x="3715" y="6133"/>
                  </a:lnTo>
                  <a:lnTo>
                    <a:pt x="3696" y="6133"/>
                  </a:lnTo>
                  <a:lnTo>
                    <a:pt x="3677" y="6133"/>
                  </a:lnTo>
                  <a:lnTo>
                    <a:pt x="3658" y="6114"/>
                  </a:lnTo>
                  <a:lnTo>
                    <a:pt x="3639" y="6095"/>
                  </a:lnTo>
                  <a:lnTo>
                    <a:pt x="3601" y="6057"/>
                  </a:lnTo>
                  <a:lnTo>
                    <a:pt x="3581" y="6057"/>
                  </a:lnTo>
                  <a:lnTo>
                    <a:pt x="3544" y="6019"/>
                  </a:lnTo>
                  <a:lnTo>
                    <a:pt x="3525" y="6000"/>
                  </a:lnTo>
                  <a:lnTo>
                    <a:pt x="3449" y="5943"/>
                  </a:lnTo>
                  <a:lnTo>
                    <a:pt x="3429" y="5923"/>
                  </a:lnTo>
                  <a:lnTo>
                    <a:pt x="3429" y="5905"/>
                  </a:lnTo>
                  <a:lnTo>
                    <a:pt x="3410" y="5886"/>
                  </a:lnTo>
                  <a:lnTo>
                    <a:pt x="3391" y="5886"/>
                  </a:lnTo>
                  <a:lnTo>
                    <a:pt x="3372" y="5886"/>
                  </a:lnTo>
                  <a:lnTo>
                    <a:pt x="3353" y="5886"/>
                  </a:lnTo>
                  <a:lnTo>
                    <a:pt x="3315" y="5867"/>
                  </a:lnTo>
                  <a:lnTo>
                    <a:pt x="3296" y="5867"/>
                  </a:lnTo>
                  <a:lnTo>
                    <a:pt x="3239" y="5847"/>
                  </a:lnTo>
                  <a:lnTo>
                    <a:pt x="3220" y="5847"/>
                  </a:lnTo>
                  <a:lnTo>
                    <a:pt x="3200" y="5828"/>
                  </a:lnTo>
                  <a:lnTo>
                    <a:pt x="3182" y="5828"/>
                  </a:lnTo>
                  <a:lnTo>
                    <a:pt x="3144" y="5828"/>
                  </a:lnTo>
                  <a:lnTo>
                    <a:pt x="3144" y="5847"/>
                  </a:lnTo>
                  <a:lnTo>
                    <a:pt x="3124" y="5847"/>
                  </a:lnTo>
                  <a:lnTo>
                    <a:pt x="3086" y="5847"/>
                  </a:lnTo>
                  <a:lnTo>
                    <a:pt x="2991" y="5905"/>
                  </a:lnTo>
                  <a:lnTo>
                    <a:pt x="2972" y="5905"/>
                  </a:lnTo>
                  <a:lnTo>
                    <a:pt x="2972" y="5923"/>
                  </a:lnTo>
                  <a:lnTo>
                    <a:pt x="2972" y="5943"/>
                  </a:lnTo>
                  <a:lnTo>
                    <a:pt x="2953" y="5943"/>
                  </a:lnTo>
                  <a:lnTo>
                    <a:pt x="2953" y="5962"/>
                  </a:lnTo>
                  <a:lnTo>
                    <a:pt x="2934" y="5962"/>
                  </a:lnTo>
                  <a:lnTo>
                    <a:pt x="2934" y="5981"/>
                  </a:lnTo>
                  <a:lnTo>
                    <a:pt x="2896" y="5981"/>
                  </a:lnTo>
                  <a:lnTo>
                    <a:pt x="2687" y="5943"/>
                  </a:lnTo>
                  <a:lnTo>
                    <a:pt x="2687" y="5923"/>
                  </a:lnTo>
                  <a:lnTo>
                    <a:pt x="2667" y="5923"/>
                  </a:lnTo>
                  <a:lnTo>
                    <a:pt x="2667" y="5905"/>
                  </a:lnTo>
                  <a:lnTo>
                    <a:pt x="2572" y="5886"/>
                  </a:lnTo>
                  <a:lnTo>
                    <a:pt x="2553" y="5886"/>
                  </a:lnTo>
                  <a:lnTo>
                    <a:pt x="2553" y="5867"/>
                  </a:lnTo>
                  <a:lnTo>
                    <a:pt x="2534" y="5867"/>
                  </a:lnTo>
                  <a:lnTo>
                    <a:pt x="2534" y="5847"/>
                  </a:lnTo>
                  <a:lnTo>
                    <a:pt x="2534" y="5828"/>
                  </a:lnTo>
                  <a:lnTo>
                    <a:pt x="2534" y="5809"/>
                  </a:lnTo>
                  <a:lnTo>
                    <a:pt x="2534" y="5791"/>
                  </a:lnTo>
                  <a:lnTo>
                    <a:pt x="2534" y="5771"/>
                  </a:lnTo>
                  <a:lnTo>
                    <a:pt x="2515" y="5771"/>
                  </a:lnTo>
                  <a:lnTo>
                    <a:pt x="2534" y="5733"/>
                  </a:lnTo>
                  <a:lnTo>
                    <a:pt x="2534" y="5714"/>
                  </a:lnTo>
                  <a:lnTo>
                    <a:pt x="2553" y="5676"/>
                  </a:lnTo>
                  <a:lnTo>
                    <a:pt x="2572" y="5638"/>
                  </a:lnTo>
                  <a:lnTo>
                    <a:pt x="2572" y="5600"/>
                  </a:lnTo>
                  <a:lnTo>
                    <a:pt x="2591" y="5581"/>
                  </a:lnTo>
                  <a:lnTo>
                    <a:pt x="2610" y="5562"/>
                  </a:lnTo>
                  <a:lnTo>
                    <a:pt x="2591" y="5542"/>
                  </a:lnTo>
                  <a:lnTo>
                    <a:pt x="2572" y="5542"/>
                  </a:lnTo>
                  <a:lnTo>
                    <a:pt x="2572" y="5524"/>
                  </a:lnTo>
                  <a:lnTo>
                    <a:pt x="2553" y="5524"/>
                  </a:lnTo>
                  <a:lnTo>
                    <a:pt x="2534" y="5524"/>
                  </a:lnTo>
                  <a:lnTo>
                    <a:pt x="2515" y="5524"/>
                  </a:lnTo>
                  <a:lnTo>
                    <a:pt x="2496" y="5524"/>
                  </a:lnTo>
                  <a:lnTo>
                    <a:pt x="2477" y="5524"/>
                  </a:lnTo>
                  <a:lnTo>
                    <a:pt x="2458" y="5524"/>
                  </a:lnTo>
                  <a:lnTo>
                    <a:pt x="2439" y="5505"/>
                  </a:lnTo>
                  <a:lnTo>
                    <a:pt x="2420" y="5486"/>
                  </a:lnTo>
                  <a:lnTo>
                    <a:pt x="2401" y="5486"/>
                  </a:lnTo>
                  <a:lnTo>
                    <a:pt x="2401" y="5505"/>
                  </a:lnTo>
                  <a:lnTo>
                    <a:pt x="2382" y="5505"/>
                  </a:lnTo>
                  <a:lnTo>
                    <a:pt x="2362" y="5505"/>
                  </a:lnTo>
                  <a:lnTo>
                    <a:pt x="2362" y="5486"/>
                  </a:lnTo>
                  <a:lnTo>
                    <a:pt x="2343" y="5486"/>
                  </a:lnTo>
                  <a:lnTo>
                    <a:pt x="2325" y="5486"/>
                  </a:lnTo>
                  <a:lnTo>
                    <a:pt x="2306" y="5486"/>
                  </a:lnTo>
                  <a:lnTo>
                    <a:pt x="2286" y="5486"/>
                  </a:lnTo>
                  <a:lnTo>
                    <a:pt x="2267" y="5486"/>
                  </a:lnTo>
                  <a:lnTo>
                    <a:pt x="2248" y="5486"/>
                  </a:lnTo>
                  <a:lnTo>
                    <a:pt x="2229" y="5466"/>
                  </a:lnTo>
                  <a:lnTo>
                    <a:pt x="2210" y="5447"/>
                  </a:lnTo>
                  <a:lnTo>
                    <a:pt x="2210" y="5466"/>
                  </a:lnTo>
                  <a:lnTo>
                    <a:pt x="2191" y="5466"/>
                  </a:lnTo>
                  <a:lnTo>
                    <a:pt x="2172" y="5466"/>
                  </a:lnTo>
                  <a:lnTo>
                    <a:pt x="2153" y="5466"/>
                  </a:lnTo>
                  <a:lnTo>
                    <a:pt x="2134" y="5466"/>
                  </a:lnTo>
                  <a:lnTo>
                    <a:pt x="2115" y="5466"/>
                  </a:lnTo>
                  <a:lnTo>
                    <a:pt x="2096" y="5466"/>
                  </a:lnTo>
                  <a:lnTo>
                    <a:pt x="2077" y="5486"/>
                  </a:lnTo>
                  <a:lnTo>
                    <a:pt x="2058" y="5486"/>
                  </a:lnTo>
                  <a:lnTo>
                    <a:pt x="2039" y="5505"/>
                  </a:lnTo>
                  <a:lnTo>
                    <a:pt x="1981" y="5524"/>
                  </a:lnTo>
                  <a:lnTo>
                    <a:pt x="1886" y="5562"/>
                  </a:lnTo>
                  <a:lnTo>
                    <a:pt x="1867" y="5562"/>
                  </a:lnTo>
                  <a:lnTo>
                    <a:pt x="1849" y="5581"/>
                  </a:lnTo>
                  <a:lnTo>
                    <a:pt x="1810" y="5600"/>
                  </a:lnTo>
                  <a:lnTo>
                    <a:pt x="1791" y="5619"/>
                  </a:lnTo>
                  <a:lnTo>
                    <a:pt x="1772" y="5638"/>
                  </a:lnTo>
                  <a:lnTo>
                    <a:pt x="1753" y="5657"/>
                  </a:lnTo>
                  <a:lnTo>
                    <a:pt x="1658" y="5714"/>
                  </a:lnTo>
                  <a:lnTo>
                    <a:pt x="1639" y="5714"/>
                  </a:lnTo>
                  <a:lnTo>
                    <a:pt x="1639" y="5733"/>
                  </a:lnTo>
                  <a:lnTo>
                    <a:pt x="1620" y="5752"/>
                  </a:lnTo>
                  <a:lnTo>
                    <a:pt x="1620" y="5771"/>
                  </a:lnTo>
                  <a:lnTo>
                    <a:pt x="1620" y="5791"/>
                  </a:lnTo>
                  <a:lnTo>
                    <a:pt x="1582" y="5809"/>
                  </a:lnTo>
                  <a:lnTo>
                    <a:pt x="1391" y="5923"/>
                  </a:lnTo>
                  <a:lnTo>
                    <a:pt x="1372" y="5923"/>
                  </a:lnTo>
                  <a:lnTo>
                    <a:pt x="1353" y="5923"/>
                  </a:lnTo>
                  <a:lnTo>
                    <a:pt x="1334" y="5923"/>
                  </a:lnTo>
                  <a:lnTo>
                    <a:pt x="1315" y="5923"/>
                  </a:lnTo>
                  <a:lnTo>
                    <a:pt x="1296" y="5923"/>
                  </a:lnTo>
                  <a:lnTo>
                    <a:pt x="1277" y="5923"/>
                  </a:lnTo>
                  <a:lnTo>
                    <a:pt x="1277" y="5943"/>
                  </a:lnTo>
                  <a:lnTo>
                    <a:pt x="1258" y="5943"/>
                  </a:lnTo>
                  <a:lnTo>
                    <a:pt x="1258" y="5962"/>
                  </a:lnTo>
                  <a:lnTo>
                    <a:pt x="1219" y="6000"/>
                  </a:lnTo>
                  <a:lnTo>
                    <a:pt x="1201" y="6019"/>
                  </a:lnTo>
                  <a:lnTo>
                    <a:pt x="1201" y="6038"/>
                  </a:lnTo>
                  <a:lnTo>
                    <a:pt x="1182" y="6038"/>
                  </a:lnTo>
                  <a:lnTo>
                    <a:pt x="1182" y="6057"/>
                  </a:lnTo>
                  <a:lnTo>
                    <a:pt x="1163" y="6057"/>
                  </a:lnTo>
                  <a:lnTo>
                    <a:pt x="1143" y="6057"/>
                  </a:lnTo>
                  <a:lnTo>
                    <a:pt x="1143" y="6076"/>
                  </a:lnTo>
                  <a:lnTo>
                    <a:pt x="1124" y="6076"/>
                  </a:lnTo>
                  <a:lnTo>
                    <a:pt x="1105" y="6114"/>
                  </a:lnTo>
                  <a:lnTo>
                    <a:pt x="1067" y="6133"/>
                  </a:lnTo>
                  <a:lnTo>
                    <a:pt x="1048" y="6133"/>
                  </a:lnTo>
                  <a:lnTo>
                    <a:pt x="1010" y="6133"/>
                  </a:lnTo>
                  <a:lnTo>
                    <a:pt x="991" y="6133"/>
                  </a:lnTo>
                  <a:lnTo>
                    <a:pt x="953" y="6133"/>
                  </a:lnTo>
                  <a:lnTo>
                    <a:pt x="953" y="6152"/>
                  </a:lnTo>
                  <a:lnTo>
                    <a:pt x="934" y="6152"/>
                  </a:lnTo>
                  <a:lnTo>
                    <a:pt x="934" y="6172"/>
                  </a:lnTo>
                  <a:lnTo>
                    <a:pt x="915" y="6172"/>
                  </a:lnTo>
                  <a:lnTo>
                    <a:pt x="915" y="6190"/>
                  </a:lnTo>
                  <a:lnTo>
                    <a:pt x="896" y="6209"/>
                  </a:lnTo>
                  <a:lnTo>
                    <a:pt x="877" y="6228"/>
                  </a:lnTo>
                  <a:lnTo>
                    <a:pt x="858" y="6228"/>
                  </a:lnTo>
                  <a:lnTo>
                    <a:pt x="858" y="6248"/>
                  </a:lnTo>
                  <a:lnTo>
                    <a:pt x="858" y="6267"/>
                  </a:lnTo>
                  <a:lnTo>
                    <a:pt x="838" y="6286"/>
                  </a:lnTo>
                  <a:lnTo>
                    <a:pt x="820" y="6304"/>
                  </a:lnTo>
                  <a:lnTo>
                    <a:pt x="782" y="6324"/>
                  </a:lnTo>
                  <a:lnTo>
                    <a:pt x="762" y="6324"/>
                  </a:lnTo>
                  <a:lnTo>
                    <a:pt x="686" y="6324"/>
                  </a:lnTo>
                  <a:lnTo>
                    <a:pt x="629" y="6304"/>
                  </a:lnTo>
                  <a:lnTo>
                    <a:pt x="610" y="6304"/>
                  </a:lnTo>
                  <a:lnTo>
                    <a:pt x="610" y="6324"/>
                  </a:lnTo>
                  <a:lnTo>
                    <a:pt x="591" y="6343"/>
                  </a:lnTo>
                  <a:lnTo>
                    <a:pt x="591" y="6362"/>
                  </a:lnTo>
                  <a:lnTo>
                    <a:pt x="572" y="6362"/>
                  </a:lnTo>
                  <a:lnTo>
                    <a:pt x="572" y="6381"/>
                  </a:lnTo>
                  <a:lnTo>
                    <a:pt x="553" y="6381"/>
                  </a:lnTo>
                  <a:lnTo>
                    <a:pt x="515" y="6400"/>
                  </a:lnTo>
                  <a:lnTo>
                    <a:pt x="496" y="6419"/>
                  </a:lnTo>
                  <a:lnTo>
                    <a:pt x="477" y="6438"/>
                  </a:lnTo>
                  <a:lnTo>
                    <a:pt x="477" y="6419"/>
                  </a:lnTo>
                  <a:lnTo>
                    <a:pt x="458" y="6419"/>
                  </a:lnTo>
                  <a:lnTo>
                    <a:pt x="458" y="6400"/>
                  </a:lnTo>
                  <a:lnTo>
                    <a:pt x="477" y="6381"/>
                  </a:lnTo>
                  <a:lnTo>
                    <a:pt x="496" y="6362"/>
                  </a:lnTo>
                  <a:lnTo>
                    <a:pt x="515" y="6343"/>
                  </a:lnTo>
                  <a:lnTo>
                    <a:pt x="534" y="6286"/>
                  </a:lnTo>
                  <a:lnTo>
                    <a:pt x="534" y="6248"/>
                  </a:lnTo>
                  <a:lnTo>
                    <a:pt x="553" y="6209"/>
                  </a:lnTo>
                  <a:lnTo>
                    <a:pt x="572" y="6190"/>
                  </a:lnTo>
                  <a:lnTo>
                    <a:pt x="572" y="6172"/>
                  </a:lnTo>
                  <a:lnTo>
                    <a:pt x="534" y="6133"/>
                  </a:lnTo>
                  <a:lnTo>
                    <a:pt x="534" y="6114"/>
                  </a:lnTo>
                  <a:lnTo>
                    <a:pt x="534" y="6076"/>
                  </a:lnTo>
                  <a:lnTo>
                    <a:pt x="515" y="6076"/>
                  </a:lnTo>
                  <a:lnTo>
                    <a:pt x="515" y="6057"/>
                  </a:lnTo>
                  <a:lnTo>
                    <a:pt x="572" y="5981"/>
                  </a:lnTo>
                  <a:lnTo>
                    <a:pt x="591" y="5962"/>
                  </a:lnTo>
                  <a:lnTo>
                    <a:pt x="610" y="5943"/>
                  </a:lnTo>
                  <a:lnTo>
                    <a:pt x="610" y="5923"/>
                  </a:lnTo>
                  <a:lnTo>
                    <a:pt x="629" y="5905"/>
                  </a:lnTo>
                  <a:lnTo>
                    <a:pt x="629" y="5886"/>
                  </a:lnTo>
                  <a:lnTo>
                    <a:pt x="629" y="5867"/>
                  </a:lnTo>
                  <a:lnTo>
                    <a:pt x="610" y="5847"/>
                  </a:lnTo>
                  <a:lnTo>
                    <a:pt x="610" y="5828"/>
                  </a:lnTo>
                  <a:lnTo>
                    <a:pt x="591" y="5791"/>
                  </a:lnTo>
                  <a:lnTo>
                    <a:pt x="591" y="5771"/>
                  </a:lnTo>
                  <a:lnTo>
                    <a:pt x="591" y="5752"/>
                  </a:lnTo>
                  <a:lnTo>
                    <a:pt x="572" y="5733"/>
                  </a:lnTo>
                  <a:lnTo>
                    <a:pt x="572" y="5714"/>
                  </a:lnTo>
                  <a:lnTo>
                    <a:pt x="572" y="5695"/>
                  </a:lnTo>
                  <a:lnTo>
                    <a:pt x="572" y="5676"/>
                  </a:lnTo>
                  <a:lnTo>
                    <a:pt x="610" y="5619"/>
                  </a:lnTo>
                  <a:lnTo>
                    <a:pt x="610" y="5581"/>
                  </a:lnTo>
                  <a:lnTo>
                    <a:pt x="610" y="5562"/>
                  </a:lnTo>
                  <a:lnTo>
                    <a:pt x="610" y="5542"/>
                  </a:lnTo>
                  <a:lnTo>
                    <a:pt x="572" y="5542"/>
                  </a:lnTo>
                  <a:lnTo>
                    <a:pt x="534" y="5524"/>
                  </a:lnTo>
                  <a:lnTo>
                    <a:pt x="534" y="5505"/>
                  </a:lnTo>
                  <a:lnTo>
                    <a:pt x="515" y="5466"/>
                  </a:lnTo>
                  <a:lnTo>
                    <a:pt x="496" y="5447"/>
                  </a:lnTo>
                  <a:lnTo>
                    <a:pt x="477" y="5447"/>
                  </a:lnTo>
                  <a:lnTo>
                    <a:pt x="439" y="5410"/>
                  </a:lnTo>
                  <a:lnTo>
                    <a:pt x="420" y="5410"/>
                  </a:lnTo>
                  <a:lnTo>
                    <a:pt x="381" y="5295"/>
                  </a:lnTo>
                  <a:lnTo>
                    <a:pt x="381" y="5276"/>
                  </a:lnTo>
                  <a:lnTo>
                    <a:pt x="344" y="5219"/>
                  </a:lnTo>
                  <a:lnTo>
                    <a:pt x="305" y="5105"/>
                  </a:lnTo>
                  <a:lnTo>
                    <a:pt x="286" y="4990"/>
                  </a:lnTo>
                  <a:lnTo>
                    <a:pt x="286" y="4895"/>
                  </a:lnTo>
                  <a:lnTo>
                    <a:pt x="305" y="4876"/>
                  </a:lnTo>
                  <a:lnTo>
                    <a:pt x="305" y="4838"/>
                  </a:lnTo>
                  <a:lnTo>
                    <a:pt x="325" y="4781"/>
                  </a:lnTo>
                  <a:lnTo>
                    <a:pt x="344" y="4704"/>
                  </a:lnTo>
                  <a:lnTo>
                    <a:pt x="362" y="4667"/>
                  </a:lnTo>
                  <a:lnTo>
                    <a:pt x="362" y="4648"/>
                  </a:lnTo>
                  <a:lnTo>
                    <a:pt x="401" y="4628"/>
                  </a:lnTo>
                  <a:lnTo>
                    <a:pt x="420" y="4628"/>
                  </a:lnTo>
                  <a:lnTo>
                    <a:pt x="458" y="4590"/>
                  </a:lnTo>
                  <a:lnTo>
                    <a:pt x="477" y="4571"/>
                  </a:lnTo>
                  <a:lnTo>
                    <a:pt x="477" y="4552"/>
                  </a:lnTo>
                  <a:lnTo>
                    <a:pt x="477" y="4514"/>
                  </a:lnTo>
                  <a:lnTo>
                    <a:pt x="458" y="4495"/>
                  </a:lnTo>
                  <a:lnTo>
                    <a:pt x="401" y="4476"/>
                  </a:lnTo>
                  <a:lnTo>
                    <a:pt x="381" y="4476"/>
                  </a:lnTo>
                  <a:lnTo>
                    <a:pt x="381" y="4457"/>
                  </a:lnTo>
                  <a:lnTo>
                    <a:pt x="381" y="4419"/>
                  </a:lnTo>
                  <a:lnTo>
                    <a:pt x="401" y="4305"/>
                  </a:lnTo>
                  <a:lnTo>
                    <a:pt x="401" y="4286"/>
                  </a:lnTo>
                  <a:lnTo>
                    <a:pt x="458" y="4247"/>
                  </a:lnTo>
                  <a:lnTo>
                    <a:pt x="477" y="4247"/>
                  </a:lnTo>
                  <a:lnTo>
                    <a:pt x="477" y="4228"/>
                  </a:lnTo>
                  <a:lnTo>
                    <a:pt x="477" y="4209"/>
                  </a:lnTo>
                  <a:lnTo>
                    <a:pt x="477" y="4191"/>
                  </a:lnTo>
                  <a:lnTo>
                    <a:pt x="458" y="4191"/>
                  </a:lnTo>
                  <a:lnTo>
                    <a:pt x="344" y="4095"/>
                  </a:lnTo>
                  <a:lnTo>
                    <a:pt x="325" y="4076"/>
                  </a:lnTo>
                  <a:lnTo>
                    <a:pt x="325" y="4057"/>
                  </a:lnTo>
                  <a:lnTo>
                    <a:pt x="305" y="4038"/>
                  </a:lnTo>
                  <a:lnTo>
                    <a:pt x="305" y="4019"/>
                  </a:lnTo>
                  <a:lnTo>
                    <a:pt x="325" y="4000"/>
                  </a:lnTo>
                  <a:lnTo>
                    <a:pt x="325" y="3981"/>
                  </a:lnTo>
                  <a:lnTo>
                    <a:pt x="401" y="3886"/>
                  </a:lnTo>
                  <a:lnTo>
                    <a:pt x="401" y="3866"/>
                  </a:lnTo>
                  <a:lnTo>
                    <a:pt x="401" y="3790"/>
                  </a:lnTo>
                  <a:lnTo>
                    <a:pt x="401" y="3771"/>
                  </a:lnTo>
                  <a:lnTo>
                    <a:pt x="381" y="3771"/>
                  </a:lnTo>
                  <a:lnTo>
                    <a:pt x="362" y="3752"/>
                  </a:lnTo>
                  <a:lnTo>
                    <a:pt x="305" y="3733"/>
                  </a:lnTo>
                  <a:lnTo>
                    <a:pt x="267" y="3714"/>
                  </a:lnTo>
                  <a:lnTo>
                    <a:pt x="248" y="3714"/>
                  </a:lnTo>
                  <a:lnTo>
                    <a:pt x="229" y="3695"/>
                  </a:lnTo>
                  <a:lnTo>
                    <a:pt x="229" y="3638"/>
                  </a:lnTo>
                  <a:lnTo>
                    <a:pt x="229" y="3429"/>
                  </a:lnTo>
                  <a:lnTo>
                    <a:pt x="229" y="3409"/>
                  </a:lnTo>
                  <a:lnTo>
                    <a:pt x="229" y="3390"/>
                  </a:lnTo>
                  <a:lnTo>
                    <a:pt x="248" y="3390"/>
                  </a:lnTo>
                  <a:lnTo>
                    <a:pt x="286" y="3371"/>
                  </a:lnTo>
                  <a:lnTo>
                    <a:pt x="305" y="3352"/>
                  </a:lnTo>
                  <a:lnTo>
                    <a:pt x="344" y="3314"/>
                  </a:lnTo>
                  <a:lnTo>
                    <a:pt x="344" y="3295"/>
                  </a:lnTo>
                  <a:lnTo>
                    <a:pt x="362" y="3295"/>
                  </a:lnTo>
                  <a:lnTo>
                    <a:pt x="420" y="3276"/>
                  </a:lnTo>
                  <a:lnTo>
                    <a:pt x="439" y="3257"/>
                  </a:lnTo>
                  <a:lnTo>
                    <a:pt x="458" y="3238"/>
                  </a:lnTo>
                  <a:lnTo>
                    <a:pt x="477" y="3238"/>
                  </a:lnTo>
                  <a:lnTo>
                    <a:pt x="477" y="3219"/>
                  </a:lnTo>
                  <a:lnTo>
                    <a:pt x="458" y="3181"/>
                  </a:lnTo>
                  <a:lnTo>
                    <a:pt x="439" y="3181"/>
                  </a:lnTo>
                  <a:lnTo>
                    <a:pt x="439" y="3162"/>
                  </a:lnTo>
                  <a:lnTo>
                    <a:pt x="420" y="3162"/>
                  </a:lnTo>
                  <a:lnTo>
                    <a:pt x="401" y="3143"/>
                  </a:lnTo>
                  <a:lnTo>
                    <a:pt x="381" y="3143"/>
                  </a:lnTo>
                  <a:lnTo>
                    <a:pt x="362" y="3143"/>
                  </a:lnTo>
                  <a:lnTo>
                    <a:pt x="344" y="3143"/>
                  </a:lnTo>
                  <a:lnTo>
                    <a:pt x="325" y="3162"/>
                  </a:lnTo>
                  <a:lnTo>
                    <a:pt x="305" y="3162"/>
                  </a:lnTo>
                  <a:lnTo>
                    <a:pt x="286" y="3143"/>
                  </a:lnTo>
                  <a:lnTo>
                    <a:pt x="286" y="3124"/>
                  </a:lnTo>
                  <a:lnTo>
                    <a:pt x="286" y="3085"/>
                  </a:lnTo>
                  <a:lnTo>
                    <a:pt x="286" y="3067"/>
                  </a:lnTo>
                  <a:lnTo>
                    <a:pt x="305" y="3048"/>
                  </a:lnTo>
                  <a:lnTo>
                    <a:pt x="362" y="3028"/>
                  </a:lnTo>
                  <a:lnTo>
                    <a:pt x="420" y="3009"/>
                  </a:lnTo>
                  <a:lnTo>
                    <a:pt x="439" y="2990"/>
                  </a:lnTo>
                  <a:lnTo>
                    <a:pt x="458" y="2971"/>
                  </a:lnTo>
                  <a:lnTo>
                    <a:pt x="458" y="2952"/>
                  </a:lnTo>
                  <a:lnTo>
                    <a:pt x="458" y="2933"/>
                  </a:lnTo>
                  <a:lnTo>
                    <a:pt x="458" y="2914"/>
                  </a:lnTo>
                  <a:lnTo>
                    <a:pt x="439" y="2914"/>
                  </a:lnTo>
                  <a:lnTo>
                    <a:pt x="439" y="2895"/>
                  </a:lnTo>
                  <a:lnTo>
                    <a:pt x="362" y="2876"/>
                  </a:lnTo>
                  <a:lnTo>
                    <a:pt x="286" y="2838"/>
                  </a:lnTo>
                  <a:lnTo>
                    <a:pt x="153" y="2819"/>
                  </a:lnTo>
                  <a:lnTo>
                    <a:pt x="134" y="2819"/>
                  </a:lnTo>
                  <a:lnTo>
                    <a:pt x="115" y="2819"/>
                  </a:lnTo>
                  <a:lnTo>
                    <a:pt x="115" y="2800"/>
                  </a:lnTo>
                  <a:lnTo>
                    <a:pt x="96" y="2781"/>
                  </a:lnTo>
                  <a:lnTo>
                    <a:pt x="96" y="2762"/>
                  </a:lnTo>
                  <a:lnTo>
                    <a:pt x="96" y="2743"/>
                  </a:lnTo>
                  <a:lnTo>
                    <a:pt x="77" y="2743"/>
                  </a:lnTo>
                  <a:lnTo>
                    <a:pt x="39" y="2723"/>
                  </a:lnTo>
                  <a:lnTo>
                    <a:pt x="20" y="2704"/>
                  </a:lnTo>
                  <a:lnTo>
                    <a:pt x="20" y="2686"/>
                  </a:lnTo>
                  <a:lnTo>
                    <a:pt x="0" y="2667"/>
                  </a:lnTo>
                  <a:lnTo>
                    <a:pt x="0" y="2647"/>
                  </a:lnTo>
                  <a:lnTo>
                    <a:pt x="20" y="2628"/>
                  </a:lnTo>
                  <a:lnTo>
                    <a:pt x="20" y="2609"/>
                  </a:lnTo>
                  <a:lnTo>
                    <a:pt x="39" y="2571"/>
                  </a:lnTo>
                  <a:lnTo>
                    <a:pt x="58" y="2571"/>
                  </a:lnTo>
                  <a:lnTo>
                    <a:pt x="77" y="2552"/>
                  </a:lnTo>
                  <a:lnTo>
                    <a:pt x="96" y="2533"/>
                  </a:lnTo>
                  <a:lnTo>
                    <a:pt x="115" y="2514"/>
                  </a:lnTo>
                  <a:lnTo>
                    <a:pt x="134" y="2438"/>
                  </a:lnTo>
                  <a:lnTo>
                    <a:pt x="191" y="2342"/>
                  </a:lnTo>
                  <a:lnTo>
                    <a:pt x="191" y="2324"/>
                  </a:lnTo>
                  <a:lnTo>
                    <a:pt x="210" y="2324"/>
                  </a:lnTo>
                  <a:lnTo>
                    <a:pt x="229" y="2305"/>
                  </a:lnTo>
                  <a:lnTo>
                    <a:pt x="248" y="2286"/>
                  </a:lnTo>
                  <a:lnTo>
                    <a:pt x="286" y="2286"/>
                  </a:lnTo>
                  <a:lnTo>
                    <a:pt x="305" y="2266"/>
                  </a:lnTo>
                  <a:lnTo>
                    <a:pt x="325" y="2266"/>
                  </a:lnTo>
                  <a:lnTo>
                    <a:pt x="325" y="2247"/>
                  </a:lnTo>
                  <a:lnTo>
                    <a:pt x="286" y="2190"/>
                  </a:lnTo>
                  <a:lnTo>
                    <a:pt x="286" y="2171"/>
                  </a:lnTo>
                  <a:lnTo>
                    <a:pt x="286" y="2152"/>
                  </a:lnTo>
                  <a:lnTo>
                    <a:pt x="267" y="2152"/>
                  </a:lnTo>
                  <a:lnTo>
                    <a:pt x="248" y="2152"/>
                  </a:lnTo>
                  <a:lnTo>
                    <a:pt x="248" y="2133"/>
                  </a:lnTo>
                  <a:lnTo>
                    <a:pt x="267" y="2114"/>
                  </a:lnTo>
                  <a:lnTo>
                    <a:pt x="286" y="2095"/>
                  </a:lnTo>
                  <a:lnTo>
                    <a:pt x="305" y="2095"/>
                  </a:lnTo>
                  <a:lnTo>
                    <a:pt x="325" y="2076"/>
                  </a:lnTo>
                  <a:lnTo>
                    <a:pt x="362" y="2038"/>
                  </a:lnTo>
                  <a:lnTo>
                    <a:pt x="362" y="2019"/>
                  </a:lnTo>
                  <a:lnTo>
                    <a:pt x="420" y="2000"/>
                  </a:lnTo>
                  <a:lnTo>
                    <a:pt x="458" y="1961"/>
                  </a:lnTo>
                  <a:lnTo>
                    <a:pt x="477" y="1943"/>
                  </a:lnTo>
                  <a:lnTo>
                    <a:pt x="496" y="1943"/>
                  </a:lnTo>
                  <a:lnTo>
                    <a:pt x="515" y="1943"/>
                  </a:lnTo>
                  <a:lnTo>
                    <a:pt x="534" y="1924"/>
                  </a:lnTo>
                  <a:lnTo>
                    <a:pt x="591" y="1905"/>
                  </a:lnTo>
                  <a:lnTo>
                    <a:pt x="610" y="1885"/>
                  </a:lnTo>
                  <a:lnTo>
                    <a:pt x="610" y="1866"/>
                  </a:lnTo>
                  <a:lnTo>
                    <a:pt x="648" y="1866"/>
                  </a:lnTo>
                  <a:lnTo>
                    <a:pt x="667" y="1847"/>
                  </a:lnTo>
                  <a:lnTo>
                    <a:pt x="686" y="1847"/>
                  </a:lnTo>
                  <a:lnTo>
                    <a:pt x="686" y="1829"/>
                  </a:lnTo>
                  <a:lnTo>
                    <a:pt x="706" y="1809"/>
                  </a:lnTo>
                  <a:lnTo>
                    <a:pt x="725" y="1809"/>
                  </a:lnTo>
                  <a:lnTo>
                    <a:pt x="725" y="1790"/>
                  </a:lnTo>
                  <a:lnTo>
                    <a:pt x="725" y="1771"/>
                  </a:lnTo>
                  <a:lnTo>
                    <a:pt x="725" y="1752"/>
                  </a:lnTo>
                  <a:lnTo>
                    <a:pt x="743" y="1733"/>
                  </a:lnTo>
                  <a:lnTo>
                    <a:pt x="743" y="1714"/>
                  </a:lnTo>
                  <a:lnTo>
                    <a:pt x="762" y="1714"/>
                  </a:lnTo>
                  <a:lnTo>
                    <a:pt x="877" y="1714"/>
                  </a:lnTo>
                  <a:lnTo>
                    <a:pt x="915" y="1714"/>
                  </a:lnTo>
                  <a:lnTo>
                    <a:pt x="934" y="1733"/>
                  </a:lnTo>
                  <a:lnTo>
                    <a:pt x="991" y="1790"/>
                  </a:lnTo>
                  <a:lnTo>
                    <a:pt x="1029" y="1847"/>
                  </a:lnTo>
                  <a:lnTo>
                    <a:pt x="1029" y="1866"/>
                  </a:lnTo>
                  <a:lnTo>
                    <a:pt x="1048" y="1885"/>
                  </a:lnTo>
                  <a:lnTo>
                    <a:pt x="1048" y="1905"/>
                  </a:lnTo>
                  <a:lnTo>
                    <a:pt x="1048" y="1943"/>
                  </a:lnTo>
                  <a:lnTo>
                    <a:pt x="1067" y="1981"/>
                  </a:lnTo>
                  <a:lnTo>
                    <a:pt x="1124" y="2057"/>
                  </a:lnTo>
                  <a:lnTo>
                    <a:pt x="1163" y="2114"/>
                  </a:lnTo>
                  <a:lnTo>
                    <a:pt x="1182" y="2133"/>
                  </a:lnTo>
                  <a:lnTo>
                    <a:pt x="1201" y="2152"/>
                  </a:lnTo>
                  <a:lnTo>
                    <a:pt x="1219" y="2152"/>
                  </a:lnTo>
                  <a:lnTo>
                    <a:pt x="1239" y="2171"/>
                  </a:lnTo>
                  <a:lnTo>
                    <a:pt x="1296" y="2190"/>
                  </a:lnTo>
                  <a:lnTo>
                    <a:pt x="1315" y="2190"/>
                  </a:lnTo>
                  <a:lnTo>
                    <a:pt x="1353" y="2228"/>
                  </a:lnTo>
                  <a:lnTo>
                    <a:pt x="1372" y="2228"/>
                  </a:lnTo>
                  <a:lnTo>
                    <a:pt x="1410" y="2247"/>
                  </a:lnTo>
                  <a:lnTo>
                    <a:pt x="1429" y="2247"/>
                  </a:lnTo>
                  <a:lnTo>
                    <a:pt x="1448" y="2247"/>
                  </a:lnTo>
                  <a:lnTo>
                    <a:pt x="1468" y="2247"/>
                  </a:lnTo>
                  <a:lnTo>
                    <a:pt x="1486" y="2228"/>
                  </a:lnTo>
                  <a:lnTo>
                    <a:pt x="1505" y="2228"/>
                  </a:lnTo>
                  <a:lnTo>
                    <a:pt x="1524" y="2228"/>
                  </a:lnTo>
                  <a:lnTo>
                    <a:pt x="1544" y="2228"/>
                  </a:lnTo>
                  <a:lnTo>
                    <a:pt x="1620" y="2228"/>
                  </a:lnTo>
                  <a:lnTo>
                    <a:pt x="1639" y="2228"/>
                  </a:lnTo>
                  <a:lnTo>
                    <a:pt x="1658" y="2228"/>
                  </a:lnTo>
                  <a:lnTo>
                    <a:pt x="1677" y="2228"/>
                  </a:lnTo>
                  <a:lnTo>
                    <a:pt x="1677" y="2210"/>
                  </a:lnTo>
                  <a:lnTo>
                    <a:pt x="1715" y="2152"/>
                  </a:lnTo>
                  <a:lnTo>
                    <a:pt x="1715" y="2133"/>
                  </a:lnTo>
                  <a:lnTo>
                    <a:pt x="1734" y="2133"/>
                  </a:lnTo>
                  <a:lnTo>
                    <a:pt x="1772" y="2114"/>
                  </a:lnTo>
                  <a:lnTo>
                    <a:pt x="1791" y="2114"/>
                  </a:lnTo>
                  <a:lnTo>
                    <a:pt x="1791" y="2095"/>
                  </a:lnTo>
                  <a:lnTo>
                    <a:pt x="1810" y="2095"/>
                  </a:lnTo>
                  <a:lnTo>
                    <a:pt x="1810" y="2076"/>
                  </a:lnTo>
                  <a:lnTo>
                    <a:pt x="1829" y="2057"/>
                  </a:lnTo>
                  <a:lnTo>
                    <a:pt x="1849" y="2057"/>
                  </a:lnTo>
                  <a:lnTo>
                    <a:pt x="1849" y="2038"/>
                  </a:lnTo>
                  <a:lnTo>
                    <a:pt x="1867" y="2038"/>
                  </a:lnTo>
                  <a:lnTo>
                    <a:pt x="1886" y="2038"/>
                  </a:lnTo>
                  <a:lnTo>
                    <a:pt x="1886" y="2000"/>
                  </a:lnTo>
                  <a:lnTo>
                    <a:pt x="1905" y="2000"/>
                  </a:lnTo>
                  <a:lnTo>
                    <a:pt x="1925" y="2000"/>
                  </a:lnTo>
                  <a:lnTo>
                    <a:pt x="1944" y="2000"/>
                  </a:lnTo>
                  <a:lnTo>
                    <a:pt x="1981" y="1981"/>
                  </a:lnTo>
                  <a:lnTo>
                    <a:pt x="2001" y="1961"/>
                  </a:lnTo>
                  <a:lnTo>
                    <a:pt x="2020" y="1961"/>
                  </a:lnTo>
                  <a:lnTo>
                    <a:pt x="2039" y="1961"/>
                  </a:lnTo>
                  <a:lnTo>
                    <a:pt x="2115" y="1961"/>
                  </a:lnTo>
                  <a:lnTo>
                    <a:pt x="2191" y="2000"/>
                  </a:lnTo>
                  <a:lnTo>
                    <a:pt x="2210" y="2000"/>
                  </a:lnTo>
                  <a:lnTo>
                    <a:pt x="2286" y="1981"/>
                  </a:lnTo>
                  <a:lnTo>
                    <a:pt x="2286" y="1961"/>
                  </a:lnTo>
                  <a:lnTo>
                    <a:pt x="2306" y="1961"/>
                  </a:lnTo>
                  <a:lnTo>
                    <a:pt x="2325" y="1943"/>
                  </a:lnTo>
                  <a:lnTo>
                    <a:pt x="2420" y="1829"/>
                  </a:lnTo>
                  <a:lnTo>
                    <a:pt x="2439" y="1829"/>
                  </a:lnTo>
                  <a:lnTo>
                    <a:pt x="2458" y="1829"/>
                  </a:lnTo>
                  <a:lnTo>
                    <a:pt x="2477" y="1829"/>
                  </a:lnTo>
                  <a:lnTo>
                    <a:pt x="2496" y="1809"/>
                  </a:lnTo>
                  <a:lnTo>
                    <a:pt x="2496" y="1790"/>
                  </a:lnTo>
                  <a:lnTo>
                    <a:pt x="2496" y="1771"/>
                  </a:lnTo>
                  <a:lnTo>
                    <a:pt x="2496" y="1752"/>
                  </a:lnTo>
                  <a:lnTo>
                    <a:pt x="2515" y="1752"/>
                  </a:lnTo>
                  <a:lnTo>
                    <a:pt x="2534" y="1752"/>
                  </a:lnTo>
                  <a:lnTo>
                    <a:pt x="2534" y="1733"/>
                  </a:lnTo>
                  <a:lnTo>
                    <a:pt x="2553" y="1695"/>
                  </a:lnTo>
                  <a:lnTo>
                    <a:pt x="2553" y="1676"/>
                  </a:lnTo>
                  <a:lnTo>
                    <a:pt x="2591" y="1619"/>
                  </a:lnTo>
                  <a:lnTo>
                    <a:pt x="2591" y="1600"/>
                  </a:lnTo>
                  <a:lnTo>
                    <a:pt x="2610" y="1580"/>
                  </a:lnTo>
                  <a:lnTo>
                    <a:pt x="2629" y="1562"/>
                  </a:lnTo>
                  <a:lnTo>
                    <a:pt x="2648" y="1562"/>
                  </a:lnTo>
                  <a:lnTo>
                    <a:pt x="2629" y="1524"/>
                  </a:lnTo>
                  <a:lnTo>
                    <a:pt x="2648" y="1524"/>
                  </a:lnTo>
                  <a:lnTo>
                    <a:pt x="2648" y="1504"/>
                  </a:lnTo>
                  <a:lnTo>
                    <a:pt x="2687" y="1466"/>
                  </a:lnTo>
                  <a:lnTo>
                    <a:pt x="2687" y="1448"/>
                  </a:lnTo>
                  <a:lnTo>
                    <a:pt x="2687" y="1428"/>
                  </a:lnTo>
                  <a:lnTo>
                    <a:pt x="2687" y="1409"/>
                  </a:lnTo>
                  <a:lnTo>
                    <a:pt x="2687" y="1390"/>
                  </a:lnTo>
                  <a:lnTo>
                    <a:pt x="2687" y="1371"/>
                  </a:lnTo>
                  <a:lnTo>
                    <a:pt x="2687" y="1352"/>
                  </a:lnTo>
                  <a:lnTo>
                    <a:pt x="2687" y="1333"/>
                  </a:lnTo>
                  <a:lnTo>
                    <a:pt x="2706" y="1295"/>
                  </a:lnTo>
                  <a:lnTo>
                    <a:pt x="2706" y="1276"/>
                  </a:lnTo>
                  <a:lnTo>
                    <a:pt x="2706" y="1257"/>
                  </a:lnTo>
                  <a:lnTo>
                    <a:pt x="2706" y="1219"/>
                  </a:lnTo>
                  <a:lnTo>
                    <a:pt x="2706" y="1200"/>
                  </a:lnTo>
                  <a:lnTo>
                    <a:pt x="2706" y="1181"/>
                  </a:lnTo>
                  <a:lnTo>
                    <a:pt x="2667" y="1162"/>
                  </a:lnTo>
                  <a:lnTo>
                    <a:pt x="2667" y="1143"/>
                  </a:lnTo>
                  <a:lnTo>
                    <a:pt x="2648" y="1123"/>
                  </a:lnTo>
                  <a:lnTo>
                    <a:pt x="2648" y="1104"/>
                  </a:lnTo>
                  <a:lnTo>
                    <a:pt x="2648" y="1086"/>
                  </a:lnTo>
                  <a:lnTo>
                    <a:pt x="2629" y="990"/>
                  </a:lnTo>
                  <a:lnTo>
                    <a:pt x="2610" y="990"/>
                  </a:lnTo>
                  <a:lnTo>
                    <a:pt x="2610" y="971"/>
                  </a:lnTo>
                  <a:lnTo>
                    <a:pt x="2591" y="952"/>
                  </a:lnTo>
                  <a:lnTo>
                    <a:pt x="2572" y="933"/>
                  </a:lnTo>
                  <a:lnTo>
                    <a:pt x="2572" y="914"/>
                  </a:lnTo>
                  <a:lnTo>
                    <a:pt x="2572" y="876"/>
                  </a:lnTo>
                  <a:lnTo>
                    <a:pt x="2572" y="857"/>
                  </a:lnTo>
                  <a:lnTo>
                    <a:pt x="2591" y="857"/>
                  </a:lnTo>
                  <a:lnTo>
                    <a:pt x="2629" y="857"/>
                  </a:lnTo>
                  <a:lnTo>
                    <a:pt x="2648" y="857"/>
                  </a:lnTo>
                  <a:lnTo>
                    <a:pt x="2687" y="876"/>
                  </a:lnTo>
                  <a:lnTo>
                    <a:pt x="2706" y="876"/>
                  </a:lnTo>
                  <a:lnTo>
                    <a:pt x="2706" y="857"/>
                  </a:lnTo>
                  <a:lnTo>
                    <a:pt x="2724" y="819"/>
                  </a:lnTo>
                  <a:lnTo>
                    <a:pt x="2724" y="800"/>
                  </a:lnTo>
                  <a:lnTo>
                    <a:pt x="2743" y="800"/>
                  </a:lnTo>
                  <a:lnTo>
                    <a:pt x="2743" y="781"/>
                  </a:lnTo>
                  <a:lnTo>
                    <a:pt x="2763" y="781"/>
                  </a:lnTo>
                  <a:lnTo>
                    <a:pt x="2782" y="762"/>
                  </a:lnTo>
                  <a:lnTo>
                    <a:pt x="2820" y="781"/>
                  </a:lnTo>
                  <a:lnTo>
                    <a:pt x="2839" y="800"/>
                  </a:lnTo>
                  <a:lnTo>
                    <a:pt x="2858" y="800"/>
                  </a:lnTo>
                  <a:lnTo>
                    <a:pt x="2877" y="800"/>
                  </a:lnTo>
                  <a:lnTo>
                    <a:pt x="2877" y="781"/>
                  </a:lnTo>
                  <a:lnTo>
                    <a:pt x="2896" y="762"/>
                  </a:lnTo>
                  <a:lnTo>
                    <a:pt x="2896" y="742"/>
                  </a:lnTo>
                  <a:lnTo>
                    <a:pt x="2915" y="742"/>
                  </a:lnTo>
                  <a:lnTo>
                    <a:pt x="2934" y="742"/>
                  </a:lnTo>
                  <a:lnTo>
                    <a:pt x="2953" y="762"/>
                  </a:lnTo>
                  <a:lnTo>
                    <a:pt x="2972" y="781"/>
                  </a:lnTo>
                  <a:lnTo>
                    <a:pt x="2991" y="838"/>
                  </a:lnTo>
                  <a:lnTo>
                    <a:pt x="2991" y="857"/>
                  </a:lnTo>
                  <a:lnTo>
                    <a:pt x="3010" y="857"/>
                  </a:lnTo>
                  <a:lnTo>
                    <a:pt x="3029" y="857"/>
                  </a:lnTo>
                  <a:lnTo>
                    <a:pt x="3048" y="857"/>
                  </a:lnTo>
                  <a:lnTo>
                    <a:pt x="3048" y="838"/>
                  </a:lnTo>
                  <a:lnTo>
                    <a:pt x="3068" y="838"/>
                  </a:lnTo>
                  <a:lnTo>
                    <a:pt x="3105" y="838"/>
                  </a:lnTo>
                  <a:lnTo>
                    <a:pt x="3124" y="838"/>
                  </a:lnTo>
                  <a:lnTo>
                    <a:pt x="3144" y="838"/>
                  </a:lnTo>
                  <a:lnTo>
                    <a:pt x="3163" y="838"/>
                  </a:lnTo>
                  <a:lnTo>
                    <a:pt x="3163" y="857"/>
                  </a:lnTo>
                  <a:lnTo>
                    <a:pt x="3182" y="857"/>
                  </a:lnTo>
                  <a:lnTo>
                    <a:pt x="3182" y="838"/>
                  </a:lnTo>
                  <a:lnTo>
                    <a:pt x="3182" y="819"/>
                  </a:lnTo>
                  <a:lnTo>
                    <a:pt x="3200" y="819"/>
                  </a:lnTo>
                  <a:lnTo>
                    <a:pt x="3220" y="800"/>
                  </a:lnTo>
                  <a:lnTo>
                    <a:pt x="3239" y="800"/>
                  </a:lnTo>
                  <a:lnTo>
                    <a:pt x="3258" y="819"/>
                  </a:lnTo>
                  <a:lnTo>
                    <a:pt x="3315" y="819"/>
                  </a:lnTo>
                  <a:lnTo>
                    <a:pt x="3315" y="838"/>
                  </a:lnTo>
                  <a:lnTo>
                    <a:pt x="3315" y="857"/>
                  </a:lnTo>
                  <a:lnTo>
                    <a:pt x="3334" y="857"/>
                  </a:lnTo>
                  <a:lnTo>
                    <a:pt x="3353" y="857"/>
                  </a:lnTo>
                  <a:lnTo>
                    <a:pt x="3372" y="857"/>
                  </a:lnTo>
                  <a:lnTo>
                    <a:pt x="3391" y="876"/>
                  </a:lnTo>
                  <a:lnTo>
                    <a:pt x="3410" y="876"/>
                  </a:lnTo>
                  <a:lnTo>
                    <a:pt x="3410" y="895"/>
                  </a:lnTo>
                  <a:lnTo>
                    <a:pt x="3410" y="914"/>
                  </a:lnTo>
                  <a:lnTo>
                    <a:pt x="3410" y="933"/>
                  </a:lnTo>
                  <a:lnTo>
                    <a:pt x="3429" y="952"/>
                  </a:lnTo>
                  <a:lnTo>
                    <a:pt x="3449" y="952"/>
                  </a:lnTo>
                  <a:lnTo>
                    <a:pt x="3486" y="971"/>
                  </a:lnTo>
                  <a:lnTo>
                    <a:pt x="3505" y="971"/>
                  </a:lnTo>
                  <a:lnTo>
                    <a:pt x="3505" y="952"/>
                  </a:lnTo>
                  <a:lnTo>
                    <a:pt x="3525" y="952"/>
                  </a:lnTo>
                  <a:lnTo>
                    <a:pt x="3544" y="952"/>
                  </a:lnTo>
                  <a:lnTo>
                    <a:pt x="3581" y="952"/>
                  </a:lnTo>
                  <a:lnTo>
                    <a:pt x="3601" y="952"/>
                  </a:lnTo>
                  <a:lnTo>
                    <a:pt x="3639" y="952"/>
                  </a:lnTo>
                  <a:lnTo>
                    <a:pt x="3658" y="952"/>
                  </a:lnTo>
                  <a:lnTo>
                    <a:pt x="3677" y="971"/>
                  </a:lnTo>
                  <a:lnTo>
                    <a:pt x="3677" y="990"/>
                  </a:lnTo>
                  <a:lnTo>
                    <a:pt x="3696" y="990"/>
                  </a:lnTo>
                  <a:lnTo>
                    <a:pt x="3715" y="990"/>
                  </a:lnTo>
                  <a:lnTo>
                    <a:pt x="3715" y="971"/>
                  </a:lnTo>
                  <a:lnTo>
                    <a:pt x="3734" y="933"/>
                  </a:lnTo>
                  <a:lnTo>
                    <a:pt x="3734" y="914"/>
                  </a:lnTo>
                  <a:lnTo>
                    <a:pt x="3753" y="914"/>
                  </a:lnTo>
                  <a:lnTo>
                    <a:pt x="3772" y="914"/>
                  </a:lnTo>
                  <a:lnTo>
                    <a:pt x="3810" y="933"/>
                  </a:lnTo>
                  <a:lnTo>
                    <a:pt x="3830" y="933"/>
                  </a:lnTo>
                  <a:lnTo>
                    <a:pt x="3830" y="914"/>
                  </a:lnTo>
                  <a:lnTo>
                    <a:pt x="3830" y="895"/>
                  </a:lnTo>
                  <a:lnTo>
                    <a:pt x="3848" y="895"/>
                  </a:lnTo>
                  <a:lnTo>
                    <a:pt x="3848" y="876"/>
                  </a:lnTo>
                  <a:lnTo>
                    <a:pt x="3867" y="857"/>
                  </a:lnTo>
                  <a:lnTo>
                    <a:pt x="3886" y="838"/>
                  </a:lnTo>
                  <a:lnTo>
                    <a:pt x="3886" y="819"/>
                  </a:lnTo>
                  <a:lnTo>
                    <a:pt x="3925" y="819"/>
                  </a:lnTo>
                  <a:lnTo>
                    <a:pt x="3944" y="800"/>
                  </a:lnTo>
                  <a:lnTo>
                    <a:pt x="3962" y="781"/>
                  </a:lnTo>
                  <a:lnTo>
                    <a:pt x="3962" y="762"/>
                  </a:lnTo>
                  <a:lnTo>
                    <a:pt x="3982" y="762"/>
                  </a:lnTo>
                  <a:lnTo>
                    <a:pt x="3982" y="742"/>
                  </a:lnTo>
                  <a:lnTo>
                    <a:pt x="4001" y="742"/>
                  </a:lnTo>
                  <a:lnTo>
                    <a:pt x="4020" y="742"/>
                  </a:lnTo>
                  <a:lnTo>
                    <a:pt x="4039" y="762"/>
                  </a:lnTo>
                  <a:lnTo>
                    <a:pt x="4153" y="723"/>
                  </a:lnTo>
                  <a:lnTo>
                    <a:pt x="4172" y="723"/>
                  </a:lnTo>
                  <a:lnTo>
                    <a:pt x="4191" y="705"/>
                  </a:lnTo>
                  <a:lnTo>
                    <a:pt x="4211" y="666"/>
                  </a:lnTo>
                  <a:lnTo>
                    <a:pt x="4229" y="666"/>
                  </a:lnTo>
                  <a:lnTo>
                    <a:pt x="4229" y="647"/>
                  </a:lnTo>
                  <a:lnTo>
                    <a:pt x="4248" y="647"/>
                  </a:lnTo>
                  <a:lnTo>
                    <a:pt x="4267" y="666"/>
                  </a:lnTo>
                  <a:lnTo>
                    <a:pt x="4287" y="647"/>
                  </a:lnTo>
                  <a:lnTo>
                    <a:pt x="4306" y="647"/>
                  </a:lnTo>
                  <a:lnTo>
                    <a:pt x="4306" y="666"/>
                  </a:lnTo>
                  <a:lnTo>
                    <a:pt x="4324" y="666"/>
                  </a:lnTo>
                  <a:lnTo>
                    <a:pt x="4343" y="666"/>
                  </a:lnTo>
                  <a:lnTo>
                    <a:pt x="4343" y="647"/>
                  </a:lnTo>
                  <a:lnTo>
                    <a:pt x="4363" y="647"/>
                  </a:lnTo>
                  <a:lnTo>
                    <a:pt x="4382" y="647"/>
                  </a:lnTo>
                  <a:lnTo>
                    <a:pt x="4382" y="666"/>
                  </a:lnTo>
                  <a:lnTo>
                    <a:pt x="4401" y="686"/>
                  </a:lnTo>
                  <a:lnTo>
                    <a:pt x="4420" y="686"/>
                  </a:lnTo>
                  <a:lnTo>
                    <a:pt x="4439" y="686"/>
                  </a:lnTo>
                  <a:lnTo>
                    <a:pt x="4439" y="666"/>
                  </a:lnTo>
                  <a:lnTo>
                    <a:pt x="4458" y="628"/>
                  </a:lnTo>
                  <a:lnTo>
                    <a:pt x="4477" y="628"/>
                  </a:lnTo>
                  <a:lnTo>
                    <a:pt x="4477" y="609"/>
                  </a:lnTo>
                  <a:lnTo>
                    <a:pt x="4515" y="590"/>
                  </a:lnTo>
                  <a:lnTo>
                    <a:pt x="4534" y="590"/>
                  </a:lnTo>
                  <a:lnTo>
                    <a:pt x="4534" y="571"/>
                  </a:lnTo>
                  <a:lnTo>
                    <a:pt x="4534" y="552"/>
                  </a:lnTo>
                  <a:lnTo>
                    <a:pt x="4534" y="495"/>
                  </a:lnTo>
                  <a:lnTo>
                    <a:pt x="4515" y="457"/>
                  </a:lnTo>
                  <a:lnTo>
                    <a:pt x="4515" y="438"/>
                  </a:lnTo>
                  <a:lnTo>
                    <a:pt x="4534" y="438"/>
                  </a:lnTo>
                  <a:lnTo>
                    <a:pt x="4553" y="438"/>
                  </a:lnTo>
                  <a:lnTo>
                    <a:pt x="4591" y="438"/>
                  </a:lnTo>
                  <a:lnTo>
                    <a:pt x="4610" y="438"/>
                  </a:lnTo>
                  <a:lnTo>
                    <a:pt x="4629" y="419"/>
                  </a:lnTo>
                  <a:lnTo>
                    <a:pt x="4648" y="419"/>
                  </a:lnTo>
                  <a:lnTo>
                    <a:pt x="4668" y="419"/>
                  </a:lnTo>
                  <a:lnTo>
                    <a:pt x="4687" y="419"/>
                  </a:lnTo>
                  <a:lnTo>
                    <a:pt x="4705" y="419"/>
                  </a:lnTo>
                  <a:lnTo>
                    <a:pt x="4724" y="419"/>
                  </a:lnTo>
                  <a:lnTo>
                    <a:pt x="4724" y="400"/>
                  </a:lnTo>
                  <a:lnTo>
                    <a:pt x="4744" y="400"/>
                  </a:lnTo>
                  <a:lnTo>
                    <a:pt x="4763" y="381"/>
                  </a:lnTo>
                  <a:lnTo>
                    <a:pt x="4782" y="324"/>
                  </a:lnTo>
                  <a:lnTo>
                    <a:pt x="4820" y="285"/>
                  </a:lnTo>
                  <a:lnTo>
                    <a:pt x="4820" y="266"/>
                  </a:lnTo>
                  <a:lnTo>
                    <a:pt x="4839" y="266"/>
                  </a:lnTo>
                  <a:lnTo>
                    <a:pt x="4839" y="247"/>
                  </a:lnTo>
                  <a:lnTo>
                    <a:pt x="4858" y="209"/>
                  </a:lnTo>
                  <a:lnTo>
                    <a:pt x="4877" y="171"/>
                  </a:lnTo>
                  <a:lnTo>
                    <a:pt x="4896" y="190"/>
                  </a:lnTo>
                  <a:lnTo>
                    <a:pt x="4915" y="209"/>
                  </a:lnTo>
                  <a:lnTo>
                    <a:pt x="4934" y="209"/>
                  </a:lnTo>
                  <a:lnTo>
                    <a:pt x="4953" y="209"/>
                  </a:lnTo>
                  <a:lnTo>
                    <a:pt x="4972" y="190"/>
                  </a:lnTo>
                  <a:lnTo>
                    <a:pt x="4991" y="190"/>
                  </a:lnTo>
                  <a:lnTo>
                    <a:pt x="5010" y="190"/>
                  </a:lnTo>
                  <a:lnTo>
                    <a:pt x="5068" y="171"/>
                  </a:lnTo>
                  <a:lnTo>
                    <a:pt x="5086" y="171"/>
                  </a:lnTo>
                  <a:lnTo>
                    <a:pt x="5105" y="171"/>
                  </a:lnTo>
                  <a:lnTo>
                    <a:pt x="5105" y="190"/>
                  </a:lnTo>
                  <a:lnTo>
                    <a:pt x="5125" y="190"/>
                  </a:lnTo>
                  <a:lnTo>
                    <a:pt x="5125" y="209"/>
                  </a:lnTo>
                  <a:lnTo>
                    <a:pt x="5125" y="229"/>
                  </a:lnTo>
                  <a:lnTo>
                    <a:pt x="5125" y="247"/>
                  </a:lnTo>
                  <a:lnTo>
                    <a:pt x="5144" y="247"/>
                  </a:lnTo>
                  <a:lnTo>
                    <a:pt x="5163" y="247"/>
                  </a:lnTo>
                  <a:lnTo>
                    <a:pt x="5182" y="247"/>
                  </a:lnTo>
                  <a:lnTo>
                    <a:pt x="5201" y="247"/>
                  </a:lnTo>
                  <a:lnTo>
                    <a:pt x="5220" y="229"/>
                  </a:lnTo>
                  <a:lnTo>
                    <a:pt x="5220" y="247"/>
                  </a:lnTo>
                  <a:lnTo>
                    <a:pt x="5239" y="247"/>
                  </a:lnTo>
                  <a:lnTo>
                    <a:pt x="5239" y="266"/>
                  </a:lnTo>
                  <a:lnTo>
                    <a:pt x="5239" y="285"/>
                  </a:lnTo>
                  <a:lnTo>
                    <a:pt x="5258" y="285"/>
                  </a:lnTo>
                  <a:lnTo>
                    <a:pt x="5258" y="305"/>
                  </a:lnTo>
                  <a:lnTo>
                    <a:pt x="5277" y="305"/>
                  </a:lnTo>
                  <a:lnTo>
                    <a:pt x="5277" y="285"/>
                  </a:lnTo>
                  <a:lnTo>
                    <a:pt x="5296" y="285"/>
                  </a:lnTo>
                  <a:lnTo>
                    <a:pt x="5315" y="305"/>
                  </a:lnTo>
                  <a:lnTo>
                    <a:pt x="5315" y="324"/>
                  </a:lnTo>
                  <a:lnTo>
                    <a:pt x="5334" y="324"/>
                  </a:lnTo>
                  <a:lnTo>
                    <a:pt x="5315" y="324"/>
                  </a:lnTo>
                  <a:lnTo>
                    <a:pt x="5315" y="343"/>
                  </a:lnTo>
                  <a:lnTo>
                    <a:pt x="5315" y="381"/>
                  </a:lnTo>
                  <a:lnTo>
                    <a:pt x="5315" y="400"/>
                  </a:lnTo>
                  <a:lnTo>
                    <a:pt x="5315" y="419"/>
                  </a:lnTo>
                  <a:lnTo>
                    <a:pt x="5315" y="438"/>
                  </a:lnTo>
                  <a:lnTo>
                    <a:pt x="5315" y="457"/>
                  </a:lnTo>
                  <a:lnTo>
                    <a:pt x="5315" y="476"/>
                  </a:lnTo>
                  <a:lnTo>
                    <a:pt x="5315" y="495"/>
                  </a:lnTo>
                  <a:lnTo>
                    <a:pt x="5334" y="495"/>
                  </a:lnTo>
                  <a:lnTo>
                    <a:pt x="5353" y="514"/>
                  </a:lnTo>
                  <a:lnTo>
                    <a:pt x="5353" y="533"/>
                  </a:lnTo>
                  <a:lnTo>
                    <a:pt x="5353" y="571"/>
                  </a:lnTo>
                  <a:lnTo>
                    <a:pt x="5353" y="590"/>
                  </a:lnTo>
                  <a:lnTo>
                    <a:pt x="5372" y="609"/>
                  </a:lnTo>
                  <a:lnTo>
                    <a:pt x="5391" y="609"/>
                  </a:lnTo>
                  <a:lnTo>
                    <a:pt x="5448" y="647"/>
                  </a:lnTo>
                  <a:lnTo>
                    <a:pt x="5486" y="647"/>
                  </a:lnTo>
                  <a:lnTo>
                    <a:pt x="5506" y="666"/>
                  </a:lnTo>
                  <a:lnTo>
                    <a:pt x="5486" y="666"/>
                  </a:lnTo>
                  <a:lnTo>
                    <a:pt x="5486" y="686"/>
                  </a:lnTo>
                  <a:lnTo>
                    <a:pt x="5506" y="705"/>
                  </a:lnTo>
                  <a:lnTo>
                    <a:pt x="5506" y="723"/>
                  </a:lnTo>
                  <a:lnTo>
                    <a:pt x="5506" y="762"/>
                  </a:lnTo>
                  <a:lnTo>
                    <a:pt x="5506" y="781"/>
                  </a:lnTo>
                  <a:lnTo>
                    <a:pt x="5506" y="800"/>
                  </a:lnTo>
                  <a:lnTo>
                    <a:pt x="5486" y="819"/>
                  </a:lnTo>
                  <a:lnTo>
                    <a:pt x="5467" y="838"/>
                  </a:lnTo>
                  <a:lnTo>
                    <a:pt x="5467" y="857"/>
                  </a:lnTo>
                  <a:lnTo>
                    <a:pt x="5448" y="876"/>
                  </a:lnTo>
                  <a:lnTo>
                    <a:pt x="5467" y="876"/>
                  </a:lnTo>
                  <a:lnTo>
                    <a:pt x="5486" y="876"/>
                  </a:lnTo>
                  <a:lnTo>
                    <a:pt x="5506" y="895"/>
                  </a:lnTo>
                  <a:lnTo>
                    <a:pt x="5525" y="895"/>
                  </a:lnTo>
                  <a:lnTo>
                    <a:pt x="5544" y="914"/>
                  </a:lnTo>
                  <a:lnTo>
                    <a:pt x="5562" y="914"/>
                  </a:lnTo>
                  <a:lnTo>
                    <a:pt x="5582" y="914"/>
                  </a:lnTo>
                  <a:lnTo>
                    <a:pt x="5639" y="895"/>
                  </a:lnTo>
                  <a:lnTo>
                    <a:pt x="5658" y="876"/>
                  </a:lnTo>
                  <a:lnTo>
                    <a:pt x="5658" y="857"/>
                  </a:lnTo>
                  <a:lnTo>
                    <a:pt x="5677" y="838"/>
                  </a:lnTo>
                  <a:lnTo>
                    <a:pt x="5715" y="838"/>
                  </a:lnTo>
                  <a:lnTo>
                    <a:pt x="5734" y="819"/>
                  </a:lnTo>
                  <a:lnTo>
                    <a:pt x="5753" y="800"/>
                  </a:lnTo>
                  <a:lnTo>
                    <a:pt x="5772" y="781"/>
                  </a:lnTo>
                  <a:lnTo>
                    <a:pt x="5791" y="800"/>
                  </a:lnTo>
                  <a:lnTo>
                    <a:pt x="5811" y="800"/>
                  </a:lnTo>
                  <a:lnTo>
                    <a:pt x="5829" y="800"/>
                  </a:lnTo>
                  <a:lnTo>
                    <a:pt x="5848" y="800"/>
                  </a:lnTo>
                  <a:lnTo>
                    <a:pt x="5848" y="781"/>
                  </a:lnTo>
                  <a:lnTo>
                    <a:pt x="5848" y="742"/>
                  </a:lnTo>
                  <a:lnTo>
                    <a:pt x="5867" y="723"/>
                  </a:lnTo>
                  <a:lnTo>
                    <a:pt x="5906" y="552"/>
                  </a:lnTo>
                  <a:lnTo>
                    <a:pt x="5925" y="514"/>
                  </a:lnTo>
                  <a:lnTo>
                    <a:pt x="5963" y="514"/>
                  </a:lnTo>
                  <a:lnTo>
                    <a:pt x="5982" y="514"/>
                  </a:lnTo>
                  <a:lnTo>
                    <a:pt x="5982" y="533"/>
                  </a:lnTo>
                  <a:lnTo>
                    <a:pt x="6001" y="533"/>
                  </a:lnTo>
                  <a:lnTo>
                    <a:pt x="6001" y="552"/>
                  </a:lnTo>
                  <a:lnTo>
                    <a:pt x="6020" y="552"/>
                  </a:lnTo>
                  <a:lnTo>
                    <a:pt x="6039" y="552"/>
                  </a:lnTo>
                  <a:lnTo>
                    <a:pt x="6077" y="533"/>
                  </a:lnTo>
                  <a:lnTo>
                    <a:pt x="6096" y="514"/>
                  </a:lnTo>
                  <a:lnTo>
                    <a:pt x="6153" y="495"/>
                  </a:lnTo>
                  <a:lnTo>
                    <a:pt x="6192" y="495"/>
                  </a:lnTo>
                  <a:lnTo>
                    <a:pt x="6192" y="476"/>
                  </a:lnTo>
                  <a:lnTo>
                    <a:pt x="6248" y="419"/>
                  </a:lnTo>
                  <a:lnTo>
                    <a:pt x="6268" y="419"/>
                  </a:lnTo>
                  <a:lnTo>
                    <a:pt x="6268" y="381"/>
                  </a:lnTo>
                  <a:lnTo>
                    <a:pt x="6268" y="361"/>
                  </a:lnTo>
                  <a:lnTo>
                    <a:pt x="6268" y="343"/>
                  </a:lnTo>
                  <a:lnTo>
                    <a:pt x="6248" y="324"/>
                  </a:lnTo>
                  <a:lnTo>
                    <a:pt x="6248" y="305"/>
                  </a:lnTo>
                  <a:lnTo>
                    <a:pt x="6248" y="285"/>
                  </a:lnTo>
                  <a:lnTo>
                    <a:pt x="6268" y="285"/>
                  </a:lnTo>
                  <a:lnTo>
                    <a:pt x="6287" y="266"/>
                  </a:lnTo>
                  <a:lnTo>
                    <a:pt x="6344" y="266"/>
                  </a:lnTo>
                  <a:lnTo>
                    <a:pt x="6382" y="247"/>
                  </a:lnTo>
                  <a:lnTo>
                    <a:pt x="6401" y="247"/>
                  </a:lnTo>
                  <a:lnTo>
                    <a:pt x="6420" y="247"/>
                  </a:lnTo>
                  <a:lnTo>
                    <a:pt x="6439" y="247"/>
                  </a:lnTo>
                  <a:lnTo>
                    <a:pt x="6458" y="229"/>
                  </a:lnTo>
                  <a:lnTo>
                    <a:pt x="6458" y="209"/>
                  </a:lnTo>
                  <a:lnTo>
                    <a:pt x="6439" y="152"/>
                  </a:lnTo>
                  <a:lnTo>
                    <a:pt x="6439" y="133"/>
                  </a:lnTo>
                  <a:lnTo>
                    <a:pt x="6458" y="114"/>
                  </a:lnTo>
                  <a:lnTo>
                    <a:pt x="6477" y="114"/>
                  </a:lnTo>
                  <a:lnTo>
                    <a:pt x="6515" y="114"/>
                  </a:lnTo>
                  <a:lnTo>
                    <a:pt x="6705" y="19"/>
                  </a:lnTo>
                  <a:lnTo>
                    <a:pt x="6725" y="0"/>
                  </a:lnTo>
                  <a:lnTo>
                    <a:pt x="6744" y="0"/>
                  </a:lnTo>
                  <a:lnTo>
                    <a:pt x="6782" y="19"/>
                  </a:lnTo>
                  <a:lnTo>
                    <a:pt x="6820" y="38"/>
                  </a:lnTo>
                  <a:lnTo>
                    <a:pt x="6839" y="57"/>
                  </a:lnTo>
                  <a:lnTo>
                    <a:pt x="6858" y="95"/>
                  </a:lnTo>
                  <a:lnTo>
                    <a:pt x="6877" y="114"/>
                  </a:lnTo>
                  <a:lnTo>
                    <a:pt x="6877" y="133"/>
                  </a:lnTo>
                  <a:lnTo>
                    <a:pt x="6877" y="152"/>
                  </a:lnTo>
                  <a:lnTo>
                    <a:pt x="6896" y="152"/>
                  </a:lnTo>
                  <a:lnTo>
                    <a:pt x="6934" y="152"/>
                  </a:lnTo>
                  <a:lnTo>
                    <a:pt x="6953" y="152"/>
                  </a:lnTo>
                  <a:lnTo>
                    <a:pt x="6953" y="171"/>
                  </a:lnTo>
                  <a:lnTo>
                    <a:pt x="6991" y="171"/>
                  </a:lnTo>
                  <a:lnTo>
                    <a:pt x="7067" y="190"/>
                  </a:lnTo>
                  <a:lnTo>
                    <a:pt x="7086" y="209"/>
                  </a:lnTo>
                  <a:lnTo>
                    <a:pt x="7106" y="229"/>
                  </a:lnTo>
                  <a:lnTo>
                    <a:pt x="7106" y="247"/>
                  </a:lnTo>
                  <a:lnTo>
                    <a:pt x="7125" y="247"/>
                  </a:lnTo>
                  <a:lnTo>
                    <a:pt x="7144" y="247"/>
                  </a:lnTo>
                  <a:lnTo>
                    <a:pt x="7182" y="247"/>
                  </a:lnTo>
                  <a:lnTo>
                    <a:pt x="7220" y="229"/>
                  </a:lnTo>
                  <a:lnTo>
                    <a:pt x="7239" y="229"/>
                  </a:lnTo>
                  <a:lnTo>
                    <a:pt x="7258" y="247"/>
                  </a:lnTo>
                  <a:lnTo>
                    <a:pt x="7277" y="247"/>
                  </a:lnTo>
                  <a:lnTo>
                    <a:pt x="7296" y="247"/>
                  </a:lnTo>
                  <a:lnTo>
                    <a:pt x="7296" y="266"/>
                  </a:lnTo>
                  <a:lnTo>
                    <a:pt x="7315" y="285"/>
                  </a:lnTo>
                  <a:lnTo>
                    <a:pt x="7353" y="285"/>
                  </a:lnTo>
                  <a:lnTo>
                    <a:pt x="7372" y="305"/>
                  </a:lnTo>
                  <a:lnTo>
                    <a:pt x="7372" y="324"/>
                  </a:lnTo>
                  <a:lnTo>
                    <a:pt x="7411" y="419"/>
                  </a:lnTo>
                  <a:lnTo>
                    <a:pt x="7430" y="438"/>
                  </a:lnTo>
                  <a:lnTo>
                    <a:pt x="7448" y="438"/>
                  </a:lnTo>
                  <a:lnTo>
                    <a:pt x="7448" y="419"/>
                  </a:lnTo>
                  <a:lnTo>
                    <a:pt x="7467" y="400"/>
                  </a:lnTo>
                  <a:lnTo>
                    <a:pt x="7467" y="361"/>
                  </a:lnTo>
                  <a:lnTo>
                    <a:pt x="7467" y="324"/>
                  </a:lnTo>
                  <a:lnTo>
                    <a:pt x="7506" y="285"/>
                  </a:lnTo>
                  <a:lnTo>
                    <a:pt x="7525" y="285"/>
                  </a:lnTo>
                  <a:lnTo>
                    <a:pt x="7563" y="305"/>
                  </a:lnTo>
                  <a:lnTo>
                    <a:pt x="7582" y="324"/>
                  </a:lnTo>
                  <a:lnTo>
                    <a:pt x="7582" y="343"/>
                  </a:lnTo>
                  <a:lnTo>
                    <a:pt x="7544" y="400"/>
                  </a:lnTo>
                  <a:lnTo>
                    <a:pt x="7563" y="419"/>
                  </a:lnTo>
                  <a:lnTo>
                    <a:pt x="7582" y="457"/>
                  </a:lnTo>
                  <a:lnTo>
                    <a:pt x="7601" y="457"/>
                  </a:lnTo>
                  <a:lnTo>
                    <a:pt x="7620" y="476"/>
                  </a:lnTo>
                  <a:lnTo>
                    <a:pt x="7639" y="476"/>
                  </a:lnTo>
                  <a:lnTo>
                    <a:pt x="7677" y="476"/>
                  </a:lnTo>
                  <a:lnTo>
                    <a:pt x="7696" y="457"/>
                  </a:lnTo>
                  <a:lnTo>
                    <a:pt x="7715" y="457"/>
                  </a:lnTo>
                  <a:lnTo>
                    <a:pt x="7734" y="438"/>
                  </a:lnTo>
                  <a:lnTo>
                    <a:pt x="7734" y="457"/>
                  </a:lnTo>
                  <a:lnTo>
                    <a:pt x="7753" y="457"/>
                  </a:lnTo>
                  <a:lnTo>
                    <a:pt x="7753" y="476"/>
                  </a:lnTo>
                  <a:lnTo>
                    <a:pt x="7753" y="495"/>
                  </a:lnTo>
                  <a:lnTo>
                    <a:pt x="7734" y="514"/>
                  </a:lnTo>
                  <a:lnTo>
                    <a:pt x="7734" y="533"/>
                  </a:lnTo>
                  <a:lnTo>
                    <a:pt x="7734" y="552"/>
                  </a:lnTo>
                  <a:lnTo>
                    <a:pt x="7734" y="571"/>
                  </a:lnTo>
                  <a:lnTo>
                    <a:pt x="7734" y="590"/>
                  </a:lnTo>
                  <a:lnTo>
                    <a:pt x="7753" y="609"/>
                  </a:lnTo>
                  <a:lnTo>
                    <a:pt x="7753" y="647"/>
                  </a:lnTo>
                  <a:lnTo>
                    <a:pt x="7792" y="742"/>
                  </a:lnTo>
                  <a:lnTo>
                    <a:pt x="7810" y="762"/>
                  </a:lnTo>
                  <a:lnTo>
                    <a:pt x="7829" y="819"/>
                  </a:lnTo>
                  <a:lnTo>
                    <a:pt x="7829" y="838"/>
                  </a:lnTo>
                  <a:lnTo>
                    <a:pt x="7848" y="838"/>
                  </a:lnTo>
                  <a:lnTo>
                    <a:pt x="7848" y="857"/>
                  </a:lnTo>
                  <a:lnTo>
                    <a:pt x="7868" y="857"/>
                  </a:lnTo>
                  <a:lnTo>
                    <a:pt x="7887" y="857"/>
                  </a:lnTo>
                  <a:lnTo>
                    <a:pt x="7906" y="857"/>
                  </a:lnTo>
                  <a:lnTo>
                    <a:pt x="7924" y="876"/>
                  </a:lnTo>
                  <a:lnTo>
                    <a:pt x="7944" y="876"/>
                  </a:lnTo>
                  <a:lnTo>
                    <a:pt x="7963" y="876"/>
                  </a:lnTo>
                  <a:lnTo>
                    <a:pt x="8001" y="895"/>
                  </a:lnTo>
                  <a:lnTo>
                    <a:pt x="8020" y="895"/>
                  </a:lnTo>
                  <a:lnTo>
                    <a:pt x="8020" y="914"/>
                  </a:lnTo>
                  <a:lnTo>
                    <a:pt x="8020" y="933"/>
                  </a:lnTo>
                  <a:lnTo>
                    <a:pt x="8020" y="952"/>
                  </a:lnTo>
                  <a:lnTo>
                    <a:pt x="8001" y="971"/>
                  </a:lnTo>
                  <a:lnTo>
                    <a:pt x="8001" y="990"/>
                  </a:lnTo>
                  <a:lnTo>
                    <a:pt x="7982" y="1009"/>
                  </a:lnTo>
                  <a:lnTo>
                    <a:pt x="7982" y="1028"/>
                  </a:lnTo>
                  <a:lnTo>
                    <a:pt x="7982" y="1047"/>
                  </a:lnTo>
                  <a:lnTo>
                    <a:pt x="8001" y="1047"/>
                  </a:lnTo>
                  <a:lnTo>
                    <a:pt x="8020" y="1067"/>
                  </a:lnTo>
                  <a:lnTo>
                    <a:pt x="8039" y="1067"/>
                  </a:lnTo>
                  <a:lnTo>
                    <a:pt x="8020" y="1086"/>
                  </a:lnTo>
                  <a:lnTo>
                    <a:pt x="8020" y="1123"/>
                  </a:lnTo>
                  <a:lnTo>
                    <a:pt x="8001" y="1123"/>
                  </a:lnTo>
                  <a:lnTo>
                    <a:pt x="8001" y="1143"/>
                  </a:lnTo>
                  <a:lnTo>
                    <a:pt x="8001" y="1162"/>
                  </a:lnTo>
                  <a:lnTo>
                    <a:pt x="8020" y="1200"/>
                  </a:lnTo>
                  <a:lnTo>
                    <a:pt x="8058" y="1276"/>
                  </a:lnTo>
                  <a:lnTo>
                    <a:pt x="8058" y="1295"/>
                  </a:lnTo>
                  <a:lnTo>
                    <a:pt x="8077" y="1295"/>
                  </a:lnTo>
                  <a:lnTo>
                    <a:pt x="8096" y="1314"/>
                  </a:lnTo>
                  <a:lnTo>
                    <a:pt x="8115" y="1314"/>
                  </a:lnTo>
                  <a:lnTo>
                    <a:pt x="8115" y="1333"/>
                  </a:lnTo>
                  <a:lnTo>
                    <a:pt x="8115" y="1352"/>
                  </a:lnTo>
                  <a:lnTo>
                    <a:pt x="8173" y="1409"/>
                  </a:lnTo>
                  <a:lnTo>
                    <a:pt x="8191" y="1409"/>
                  </a:lnTo>
                  <a:lnTo>
                    <a:pt x="8191" y="1428"/>
                  </a:lnTo>
                  <a:lnTo>
                    <a:pt x="8229" y="1485"/>
                  </a:lnTo>
                  <a:lnTo>
                    <a:pt x="8229" y="1504"/>
                  </a:lnTo>
                  <a:lnTo>
                    <a:pt x="8229" y="1562"/>
                  </a:lnTo>
                  <a:lnTo>
                    <a:pt x="8229" y="1600"/>
                  </a:lnTo>
                  <a:lnTo>
                    <a:pt x="8229" y="1695"/>
                  </a:lnTo>
                  <a:lnTo>
                    <a:pt x="8210" y="1714"/>
                  </a:lnTo>
                  <a:lnTo>
                    <a:pt x="8210" y="1733"/>
                  </a:lnTo>
                  <a:lnTo>
                    <a:pt x="8191" y="1752"/>
                  </a:lnTo>
                  <a:lnTo>
                    <a:pt x="8191" y="1771"/>
                  </a:lnTo>
                  <a:lnTo>
                    <a:pt x="8173" y="1790"/>
                  </a:lnTo>
                  <a:lnTo>
                    <a:pt x="8173" y="1809"/>
                  </a:lnTo>
                  <a:lnTo>
                    <a:pt x="8191" y="1866"/>
                  </a:lnTo>
                  <a:lnTo>
                    <a:pt x="8191" y="1885"/>
                  </a:lnTo>
                  <a:lnTo>
                    <a:pt x="8191" y="1924"/>
                  </a:lnTo>
                  <a:lnTo>
                    <a:pt x="8191" y="1943"/>
                  </a:lnTo>
                  <a:lnTo>
                    <a:pt x="8191" y="1961"/>
                  </a:lnTo>
                  <a:lnTo>
                    <a:pt x="8210" y="1961"/>
                  </a:lnTo>
                  <a:lnTo>
                    <a:pt x="8229" y="1981"/>
                  </a:lnTo>
                  <a:lnTo>
                    <a:pt x="8229" y="2000"/>
                  </a:lnTo>
                  <a:lnTo>
                    <a:pt x="8229" y="2019"/>
                  </a:lnTo>
                  <a:lnTo>
                    <a:pt x="8210" y="2019"/>
                  </a:lnTo>
                  <a:lnTo>
                    <a:pt x="8210" y="2038"/>
                  </a:lnTo>
                  <a:lnTo>
                    <a:pt x="8191" y="2038"/>
                  </a:lnTo>
                  <a:lnTo>
                    <a:pt x="8153" y="2076"/>
                  </a:lnTo>
                  <a:lnTo>
                    <a:pt x="8058" y="2114"/>
                  </a:lnTo>
                  <a:lnTo>
                    <a:pt x="8020" y="2114"/>
                  </a:lnTo>
                  <a:lnTo>
                    <a:pt x="7982" y="2095"/>
                  </a:lnTo>
                  <a:lnTo>
                    <a:pt x="7944" y="2076"/>
                  </a:lnTo>
                  <a:lnTo>
                    <a:pt x="7924" y="2076"/>
                  </a:lnTo>
                  <a:lnTo>
                    <a:pt x="7887" y="2076"/>
                  </a:lnTo>
                  <a:lnTo>
                    <a:pt x="7868" y="2076"/>
                  </a:lnTo>
                  <a:lnTo>
                    <a:pt x="7848" y="2076"/>
                  </a:lnTo>
                  <a:lnTo>
                    <a:pt x="7829" y="2095"/>
                  </a:lnTo>
                  <a:lnTo>
                    <a:pt x="7829" y="2133"/>
                  </a:lnTo>
                  <a:lnTo>
                    <a:pt x="7792" y="2190"/>
                  </a:lnTo>
                  <a:lnTo>
                    <a:pt x="7792" y="2210"/>
                  </a:lnTo>
                  <a:lnTo>
                    <a:pt x="7792" y="2228"/>
                  </a:lnTo>
                  <a:lnTo>
                    <a:pt x="7792" y="2247"/>
                  </a:lnTo>
                  <a:lnTo>
                    <a:pt x="7810" y="2247"/>
                  </a:lnTo>
                  <a:lnTo>
                    <a:pt x="7829" y="2266"/>
                  </a:lnTo>
                  <a:lnTo>
                    <a:pt x="7829" y="2286"/>
                  </a:lnTo>
                  <a:lnTo>
                    <a:pt x="7848" y="2305"/>
                  </a:lnTo>
                  <a:lnTo>
                    <a:pt x="7848" y="2324"/>
                  </a:lnTo>
                  <a:lnTo>
                    <a:pt x="7868" y="2324"/>
                  </a:lnTo>
                  <a:lnTo>
                    <a:pt x="7887" y="2342"/>
                  </a:lnTo>
                  <a:lnTo>
                    <a:pt x="7887" y="2362"/>
                  </a:lnTo>
                  <a:lnTo>
                    <a:pt x="7906" y="2362"/>
                  </a:lnTo>
                  <a:lnTo>
                    <a:pt x="7924" y="2381"/>
                  </a:lnTo>
                  <a:lnTo>
                    <a:pt x="7924" y="2400"/>
                  </a:lnTo>
                  <a:lnTo>
                    <a:pt x="7944" y="2419"/>
                  </a:lnTo>
                  <a:lnTo>
                    <a:pt x="7944" y="2457"/>
                  </a:lnTo>
                  <a:lnTo>
                    <a:pt x="7944" y="2476"/>
                  </a:lnTo>
                  <a:lnTo>
                    <a:pt x="7963" y="2495"/>
                  </a:lnTo>
                  <a:lnTo>
                    <a:pt x="7963" y="2514"/>
                  </a:lnTo>
                  <a:lnTo>
                    <a:pt x="7982" y="2514"/>
                  </a:lnTo>
                  <a:lnTo>
                    <a:pt x="8020" y="2533"/>
                  </a:lnTo>
                  <a:lnTo>
                    <a:pt x="8039" y="2552"/>
                  </a:lnTo>
                  <a:lnTo>
                    <a:pt x="8039" y="2571"/>
                  </a:lnTo>
                  <a:lnTo>
                    <a:pt x="8039" y="2590"/>
                  </a:lnTo>
                  <a:lnTo>
                    <a:pt x="8039" y="2609"/>
                  </a:lnTo>
                  <a:lnTo>
                    <a:pt x="8039" y="2647"/>
                  </a:lnTo>
                  <a:lnTo>
                    <a:pt x="8039" y="2667"/>
                  </a:lnTo>
                  <a:lnTo>
                    <a:pt x="8020" y="2686"/>
                  </a:lnTo>
                  <a:lnTo>
                    <a:pt x="8020" y="2704"/>
                  </a:lnTo>
                  <a:lnTo>
                    <a:pt x="8039" y="2723"/>
                  </a:lnTo>
                  <a:lnTo>
                    <a:pt x="8058" y="2723"/>
                  </a:lnTo>
                  <a:lnTo>
                    <a:pt x="8077" y="2743"/>
                  </a:lnTo>
                  <a:lnTo>
                    <a:pt x="8096" y="2743"/>
                  </a:lnTo>
                  <a:lnTo>
                    <a:pt x="8115" y="2743"/>
                  </a:lnTo>
                  <a:lnTo>
                    <a:pt x="8134" y="2743"/>
                  </a:lnTo>
                  <a:lnTo>
                    <a:pt x="8153" y="2762"/>
                  </a:lnTo>
                  <a:lnTo>
                    <a:pt x="8173" y="2762"/>
                  </a:lnTo>
                  <a:lnTo>
                    <a:pt x="8173" y="2781"/>
                  </a:lnTo>
                  <a:lnTo>
                    <a:pt x="8173" y="2800"/>
                  </a:lnTo>
                  <a:lnTo>
                    <a:pt x="8191" y="2819"/>
                  </a:lnTo>
                  <a:lnTo>
                    <a:pt x="8210" y="2857"/>
                  </a:lnTo>
                  <a:lnTo>
                    <a:pt x="8249" y="2857"/>
                  </a:lnTo>
                  <a:lnTo>
                    <a:pt x="8268" y="2876"/>
                  </a:lnTo>
                  <a:lnTo>
                    <a:pt x="8305" y="2876"/>
                  </a:lnTo>
                  <a:lnTo>
                    <a:pt x="8325" y="2895"/>
                  </a:lnTo>
                  <a:lnTo>
                    <a:pt x="8344" y="2876"/>
                  </a:lnTo>
                  <a:lnTo>
                    <a:pt x="8363" y="2857"/>
                  </a:lnTo>
                  <a:lnTo>
                    <a:pt x="8420" y="2857"/>
                  </a:lnTo>
                  <a:lnTo>
                    <a:pt x="8458" y="2857"/>
                  </a:lnTo>
                  <a:lnTo>
                    <a:pt x="8515" y="2838"/>
                  </a:lnTo>
                  <a:close/>
                  <a:moveTo>
                    <a:pt x="7144" y="4648"/>
                  </a:moveTo>
                  <a:lnTo>
                    <a:pt x="7163" y="4628"/>
                  </a:lnTo>
                  <a:lnTo>
                    <a:pt x="7182" y="4628"/>
                  </a:lnTo>
                  <a:lnTo>
                    <a:pt x="7182" y="4704"/>
                  </a:lnTo>
                  <a:lnTo>
                    <a:pt x="7182" y="4724"/>
                  </a:lnTo>
                  <a:lnTo>
                    <a:pt x="7163" y="4724"/>
                  </a:lnTo>
                  <a:lnTo>
                    <a:pt x="7182" y="4743"/>
                  </a:lnTo>
                  <a:lnTo>
                    <a:pt x="7163" y="4743"/>
                  </a:lnTo>
                  <a:lnTo>
                    <a:pt x="7163" y="4762"/>
                  </a:lnTo>
                  <a:lnTo>
                    <a:pt x="7163" y="4781"/>
                  </a:lnTo>
                  <a:lnTo>
                    <a:pt x="7144" y="4800"/>
                  </a:lnTo>
                  <a:lnTo>
                    <a:pt x="7163" y="4800"/>
                  </a:lnTo>
                  <a:lnTo>
                    <a:pt x="7163" y="4819"/>
                  </a:lnTo>
                  <a:lnTo>
                    <a:pt x="7163" y="4838"/>
                  </a:lnTo>
                  <a:lnTo>
                    <a:pt x="7182" y="4838"/>
                  </a:lnTo>
                  <a:lnTo>
                    <a:pt x="7182" y="4857"/>
                  </a:lnTo>
                  <a:lnTo>
                    <a:pt x="7182" y="4876"/>
                  </a:lnTo>
                  <a:lnTo>
                    <a:pt x="7182" y="4914"/>
                  </a:lnTo>
                  <a:lnTo>
                    <a:pt x="7163" y="4914"/>
                  </a:lnTo>
                  <a:lnTo>
                    <a:pt x="7163" y="4895"/>
                  </a:lnTo>
                  <a:lnTo>
                    <a:pt x="7144" y="4895"/>
                  </a:lnTo>
                  <a:lnTo>
                    <a:pt x="7125" y="4876"/>
                  </a:lnTo>
                  <a:lnTo>
                    <a:pt x="7106" y="4838"/>
                  </a:lnTo>
                  <a:lnTo>
                    <a:pt x="7106" y="4819"/>
                  </a:lnTo>
                  <a:lnTo>
                    <a:pt x="7106" y="4800"/>
                  </a:lnTo>
                  <a:lnTo>
                    <a:pt x="7106" y="4781"/>
                  </a:lnTo>
                  <a:lnTo>
                    <a:pt x="7106" y="4762"/>
                  </a:lnTo>
                  <a:lnTo>
                    <a:pt x="7106" y="4743"/>
                  </a:lnTo>
                  <a:lnTo>
                    <a:pt x="7125" y="4743"/>
                  </a:lnTo>
                  <a:lnTo>
                    <a:pt x="7106" y="4743"/>
                  </a:lnTo>
                  <a:lnTo>
                    <a:pt x="7067" y="4724"/>
                  </a:lnTo>
                  <a:lnTo>
                    <a:pt x="7049" y="4704"/>
                  </a:lnTo>
                  <a:lnTo>
                    <a:pt x="7067" y="4685"/>
                  </a:lnTo>
                  <a:lnTo>
                    <a:pt x="7049" y="4667"/>
                  </a:lnTo>
                  <a:lnTo>
                    <a:pt x="7049" y="4648"/>
                  </a:lnTo>
                  <a:lnTo>
                    <a:pt x="7067" y="4648"/>
                  </a:lnTo>
                  <a:lnTo>
                    <a:pt x="7067" y="4628"/>
                  </a:lnTo>
                  <a:lnTo>
                    <a:pt x="7086" y="4628"/>
                  </a:lnTo>
                  <a:lnTo>
                    <a:pt x="7106" y="4648"/>
                  </a:lnTo>
                  <a:lnTo>
                    <a:pt x="7125" y="4648"/>
                  </a:lnTo>
                  <a:lnTo>
                    <a:pt x="7144" y="4648"/>
                  </a:lnTo>
                  <a:close/>
                  <a:moveTo>
                    <a:pt x="7448" y="4191"/>
                  </a:moveTo>
                  <a:lnTo>
                    <a:pt x="7467" y="4228"/>
                  </a:lnTo>
                  <a:lnTo>
                    <a:pt x="7467" y="4247"/>
                  </a:lnTo>
                  <a:lnTo>
                    <a:pt x="7467" y="4267"/>
                  </a:lnTo>
                  <a:lnTo>
                    <a:pt x="7448" y="4267"/>
                  </a:lnTo>
                  <a:lnTo>
                    <a:pt x="7430" y="4286"/>
                  </a:lnTo>
                  <a:lnTo>
                    <a:pt x="7391" y="4305"/>
                  </a:lnTo>
                  <a:lnTo>
                    <a:pt x="7353" y="4323"/>
                  </a:lnTo>
                  <a:lnTo>
                    <a:pt x="7334" y="4343"/>
                  </a:lnTo>
                  <a:lnTo>
                    <a:pt x="7315" y="4362"/>
                  </a:lnTo>
                  <a:lnTo>
                    <a:pt x="7315" y="4381"/>
                  </a:lnTo>
                  <a:lnTo>
                    <a:pt x="7296" y="4381"/>
                  </a:lnTo>
                  <a:lnTo>
                    <a:pt x="7296" y="4400"/>
                  </a:lnTo>
                  <a:lnTo>
                    <a:pt x="7296" y="4381"/>
                  </a:lnTo>
                  <a:lnTo>
                    <a:pt x="7277" y="4343"/>
                  </a:lnTo>
                  <a:lnTo>
                    <a:pt x="7277" y="4323"/>
                  </a:lnTo>
                  <a:lnTo>
                    <a:pt x="7296" y="4305"/>
                  </a:lnTo>
                  <a:lnTo>
                    <a:pt x="7315" y="4305"/>
                  </a:lnTo>
                  <a:lnTo>
                    <a:pt x="7334" y="4286"/>
                  </a:lnTo>
                  <a:lnTo>
                    <a:pt x="7391" y="4228"/>
                  </a:lnTo>
                  <a:lnTo>
                    <a:pt x="7391" y="4209"/>
                  </a:lnTo>
                  <a:lnTo>
                    <a:pt x="7391" y="4191"/>
                  </a:lnTo>
                  <a:lnTo>
                    <a:pt x="7391" y="4171"/>
                  </a:lnTo>
                  <a:lnTo>
                    <a:pt x="7372" y="4171"/>
                  </a:lnTo>
                  <a:lnTo>
                    <a:pt x="7372" y="4152"/>
                  </a:lnTo>
                  <a:lnTo>
                    <a:pt x="7391" y="4133"/>
                  </a:lnTo>
                  <a:lnTo>
                    <a:pt x="7430" y="4152"/>
                  </a:lnTo>
                  <a:lnTo>
                    <a:pt x="7448" y="4171"/>
                  </a:lnTo>
                  <a:lnTo>
                    <a:pt x="7448" y="4191"/>
                  </a:lnTo>
                  <a:close/>
                </a:path>
              </a:pathLst>
            </a:custGeom>
            <a:solidFill>
              <a:srgbClr val="396445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D83B4C4F-B158-5C95-EB5C-31F44B0AE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79300" y="4587875"/>
              <a:ext cx="2187575" cy="608013"/>
            </a:xfrm>
            <a:custGeom>
              <a:avLst/>
              <a:gdLst>
                <a:gd name="T0" fmla="*/ 2147483646 w 12154"/>
                <a:gd name="T1" fmla="*/ 2147483646 h 3372"/>
                <a:gd name="T2" fmla="*/ 2147483646 w 12154"/>
                <a:gd name="T3" fmla="*/ 2147483646 h 3372"/>
                <a:gd name="T4" fmla="*/ 2147483646 w 12154"/>
                <a:gd name="T5" fmla="*/ 2147483646 h 3372"/>
                <a:gd name="T6" fmla="*/ 2147483646 w 12154"/>
                <a:gd name="T7" fmla="*/ 2147483646 h 3372"/>
                <a:gd name="T8" fmla="*/ 2147483646 w 12154"/>
                <a:gd name="T9" fmla="*/ 2147483646 h 3372"/>
                <a:gd name="T10" fmla="*/ 2147483646 w 12154"/>
                <a:gd name="T11" fmla="*/ 2147483646 h 3372"/>
                <a:gd name="T12" fmla="*/ 2147483646 w 12154"/>
                <a:gd name="T13" fmla="*/ 2147483646 h 3372"/>
                <a:gd name="T14" fmla="*/ 2147483646 w 12154"/>
                <a:gd name="T15" fmla="*/ 2147483646 h 3372"/>
                <a:gd name="T16" fmla="*/ 2147483646 w 12154"/>
                <a:gd name="T17" fmla="*/ 2147483646 h 3372"/>
                <a:gd name="T18" fmla="*/ 2147483646 w 12154"/>
                <a:gd name="T19" fmla="*/ 2147483646 h 3372"/>
                <a:gd name="T20" fmla="*/ 2147483646 w 12154"/>
                <a:gd name="T21" fmla="*/ 2147483646 h 3372"/>
                <a:gd name="T22" fmla="*/ 2147483646 w 12154"/>
                <a:gd name="T23" fmla="*/ 2147483646 h 3372"/>
                <a:gd name="T24" fmla="*/ 2147483646 w 12154"/>
                <a:gd name="T25" fmla="*/ 2147483646 h 3372"/>
                <a:gd name="T26" fmla="*/ 2147483646 w 12154"/>
                <a:gd name="T27" fmla="*/ 2147483646 h 3372"/>
                <a:gd name="T28" fmla="*/ 2147483646 w 12154"/>
                <a:gd name="T29" fmla="*/ 2147483646 h 3372"/>
                <a:gd name="T30" fmla="*/ 2147483646 w 12154"/>
                <a:gd name="T31" fmla="*/ 2147483646 h 3372"/>
                <a:gd name="T32" fmla="*/ 2147483646 w 12154"/>
                <a:gd name="T33" fmla="*/ 2147483646 h 3372"/>
                <a:gd name="T34" fmla="*/ 2147483646 w 12154"/>
                <a:gd name="T35" fmla="*/ 2147483646 h 3372"/>
                <a:gd name="T36" fmla="*/ 2147483646 w 12154"/>
                <a:gd name="T37" fmla="*/ 2147483646 h 3372"/>
                <a:gd name="T38" fmla="*/ 2147483646 w 12154"/>
                <a:gd name="T39" fmla="*/ 2147483646 h 3372"/>
                <a:gd name="T40" fmla="*/ 2147483646 w 12154"/>
                <a:gd name="T41" fmla="*/ 2147483646 h 3372"/>
                <a:gd name="T42" fmla="*/ 2147483646 w 12154"/>
                <a:gd name="T43" fmla="*/ 2147483646 h 3372"/>
                <a:gd name="T44" fmla="*/ 2147483646 w 12154"/>
                <a:gd name="T45" fmla="*/ 2147483646 h 3372"/>
                <a:gd name="T46" fmla="*/ 2147483646 w 12154"/>
                <a:gd name="T47" fmla="*/ 2147483646 h 3372"/>
                <a:gd name="T48" fmla="*/ 2147483646 w 12154"/>
                <a:gd name="T49" fmla="*/ 2147483646 h 3372"/>
                <a:gd name="T50" fmla="*/ 2147483646 w 12154"/>
                <a:gd name="T51" fmla="*/ 2147483646 h 3372"/>
                <a:gd name="T52" fmla="*/ 2147483646 w 12154"/>
                <a:gd name="T53" fmla="*/ 2147483646 h 3372"/>
                <a:gd name="T54" fmla="*/ 2147483646 w 12154"/>
                <a:gd name="T55" fmla="*/ 2147483646 h 3372"/>
                <a:gd name="T56" fmla="*/ 2147483646 w 12154"/>
                <a:gd name="T57" fmla="*/ 2147483646 h 3372"/>
                <a:gd name="T58" fmla="*/ 2147483646 w 12154"/>
                <a:gd name="T59" fmla="*/ 2147483646 h 3372"/>
                <a:gd name="T60" fmla="*/ 2147483646 w 12154"/>
                <a:gd name="T61" fmla="*/ 2147483646 h 3372"/>
                <a:gd name="T62" fmla="*/ 2147483646 w 12154"/>
                <a:gd name="T63" fmla="*/ 2147483646 h 3372"/>
                <a:gd name="T64" fmla="*/ 2147483646 w 12154"/>
                <a:gd name="T65" fmla="*/ 2147483646 h 3372"/>
                <a:gd name="T66" fmla="*/ 2147483646 w 12154"/>
                <a:gd name="T67" fmla="*/ 2147483646 h 3372"/>
                <a:gd name="T68" fmla="*/ 2147483646 w 12154"/>
                <a:gd name="T69" fmla="*/ 2147483646 h 3372"/>
                <a:gd name="T70" fmla="*/ 2147483646 w 12154"/>
                <a:gd name="T71" fmla="*/ 2147483646 h 3372"/>
                <a:gd name="T72" fmla="*/ 2147483646 w 12154"/>
                <a:gd name="T73" fmla="*/ 2147483646 h 3372"/>
                <a:gd name="T74" fmla="*/ 2147483646 w 12154"/>
                <a:gd name="T75" fmla="*/ 2147483646 h 3372"/>
                <a:gd name="T76" fmla="*/ 2147483646 w 12154"/>
                <a:gd name="T77" fmla="*/ 2147483646 h 3372"/>
                <a:gd name="T78" fmla="*/ 2147483646 w 12154"/>
                <a:gd name="T79" fmla="*/ 2147483646 h 3372"/>
                <a:gd name="T80" fmla="*/ 2147483646 w 12154"/>
                <a:gd name="T81" fmla="*/ 2147483646 h 3372"/>
                <a:gd name="T82" fmla="*/ 2147483646 w 12154"/>
                <a:gd name="T83" fmla="*/ 2147483646 h 3372"/>
                <a:gd name="T84" fmla="*/ 2147483646 w 12154"/>
                <a:gd name="T85" fmla="*/ 2147483646 h 3372"/>
                <a:gd name="T86" fmla="*/ 2147483646 w 12154"/>
                <a:gd name="T87" fmla="*/ 2147483646 h 3372"/>
                <a:gd name="T88" fmla="*/ 2147483646 w 12154"/>
                <a:gd name="T89" fmla="*/ 2147483646 h 3372"/>
                <a:gd name="T90" fmla="*/ 2147483646 w 12154"/>
                <a:gd name="T91" fmla="*/ 2147483646 h 3372"/>
                <a:gd name="T92" fmla="*/ 2147483646 w 12154"/>
                <a:gd name="T93" fmla="*/ 2147483646 h 3372"/>
                <a:gd name="T94" fmla="*/ 2147483646 w 12154"/>
                <a:gd name="T95" fmla="*/ 2147483646 h 3372"/>
                <a:gd name="T96" fmla="*/ 2147483646 w 12154"/>
                <a:gd name="T97" fmla="*/ 2147483646 h 3372"/>
                <a:gd name="T98" fmla="*/ 2147483646 w 12154"/>
                <a:gd name="T99" fmla="*/ 2147483646 h 3372"/>
                <a:gd name="T100" fmla="*/ 2147483646 w 12154"/>
                <a:gd name="T101" fmla="*/ 2147483646 h 3372"/>
                <a:gd name="T102" fmla="*/ 2147483646 w 12154"/>
                <a:gd name="T103" fmla="*/ 2147483646 h 3372"/>
                <a:gd name="T104" fmla="*/ 2147483646 w 12154"/>
                <a:gd name="T105" fmla="*/ 2147483646 h 3372"/>
                <a:gd name="T106" fmla="*/ 2147483646 w 12154"/>
                <a:gd name="T107" fmla="*/ 2147483646 h 3372"/>
                <a:gd name="T108" fmla="*/ 2147483646 w 12154"/>
                <a:gd name="T109" fmla="*/ 2147483646 h 3372"/>
                <a:gd name="T110" fmla="*/ 2147483646 w 12154"/>
                <a:gd name="T111" fmla="*/ 2147483646 h 3372"/>
                <a:gd name="T112" fmla="*/ 2147483646 w 12154"/>
                <a:gd name="T113" fmla="*/ 2147483646 h 3372"/>
                <a:gd name="T114" fmla="*/ 2147483646 w 12154"/>
                <a:gd name="T115" fmla="*/ 2147483646 h 3372"/>
                <a:gd name="T116" fmla="*/ 2147483646 w 12154"/>
                <a:gd name="T117" fmla="*/ 2147483646 h 3372"/>
                <a:gd name="T118" fmla="*/ 2147483646 w 12154"/>
                <a:gd name="T119" fmla="*/ 2147483646 h 3372"/>
                <a:gd name="T120" fmla="*/ 2147483646 w 12154"/>
                <a:gd name="T121" fmla="*/ 2147483646 h 3372"/>
                <a:gd name="T122" fmla="*/ 2147483646 w 12154"/>
                <a:gd name="T123" fmla="*/ 2147483646 h 337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2154" h="3372">
                  <a:moveTo>
                    <a:pt x="2057" y="437"/>
                  </a:moveTo>
                  <a:lnTo>
                    <a:pt x="2019" y="628"/>
                  </a:lnTo>
                  <a:lnTo>
                    <a:pt x="2000" y="799"/>
                  </a:lnTo>
                  <a:lnTo>
                    <a:pt x="2000" y="1009"/>
                  </a:lnTo>
                  <a:lnTo>
                    <a:pt x="2019" y="1199"/>
                  </a:lnTo>
                  <a:lnTo>
                    <a:pt x="2038" y="1352"/>
                  </a:lnTo>
                  <a:lnTo>
                    <a:pt x="2038" y="1485"/>
                  </a:lnTo>
                  <a:lnTo>
                    <a:pt x="2019" y="1523"/>
                  </a:lnTo>
                  <a:lnTo>
                    <a:pt x="1962" y="1714"/>
                  </a:lnTo>
                  <a:lnTo>
                    <a:pt x="1943" y="1752"/>
                  </a:lnTo>
                  <a:lnTo>
                    <a:pt x="1905" y="1771"/>
                  </a:lnTo>
                  <a:lnTo>
                    <a:pt x="1791" y="1809"/>
                  </a:lnTo>
                  <a:lnTo>
                    <a:pt x="1752" y="1847"/>
                  </a:lnTo>
                  <a:lnTo>
                    <a:pt x="1733" y="1866"/>
                  </a:lnTo>
                  <a:lnTo>
                    <a:pt x="1676" y="2000"/>
                  </a:lnTo>
                  <a:lnTo>
                    <a:pt x="1676" y="2018"/>
                  </a:lnTo>
                  <a:lnTo>
                    <a:pt x="1657" y="2037"/>
                  </a:lnTo>
                  <a:lnTo>
                    <a:pt x="1619" y="2057"/>
                  </a:lnTo>
                  <a:lnTo>
                    <a:pt x="1600" y="2057"/>
                  </a:lnTo>
                  <a:lnTo>
                    <a:pt x="1619" y="2057"/>
                  </a:lnTo>
                  <a:lnTo>
                    <a:pt x="1638" y="2076"/>
                  </a:lnTo>
                  <a:lnTo>
                    <a:pt x="1619" y="2133"/>
                  </a:lnTo>
                  <a:lnTo>
                    <a:pt x="1600" y="2133"/>
                  </a:lnTo>
                  <a:lnTo>
                    <a:pt x="1581" y="2152"/>
                  </a:lnTo>
                  <a:lnTo>
                    <a:pt x="1581" y="2171"/>
                  </a:lnTo>
                  <a:lnTo>
                    <a:pt x="1600" y="2190"/>
                  </a:lnTo>
                  <a:lnTo>
                    <a:pt x="1600" y="2209"/>
                  </a:lnTo>
                  <a:lnTo>
                    <a:pt x="1581" y="2228"/>
                  </a:lnTo>
                  <a:lnTo>
                    <a:pt x="1581" y="2285"/>
                  </a:lnTo>
                  <a:lnTo>
                    <a:pt x="1562" y="2304"/>
                  </a:lnTo>
                  <a:lnTo>
                    <a:pt x="1542" y="2362"/>
                  </a:lnTo>
                  <a:lnTo>
                    <a:pt x="1524" y="2380"/>
                  </a:lnTo>
                  <a:lnTo>
                    <a:pt x="1505" y="2362"/>
                  </a:lnTo>
                  <a:lnTo>
                    <a:pt x="1486" y="2380"/>
                  </a:lnTo>
                  <a:lnTo>
                    <a:pt x="1466" y="2380"/>
                  </a:lnTo>
                  <a:lnTo>
                    <a:pt x="1486" y="2342"/>
                  </a:lnTo>
                  <a:lnTo>
                    <a:pt x="1466" y="2342"/>
                  </a:lnTo>
                  <a:lnTo>
                    <a:pt x="1466" y="2323"/>
                  </a:lnTo>
                  <a:lnTo>
                    <a:pt x="1447" y="2323"/>
                  </a:lnTo>
                  <a:lnTo>
                    <a:pt x="1410" y="2342"/>
                  </a:lnTo>
                  <a:lnTo>
                    <a:pt x="1428" y="2342"/>
                  </a:lnTo>
                  <a:lnTo>
                    <a:pt x="1428" y="2362"/>
                  </a:lnTo>
                  <a:lnTo>
                    <a:pt x="1410" y="2362"/>
                  </a:lnTo>
                  <a:lnTo>
                    <a:pt x="1410" y="2380"/>
                  </a:lnTo>
                  <a:lnTo>
                    <a:pt x="1410" y="2399"/>
                  </a:lnTo>
                  <a:lnTo>
                    <a:pt x="1410" y="2418"/>
                  </a:lnTo>
                  <a:lnTo>
                    <a:pt x="1428" y="2438"/>
                  </a:lnTo>
                  <a:lnTo>
                    <a:pt x="1447" y="2418"/>
                  </a:lnTo>
                  <a:lnTo>
                    <a:pt x="1447" y="2438"/>
                  </a:lnTo>
                  <a:lnTo>
                    <a:pt x="1466" y="2438"/>
                  </a:lnTo>
                  <a:lnTo>
                    <a:pt x="1466" y="2418"/>
                  </a:lnTo>
                  <a:lnTo>
                    <a:pt x="1486" y="2418"/>
                  </a:lnTo>
                  <a:lnTo>
                    <a:pt x="1505" y="2418"/>
                  </a:lnTo>
                  <a:lnTo>
                    <a:pt x="1505" y="2438"/>
                  </a:lnTo>
                  <a:lnTo>
                    <a:pt x="1486" y="2457"/>
                  </a:lnTo>
                  <a:lnTo>
                    <a:pt x="1466" y="2476"/>
                  </a:lnTo>
                  <a:lnTo>
                    <a:pt x="1466" y="2514"/>
                  </a:lnTo>
                  <a:lnTo>
                    <a:pt x="1447" y="2552"/>
                  </a:lnTo>
                  <a:lnTo>
                    <a:pt x="1428" y="2609"/>
                  </a:lnTo>
                  <a:lnTo>
                    <a:pt x="1390" y="2666"/>
                  </a:lnTo>
                  <a:lnTo>
                    <a:pt x="1371" y="2723"/>
                  </a:lnTo>
                  <a:lnTo>
                    <a:pt x="1352" y="2723"/>
                  </a:lnTo>
                  <a:lnTo>
                    <a:pt x="1333" y="2723"/>
                  </a:lnTo>
                  <a:lnTo>
                    <a:pt x="1314" y="2743"/>
                  </a:lnTo>
                  <a:lnTo>
                    <a:pt x="1295" y="2743"/>
                  </a:lnTo>
                  <a:lnTo>
                    <a:pt x="1257" y="2819"/>
                  </a:lnTo>
                  <a:lnTo>
                    <a:pt x="1257" y="2838"/>
                  </a:lnTo>
                  <a:lnTo>
                    <a:pt x="1238" y="2838"/>
                  </a:lnTo>
                  <a:lnTo>
                    <a:pt x="1219" y="2857"/>
                  </a:lnTo>
                  <a:lnTo>
                    <a:pt x="1200" y="2914"/>
                  </a:lnTo>
                  <a:lnTo>
                    <a:pt x="1181" y="2914"/>
                  </a:lnTo>
                  <a:lnTo>
                    <a:pt x="1181" y="2933"/>
                  </a:lnTo>
                  <a:lnTo>
                    <a:pt x="1161" y="2933"/>
                  </a:lnTo>
                  <a:lnTo>
                    <a:pt x="1161" y="2914"/>
                  </a:lnTo>
                  <a:lnTo>
                    <a:pt x="1143" y="2914"/>
                  </a:lnTo>
                  <a:lnTo>
                    <a:pt x="1124" y="2914"/>
                  </a:lnTo>
                  <a:lnTo>
                    <a:pt x="1105" y="2933"/>
                  </a:lnTo>
                  <a:lnTo>
                    <a:pt x="1066" y="2952"/>
                  </a:lnTo>
                  <a:lnTo>
                    <a:pt x="1047" y="2952"/>
                  </a:lnTo>
                  <a:lnTo>
                    <a:pt x="1047" y="2971"/>
                  </a:lnTo>
                  <a:lnTo>
                    <a:pt x="1047" y="2990"/>
                  </a:lnTo>
                  <a:lnTo>
                    <a:pt x="1029" y="2990"/>
                  </a:lnTo>
                  <a:lnTo>
                    <a:pt x="1029" y="3009"/>
                  </a:lnTo>
                  <a:lnTo>
                    <a:pt x="1009" y="3028"/>
                  </a:lnTo>
                  <a:lnTo>
                    <a:pt x="990" y="3066"/>
                  </a:lnTo>
                  <a:lnTo>
                    <a:pt x="990" y="3104"/>
                  </a:lnTo>
                  <a:lnTo>
                    <a:pt x="990" y="3124"/>
                  </a:lnTo>
                  <a:lnTo>
                    <a:pt x="990" y="3142"/>
                  </a:lnTo>
                  <a:lnTo>
                    <a:pt x="971" y="3161"/>
                  </a:lnTo>
                  <a:lnTo>
                    <a:pt x="971" y="3180"/>
                  </a:lnTo>
                  <a:lnTo>
                    <a:pt x="971" y="3200"/>
                  </a:lnTo>
                  <a:lnTo>
                    <a:pt x="895" y="3295"/>
                  </a:lnTo>
                  <a:lnTo>
                    <a:pt x="857" y="3333"/>
                  </a:lnTo>
                  <a:lnTo>
                    <a:pt x="857" y="3371"/>
                  </a:lnTo>
                  <a:lnTo>
                    <a:pt x="838" y="3371"/>
                  </a:lnTo>
                  <a:lnTo>
                    <a:pt x="838" y="3352"/>
                  </a:lnTo>
                  <a:lnTo>
                    <a:pt x="819" y="3352"/>
                  </a:lnTo>
                  <a:lnTo>
                    <a:pt x="781" y="3333"/>
                  </a:lnTo>
                  <a:lnTo>
                    <a:pt x="762" y="3314"/>
                  </a:lnTo>
                  <a:lnTo>
                    <a:pt x="724" y="3314"/>
                  </a:lnTo>
                  <a:lnTo>
                    <a:pt x="648" y="3333"/>
                  </a:lnTo>
                  <a:lnTo>
                    <a:pt x="609" y="3333"/>
                  </a:lnTo>
                  <a:lnTo>
                    <a:pt x="590" y="3333"/>
                  </a:lnTo>
                  <a:lnTo>
                    <a:pt x="571" y="3333"/>
                  </a:lnTo>
                  <a:lnTo>
                    <a:pt x="533" y="3314"/>
                  </a:lnTo>
                  <a:lnTo>
                    <a:pt x="514" y="3295"/>
                  </a:lnTo>
                  <a:lnTo>
                    <a:pt x="476" y="3295"/>
                  </a:lnTo>
                  <a:lnTo>
                    <a:pt x="457" y="3295"/>
                  </a:lnTo>
                  <a:lnTo>
                    <a:pt x="438" y="3295"/>
                  </a:lnTo>
                  <a:lnTo>
                    <a:pt x="419" y="3314"/>
                  </a:lnTo>
                  <a:lnTo>
                    <a:pt x="400" y="3314"/>
                  </a:lnTo>
                  <a:lnTo>
                    <a:pt x="400" y="3295"/>
                  </a:lnTo>
                  <a:lnTo>
                    <a:pt x="381" y="3295"/>
                  </a:lnTo>
                  <a:lnTo>
                    <a:pt x="362" y="3276"/>
                  </a:lnTo>
                  <a:lnTo>
                    <a:pt x="343" y="3276"/>
                  </a:lnTo>
                  <a:lnTo>
                    <a:pt x="323" y="3276"/>
                  </a:lnTo>
                  <a:lnTo>
                    <a:pt x="304" y="3276"/>
                  </a:lnTo>
                  <a:lnTo>
                    <a:pt x="286" y="3276"/>
                  </a:lnTo>
                  <a:lnTo>
                    <a:pt x="286" y="3256"/>
                  </a:lnTo>
                  <a:lnTo>
                    <a:pt x="267" y="3256"/>
                  </a:lnTo>
                  <a:lnTo>
                    <a:pt x="247" y="3238"/>
                  </a:lnTo>
                  <a:lnTo>
                    <a:pt x="209" y="3238"/>
                  </a:lnTo>
                  <a:lnTo>
                    <a:pt x="190" y="3219"/>
                  </a:lnTo>
                  <a:lnTo>
                    <a:pt x="171" y="3219"/>
                  </a:lnTo>
                  <a:lnTo>
                    <a:pt x="152" y="3219"/>
                  </a:lnTo>
                  <a:lnTo>
                    <a:pt x="152" y="3200"/>
                  </a:lnTo>
                  <a:lnTo>
                    <a:pt x="133" y="3180"/>
                  </a:lnTo>
                  <a:lnTo>
                    <a:pt x="133" y="3161"/>
                  </a:lnTo>
                  <a:lnTo>
                    <a:pt x="133" y="3142"/>
                  </a:lnTo>
                  <a:lnTo>
                    <a:pt x="152" y="3124"/>
                  </a:lnTo>
                  <a:lnTo>
                    <a:pt x="152" y="3104"/>
                  </a:lnTo>
                  <a:lnTo>
                    <a:pt x="152" y="3085"/>
                  </a:lnTo>
                  <a:lnTo>
                    <a:pt x="152" y="3066"/>
                  </a:lnTo>
                  <a:lnTo>
                    <a:pt x="133" y="3047"/>
                  </a:lnTo>
                  <a:lnTo>
                    <a:pt x="133" y="3028"/>
                  </a:lnTo>
                  <a:lnTo>
                    <a:pt x="133" y="3009"/>
                  </a:lnTo>
                  <a:lnTo>
                    <a:pt x="133" y="2990"/>
                  </a:lnTo>
                  <a:lnTo>
                    <a:pt x="152" y="2990"/>
                  </a:lnTo>
                  <a:lnTo>
                    <a:pt x="152" y="2971"/>
                  </a:lnTo>
                  <a:lnTo>
                    <a:pt x="133" y="2971"/>
                  </a:lnTo>
                  <a:lnTo>
                    <a:pt x="133" y="2952"/>
                  </a:lnTo>
                  <a:lnTo>
                    <a:pt x="133" y="2933"/>
                  </a:lnTo>
                  <a:lnTo>
                    <a:pt x="114" y="2914"/>
                  </a:lnTo>
                  <a:lnTo>
                    <a:pt x="57" y="2895"/>
                  </a:lnTo>
                  <a:lnTo>
                    <a:pt x="19" y="2875"/>
                  </a:lnTo>
                  <a:lnTo>
                    <a:pt x="0" y="2875"/>
                  </a:lnTo>
                  <a:lnTo>
                    <a:pt x="0" y="2857"/>
                  </a:lnTo>
                  <a:lnTo>
                    <a:pt x="0" y="2838"/>
                  </a:lnTo>
                  <a:lnTo>
                    <a:pt x="19" y="2838"/>
                  </a:lnTo>
                  <a:lnTo>
                    <a:pt x="38" y="2799"/>
                  </a:lnTo>
                  <a:lnTo>
                    <a:pt x="38" y="2780"/>
                  </a:lnTo>
                  <a:lnTo>
                    <a:pt x="57" y="2743"/>
                  </a:lnTo>
                  <a:lnTo>
                    <a:pt x="57" y="2723"/>
                  </a:lnTo>
                  <a:lnTo>
                    <a:pt x="38" y="2723"/>
                  </a:lnTo>
                  <a:lnTo>
                    <a:pt x="38" y="2743"/>
                  </a:lnTo>
                  <a:lnTo>
                    <a:pt x="19" y="2743"/>
                  </a:lnTo>
                  <a:lnTo>
                    <a:pt x="19" y="2723"/>
                  </a:lnTo>
                  <a:lnTo>
                    <a:pt x="38" y="2704"/>
                  </a:lnTo>
                  <a:lnTo>
                    <a:pt x="57" y="2666"/>
                  </a:lnTo>
                  <a:lnTo>
                    <a:pt x="57" y="2647"/>
                  </a:lnTo>
                  <a:lnTo>
                    <a:pt x="76" y="2647"/>
                  </a:lnTo>
                  <a:lnTo>
                    <a:pt x="76" y="2628"/>
                  </a:lnTo>
                  <a:lnTo>
                    <a:pt x="57" y="2609"/>
                  </a:lnTo>
                  <a:lnTo>
                    <a:pt x="57" y="2571"/>
                  </a:lnTo>
                  <a:lnTo>
                    <a:pt x="76" y="2533"/>
                  </a:lnTo>
                  <a:lnTo>
                    <a:pt x="38" y="2514"/>
                  </a:lnTo>
                  <a:lnTo>
                    <a:pt x="38" y="2494"/>
                  </a:lnTo>
                  <a:lnTo>
                    <a:pt x="19" y="2494"/>
                  </a:lnTo>
                  <a:lnTo>
                    <a:pt x="19" y="2476"/>
                  </a:lnTo>
                  <a:lnTo>
                    <a:pt x="19" y="2457"/>
                  </a:lnTo>
                  <a:lnTo>
                    <a:pt x="19" y="2438"/>
                  </a:lnTo>
                  <a:lnTo>
                    <a:pt x="38" y="2438"/>
                  </a:lnTo>
                  <a:lnTo>
                    <a:pt x="38" y="2418"/>
                  </a:lnTo>
                  <a:lnTo>
                    <a:pt x="57" y="2418"/>
                  </a:lnTo>
                  <a:lnTo>
                    <a:pt x="95" y="2399"/>
                  </a:lnTo>
                  <a:lnTo>
                    <a:pt x="95" y="2380"/>
                  </a:lnTo>
                  <a:lnTo>
                    <a:pt x="114" y="2342"/>
                  </a:lnTo>
                  <a:lnTo>
                    <a:pt x="114" y="2323"/>
                  </a:lnTo>
                  <a:lnTo>
                    <a:pt x="133" y="2323"/>
                  </a:lnTo>
                  <a:lnTo>
                    <a:pt x="133" y="2304"/>
                  </a:lnTo>
                  <a:lnTo>
                    <a:pt x="152" y="2304"/>
                  </a:lnTo>
                  <a:lnTo>
                    <a:pt x="419" y="2323"/>
                  </a:lnTo>
                  <a:lnTo>
                    <a:pt x="438" y="2323"/>
                  </a:lnTo>
                  <a:lnTo>
                    <a:pt x="457" y="2304"/>
                  </a:lnTo>
                  <a:lnTo>
                    <a:pt x="476" y="2304"/>
                  </a:lnTo>
                  <a:lnTo>
                    <a:pt x="476" y="2285"/>
                  </a:lnTo>
                  <a:lnTo>
                    <a:pt x="495" y="2228"/>
                  </a:lnTo>
                  <a:lnTo>
                    <a:pt x="495" y="2209"/>
                  </a:lnTo>
                  <a:lnTo>
                    <a:pt x="514" y="2171"/>
                  </a:lnTo>
                  <a:lnTo>
                    <a:pt x="533" y="2114"/>
                  </a:lnTo>
                  <a:lnTo>
                    <a:pt x="533" y="2095"/>
                  </a:lnTo>
                  <a:lnTo>
                    <a:pt x="533" y="2076"/>
                  </a:lnTo>
                  <a:lnTo>
                    <a:pt x="533" y="2057"/>
                  </a:lnTo>
                  <a:lnTo>
                    <a:pt x="552" y="2037"/>
                  </a:lnTo>
                  <a:lnTo>
                    <a:pt x="552" y="2018"/>
                  </a:lnTo>
                  <a:lnTo>
                    <a:pt x="571" y="2018"/>
                  </a:lnTo>
                  <a:lnTo>
                    <a:pt x="590" y="2018"/>
                  </a:lnTo>
                  <a:lnTo>
                    <a:pt x="609" y="2000"/>
                  </a:lnTo>
                  <a:lnTo>
                    <a:pt x="628" y="1981"/>
                  </a:lnTo>
                  <a:lnTo>
                    <a:pt x="648" y="1981"/>
                  </a:lnTo>
                  <a:lnTo>
                    <a:pt x="648" y="1961"/>
                  </a:lnTo>
                  <a:lnTo>
                    <a:pt x="648" y="1923"/>
                  </a:lnTo>
                  <a:lnTo>
                    <a:pt x="648" y="1904"/>
                  </a:lnTo>
                  <a:lnTo>
                    <a:pt x="648" y="1885"/>
                  </a:lnTo>
                  <a:lnTo>
                    <a:pt x="667" y="1790"/>
                  </a:lnTo>
                  <a:lnTo>
                    <a:pt x="667" y="1771"/>
                  </a:lnTo>
                  <a:lnTo>
                    <a:pt x="685" y="1752"/>
                  </a:lnTo>
                  <a:lnTo>
                    <a:pt x="704" y="1733"/>
                  </a:lnTo>
                  <a:lnTo>
                    <a:pt x="724" y="1733"/>
                  </a:lnTo>
                  <a:lnTo>
                    <a:pt x="724" y="1714"/>
                  </a:lnTo>
                  <a:lnTo>
                    <a:pt x="743" y="1714"/>
                  </a:lnTo>
                  <a:lnTo>
                    <a:pt x="762" y="1695"/>
                  </a:lnTo>
                  <a:lnTo>
                    <a:pt x="781" y="1676"/>
                  </a:lnTo>
                  <a:lnTo>
                    <a:pt x="781" y="1656"/>
                  </a:lnTo>
                  <a:lnTo>
                    <a:pt x="800" y="1656"/>
                  </a:lnTo>
                  <a:lnTo>
                    <a:pt x="781" y="1656"/>
                  </a:lnTo>
                  <a:lnTo>
                    <a:pt x="781" y="1619"/>
                  </a:lnTo>
                  <a:lnTo>
                    <a:pt x="781" y="1600"/>
                  </a:lnTo>
                  <a:lnTo>
                    <a:pt x="800" y="1600"/>
                  </a:lnTo>
                  <a:lnTo>
                    <a:pt x="800" y="1619"/>
                  </a:lnTo>
                  <a:lnTo>
                    <a:pt x="819" y="1619"/>
                  </a:lnTo>
                  <a:lnTo>
                    <a:pt x="819" y="1600"/>
                  </a:lnTo>
                  <a:lnTo>
                    <a:pt x="838" y="1600"/>
                  </a:lnTo>
                  <a:lnTo>
                    <a:pt x="857" y="1580"/>
                  </a:lnTo>
                  <a:lnTo>
                    <a:pt x="857" y="1561"/>
                  </a:lnTo>
                  <a:lnTo>
                    <a:pt x="857" y="1542"/>
                  </a:lnTo>
                  <a:lnTo>
                    <a:pt x="857" y="1523"/>
                  </a:lnTo>
                  <a:lnTo>
                    <a:pt x="876" y="1466"/>
                  </a:lnTo>
                  <a:lnTo>
                    <a:pt x="876" y="1428"/>
                  </a:lnTo>
                  <a:lnTo>
                    <a:pt x="895" y="1409"/>
                  </a:lnTo>
                  <a:lnTo>
                    <a:pt x="895" y="1390"/>
                  </a:lnTo>
                  <a:lnTo>
                    <a:pt x="876" y="1390"/>
                  </a:lnTo>
                  <a:lnTo>
                    <a:pt x="876" y="1371"/>
                  </a:lnTo>
                  <a:lnTo>
                    <a:pt x="876" y="1352"/>
                  </a:lnTo>
                  <a:lnTo>
                    <a:pt x="876" y="1314"/>
                  </a:lnTo>
                  <a:lnTo>
                    <a:pt x="876" y="1275"/>
                  </a:lnTo>
                  <a:lnTo>
                    <a:pt x="876" y="1257"/>
                  </a:lnTo>
                  <a:lnTo>
                    <a:pt x="857" y="1238"/>
                  </a:lnTo>
                  <a:lnTo>
                    <a:pt x="857" y="1219"/>
                  </a:lnTo>
                  <a:lnTo>
                    <a:pt x="800" y="1180"/>
                  </a:lnTo>
                  <a:lnTo>
                    <a:pt x="781" y="1161"/>
                  </a:lnTo>
                  <a:lnTo>
                    <a:pt x="762" y="1161"/>
                  </a:lnTo>
                  <a:lnTo>
                    <a:pt x="762" y="1143"/>
                  </a:lnTo>
                  <a:lnTo>
                    <a:pt x="781" y="1104"/>
                  </a:lnTo>
                  <a:lnTo>
                    <a:pt x="800" y="1085"/>
                  </a:lnTo>
                  <a:lnTo>
                    <a:pt x="781" y="1085"/>
                  </a:lnTo>
                  <a:lnTo>
                    <a:pt x="762" y="1066"/>
                  </a:lnTo>
                  <a:lnTo>
                    <a:pt x="762" y="1047"/>
                  </a:lnTo>
                  <a:lnTo>
                    <a:pt x="762" y="1028"/>
                  </a:lnTo>
                  <a:lnTo>
                    <a:pt x="743" y="1028"/>
                  </a:lnTo>
                  <a:lnTo>
                    <a:pt x="724" y="1009"/>
                  </a:lnTo>
                  <a:lnTo>
                    <a:pt x="704" y="1009"/>
                  </a:lnTo>
                  <a:lnTo>
                    <a:pt x="685" y="1009"/>
                  </a:lnTo>
                  <a:lnTo>
                    <a:pt x="667" y="1009"/>
                  </a:lnTo>
                  <a:lnTo>
                    <a:pt x="667" y="1028"/>
                  </a:lnTo>
                  <a:lnTo>
                    <a:pt x="648" y="1009"/>
                  </a:lnTo>
                  <a:lnTo>
                    <a:pt x="628" y="1009"/>
                  </a:lnTo>
                  <a:lnTo>
                    <a:pt x="628" y="990"/>
                  </a:lnTo>
                  <a:lnTo>
                    <a:pt x="609" y="971"/>
                  </a:lnTo>
                  <a:lnTo>
                    <a:pt x="590" y="971"/>
                  </a:lnTo>
                  <a:lnTo>
                    <a:pt x="590" y="952"/>
                  </a:lnTo>
                  <a:lnTo>
                    <a:pt x="609" y="952"/>
                  </a:lnTo>
                  <a:lnTo>
                    <a:pt x="609" y="933"/>
                  </a:lnTo>
                  <a:lnTo>
                    <a:pt x="628" y="933"/>
                  </a:lnTo>
                  <a:lnTo>
                    <a:pt x="628" y="914"/>
                  </a:lnTo>
                  <a:lnTo>
                    <a:pt x="667" y="914"/>
                  </a:lnTo>
                  <a:lnTo>
                    <a:pt x="685" y="914"/>
                  </a:lnTo>
                  <a:lnTo>
                    <a:pt x="704" y="914"/>
                  </a:lnTo>
                  <a:lnTo>
                    <a:pt x="724" y="914"/>
                  </a:lnTo>
                  <a:lnTo>
                    <a:pt x="724" y="933"/>
                  </a:lnTo>
                  <a:lnTo>
                    <a:pt x="743" y="952"/>
                  </a:lnTo>
                  <a:lnTo>
                    <a:pt x="838" y="933"/>
                  </a:lnTo>
                  <a:lnTo>
                    <a:pt x="857" y="933"/>
                  </a:lnTo>
                  <a:lnTo>
                    <a:pt x="876" y="933"/>
                  </a:lnTo>
                  <a:lnTo>
                    <a:pt x="876" y="914"/>
                  </a:lnTo>
                  <a:lnTo>
                    <a:pt x="895" y="914"/>
                  </a:lnTo>
                  <a:lnTo>
                    <a:pt x="895" y="894"/>
                  </a:lnTo>
                  <a:lnTo>
                    <a:pt x="895" y="876"/>
                  </a:lnTo>
                  <a:lnTo>
                    <a:pt x="895" y="818"/>
                  </a:lnTo>
                  <a:lnTo>
                    <a:pt x="876" y="799"/>
                  </a:lnTo>
                  <a:lnTo>
                    <a:pt x="876" y="780"/>
                  </a:lnTo>
                  <a:lnTo>
                    <a:pt x="857" y="780"/>
                  </a:lnTo>
                  <a:lnTo>
                    <a:pt x="819" y="780"/>
                  </a:lnTo>
                  <a:lnTo>
                    <a:pt x="800" y="780"/>
                  </a:lnTo>
                  <a:lnTo>
                    <a:pt x="800" y="762"/>
                  </a:lnTo>
                  <a:lnTo>
                    <a:pt x="800" y="704"/>
                  </a:lnTo>
                  <a:lnTo>
                    <a:pt x="819" y="666"/>
                  </a:lnTo>
                  <a:lnTo>
                    <a:pt x="819" y="609"/>
                  </a:lnTo>
                  <a:lnTo>
                    <a:pt x="819" y="590"/>
                  </a:lnTo>
                  <a:lnTo>
                    <a:pt x="819" y="571"/>
                  </a:lnTo>
                  <a:lnTo>
                    <a:pt x="819" y="552"/>
                  </a:lnTo>
                  <a:lnTo>
                    <a:pt x="800" y="533"/>
                  </a:lnTo>
                  <a:lnTo>
                    <a:pt x="800" y="513"/>
                  </a:lnTo>
                  <a:lnTo>
                    <a:pt x="781" y="513"/>
                  </a:lnTo>
                  <a:lnTo>
                    <a:pt x="762" y="495"/>
                  </a:lnTo>
                  <a:lnTo>
                    <a:pt x="743" y="495"/>
                  </a:lnTo>
                  <a:lnTo>
                    <a:pt x="743" y="476"/>
                  </a:lnTo>
                  <a:lnTo>
                    <a:pt x="704" y="513"/>
                  </a:lnTo>
                  <a:lnTo>
                    <a:pt x="685" y="513"/>
                  </a:lnTo>
                  <a:lnTo>
                    <a:pt x="704" y="476"/>
                  </a:lnTo>
                  <a:lnTo>
                    <a:pt x="704" y="457"/>
                  </a:lnTo>
                  <a:lnTo>
                    <a:pt x="685" y="437"/>
                  </a:lnTo>
                  <a:lnTo>
                    <a:pt x="685" y="418"/>
                  </a:lnTo>
                  <a:lnTo>
                    <a:pt x="685" y="399"/>
                  </a:lnTo>
                  <a:lnTo>
                    <a:pt x="704" y="381"/>
                  </a:lnTo>
                  <a:lnTo>
                    <a:pt x="724" y="361"/>
                  </a:lnTo>
                  <a:lnTo>
                    <a:pt x="743" y="323"/>
                  </a:lnTo>
                  <a:lnTo>
                    <a:pt x="762" y="304"/>
                  </a:lnTo>
                  <a:lnTo>
                    <a:pt x="781" y="304"/>
                  </a:lnTo>
                  <a:lnTo>
                    <a:pt x="800" y="304"/>
                  </a:lnTo>
                  <a:lnTo>
                    <a:pt x="857" y="247"/>
                  </a:lnTo>
                  <a:lnTo>
                    <a:pt x="876" y="228"/>
                  </a:lnTo>
                  <a:lnTo>
                    <a:pt x="895" y="228"/>
                  </a:lnTo>
                  <a:lnTo>
                    <a:pt x="914" y="228"/>
                  </a:lnTo>
                  <a:lnTo>
                    <a:pt x="933" y="247"/>
                  </a:lnTo>
                  <a:lnTo>
                    <a:pt x="952" y="266"/>
                  </a:lnTo>
                  <a:lnTo>
                    <a:pt x="971" y="266"/>
                  </a:lnTo>
                  <a:lnTo>
                    <a:pt x="1009" y="266"/>
                  </a:lnTo>
                  <a:lnTo>
                    <a:pt x="1009" y="285"/>
                  </a:lnTo>
                  <a:lnTo>
                    <a:pt x="1029" y="285"/>
                  </a:lnTo>
                  <a:lnTo>
                    <a:pt x="1029" y="266"/>
                  </a:lnTo>
                  <a:lnTo>
                    <a:pt x="1029" y="247"/>
                  </a:lnTo>
                  <a:lnTo>
                    <a:pt x="1029" y="228"/>
                  </a:lnTo>
                  <a:lnTo>
                    <a:pt x="1029" y="209"/>
                  </a:lnTo>
                  <a:lnTo>
                    <a:pt x="895" y="95"/>
                  </a:lnTo>
                  <a:lnTo>
                    <a:pt x="895" y="76"/>
                  </a:lnTo>
                  <a:lnTo>
                    <a:pt x="914" y="76"/>
                  </a:lnTo>
                  <a:lnTo>
                    <a:pt x="914" y="95"/>
                  </a:lnTo>
                  <a:lnTo>
                    <a:pt x="933" y="95"/>
                  </a:lnTo>
                  <a:lnTo>
                    <a:pt x="952" y="95"/>
                  </a:lnTo>
                  <a:lnTo>
                    <a:pt x="971" y="95"/>
                  </a:lnTo>
                  <a:lnTo>
                    <a:pt x="990" y="95"/>
                  </a:lnTo>
                  <a:lnTo>
                    <a:pt x="1009" y="95"/>
                  </a:lnTo>
                  <a:lnTo>
                    <a:pt x="1029" y="95"/>
                  </a:lnTo>
                  <a:lnTo>
                    <a:pt x="1047" y="95"/>
                  </a:lnTo>
                  <a:lnTo>
                    <a:pt x="1066" y="76"/>
                  </a:lnTo>
                  <a:lnTo>
                    <a:pt x="1085" y="76"/>
                  </a:lnTo>
                  <a:lnTo>
                    <a:pt x="1105" y="76"/>
                  </a:lnTo>
                  <a:lnTo>
                    <a:pt x="1124" y="76"/>
                  </a:lnTo>
                  <a:lnTo>
                    <a:pt x="1143" y="76"/>
                  </a:lnTo>
                  <a:lnTo>
                    <a:pt x="1161" y="76"/>
                  </a:lnTo>
                  <a:lnTo>
                    <a:pt x="1200" y="37"/>
                  </a:lnTo>
                  <a:lnTo>
                    <a:pt x="1219" y="37"/>
                  </a:lnTo>
                  <a:lnTo>
                    <a:pt x="1257" y="19"/>
                  </a:lnTo>
                  <a:lnTo>
                    <a:pt x="1276" y="19"/>
                  </a:lnTo>
                  <a:lnTo>
                    <a:pt x="1276" y="37"/>
                  </a:lnTo>
                  <a:lnTo>
                    <a:pt x="1295" y="56"/>
                  </a:lnTo>
                  <a:lnTo>
                    <a:pt x="1314" y="56"/>
                  </a:lnTo>
                  <a:lnTo>
                    <a:pt x="1333" y="56"/>
                  </a:lnTo>
                  <a:lnTo>
                    <a:pt x="1333" y="37"/>
                  </a:lnTo>
                  <a:lnTo>
                    <a:pt x="1333" y="19"/>
                  </a:lnTo>
                  <a:lnTo>
                    <a:pt x="1333" y="0"/>
                  </a:lnTo>
                  <a:lnTo>
                    <a:pt x="1352" y="0"/>
                  </a:lnTo>
                  <a:lnTo>
                    <a:pt x="1352" y="19"/>
                  </a:lnTo>
                  <a:lnTo>
                    <a:pt x="1371" y="19"/>
                  </a:lnTo>
                  <a:lnTo>
                    <a:pt x="1410" y="37"/>
                  </a:lnTo>
                  <a:lnTo>
                    <a:pt x="1428" y="56"/>
                  </a:lnTo>
                  <a:lnTo>
                    <a:pt x="1447" y="56"/>
                  </a:lnTo>
                  <a:lnTo>
                    <a:pt x="1466" y="76"/>
                  </a:lnTo>
                  <a:lnTo>
                    <a:pt x="1486" y="76"/>
                  </a:lnTo>
                  <a:lnTo>
                    <a:pt x="1505" y="76"/>
                  </a:lnTo>
                  <a:lnTo>
                    <a:pt x="1524" y="76"/>
                  </a:lnTo>
                  <a:lnTo>
                    <a:pt x="1524" y="95"/>
                  </a:lnTo>
                  <a:lnTo>
                    <a:pt x="1542" y="95"/>
                  </a:lnTo>
                  <a:lnTo>
                    <a:pt x="1562" y="114"/>
                  </a:lnTo>
                  <a:lnTo>
                    <a:pt x="1581" y="133"/>
                  </a:lnTo>
                  <a:lnTo>
                    <a:pt x="2057" y="437"/>
                  </a:lnTo>
                  <a:close/>
                  <a:moveTo>
                    <a:pt x="11733" y="2685"/>
                  </a:moveTo>
                  <a:lnTo>
                    <a:pt x="11715" y="2666"/>
                  </a:lnTo>
                  <a:lnTo>
                    <a:pt x="11715" y="2647"/>
                  </a:lnTo>
                  <a:lnTo>
                    <a:pt x="11733" y="2647"/>
                  </a:lnTo>
                  <a:lnTo>
                    <a:pt x="11752" y="2666"/>
                  </a:lnTo>
                  <a:lnTo>
                    <a:pt x="11733" y="2666"/>
                  </a:lnTo>
                  <a:lnTo>
                    <a:pt x="11733" y="2685"/>
                  </a:lnTo>
                  <a:close/>
                  <a:moveTo>
                    <a:pt x="12153" y="2628"/>
                  </a:moveTo>
                  <a:lnTo>
                    <a:pt x="12153" y="2609"/>
                  </a:lnTo>
                  <a:lnTo>
                    <a:pt x="12153" y="2628"/>
                  </a:lnTo>
                  <a:close/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2D81CD98-E11E-A492-891C-F6488A020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4475" y="5105400"/>
              <a:ext cx="658813" cy="469900"/>
            </a:xfrm>
            <a:custGeom>
              <a:avLst/>
              <a:gdLst>
                <a:gd name="T0" fmla="*/ 2147483646 w 3659"/>
                <a:gd name="T1" fmla="*/ 2147483646 h 2611"/>
                <a:gd name="T2" fmla="*/ 2147483646 w 3659"/>
                <a:gd name="T3" fmla="*/ 2147483646 h 2611"/>
                <a:gd name="T4" fmla="*/ 2147483646 w 3659"/>
                <a:gd name="T5" fmla="*/ 2147483646 h 2611"/>
                <a:gd name="T6" fmla="*/ 2147483646 w 3659"/>
                <a:gd name="T7" fmla="*/ 2147483646 h 2611"/>
                <a:gd name="T8" fmla="*/ 2147483646 w 3659"/>
                <a:gd name="T9" fmla="*/ 2147483646 h 2611"/>
                <a:gd name="T10" fmla="*/ 2147483646 w 3659"/>
                <a:gd name="T11" fmla="*/ 2147483646 h 2611"/>
                <a:gd name="T12" fmla="*/ 2147483646 w 3659"/>
                <a:gd name="T13" fmla="*/ 2147483646 h 2611"/>
                <a:gd name="T14" fmla="*/ 2147483646 w 3659"/>
                <a:gd name="T15" fmla="*/ 2147483646 h 2611"/>
                <a:gd name="T16" fmla="*/ 2147483646 w 3659"/>
                <a:gd name="T17" fmla="*/ 2147483646 h 2611"/>
                <a:gd name="T18" fmla="*/ 2147483646 w 3659"/>
                <a:gd name="T19" fmla="*/ 2147483646 h 2611"/>
                <a:gd name="T20" fmla="*/ 2147483646 w 3659"/>
                <a:gd name="T21" fmla="*/ 2147483646 h 2611"/>
                <a:gd name="T22" fmla="*/ 2147483646 w 3659"/>
                <a:gd name="T23" fmla="*/ 2147483646 h 2611"/>
                <a:gd name="T24" fmla="*/ 2147483646 w 3659"/>
                <a:gd name="T25" fmla="*/ 2147483646 h 2611"/>
                <a:gd name="T26" fmla="*/ 2147483646 w 3659"/>
                <a:gd name="T27" fmla="*/ 2147483646 h 2611"/>
                <a:gd name="T28" fmla="*/ 2147483646 w 3659"/>
                <a:gd name="T29" fmla="*/ 2147483646 h 2611"/>
                <a:gd name="T30" fmla="*/ 2147483646 w 3659"/>
                <a:gd name="T31" fmla="*/ 2147483646 h 2611"/>
                <a:gd name="T32" fmla="*/ 2147483646 w 3659"/>
                <a:gd name="T33" fmla="*/ 2147483646 h 2611"/>
                <a:gd name="T34" fmla="*/ 2147483646 w 3659"/>
                <a:gd name="T35" fmla="*/ 2147483646 h 2611"/>
                <a:gd name="T36" fmla="*/ 2147483646 w 3659"/>
                <a:gd name="T37" fmla="*/ 2147483646 h 2611"/>
                <a:gd name="T38" fmla="*/ 2147483646 w 3659"/>
                <a:gd name="T39" fmla="*/ 2147483646 h 2611"/>
                <a:gd name="T40" fmla="*/ 2147483646 w 3659"/>
                <a:gd name="T41" fmla="*/ 2147483646 h 2611"/>
                <a:gd name="T42" fmla="*/ 2147483646 w 3659"/>
                <a:gd name="T43" fmla="*/ 2147483646 h 2611"/>
                <a:gd name="T44" fmla="*/ 2147483646 w 3659"/>
                <a:gd name="T45" fmla="*/ 2147483646 h 2611"/>
                <a:gd name="T46" fmla="*/ 2147483646 w 3659"/>
                <a:gd name="T47" fmla="*/ 2147483646 h 2611"/>
                <a:gd name="T48" fmla="*/ 2147483646 w 3659"/>
                <a:gd name="T49" fmla="*/ 2147483646 h 2611"/>
                <a:gd name="T50" fmla="*/ 2147483646 w 3659"/>
                <a:gd name="T51" fmla="*/ 2147483646 h 2611"/>
                <a:gd name="T52" fmla="*/ 2147483646 w 3659"/>
                <a:gd name="T53" fmla="*/ 2147483646 h 2611"/>
                <a:gd name="T54" fmla="*/ 0 w 3659"/>
                <a:gd name="T55" fmla="*/ 2147483646 h 2611"/>
                <a:gd name="T56" fmla="*/ 2147483646 w 3659"/>
                <a:gd name="T57" fmla="*/ 2147483646 h 2611"/>
                <a:gd name="T58" fmla="*/ 2147483646 w 3659"/>
                <a:gd name="T59" fmla="*/ 2147483646 h 2611"/>
                <a:gd name="T60" fmla="*/ 2147483646 w 3659"/>
                <a:gd name="T61" fmla="*/ 2147483646 h 2611"/>
                <a:gd name="T62" fmla="*/ 2147483646 w 3659"/>
                <a:gd name="T63" fmla="*/ 2147483646 h 2611"/>
                <a:gd name="T64" fmla="*/ 2147483646 w 3659"/>
                <a:gd name="T65" fmla="*/ 2147483646 h 2611"/>
                <a:gd name="T66" fmla="*/ 2147483646 w 3659"/>
                <a:gd name="T67" fmla="*/ 2147483646 h 2611"/>
                <a:gd name="T68" fmla="*/ 2147483646 w 3659"/>
                <a:gd name="T69" fmla="*/ 2147483646 h 2611"/>
                <a:gd name="T70" fmla="*/ 2147483646 w 3659"/>
                <a:gd name="T71" fmla="*/ 2147483646 h 2611"/>
                <a:gd name="T72" fmla="*/ 2147483646 w 3659"/>
                <a:gd name="T73" fmla="*/ 2147483646 h 2611"/>
                <a:gd name="T74" fmla="*/ 2147483646 w 3659"/>
                <a:gd name="T75" fmla="*/ 2147483646 h 2611"/>
                <a:gd name="T76" fmla="*/ 2147483646 w 3659"/>
                <a:gd name="T77" fmla="*/ 2147483646 h 2611"/>
                <a:gd name="T78" fmla="*/ 2147483646 w 3659"/>
                <a:gd name="T79" fmla="*/ 2147483646 h 2611"/>
                <a:gd name="T80" fmla="*/ 2147483646 w 3659"/>
                <a:gd name="T81" fmla="*/ 2147483646 h 2611"/>
                <a:gd name="T82" fmla="*/ 2147483646 w 3659"/>
                <a:gd name="T83" fmla="*/ 2147483646 h 2611"/>
                <a:gd name="T84" fmla="*/ 2147483646 w 3659"/>
                <a:gd name="T85" fmla="*/ 2147483646 h 2611"/>
                <a:gd name="T86" fmla="*/ 2147483646 w 3659"/>
                <a:gd name="T87" fmla="*/ 2147483646 h 2611"/>
                <a:gd name="T88" fmla="*/ 2147483646 w 3659"/>
                <a:gd name="T89" fmla="*/ 2147483646 h 2611"/>
                <a:gd name="T90" fmla="*/ 2147483646 w 3659"/>
                <a:gd name="T91" fmla="*/ 2147483646 h 2611"/>
                <a:gd name="T92" fmla="*/ 2147483646 w 3659"/>
                <a:gd name="T93" fmla="*/ 2147483646 h 2611"/>
                <a:gd name="T94" fmla="*/ 2147483646 w 3659"/>
                <a:gd name="T95" fmla="*/ 2147483646 h 2611"/>
                <a:gd name="T96" fmla="*/ 2147483646 w 3659"/>
                <a:gd name="T97" fmla="*/ 2147483646 h 2611"/>
                <a:gd name="T98" fmla="*/ 2147483646 w 3659"/>
                <a:gd name="T99" fmla="*/ 2147483646 h 2611"/>
                <a:gd name="T100" fmla="*/ 2147483646 w 3659"/>
                <a:gd name="T101" fmla="*/ 2147483646 h 2611"/>
                <a:gd name="T102" fmla="*/ 2147483646 w 3659"/>
                <a:gd name="T103" fmla="*/ 2147483646 h 2611"/>
                <a:gd name="T104" fmla="*/ 2147483646 w 3659"/>
                <a:gd name="T105" fmla="*/ 2147483646 h 2611"/>
                <a:gd name="T106" fmla="*/ 2147483646 w 3659"/>
                <a:gd name="T107" fmla="*/ 2147483646 h 2611"/>
                <a:gd name="T108" fmla="*/ 2147483646 w 3659"/>
                <a:gd name="T109" fmla="*/ 2147483646 h 2611"/>
                <a:gd name="T110" fmla="*/ 2147483646 w 3659"/>
                <a:gd name="T111" fmla="*/ 2147483646 h 2611"/>
                <a:gd name="T112" fmla="*/ 2147483646 w 3659"/>
                <a:gd name="T113" fmla="*/ 2147483646 h 2611"/>
                <a:gd name="T114" fmla="*/ 2147483646 w 3659"/>
                <a:gd name="T115" fmla="*/ 2147483646 h 2611"/>
                <a:gd name="T116" fmla="*/ 2147483646 w 3659"/>
                <a:gd name="T117" fmla="*/ 2147483646 h 261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3659" h="2611">
                  <a:moveTo>
                    <a:pt x="3658" y="496"/>
                  </a:moveTo>
                  <a:lnTo>
                    <a:pt x="3658" y="515"/>
                  </a:lnTo>
                  <a:lnTo>
                    <a:pt x="3658" y="534"/>
                  </a:lnTo>
                  <a:lnTo>
                    <a:pt x="3658" y="553"/>
                  </a:lnTo>
                  <a:lnTo>
                    <a:pt x="3658" y="572"/>
                  </a:lnTo>
                  <a:lnTo>
                    <a:pt x="3658" y="591"/>
                  </a:lnTo>
                  <a:lnTo>
                    <a:pt x="3639" y="629"/>
                  </a:lnTo>
                  <a:lnTo>
                    <a:pt x="3601" y="667"/>
                  </a:lnTo>
                  <a:lnTo>
                    <a:pt x="3582" y="706"/>
                  </a:lnTo>
                  <a:lnTo>
                    <a:pt x="3563" y="706"/>
                  </a:lnTo>
                  <a:lnTo>
                    <a:pt x="3544" y="743"/>
                  </a:lnTo>
                  <a:lnTo>
                    <a:pt x="3563" y="782"/>
                  </a:lnTo>
                  <a:lnTo>
                    <a:pt x="3601" y="839"/>
                  </a:lnTo>
                  <a:lnTo>
                    <a:pt x="3601" y="877"/>
                  </a:lnTo>
                  <a:lnTo>
                    <a:pt x="3601" y="953"/>
                  </a:lnTo>
                  <a:lnTo>
                    <a:pt x="3620" y="1048"/>
                  </a:lnTo>
                  <a:lnTo>
                    <a:pt x="3658" y="1182"/>
                  </a:lnTo>
                  <a:lnTo>
                    <a:pt x="3639" y="1220"/>
                  </a:lnTo>
                  <a:lnTo>
                    <a:pt x="3620" y="1239"/>
                  </a:lnTo>
                  <a:lnTo>
                    <a:pt x="3486" y="1334"/>
                  </a:lnTo>
                  <a:lnTo>
                    <a:pt x="3391" y="1372"/>
                  </a:lnTo>
                  <a:lnTo>
                    <a:pt x="3296" y="1410"/>
                  </a:lnTo>
                  <a:lnTo>
                    <a:pt x="3182" y="1429"/>
                  </a:lnTo>
                  <a:lnTo>
                    <a:pt x="3105" y="1468"/>
                  </a:lnTo>
                  <a:lnTo>
                    <a:pt x="2991" y="1524"/>
                  </a:lnTo>
                  <a:lnTo>
                    <a:pt x="2934" y="1563"/>
                  </a:lnTo>
                  <a:lnTo>
                    <a:pt x="2896" y="1582"/>
                  </a:lnTo>
                  <a:lnTo>
                    <a:pt x="2896" y="1600"/>
                  </a:lnTo>
                  <a:lnTo>
                    <a:pt x="2896" y="1620"/>
                  </a:lnTo>
                  <a:lnTo>
                    <a:pt x="2877" y="1620"/>
                  </a:lnTo>
                  <a:lnTo>
                    <a:pt x="2877" y="1639"/>
                  </a:lnTo>
                  <a:lnTo>
                    <a:pt x="2839" y="1658"/>
                  </a:lnTo>
                  <a:lnTo>
                    <a:pt x="2820" y="1677"/>
                  </a:lnTo>
                  <a:lnTo>
                    <a:pt x="2801" y="1715"/>
                  </a:lnTo>
                  <a:lnTo>
                    <a:pt x="2782" y="1715"/>
                  </a:lnTo>
                  <a:lnTo>
                    <a:pt x="2782" y="1734"/>
                  </a:lnTo>
                  <a:lnTo>
                    <a:pt x="2763" y="1753"/>
                  </a:lnTo>
                  <a:lnTo>
                    <a:pt x="2743" y="1753"/>
                  </a:lnTo>
                  <a:lnTo>
                    <a:pt x="2724" y="1772"/>
                  </a:lnTo>
                  <a:lnTo>
                    <a:pt x="2706" y="1810"/>
                  </a:lnTo>
                  <a:lnTo>
                    <a:pt x="2687" y="1849"/>
                  </a:lnTo>
                  <a:lnTo>
                    <a:pt x="2687" y="1905"/>
                  </a:lnTo>
                  <a:lnTo>
                    <a:pt x="2687" y="1944"/>
                  </a:lnTo>
                  <a:lnTo>
                    <a:pt x="2706" y="1963"/>
                  </a:lnTo>
                  <a:lnTo>
                    <a:pt x="2724" y="2001"/>
                  </a:lnTo>
                  <a:lnTo>
                    <a:pt x="2743" y="2001"/>
                  </a:lnTo>
                  <a:lnTo>
                    <a:pt x="2763" y="2001"/>
                  </a:lnTo>
                  <a:lnTo>
                    <a:pt x="2763" y="1981"/>
                  </a:lnTo>
                  <a:lnTo>
                    <a:pt x="2782" y="1981"/>
                  </a:lnTo>
                  <a:lnTo>
                    <a:pt x="2801" y="1981"/>
                  </a:lnTo>
                  <a:lnTo>
                    <a:pt x="2801" y="2001"/>
                  </a:lnTo>
                  <a:lnTo>
                    <a:pt x="2801" y="2020"/>
                  </a:lnTo>
                  <a:lnTo>
                    <a:pt x="2782" y="2020"/>
                  </a:lnTo>
                  <a:lnTo>
                    <a:pt x="2763" y="2020"/>
                  </a:lnTo>
                  <a:lnTo>
                    <a:pt x="2743" y="2058"/>
                  </a:lnTo>
                  <a:lnTo>
                    <a:pt x="2706" y="2058"/>
                  </a:lnTo>
                  <a:lnTo>
                    <a:pt x="2687" y="2077"/>
                  </a:lnTo>
                  <a:lnTo>
                    <a:pt x="2687" y="2096"/>
                  </a:lnTo>
                  <a:lnTo>
                    <a:pt x="2687" y="2115"/>
                  </a:lnTo>
                  <a:lnTo>
                    <a:pt x="2667" y="2115"/>
                  </a:lnTo>
                  <a:lnTo>
                    <a:pt x="2667" y="2134"/>
                  </a:lnTo>
                  <a:lnTo>
                    <a:pt x="2648" y="2153"/>
                  </a:lnTo>
                  <a:lnTo>
                    <a:pt x="2648" y="2172"/>
                  </a:lnTo>
                  <a:lnTo>
                    <a:pt x="2667" y="2191"/>
                  </a:lnTo>
                  <a:lnTo>
                    <a:pt x="2667" y="2172"/>
                  </a:lnTo>
                  <a:lnTo>
                    <a:pt x="2687" y="2172"/>
                  </a:lnTo>
                  <a:lnTo>
                    <a:pt x="2687" y="2191"/>
                  </a:lnTo>
                  <a:lnTo>
                    <a:pt x="2687" y="2210"/>
                  </a:lnTo>
                  <a:lnTo>
                    <a:pt x="2667" y="2230"/>
                  </a:lnTo>
                  <a:lnTo>
                    <a:pt x="2648" y="2210"/>
                  </a:lnTo>
                  <a:lnTo>
                    <a:pt x="2629" y="2191"/>
                  </a:lnTo>
                  <a:lnTo>
                    <a:pt x="2515" y="2191"/>
                  </a:lnTo>
                  <a:lnTo>
                    <a:pt x="2325" y="2172"/>
                  </a:lnTo>
                  <a:lnTo>
                    <a:pt x="2191" y="2172"/>
                  </a:lnTo>
                  <a:lnTo>
                    <a:pt x="2096" y="2191"/>
                  </a:lnTo>
                  <a:lnTo>
                    <a:pt x="2077" y="2191"/>
                  </a:lnTo>
                  <a:lnTo>
                    <a:pt x="2058" y="2191"/>
                  </a:lnTo>
                  <a:lnTo>
                    <a:pt x="2039" y="2210"/>
                  </a:lnTo>
                  <a:lnTo>
                    <a:pt x="1963" y="2210"/>
                  </a:lnTo>
                  <a:lnTo>
                    <a:pt x="1886" y="2230"/>
                  </a:lnTo>
                  <a:lnTo>
                    <a:pt x="1810" y="2210"/>
                  </a:lnTo>
                  <a:lnTo>
                    <a:pt x="1715" y="2210"/>
                  </a:lnTo>
                  <a:lnTo>
                    <a:pt x="1696" y="2191"/>
                  </a:lnTo>
                  <a:lnTo>
                    <a:pt x="1677" y="2191"/>
                  </a:lnTo>
                  <a:lnTo>
                    <a:pt x="1658" y="2191"/>
                  </a:lnTo>
                  <a:lnTo>
                    <a:pt x="1639" y="2172"/>
                  </a:lnTo>
                  <a:lnTo>
                    <a:pt x="1620" y="2172"/>
                  </a:lnTo>
                  <a:lnTo>
                    <a:pt x="1639" y="2172"/>
                  </a:lnTo>
                  <a:lnTo>
                    <a:pt x="1658" y="2172"/>
                  </a:lnTo>
                  <a:lnTo>
                    <a:pt x="1658" y="2153"/>
                  </a:lnTo>
                  <a:lnTo>
                    <a:pt x="1639" y="2134"/>
                  </a:lnTo>
                  <a:lnTo>
                    <a:pt x="1620" y="2134"/>
                  </a:lnTo>
                  <a:lnTo>
                    <a:pt x="1639" y="2134"/>
                  </a:lnTo>
                  <a:lnTo>
                    <a:pt x="1639" y="2096"/>
                  </a:lnTo>
                  <a:lnTo>
                    <a:pt x="1658" y="2077"/>
                  </a:lnTo>
                  <a:lnTo>
                    <a:pt x="1677" y="2058"/>
                  </a:lnTo>
                  <a:lnTo>
                    <a:pt x="1715" y="2020"/>
                  </a:lnTo>
                  <a:lnTo>
                    <a:pt x="1696" y="2020"/>
                  </a:lnTo>
                  <a:lnTo>
                    <a:pt x="1696" y="2001"/>
                  </a:lnTo>
                  <a:lnTo>
                    <a:pt x="1715" y="1981"/>
                  </a:lnTo>
                  <a:lnTo>
                    <a:pt x="1734" y="1981"/>
                  </a:lnTo>
                  <a:lnTo>
                    <a:pt x="1734" y="1963"/>
                  </a:lnTo>
                  <a:lnTo>
                    <a:pt x="1734" y="1944"/>
                  </a:lnTo>
                  <a:lnTo>
                    <a:pt x="1734" y="1925"/>
                  </a:lnTo>
                  <a:lnTo>
                    <a:pt x="1715" y="1905"/>
                  </a:lnTo>
                  <a:lnTo>
                    <a:pt x="1696" y="1905"/>
                  </a:lnTo>
                  <a:lnTo>
                    <a:pt x="1677" y="1905"/>
                  </a:lnTo>
                  <a:lnTo>
                    <a:pt x="1658" y="1925"/>
                  </a:lnTo>
                  <a:lnTo>
                    <a:pt x="1639" y="1944"/>
                  </a:lnTo>
                  <a:lnTo>
                    <a:pt x="1620" y="1944"/>
                  </a:lnTo>
                  <a:lnTo>
                    <a:pt x="1620" y="1925"/>
                  </a:lnTo>
                  <a:lnTo>
                    <a:pt x="1600" y="1944"/>
                  </a:lnTo>
                  <a:lnTo>
                    <a:pt x="1582" y="1944"/>
                  </a:lnTo>
                  <a:lnTo>
                    <a:pt x="1544" y="1981"/>
                  </a:lnTo>
                  <a:lnTo>
                    <a:pt x="1524" y="1981"/>
                  </a:lnTo>
                  <a:lnTo>
                    <a:pt x="1505" y="1981"/>
                  </a:lnTo>
                  <a:lnTo>
                    <a:pt x="1486" y="2001"/>
                  </a:lnTo>
                  <a:lnTo>
                    <a:pt x="1486" y="2039"/>
                  </a:lnTo>
                  <a:lnTo>
                    <a:pt x="1524" y="2077"/>
                  </a:lnTo>
                  <a:lnTo>
                    <a:pt x="1544" y="2077"/>
                  </a:lnTo>
                  <a:lnTo>
                    <a:pt x="1544" y="2096"/>
                  </a:lnTo>
                  <a:lnTo>
                    <a:pt x="1563" y="2096"/>
                  </a:lnTo>
                  <a:lnTo>
                    <a:pt x="1544" y="2096"/>
                  </a:lnTo>
                  <a:lnTo>
                    <a:pt x="1544" y="2115"/>
                  </a:lnTo>
                  <a:lnTo>
                    <a:pt x="1582" y="2134"/>
                  </a:lnTo>
                  <a:lnTo>
                    <a:pt x="1600" y="2134"/>
                  </a:lnTo>
                  <a:lnTo>
                    <a:pt x="1600" y="2153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600" y="2172"/>
                  </a:lnTo>
                  <a:lnTo>
                    <a:pt x="1600" y="2191"/>
                  </a:lnTo>
                  <a:lnTo>
                    <a:pt x="1582" y="2210"/>
                  </a:lnTo>
                  <a:lnTo>
                    <a:pt x="1563" y="2230"/>
                  </a:lnTo>
                  <a:lnTo>
                    <a:pt x="1544" y="2248"/>
                  </a:lnTo>
                  <a:lnTo>
                    <a:pt x="1334" y="2267"/>
                  </a:lnTo>
                  <a:lnTo>
                    <a:pt x="1277" y="2267"/>
                  </a:lnTo>
                  <a:lnTo>
                    <a:pt x="1239" y="2286"/>
                  </a:lnTo>
                  <a:lnTo>
                    <a:pt x="1239" y="2306"/>
                  </a:lnTo>
                  <a:lnTo>
                    <a:pt x="1220" y="2306"/>
                  </a:lnTo>
                  <a:lnTo>
                    <a:pt x="1201" y="2306"/>
                  </a:lnTo>
                  <a:lnTo>
                    <a:pt x="1201" y="2286"/>
                  </a:lnTo>
                  <a:lnTo>
                    <a:pt x="1163" y="2286"/>
                  </a:lnTo>
                  <a:lnTo>
                    <a:pt x="934" y="2325"/>
                  </a:lnTo>
                  <a:lnTo>
                    <a:pt x="896" y="2325"/>
                  </a:lnTo>
                  <a:lnTo>
                    <a:pt x="877" y="2325"/>
                  </a:lnTo>
                  <a:lnTo>
                    <a:pt x="858" y="2325"/>
                  </a:lnTo>
                  <a:lnTo>
                    <a:pt x="839" y="2344"/>
                  </a:lnTo>
                  <a:lnTo>
                    <a:pt x="820" y="2344"/>
                  </a:lnTo>
                  <a:lnTo>
                    <a:pt x="801" y="2325"/>
                  </a:lnTo>
                  <a:lnTo>
                    <a:pt x="820" y="2286"/>
                  </a:lnTo>
                  <a:lnTo>
                    <a:pt x="858" y="2286"/>
                  </a:lnTo>
                  <a:lnTo>
                    <a:pt x="877" y="2286"/>
                  </a:lnTo>
                  <a:lnTo>
                    <a:pt x="896" y="2306"/>
                  </a:lnTo>
                  <a:lnTo>
                    <a:pt x="915" y="2286"/>
                  </a:lnTo>
                  <a:lnTo>
                    <a:pt x="915" y="2267"/>
                  </a:lnTo>
                  <a:lnTo>
                    <a:pt x="934" y="2286"/>
                  </a:lnTo>
                  <a:lnTo>
                    <a:pt x="972" y="2286"/>
                  </a:lnTo>
                  <a:lnTo>
                    <a:pt x="1048" y="2286"/>
                  </a:lnTo>
                  <a:lnTo>
                    <a:pt x="1124" y="2286"/>
                  </a:lnTo>
                  <a:lnTo>
                    <a:pt x="1163" y="2267"/>
                  </a:lnTo>
                  <a:lnTo>
                    <a:pt x="1182" y="2248"/>
                  </a:lnTo>
                  <a:lnTo>
                    <a:pt x="1163" y="2248"/>
                  </a:lnTo>
                  <a:lnTo>
                    <a:pt x="1143" y="2248"/>
                  </a:lnTo>
                  <a:lnTo>
                    <a:pt x="1124" y="2230"/>
                  </a:lnTo>
                  <a:lnTo>
                    <a:pt x="1106" y="2230"/>
                  </a:lnTo>
                  <a:lnTo>
                    <a:pt x="1087" y="2230"/>
                  </a:lnTo>
                  <a:lnTo>
                    <a:pt x="1087" y="2210"/>
                  </a:lnTo>
                  <a:lnTo>
                    <a:pt x="1067" y="2191"/>
                  </a:lnTo>
                  <a:lnTo>
                    <a:pt x="1048" y="2172"/>
                  </a:lnTo>
                  <a:lnTo>
                    <a:pt x="1010" y="2172"/>
                  </a:lnTo>
                  <a:lnTo>
                    <a:pt x="991" y="2172"/>
                  </a:lnTo>
                  <a:lnTo>
                    <a:pt x="991" y="2153"/>
                  </a:lnTo>
                  <a:lnTo>
                    <a:pt x="972" y="2153"/>
                  </a:lnTo>
                  <a:lnTo>
                    <a:pt x="953" y="2153"/>
                  </a:lnTo>
                  <a:lnTo>
                    <a:pt x="934" y="2153"/>
                  </a:lnTo>
                  <a:lnTo>
                    <a:pt x="953" y="2134"/>
                  </a:lnTo>
                  <a:lnTo>
                    <a:pt x="934" y="2134"/>
                  </a:lnTo>
                  <a:lnTo>
                    <a:pt x="915" y="2153"/>
                  </a:lnTo>
                  <a:lnTo>
                    <a:pt x="858" y="2172"/>
                  </a:lnTo>
                  <a:lnTo>
                    <a:pt x="839" y="2172"/>
                  </a:lnTo>
                  <a:lnTo>
                    <a:pt x="820" y="2172"/>
                  </a:lnTo>
                  <a:lnTo>
                    <a:pt x="801" y="2191"/>
                  </a:lnTo>
                  <a:lnTo>
                    <a:pt x="801" y="2210"/>
                  </a:lnTo>
                  <a:lnTo>
                    <a:pt x="782" y="2210"/>
                  </a:lnTo>
                  <a:lnTo>
                    <a:pt x="762" y="2210"/>
                  </a:lnTo>
                  <a:lnTo>
                    <a:pt x="782" y="2210"/>
                  </a:lnTo>
                  <a:lnTo>
                    <a:pt x="782" y="2191"/>
                  </a:lnTo>
                  <a:lnTo>
                    <a:pt x="782" y="2172"/>
                  </a:lnTo>
                  <a:lnTo>
                    <a:pt x="762" y="2191"/>
                  </a:lnTo>
                  <a:lnTo>
                    <a:pt x="743" y="2230"/>
                  </a:lnTo>
                  <a:lnTo>
                    <a:pt x="725" y="2230"/>
                  </a:lnTo>
                  <a:lnTo>
                    <a:pt x="706" y="2267"/>
                  </a:lnTo>
                  <a:lnTo>
                    <a:pt x="686" y="2267"/>
                  </a:lnTo>
                  <a:lnTo>
                    <a:pt x="667" y="2267"/>
                  </a:lnTo>
                  <a:lnTo>
                    <a:pt x="667" y="2286"/>
                  </a:lnTo>
                  <a:lnTo>
                    <a:pt x="648" y="2286"/>
                  </a:lnTo>
                  <a:lnTo>
                    <a:pt x="629" y="2286"/>
                  </a:lnTo>
                  <a:lnTo>
                    <a:pt x="610" y="2286"/>
                  </a:lnTo>
                  <a:lnTo>
                    <a:pt x="591" y="2286"/>
                  </a:lnTo>
                  <a:lnTo>
                    <a:pt x="591" y="2248"/>
                  </a:lnTo>
                  <a:lnTo>
                    <a:pt x="572" y="2248"/>
                  </a:lnTo>
                  <a:lnTo>
                    <a:pt x="553" y="2248"/>
                  </a:lnTo>
                  <a:lnTo>
                    <a:pt x="534" y="2248"/>
                  </a:lnTo>
                  <a:lnTo>
                    <a:pt x="534" y="2267"/>
                  </a:lnTo>
                  <a:lnTo>
                    <a:pt x="534" y="2248"/>
                  </a:lnTo>
                  <a:lnTo>
                    <a:pt x="515" y="2248"/>
                  </a:lnTo>
                  <a:lnTo>
                    <a:pt x="496" y="2267"/>
                  </a:lnTo>
                  <a:lnTo>
                    <a:pt x="477" y="2248"/>
                  </a:lnTo>
                  <a:lnTo>
                    <a:pt x="477" y="2230"/>
                  </a:lnTo>
                  <a:lnTo>
                    <a:pt x="496" y="2230"/>
                  </a:lnTo>
                  <a:lnTo>
                    <a:pt x="515" y="2210"/>
                  </a:lnTo>
                  <a:lnTo>
                    <a:pt x="515" y="2191"/>
                  </a:lnTo>
                  <a:lnTo>
                    <a:pt x="515" y="2172"/>
                  </a:lnTo>
                  <a:lnTo>
                    <a:pt x="496" y="2172"/>
                  </a:lnTo>
                  <a:lnTo>
                    <a:pt x="496" y="2153"/>
                  </a:lnTo>
                  <a:lnTo>
                    <a:pt x="477" y="2172"/>
                  </a:lnTo>
                  <a:lnTo>
                    <a:pt x="477" y="2191"/>
                  </a:lnTo>
                  <a:lnTo>
                    <a:pt x="458" y="2210"/>
                  </a:lnTo>
                  <a:lnTo>
                    <a:pt x="458" y="2191"/>
                  </a:lnTo>
                  <a:lnTo>
                    <a:pt x="439" y="2191"/>
                  </a:lnTo>
                  <a:lnTo>
                    <a:pt x="420" y="2172"/>
                  </a:lnTo>
                  <a:lnTo>
                    <a:pt x="420" y="2191"/>
                  </a:lnTo>
                  <a:lnTo>
                    <a:pt x="401" y="2230"/>
                  </a:lnTo>
                  <a:lnTo>
                    <a:pt x="401" y="2248"/>
                  </a:lnTo>
                  <a:lnTo>
                    <a:pt x="381" y="2248"/>
                  </a:lnTo>
                  <a:lnTo>
                    <a:pt x="362" y="2267"/>
                  </a:lnTo>
                  <a:lnTo>
                    <a:pt x="305" y="2267"/>
                  </a:lnTo>
                  <a:lnTo>
                    <a:pt x="249" y="2306"/>
                  </a:lnTo>
                  <a:lnTo>
                    <a:pt x="249" y="2286"/>
                  </a:lnTo>
                  <a:lnTo>
                    <a:pt x="229" y="2286"/>
                  </a:lnTo>
                  <a:lnTo>
                    <a:pt x="210" y="2286"/>
                  </a:lnTo>
                  <a:lnTo>
                    <a:pt x="191" y="2306"/>
                  </a:lnTo>
                  <a:lnTo>
                    <a:pt x="153" y="2362"/>
                  </a:lnTo>
                  <a:lnTo>
                    <a:pt x="172" y="2362"/>
                  </a:lnTo>
                  <a:lnTo>
                    <a:pt x="172" y="2382"/>
                  </a:lnTo>
                  <a:lnTo>
                    <a:pt x="153" y="2401"/>
                  </a:lnTo>
                  <a:lnTo>
                    <a:pt x="153" y="2420"/>
                  </a:lnTo>
                  <a:lnTo>
                    <a:pt x="153" y="2439"/>
                  </a:lnTo>
                  <a:lnTo>
                    <a:pt x="153" y="2458"/>
                  </a:lnTo>
                  <a:lnTo>
                    <a:pt x="172" y="2458"/>
                  </a:lnTo>
                  <a:lnTo>
                    <a:pt x="191" y="2439"/>
                  </a:lnTo>
                  <a:lnTo>
                    <a:pt x="210" y="2439"/>
                  </a:lnTo>
                  <a:lnTo>
                    <a:pt x="229" y="2439"/>
                  </a:lnTo>
                  <a:lnTo>
                    <a:pt x="191" y="2477"/>
                  </a:lnTo>
                  <a:lnTo>
                    <a:pt x="172" y="2496"/>
                  </a:lnTo>
                  <a:lnTo>
                    <a:pt x="191" y="2496"/>
                  </a:lnTo>
                  <a:lnTo>
                    <a:pt x="191" y="2477"/>
                  </a:lnTo>
                  <a:lnTo>
                    <a:pt x="210" y="2477"/>
                  </a:lnTo>
                  <a:lnTo>
                    <a:pt x="229" y="2477"/>
                  </a:lnTo>
                  <a:lnTo>
                    <a:pt x="210" y="2496"/>
                  </a:lnTo>
                  <a:lnTo>
                    <a:pt x="210" y="2515"/>
                  </a:lnTo>
                  <a:lnTo>
                    <a:pt x="210" y="2534"/>
                  </a:lnTo>
                  <a:lnTo>
                    <a:pt x="229" y="2515"/>
                  </a:lnTo>
                  <a:lnTo>
                    <a:pt x="249" y="2496"/>
                  </a:lnTo>
                  <a:lnTo>
                    <a:pt x="249" y="2477"/>
                  </a:lnTo>
                  <a:lnTo>
                    <a:pt x="267" y="2477"/>
                  </a:lnTo>
                  <a:lnTo>
                    <a:pt x="286" y="2477"/>
                  </a:lnTo>
                  <a:lnTo>
                    <a:pt x="286" y="2496"/>
                  </a:lnTo>
                  <a:lnTo>
                    <a:pt x="267" y="2496"/>
                  </a:lnTo>
                  <a:lnTo>
                    <a:pt x="286" y="2515"/>
                  </a:lnTo>
                  <a:lnTo>
                    <a:pt x="325" y="2515"/>
                  </a:lnTo>
                  <a:lnTo>
                    <a:pt x="344" y="2515"/>
                  </a:lnTo>
                  <a:lnTo>
                    <a:pt x="344" y="2553"/>
                  </a:lnTo>
                  <a:lnTo>
                    <a:pt x="325" y="2534"/>
                  </a:lnTo>
                  <a:lnTo>
                    <a:pt x="305" y="2553"/>
                  </a:lnTo>
                  <a:lnTo>
                    <a:pt x="286" y="2591"/>
                  </a:lnTo>
                  <a:lnTo>
                    <a:pt x="267" y="2610"/>
                  </a:lnTo>
                  <a:lnTo>
                    <a:pt x="249" y="2610"/>
                  </a:lnTo>
                  <a:lnTo>
                    <a:pt x="229" y="2591"/>
                  </a:lnTo>
                  <a:lnTo>
                    <a:pt x="210" y="2591"/>
                  </a:lnTo>
                  <a:lnTo>
                    <a:pt x="191" y="2591"/>
                  </a:lnTo>
                  <a:lnTo>
                    <a:pt x="153" y="2591"/>
                  </a:lnTo>
                  <a:lnTo>
                    <a:pt x="134" y="2610"/>
                  </a:lnTo>
                  <a:lnTo>
                    <a:pt x="115" y="2591"/>
                  </a:lnTo>
                  <a:lnTo>
                    <a:pt x="96" y="2572"/>
                  </a:lnTo>
                  <a:lnTo>
                    <a:pt x="77" y="2553"/>
                  </a:lnTo>
                  <a:lnTo>
                    <a:pt x="77" y="2534"/>
                  </a:lnTo>
                  <a:lnTo>
                    <a:pt x="58" y="2553"/>
                  </a:lnTo>
                  <a:lnTo>
                    <a:pt x="39" y="2515"/>
                  </a:lnTo>
                  <a:lnTo>
                    <a:pt x="0" y="2477"/>
                  </a:lnTo>
                  <a:lnTo>
                    <a:pt x="0" y="2458"/>
                  </a:lnTo>
                  <a:lnTo>
                    <a:pt x="20" y="2420"/>
                  </a:lnTo>
                  <a:lnTo>
                    <a:pt x="39" y="2420"/>
                  </a:lnTo>
                  <a:lnTo>
                    <a:pt x="58" y="2401"/>
                  </a:lnTo>
                  <a:lnTo>
                    <a:pt x="58" y="2382"/>
                  </a:lnTo>
                  <a:lnTo>
                    <a:pt x="58" y="2362"/>
                  </a:lnTo>
                  <a:lnTo>
                    <a:pt x="58" y="2344"/>
                  </a:lnTo>
                  <a:lnTo>
                    <a:pt x="58" y="2325"/>
                  </a:lnTo>
                  <a:lnTo>
                    <a:pt x="77" y="2267"/>
                  </a:lnTo>
                  <a:lnTo>
                    <a:pt x="77" y="2248"/>
                  </a:lnTo>
                  <a:lnTo>
                    <a:pt x="77" y="2230"/>
                  </a:lnTo>
                  <a:lnTo>
                    <a:pt x="96" y="2230"/>
                  </a:lnTo>
                  <a:lnTo>
                    <a:pt x="115" y="2210"/>
                  </a:lnTo>
                  <a:lnTo>
                    <a:pt x="115" y="2191"/>
                  </a:lnTo>
                  <a:lnTo>
                    <a:pt x="134" y="2191"/>
                  </a:lnTo>
                  <a:lnTo>
                    <a:pt x="134" y="2172"/>
                  </a:lnTo>
                  <a:lnTo>
                    <a:pt x="153" y="2172"/>
                  </a:lnTo>
                  <a:lnTo>
                    <a:pt x="172" y="2172"/>
                  </a:lnTo>
                  <a:lnTo>
                    <a:pt x="191" y="2172"/>
                  </a:lnTo>
                  <a:lnTo>
                    <a:pt x="210" y="2153"/>
                  </a:lnTo>
                  <a:lnTo>
                    <a:pt x="249" y="2134"/>
                  </a:lnTo>
                  <a:lnTo>
                    <a:pt x="267" y="2115"/>
                  </a:lnTo>
                  <a:lnTo>
                    <a:pt x="286" y="2115"/>
                  </a:lnTo>
                  <a:lnTo>
                    <a:pt x="305" y="2134"/>
                  </a:lnTo>
                  <a:lnTo>
                    <a:pt x="325" y="2115"/>
                  </a:lnTo>
                  <a:lnTo>
                    <a:pt x="362" y="2096"/>
                  </a:lnTo>
                  <a:lnTo>
                    <a:pt x="381" y="2096"/>
                  </a:lnTo>
                  <a:lnTo>
                    <a:pt x="381" y="2115"/>
                  </a:lnTo>
                  <a:lnTo>
                    <a:pt x="401" y="2115"/>
                  </a:lnTo>
                  <a:lnTo>
                    <a:pt x="420" y="2115"/>
                  </a:lnTo>
                  <a:lnTo>
                    <a:pt x="439" y="2096"/>
                  </a:lnTo>
                  <a:lnTo>
                    <a:pt x="458" y="2096"/>
                  </a:lnTo>
                  <a:lnTo>
                    <a:pt x="477" y="2096"/>
                  </a:lnTo>
                  <a:lnTo>
                    <a:pt x="534" y="2077"/>
                  </a:lnTo>
                  <a:lnTo>
                    <a:pt x="553" y="2058"/>
                  </a:lnTo>
                  <a:lnTo>
                    <a:pt x="572" y="2058"/>
                  </a:lnTo>
                  <a:lnTo>
                    <a:pt x="591" y="2020"/>
                  </a:lnTo>
                  <a:lnTo>
                    <a:pt x="591" y="2001"/>
                  </a:lnTo>
                  <a:lnTo>
                    <a:pt x="572" y="2001"/>
                  </a:lnTo>
                  <a:lnTo>
                    <a:pt x="572" y="1981"/>
                  </a:lnTo>
                  <a:lnTo>
                    <a:pt x="610" y="1963"/>
                  </a:lnTo>
                  <a:lnTo>
                    <a:pt x="629" y="1944"/>
                  </a:lnTo>
                  <a:lnTo>
                    <a:pt x="648" y="1944"/>
                  </a:lnTo>
                  <a:lnTo>
                    <a:pt x="667" y="1944"/>
                  </a:lnTo>
                  <a:lnTo>
                    <a:pt x="667" y="1925"/>
                  </a:lnTo>
                  <a:lnTo>
                    <a:pt x="667" y="1905"/>
                  </a:lnTo>
                  <a:lnTo>
                    <a:pt x="648" y="1867"/>
                  </a:lnTo>
                  <a:lnTo>
                    <a:pt x="629" y="1849"/>
                  </a:lnTo>
                  <a:lnTo>
                    <a:pt x="610" y="1829"/>
                  </a:lnTo>
                  <a:lnTo>
                    <a:pt x="591" y="1829"/>
                  </a:lnTo>
                  <a:lnTo>
                    <a:pt x="572" y="1829"/>
                  </a:lnTo>
                  <a:lnTo>
                    <a:pt x="553" y="1829"/>
                  </a:lnTo>
                  <a:lnTo>
                    <a:pt x="515" y="1829"/>
                  </a:lnTo>
                  <a:lnTo>
                    <a:pt x="496" y="1829"/>
                  </a:lnTo>
                  <a:lnTo>
                    <a:pt x="496" y="1849"/>
                  </a:lnTo>
                  <a:lnTo>
                    <a:pt x="477" y="1829"/>
                  </a:lnTo>
                  <a:lnTo>
                    <a:pt x="458" y="1829"/>
                  </a:lnTo>
                  <a:lnTo>
                    <a:pt x="439" y="1829"/>
                  </a:lnTo>
                  <a:lnTo>
                    <a:pt x="420" y="1829"/>
                  </a:lnTo>
                  <a:lnTo>
                    <a:pt x="420" y="1849"/>
                  </a:lnTo>
                  <a:lnTo>
                    <a:pt x="401" y="1849"/>
                  </a:lnTo>
                  <a:lnTo>
                    <a:pt x="362" y="1849"/>
                  </a:lnTo>
                  <a:lnTo>
                    <a:pt x="344" y="1849"/>
                  </a:lnTo>
                  <a:lnTo>
                    <a:pt x="344" y="1867"/>
                  </a:lnTo>
                  <a:lnTo>
                    <a:pt x="325" y="1867"/>
                  </a:lnTo>
                  <a:lnTo>
                    <a:pt x="305" y="1867"/>
                  </a:lnTo>
                  <a:lnTo>
                    <a:pt x="286" y="1849"/>
                  </a:lnTo>
                  <a:lnTo>
                    <a:pt x="267" y="1849"/>
                  </a:lnTo>
                  <a:lnTo>
                    <a:pt x="249" y="1849"/>
                  </a:lnTo>
                  <a:lnTo>
                    <a:pt x="229" y="1849"/>
                  </a:lnTo>
                  <a:lnTo>
                    <a:pt x="210" y="1829"/>
                  </a:lnTo>
                  <a:lnTo>
                    <a:pt x="210" y="1791"/>
                  </a:lnTo>
                  <a:lnTo>
                    <a:pt x="191" y="1791"/>
                  </a:lnTo>
                  <a:lnTo>
                    <a:pt x="191" y="1772"/>
                  </a:lnTo>
                  <a:lnTo>
                    <a:pt x="172" y="1753"/>
                  </a:lnTo>
                  <a:lnTo>
                    <a:pt x="153" y="1753"/>
                  </a:lnTo>
                  <a:lnTo>
                    <a:pt x="153" y="1734"/>
                  </a:lnTo>
                  <a:lnTo>
                    <a:pt x="134" y="1734"/>
                  </a:lnTo>
                  <a:lnTo>
                    <a:pt x="115" y="1696"/>
                  </a:lnTo>
                  <a:lnTo>
                    <a:pt x="115" y="1677"/>
                  </a:lnTo>
                  <a:lnTo>
                    <a:pt x="96" y="1677"/>
                  </a:lnTo>
                  <a:lnTo>
                    <a:pt x="96" y="1658"/>
                  </a:lnTo>
                  <a:lnTo>
                    <a:pt x="58" y="1639"/>
                  </a:lnTo>
                  <a:lnTo>
                    <a:pt x="39" y="1639"/>
                  </a:lnTo>
                  <a:lnTo>
                    <a:pt x="77" y="1620"/>
                  </a:lnTo>
                  <a:lnTo>
                    <a:pt x="96" y="1600"/>
                  </a:lnTo>
                  <a:lnTo>
                    <a:pt x="134" y="1600"/>
                  </a:lnTo>
                  <a:lnTo>
                    <a:pt x="153" y="1600"/>
                  </a:lnTo>
                  <a:lnTo>
                    <a:pt x="172" y="1600"/>
                  </a:lnTo>
                  <a:lnTo>
                    <a:pt x="191" y="1600"/>
                  </a:lnTo>
                  <a:lnTo>
                    <a:pt x="210" y="1600"/>
                  </a:lnTo>
                  <a:lnTo>
                    <a:pt x="229" y="1563"/>
                  </a:lnTo>
                  <a:lnTo>
                    <a:pt x="249" y="1544"/>
                  </a:lnTo>
                  <a:lnTo>
                    <a:pt x="286" y="1544"/>
                  </a:lnTo>
                  <a:lnTo>
                    <a:pt x="305" y="1544"/>
                  </a:lnTo>
                  <a:lnTo>
                    <a:pt x="325" y="1544"/>
                  </a:lnTo>
                  <a:lnTo>
                    <a:pt x="325" y="1524"/>
                  </a:lnTo>
                  <a:lnTo>
                    <a:pt x="401" y="1486"/>
                  </a:lnTo>
                  <a:lnTo>
                    <a:pt x="420" y="1486"/>
                  </a:lnTo>
                  <a:lnTo>
                    <a:pt x="439" y="1486"/>
                  </a:lnTo>
                  <a:lnTo>
                    <a:pt x="496" y="1486"/>
                  </a:lnTo>
                  <a:lnTo>
                    <a:pt x="534" y="1468"/>
                  </a:lnTo>
                  <a:lnTo>
                    <a:pt x="553" y="1468"/>
                  </a:lnTo>
                  <a:lnTo>
                    <a:pt x="553" y="1486"/>
                  </a:lnTo>
                  <a:lnTo>
                    <a:pt x="572" y="1486"/>
                  </a:lnTo>
                  <a:lnTo>
                    <a:pt x="591" y="1486"/>
                  </a:lnTo>
                  <a:lnTo>
                    <a:pt x="610" y="1486"/>
                  </a:lnTo>
                  <a:lnTo>
                    <a:pt x="706" y="1429"/>
                  </a:lnTo>
                  <a:lnTo>
                    <a:pt x="725" y="1410"/>
                  </a:lnTo>
                  <a:lnTo>
                    <a:pt x="743" y="1410"/>
                  </a:lnTo>
                  <a:lnTo>
                    <a:pt x="743" y="1391"/>
                  </a:lnTo>
                  <a:lnTo>
                    <a:pt x="762" y="1391"/>
                  </a:lnTo>
                  <a:lnTo>
                    <a:pt x="858" y="1353"/>
                  </a:lnTo>
                  <a:lnTo>
                    <a:pt x="896" y="1353"/>
                  </a:lnTo>
                  <a:lnTo>
                    <a:pt x="915" y="1334"/>
                  </a:lnTo>
                  <a:lnTo>
                    <a:pt x="934" y="1315"/>
                  </a:lnTo>
                  <a:lnTo>
                    <a:pt x="991" y="1296"/>
                  </a:lnTo>
                  <a:lnTo>
                    <a:pt x="1010" y="1296"/>
                  </a:lnTo>
                  <a:lnTo>
                    <a:pt x="1029" y="1296"/>
                  </a:lnTo>
                  <a:lnTo>
                    <a:pt x="1048" y="1296"/>
                  </a:lnTo>
                  <a:lnTo>
                    <a:pt x="1048" y="1315"/>
                  </a:lnTo>
                  <a:lnTo>
                    <a:pt x="1067" y="1315"/>
                  </a:lnTo>
                  <a:lnTo>
                    <a:pt x="1067" y="1296"/>
                  </a:lnTo>
                  <a:lnTo>
                    <a:pt x="1087" y="1296"/>
                  </a:lnTo>
                  <a:lnTo>
                    <a:pt x="1106" y="1296"/>
                  </a:lnTo>
                  <a:lnTo>
                    <a:pt x="1124" y="1296"/>
                  </a:lnTo>
                  <a:lnTo>
                    <a:pt x="1143" y="1296"/>
                  </a:lnTo>
                  <a:lnTo>
                    <a:pt x="1143" y="1277"/>
                  </a:lnTo>
                  <a:lnTo>
                    <a:pt x="1163" y="1296"/>
                  </a:lnTo>
                  <a:lnTo>
                    <a:pt x="1182" y="1296"/>
                  </a:lnTo>
                  <a:lnTo>
                    <a:pt x="1201" y="1277"/>
                  </a:lnTo>
                  <a:lnTo>
                    <a:pt x="1220" y="1296"/>
                  </a:lnTo>
                  <a:lnTo>
                    <a:pt x="1239" y="1296"/>
                  </a:lnTo>
                  <a:lnTo>
                    <a:pt x="1258" y="1296"/>
                  </a:lnTo>
                  <a:lnTo>
                    <a:pt x="1277" y="1296"/>
                  </a:lnTo>
                  <a:lnTo>
                    <a:pt x="1296" y="1296"/>
                  </a:lnTo>
                  <a:lnTo>
                    <a:pt x="1315" y="1296"/>
                  </a:lnTo>
                  <a:lnTo>
                    <a:pt x="1334" y="1277"/>
                  </a:lnTo>
                  <a:lnTo>
                    <a:pt x="1410" y="1239"/>
                  </a:lnTo>
                  <a:lnTo>
                    <a:pt x="1429" y="1239"/>
                  </a:lnTo>
                  <a:lnTo>
                    <a:pt x="1448" y="1239"/>
                  </a:lnTo>
                  <a:lnTo>
                    <a:pt x="1468" y="1239"/>
                  </a:lnTo>
                  <a:lnTo>
                    <a:pt x="1505" y="1239"/>
                  </a:lnTo>
                  <a:lnTo>
                    <a:pt x="1524" y="1239"/>
                  </a:lnTo>
                  <a:lnTo>
                    <a:pt x="1524" y="1258"/>
                  </a:lnTo>
                  <a:lnTo>
                    <a:pt x="1544" y="1258"/>
                  </a:lnTo>
                  <a:lnTo>
                    <a:pt x="1563" y="1258"/>
                  </a:lnTo>
                  <a:lnTo>
                    <a:pt x="1600" y="1258"/>
                  </a:lnTo>
                  <a:lnTo>
                    <a:pt x="1620" y="1258"/>
                  </a:lnTo>
                  <a:lnTo>
                    <a:pt x="1620" y="1277"/>
                  </a:lnTo>
                  <a:lnTo>
                    <a:pt x="1620" y="1296"/>
                  </a:lnTo>
                  <a:lnTo>
                    <a:pt x="1620" y="1315"/>
                  </a:lnTo>
                  <a:lnTo>
                    <a:pt x="1620" y="1334"/>
                  </a:lnTo>
                  <a:lnTo>
                    <a:pt x="1639" y="1334"/>
                  </a:lnTo>
                  <a:lnTo>
                    <a:pt x="1639" y="1315"/>
                  </a:lnTo>
                  <a:lnTo>
                    <a:pt x="1658" y="1296"/>
                  </a:lnTo>
                  <a:lnTo>
                    <a:pt x="1677" y="1315"/>
                  </a:lnTo>
                  <a:lnTo>
                    <a:pt x="1696" y="1315"/>
                  </a:lnTo>
                  <a:lnTo>
                    <a:pt x="1696" y="1296"/>
                  </a:lnTo>
                  <a:lnTo>
                    <a:pt x="1715" y="1277"/>
                  </a:lnTo>
                  <a:lnTo>
                    <a:pt x="1715" y="1258"/>
                  </a:lnTo>
                  <a:lnTo>
                    <a:pt x="1734" y="1239"/>
                  </a:lnTo>
                  <a:lnTo>
                    <a:pt x="1791" y="1239"/>
                  </a:lnTo>
                  <a:lnTo>
                    <a:pt x="1810" y="1239"/>
                  </a:lnTo>
                  <a:lnTo>
                    <a:pt x="1849" y="1201"/>
                  </a:lnTo>
                  <a:lnTo>
                    <a:pt x="1981" y="1143"/>
                  </a:lnTo>
                  <a:lnTo>
                    <a:pt x="2058" y="1106"/>
                  </a:lnTo>
                  <a:lnTo>
                    <a:pt x="2172" y="1067"/>
                  </a:lnTo>
                  <a:lnTo>
                    <a:pt x="2248" y="1010"/>
                  </a:lnTo>
                  <a:lnTo>
                    <a:pt x="2306" y="991"/>
                  </a:lnTo>
                  <a:lnTo>
                    <a:pt x="2325" y="991"/>
                  </a:lnTo>
                  <a:lnTo>
                    <a:pt x="2344" y="972"/>
                  </a:lnTo>
                  <a:lnTo>
                    <a:pt x="2362" y="972"/>
                  </a:lnTo>
                  <a:lnTo>
                    <a:pt x="2382" y="972"/>
                  </a:lnTo>
                  <a:lnTo>
                    <a:pt x="2401" y="972"/>
                  </a:lnTo>
                  <a:lnTo>
                    <a:pt x="2420" y="953"/>
                  </a:lnTo>
                  <a:lnTo>
                    <a:pt x="2439" y="915"/>
                  </a:lnTo>
                  <a:lnTo>
                    <a:pt x="2439" y="896"/>
                  </a:lnTo>
                  <a:lnTo>
                    <a:pt x="2420" y="877"/>
                  </a:lnTo>
                  <a:lnTo>
                    <a:pt x="2401" y="877"/>
                  </a:lnTo>
                  <a:lnTo>
                    <a:pt x="2382" y="877"/>
                  </a:lnTo>
                  <a:lnTo>
                    <a:pt x="2362" y="877"/>
                  </a:lnTo>
                  <a:lnTo>
                    <a:pt x="2362" y="858"/>
                  </a:lnTo>
                  <a:lnTo>
                    <a:pt x="2344" y="858"/>
                  </a:lnTo>
                  <a:lnTo>
                    <a:pt x="2344" y="820"/>
                  </a:lnTo>
                  <a:lnTo>
                    <a:pt x="2362" y="782"/>
                  </a:lnTo>
                  <a:lnTo>
                    <a:pt x="2401" y="725"/>
                  </a:lnTo>
                  <a:lnTo>
                    <a:pt x="2401" y="706"/>
                  </a:lnTo>
                  <a:lnTo>
                    <a:pt x="2401" y="686"/>
                  </a:lnTo>
                  <a:lnTo>
                    <a:pt x="2401" y="648"/>
                  </a:lnTo>
                  <a:lnTo>
                    <a:pt x="2401" y="629"/>
                  </a:lnTo>
                  <a:lnTo>
                    <a:pt x="2420" y="610"/>
                  </a:lnTo>
                  <a:lnTo>
                    <a:pt x="2477" y="572"/>
                  </a:lnTo>
                  <a:lnTo>
                    <a:pt x="2477" y="515"/>
                  </a:lnTo>
                  <a:lnTo>
                    <a:pt x="2496" y="496"/>
                  </a:lnTo>
                  <a:lnTo>
                    <a:pt x="2515" y="439"/>
                  </a:lnTo>
                  <a:lnTo>
                    <a:pt x="2515" y="420"/>
                  </a:lnTo>
                  <a:lnTo>
                    <a:pt x="2515" y="401"/>
                  </a:lnTo>
                  <a:lnTo>
                    <a:pt x="2515" y="381"/>
                  </a:lnTo>
                  <a:lnTo>
                    <a:pt x="2534" y="363"/>
                  </a:lnTo>
                  <a:lnTo>
                    <a:pt x="2534" y="344"/>
                  </a:lnTo>
                  <a:lnTo>
                    <a:pt x="2553" y="325"/>
                  </a:lnTo>
                  <a:lnTo>
                    <a:pt x="2553" y="305"/>
                  </a:lnTo>
                  <a:lnTo>
                    <a:pt x="2572" y="286"/>
                  </a:lnTo>
                  <a:lnTo>
                    <a:pt x="2591" y="249"/>
                  </a:lnTo>
                  <a:lnTo>
                    <a:pt x="2591" y="229"/>
                  </a:lnTo>
                  <a:lnTo>
                    <a:pt x="2572" y="229"/>
                  </a:lnTo>
                  <a:lnTo>
                    <a:pt x="2553" y="210"/>
                  </a:lnTo>
                  <a:lnTo>
                    <a:pt x="2553" y="191"/>
                  </a:lnTo>
                  <a:lnTo>
                    <a:pt x="2553" y="172"/>
                  </a:lnTo>
                  <a:lnTo>
                    <a:pt x="2572" y="172"/>
                  </a:lnTo>
                  <a:lnTo>
                    <a:pt x="2591" y="153"/>
                  </a:lnTo>
                  <a:lnTo>
                    <a:pt x="2611" y="153"/>
                  </a:lnTo>
                  <a:lnTo>
                    <a:pt x="2629" y="153"/>
                  </a:lnTo>
                  <a:lnTo>
                    <a:pt x="2648" y="153"/>
                  </a:lnTo>
                  <a:lnTo>
                    <a:pt x="2667" y="153"/>
                  </a:lnTo>
                  <a:lnTo>
                    <a:pt x="2687" y="153"/>
                  </a:lnTo>
                  <a:lnTo>
                    <a:pt x="2706" y="153"/>
                  </a:lnTo>
                  <a:lnTo>
                    <a:pt x="2724" y="134"/>
                  </a:lnTo>
                  <a:lnTo>
                    <a:pt x="2743" y="96"/>
                  </a:lnTo>
                  <a:lnTo>
                    <a:pt x="2743" y="77"/>
                  </a:lnTo>
                  <a:lnTo>
                    <a:pt x="2763" y="58"/>
                  </a:lnTo>
                  <a:lnTo>
                    <a:pt x="2743" y="58"/>
                  </a:lnTo>
                  <a:lnTo>
                    <a:pt x="2763" y="39"/>
                  </a:lnTo>
                  <a:lnTo>
                    <a:pt x="2763" y="20"/>
                  </a:lnTo>
                  <a:lnTo>
                    <a:pt x="2782" y="20"/>
                  </a:lnTo>
                  <a:lnTo>
                    <a:pt x="2801" y="20"/>
                  </a:lnTo>
                  <a:lnTo>
                    <a:pt x="2820" y="0"/>
                  </a:lnTo>
                  <a:lnTo>
                    <a:pt x="2858" y="20"/>
                  </a:lnTo>
                  <a:lnTo>
                    <a:pt x="2915" y="39"/>
                  </a:lnTo>
                  <a:lnTo>
                    <a:pt x="2934" y="58"/>
                  </a:lnTo>
                  <a:lnTo>
                    <a:pt x="2934" y="77"/>
                  </a:lnTo>
                  <a:lnTo>
                    <a:pt x="2934" y="96"/>
                  </a:lnTo>
                  <a:lnTo>
                    <a:pt x="2953" y="96"/>
                  </a:lnTo>
                  <a:lnTo>
                    <a:pt x="2953" y="115"/>
                  </a:lnTo>
                  <a:lnTo>
                    <a:pt x="2934" y="115"/>
                  </a:lnTo>
                  <a:lnTo>
                    <a:pt x="2934" y="134"/>
                  </a:lnTo>
                  <a:lnTo>
                    <a:pt x="2934" y="153"/>
                  </a:lnTo>
                  <a:lnTo>
                    <a:pt x="2934" y="172"/>
                  </a:lnTo>
                  <a:lnTo>
                    <a:pt x="2953" y="191"/>
                  </a:lnTo>
                  <a:lnTo>
                    <a:pt x="2953" y="210"/>
                  </a:lnTo>
                  <a:lnTo>
                    <a:pt x="2953" y="229"/>
                  </a:lnTo>
                  <a:lnTo>
                    <a:pt x="2953" y="249"/>
                  </a:lnTo>
                  <a:lnTo>
                    <a:pt x="2934" y="267"/>
                  </a:lnTo>
                  <a:lnTo>
                    <a:pt x="2934" y="286"/>
                  </a:lnTo>
                  <a:lnTo>
                    <a:pt x="2934" y="305"/>
                  </a:lnTo>
                  <a:lnTo>
                    <a:pt x="2953" y="325"/>
                  </a:lnTo>
                  <a:lnTo>
                    <a:pt x="2953" y="344"/>
                  </a:lnTo>
                  <a:lnTo>
                    <a:pt x="2972" y="344"/>
                  </a:lnTo>
                  <a:lnTo>
                    <a:pt x="2991" y="344"/>
                  </a:lnTo>
                  <a:lnTo>
                    <a:pt x="3010" y="363"/>
                  </a:lnTo>
                  <a:lnTo>
                    <a:pt x="3048" y="363"/>
                  </a:lnTo>
                  <a:lnTo>
                    <a:pt x="3068" y="381"/>
                  </a:lnTo>
                  <a:lnTo>
                    <a:pt x="3087" y="381"/>
                  </a:lnTo>
                  <a:lnTo>
                    <a:pt x="3087" y="401"/>
                  </a:lnTo>
                  <a:lnTo>
                    <a:pt x="3105" y="401"/>
                  </a:lnTo>
                  <a:lnTo>
                    <a:pt x="3124" y="401"/>
                  </a:lnTo>
                  <a:lnTo>
                    <a:pt x="3144" y="401"/>
                  </a:lnTo>
                  <a:lnTo>
                    <a:pt x="3163" y="401"/>
                  </a:lnTo>
                  <a:lnTo>
                    <a:pt x="3182" y="420"/>
                  </a:lnTo>
                  <a:lnTo>
                    <a:pt x="3201" y="420"/>
                  </a:lnTo>
                  <a:lnTo>
                    <a:pt x="3201" y="439"/>
                  </a:lnTo>
                  <a:lnTo>
                    <a:pt x="3220" y="439"/>
                  </a:lnTo>
                  <a:lnTo>
                    <a:pt x="3239" y="420"/>
                  </a:lnTo>
                  <a:lnTo>
                    <a:pt x="3258" y="420"/>
                  </a:lnTo>
                  <a:lnTo>
                    <a:pt x="3277" y="420"/>
                  </a:lnTo>
                  <a:lnTo>
                    <a:pt x="3315" y="420"/>
                  </a:lnTo>
                  <a:lnTo>
                    <a:pt x="3334" y="439"/>
                  </a:lnTo>
                  <a:lnTo>
                    <a:pt x="3372" y="458"/>
                  </a:lnTo>
                  <a:lnTo>
                    <a:pt x="3391" y="458"/>
                  </a:lnTo>
                  <a:lnTo>
                    <a:pt x="3410" y="458"/>
                  </a:lnTo>
                  <a:lnTo>
                    <a:pt x="3449" y="458"/>
                  </a:lnTo>
                  <a:lnTo>
                    <a:pt x="3525" y="439"/>
                  </a:lnTo>
                  <a:lnTo>
                    <a:pt x="3563" y="439"/>
                  </a:lnTo>
                  <a:lnTo>
                    <a:pt x="3582" y="458"/>
                  </a:lnTo>
                  <a:lnTo>
                    <a:pt x="3620" y="477"/>
                  </a:lnTo>
                  <a:lnTo>
                    <a:pt x="3639" y="477"/>
                  </a:lnTo>
                  <a:lnTo>
                    <a:pt x="3639" y="496"/>
                  </a:lnTo>
                  <a:lnTo>
                    <a:pt x="3658" y="496"/>
                  </a:lnTo>
                  <a:close/>
                  <a:moveTo>
                    <a:pt x="725" y="2401"/>
                  </a:moveTo>
                  <a:lnTo>
                    <a:pt x="743" y="2420"/>
                  </a:lnTo>
                  <a:lnTo>
                    <a:pt x="725" y="2420"/>
                  </a:lnTo>
                  <a:lnTo>
                    <a:pt x="706" y="2420"/>
                  </a:lnTo>
                  <a:lnTo>
                    <a:pt x="686" y="2420"/>
                  </a:lnTo>
                  <a:lnTo>
                    <a:pt x="667" y="2420"/>
                  </a:lnTo>
                  <a:lnTo>
                    <a:pt x="648" y="2420"/>
                  </a:lnTo>
                  <a:lnTo>
                    <a:pt x="629" y="2439"/>
                  </a:lnTo>
                  <a:lnTo>
                    <a:pt x="591" y="2439"/>
                  </a:lnTo>
                  <a:lnTo>
                    <a:pt x="572" y="2439"/>
                  </a:lnTo>
                  <a:lnTo>
                    <a:pt x="572" y="2420"/>
                  </a:lnTo>
                  <a:lnTo>
                    <a:pt x="553" y="2420"/>
                  </a:lnTo>
                  <a:lnTo>
                    <a:pt x="534" y="2420"/>
                  </a:lnTo>
                  <a:lnTo>
                    <a:pt x="515" y="2439"/>
                  </a:lnTo>
                  <a:lnTo>
                    <a:pt x="515" y="2458"/>
                  </a:lnTo>
                  <a:lnTo>
                    <a:pt x="515" y="2477"/>
                  </a:lnTo>
                  <a:lnTo>
                    <a:pt x="515" y="2458"/>
                  </a:lnTo>
                  <a:lnTo>
                    <a:pt x="496" y="2458"/>
                  </a:lnTo>
                  <a:lnTo>
                    <a:pt x="496" y="2439"/>
                  </a:lnTo>
                  <a:lnTo>
                    <a:pt x="496" y="2420"/>
                  </a:lnTo>
                  <a:lnTo>
                    <a:pt x="477" y="2420"/>
                  </a:lnTo>
                  <a:lnTo>
                    <a:pt x="515" y="2401"/>
                  </a:lnTo>
                  <a:lnTo>
                    <a:pt x="534" y="2362"/>
                  </a:lnTo>
                  <a:lnTo>
                    <a:pt x="553" y="2362"/>
                  </a:lnTo>
                  <a:lnTo>
                    <a:pt x="591" y="2344"/>
                  </a:lnTo>
                  <a:lnTo>
                    <a:pt x="591" y="2325"/>
                  </a:lnTo>
                  <a:lnTo>
                    <a:pt x="591" y="2306"/>
                  </a:lnTo>
                  <a:lnTo>
                    <a:pt x="591" y="2325"/>
                  </a:lnTo>
                  <a:lnTo>
                    <a:pt x="610" y="2325"/>
                  </a:lnTo>
                  <a:lnTo>
                    <a:pt x="629" y="2325"/>
                  </a:lnTo>
                  <a:lnTo>
                    <a:pt x="648" y="2344"/>
                  </a:lnTo>
                  <a:lnTo>
                    <a:pt x="629" y="2344"/>
                  </a:lnTo>
                  <a:lnTo>
                    <a:pt x="648" y="2362"/>
                  </a:lnTo>
                  <a:lnTo>
                    <a:pt x="667" y="2362"/>
                  </a:lnTo>
                  <a:lnTo>
                    <a:pt x="667" y="2382"/>
                  </a:lnTo>
                  <a:lnTo>
                    <a:pt x="686" y="2382"/>
                  </a:lnTo>
                  <a:lnTo>
                    <a:pt x="686" y="2362"/>
                  </a:lnTo>
                  <a:lnTo>
                    <a:pt x="706" y="2362"/>
                  </a:lnTo>
                  <a:lnTo>
                    <a:pt x="706" y="2382"/>
                  </a:lnTo>
                  <a:lnTo>
                    <a:pt x="725" y="2401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889D5E41-A89A-70BA-EA7F-F2FD19DAA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3" y="4927600"/>
              <a:ext cx="1516062" cy="1008063"/>
            </a:xfrm>
            <a:custGeom>
              <a:avLst/>
              <a:gdLst>
                <a:gd name="T0" fmla="*/ 2147483646 w 8420"/>
                <a:gd name="T1" fmla="*/ 2147483646 h 5601"/>
                <a:gd name="T2" fmla="*/ 2147483646 w 8420"/>
                <a:gd name="T3" fmla="*/ 2147483646 h 5601"/>
                <a:gd name="T4" fmla="*/ 2147483646 w 8420"/>
                <a:gd name="T5" fmla="*/ 2147483646 h 5601"/>
                <a:gd name="T6" fmla="*/ 2147483646 w 8420"/>
                <a:gd name="T7" fmla="*/ 2147483646 h 5601"/>
                <a:gd name="T8" fmla="*/ 2147483646 w 8420"/>
                <a:gd name="T9" fmla="*/ 2147483646 h 5601"/>
                <a:gd name="T10" fmla="*/ 2147483646 w 8420"/>
                <a:gd name="T11" fmla="*/ 2147483646 h 5601"/>
                <a:gd name="T12" fmla="*/ 2147483646 w 8420"/>
                <a:gd name="T13" fmla="*/ 2147483646 h 5601"/>
                <a:gd name="T14" fmla="*/ 2147483646 w 8420"/>
                <a:gd name="T15" fmla="*/ 2147483646 h 5601"/>
                <a:gd name="T16" fmla="*/ 2147483646 w 8420"/>
                <a:gd name="T17" fmla="*/ 2147483646 h 5601"/>
                <a:gd name="T18" fmla="*/ 2147483646 w 8420"/>
                <a:gd name="T19" fmla="*/ 2147483646 h 5601"/>
                <a:gd name="T20" fmla="*/ 2147483646 w 8420"/>
                <a:gd name="T21" fmla="*/ 2147483646 h 5601"/>
                <a:gd name="T22" fmla="*/ 2147483646 w 8420"/>
                <a:gd name="T23" fmla="*/ 2147483646 h 5601"/>
                <a:gd name="T24" fmla="*/ 2147483646 w 8420"/>
                <a:gd name="T25" fmla="*/ 2147483646 h 5601"/>
                <a:gd name="T26" fmla="*/ 2147483646 w 8420"/>
                <a:gd name="T27" fmla="*/ 2147483646 h 5601"/>
                <a:gd name="T28" fmla="*/ 2147483646 w 8420"/>
                <a:gd name="T29" fmla="*/ 2147483646 h 5601"/>
                <a:gd name="T30" fmla="*/ 2147483646 w 8420"/>
                <a:gd name="T31" fmla="*/ 2147483646 h 5601"/>
                <a:gd name="T32" fmla="*/ 2147483646 w 8420"/>
                <a:gd name="T33" fmla="*/ 2147483646 h 5601"/>
                <a:gd name="T34" fmla="*/ 2147483646 w 8420"/>
                <a:gd name="T35" fmla="*/ 2147483646 h 5601"/>
                <a:gd name="T36" fmla="*/ 2147483646 w 8420"/>
                <a:gd name="T37" fmla="*/ 2147483646 h 5601"/>
                <a:gd name="T38" fmla="*/ 2147483646 w 8420"/>
                <a:gd name="T39" fmla="*/ 2147483646 h 5601"/>
                <a:gd name="T40" fmla="*/ 2147483646 w 8420"/>
                <a:gd name="T41" fmla="*/ 2147483646 h 5601"/>
                <a:gd name="T42" fmla="*/ 2147483646 w 8420"/>
                <a:gd name="T43" fmla="*/ 2147483646 h 5601"/>
                <a:gd name="T44" fmla="*/ 2147483646 w 8420"/>
                <a:gd name="T45" fmla="*/ 2147483646 h 5601"/>
                <a:gd name="T46" fmla="*/ 2147483646 w 8420"/>
                <a:gd name="T47" fmla="*/ 2147483646 h 5601"/>
                <a:gd name="T48" fmla="*/ 2147483646 w 8420"/>
                <a:gd name="T49" fmla="*/ 2147483646 h 5601"/>
                <a:gd name="T50" fmla="*/ 2147483646 w 8420"/>
                <a:gd name="T51" fmla="*/ 2147483646 h 5601"/>
                <a:gd name="T52" fmla="*/ 2147483646 w 8420"/>
                <a:gd name="T53" fmla="*/ 2147483646 h 5601"/>
                <a:gd name="T54" fmla="*/ 2147483646 w 8420"/>
                <a:gd name="T55" fmla="*/ 2147483646 h 5601"/>
                <a:gd name="T56" fmla="*/ 2147483646 w 8420"/>
                <a:gd name="T57" fmla="*/ 2147483646 h 5601"/>
                <a:gd name="T58" fmla="*/ 2147483646 w 8420"/>
                <a:gd name="T59" fmla="*/ 2147483646 h 5601"/>
                <a:gd name="T60" fmla="*/ 2147483646 w 8420"/>
                <a:gd name="T61" fmla="*/ 2147483646 h 5601"/>
                <a:gd name="T62" fmla="*/ 2147483646 w 8420"/>
                <a:gd name="T63" fmla="*/ 2147483646 h 5601"/>
                <a:gd name="T64" fmla="*/ 2147483646 w 8420"/>
                <a:gd name="T65" fmla="*/ 2147483646 h 5601"/>
                <a:gd name="T66" fmla="*/ 2147483646 w 8420"/>
                <a:gd name="T67" fmla="*/ 2147483646 h 5601"/>
                <a:gd name="T68" fmla="*/ 2147483646 w 8420"/>
                <a:gd name="T69" fmla="*/ 2147483646 h 5601"/>
                <a:gd name="T70" fmla="*/ 2147483646 w 8420"/>
                <a:gd name="T71" fmla="*/ 2147483646 h 5601"/>
                <a:gd name="T72" fmla="*/ 2147483646 w 8420"/>
                <a:gd name="T73" fmla="*/ 2147483646 h 5601"/>
                <a:gd name="T74" fmla="*/ 2147483646 w 8420"/>
                <a:gd name="T75" fmla="*/ 2147483646 h 5601"/>
                <a:gd name="T76" fmla="*/ 2147483646 w 8420"/>
                <a:gd name="T77" fmla="*/ 2147483646 h 5601"/>
                <a:gd name="T78" fmla="*/ 2147483646 w 8420"/>
                <a:gd name="T79" fmla="*/ 2147483646 h 5601"/>
                <a:gd name="T80" fmla="*/ 2147483646 w 8420"/>
                <a:gd name="T81" fmla="*/ 2147483646 h 5601"/>
                <a:gd name="T82" fmla="*/ 2147483646 w 8420"/>
                <a:gd name="T83" fmla="*/ 2147483646 h 5601"/>
                <a:gd name="T84" fmla="*/ 2147483646 w 8420"/>
                <a:gd name="T85" fmla="*/ 2147483646 h 5601"/>
                <a:gd name="T86" fmla="*/ 2147483646 w 8420"/>
                <a:gd name="T87" fmla="*/ 2147483646 h 5601"/>
                <a:gd name="T88" fmla="*/ 2147483646 w 8420"/>
                <a:gd name="T89" fmla="*/ 2147483646 h 5601"/>
                <a:gd name="T90" fmla="*/ 2147483646 w 8420"/>
                <a:gd name="T91" fmla="*/ 2147483646 h 5601"/>
                <a:gd name="T92" fmla="*/ 2147483646 w 8420"/>
                <a:gd name="T93" fmla="*/ 2147483646 h 5601"/>
                <a:gd name="T94" fmla="*/ 2147483646 w 8420"/>
                <a:gd name="T95" fmla="*/ 2147483646 h 5601"/>
                <a:gd name="T96" fmla="*/ 2147483646 w 8420"/>
                <a:gd name="T97" fmla="*/ 2147483646 h 5601"/>
                <a:gd name="T98" fmla="*/ 2147483646 w 8420"/>
                <a:gd name="T99" fmla="*/ 2147483646 h 5601"/>
                <a:gd name="T100" fmla="*/ 2147483646 w 8420"/>
                <a:gd name="T101" fmla="*/ 2147483646 h 5601"/>
                <a:gd name="T102" fmla="*/ 2147483646 w 8420"/>
                <a:gd name="T103" fmla="*/ 2147483646 h 5601"/>
                <a:gd name="T104" fmla="*/ 2147483646 w 8420"/>
                <a:gd name="T105" fmla="*/ 2147483646 h 5601"/>
                <a:gd name="T106" fmla="*/ 2147483646 w 8420"/>
                <a:gd name="T107" fmla="*/ 2147483646 h 5601"/>
                <a:gd name="T108" fmla="*/ 2147483646 w 8420"/>
                <a:gd name="T109" fmla="*/ 2147483646 h 5601"/>
                <a:gd name="T110" fmla="*/ 2147483646 w 8420"/>
                <a:gd name="T111" fmla="*/ 2147483646 h 5601"/>
                <a:gd name="T112" fmla="*/ 2147483646 w 8420"/>
                <a:gd name="T113" fmla="*/ 2147483646 h 5601"/>
                <a:gd name="T114" fmla="*/ 2147483646 w 8420"/>
                <a:gd name="T115" fmla="*/ 2147483646 h 5601"/>
                <a:gd name="T116" fmla="*/ 2147483646 w 8420"/>
                <a:gd name="T117" fmla="*/ 2147483646 h 5601"/>
                <a:gd name="T118" fmla="*/ 2147483646 w 8420"/>
                <a:gd name="T119" fmla="*/ 2147483646 h 5601"/>
                <a:gd name="T120" fmla="*/ 2147483646 w 8420"/>
                <a:gd name="T121" fmla="*/ 2147483646 h 5601"/>
                <a:gd name="T122" fmla="*/ 2147483646 w 8420"/>
                <a:gd name="T123" fmla="*/ 2147483646 h 560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8420" h="5601">
                  <a:moveTo>
                    <a:pt x="7886" y="3600"/>
                  </a:moveTo>
                  <a:lnTo>
                    <a:pt x="7867" y="3619"/>
                  </a:lnTo>
                  <a:lnTo>
                    <a:pt x="7848" y="3619"/>
                  </a:lnTo>
                  <a:lnTo>
                    <a:pt x="7829" y="3619"/>
                  </a:lnTo>
                  <a:lnTo>
                    <a:pt x="7810" y="3619"/>
                  </a:lnTo>
                  <a:lnTo>
                    <a:pt x="7791" y="3619"/>
                  </a:lnTo>
                  <a:lnTo>
                    <a:pt x="7772" y="3619"/>
                  </a:lnTo>
                  <a:lnTo>
                    <a:pt x="7772" y="3600"/>
                  </a:lnTo>
                  <a:lnTo>
                    <a:pt x="7752" y="3600"/>
                  </a:lnTo>
                  <a:lnTo>
                    <a:pt x="7734" y="3600"/>
                  </a:lnTo>
                  <a:lnTo>
                    <a:pt x="7734" y="3581"/>
                  </a:lnTo>
                  <a:lnTo>
                    <a:pt x="7715" y="3581"/>
                  </a:lnTo>
                  <a:lnTo>
                    <a:pt x="7676" y="3600"/>
                  </a:lnTo>
                  <a:lnTo>
                    <a:pt x="7657" y="3619"/>
                  </a:lnTo>
                  <a:lnTo>
                    <a:pt x="7657" y="3638"/>
                  </a:lnTo>
                  <a:lnTo>
                    <a:pt x="7638" y="3638"/>
                  </a:lnTo>
                  <a:lnTo>
                    <a:pt x="7620" y="3638"/>
                  </a:lnTo>
                  <a:lnTo>
                    <a:pt x="7600" y="3657"/>
                  </a:lnTo>
                  <a:lnTo>
                    <a:pt x="7581" y="3638"/>
                  </a:lnTo>
                  <a:lnTo>
                    <a:pt x="7581" y="3677"/>
                  </a:lnTo>
                  <a:lnTo>
                    <a:pt x="7600" y="3677"/>
                  </a:lnTo>
                  <a:lnTo>
                    <a:pt x="7620" y="3696"/>
                  </a:lnTo>
                  <a:lnTo>
                    <a:pt x="7600" y="3714"/>
                  </a:lnTo>
                  <a:lnTo>
                    <a:pt x="7581" y="3714"/>
                  </a:lnTo>
                  <a:lnTo>
                    <a:pt x="7562" y="3753"/>
                  </a:lnTo>
                  <a:lnTo>
                    <a:pt x="7562" y="3733"/>
                  </a:lnTo>
                  <a:lnTo>
                    <a:pt x="7543" y="3733"/>
                  </a:lnTo>
                  <a:lnTo>
                    <a:pt x="7543" y="3753"/>
                  </a:lnTo>
                  <a:lnTo>
                    <a:pt x="7524" y="3753"/>
                  </a:lnTo>
                  <a:lnTo>
                    <a:pt x="7505" y="3753"/>
                  </a:lnTo>
                  <a:lnTo>
                    <a:pt x="7505" y="3733"/>
                  </a:lnTo>
                  <a:lnTo>
                    <a:pt x="7486" y="3733"/>
                  </a:lnTo>
                  <a:lnTo>
                    <a:pt x="7486" y="3753"/>
                  </a:lnTo>
                  <a:lnTo>
                    <a:pt x="7486" y="3772"/>
                  </a:lnTo>
                  <a:lnTo>
                    <a:pt x="7467" y="3772"/>
                  </a:lnTo>
                  <a:lnTo>
                    <a:pt x="7448" y="3772"/>
                  </a:lnTo>
                  <a:lnTo>
                    <a:pt x="7429" y="3791"/>
                  </a:lnTo>
                  <a:lnTo>
                    <a:pt x="7448" y="3810"/>
                  </a:lnTo>
                  <a:lnTo>
                    <a:pt x="7429" y="3829"/>
                  </a:lnTo>
                  <a:lnTo>
                    <a:pt x="7391" y="3829"/>
                  </a:lnTo>
                  <a:lnTo>
                    <a:pt x="7371" y="3810"/>
                  </a:lnTo>
                  <a:lnTo>
                    <a:pt x="7353" y="3810"/>
                  </a:lnTo>
                  <a:lnTo>
                    <a:pt x="7353" y="3829"/>
                  </a:lnTo>
                  <a:lnTo>
                    <a:pt x="7334" y="3829"/>
                  </a:lnTo>
                  <a:lnTo>
                    <a:pt x="7334" y="3848"/>
                  </a:lnTo>
                  <a:lnTo>
                    <a:pt x="7295" y="3848"/>
                  </a:lnTo>
                  <a:lnTo>
                    <a:pt x="7295" y="3867"/>
                  </a:lnTo>
                  <a:lnTo>
                    <a:pt x="7276" y="3867"/>
                  </a:lnTo>
                  <a:lnTo>
                    <a:pt x="7239" y="3867"/>
                  </a:lnTo>
                  <a:lnTo>
                    <a:pt x="7239" y="3886"/>
                  </a:lnTo>
                  <a:lnTo>
                    <a:pt x="7219" y="3905"/>
                  </a:lnTo>
                  <a:lnTo>
                    <a:pt x="7239" y="3943"/>
                  </a:lnTo>
                  <a:lnTo>
                    <a:pt x="7239" y="3962"/>
                  </a:lnTo>
                  <a:lnTo>
                    <a:pt x="7257" y="3962"/>
                  </a:lnTo>
                  <a:lnTo>
                    <a:pt x="7257" y="3981"/>
                  </a:lnTo>
                  <a:lnTo>
                    <a:pt x="7257" y="4000"/>
                  </a:lnTo>
                  <a:lnTo>
                    <a:pt x="7257" y="4019"/>
                  </a:lnTo>
                  <a:lnTo>
                    <a:pt x="7257" y="4038"/>
                  </a:lnTo>
                  <a:lnTo>
                    <a:pt x="7257" y="4058"/>
                  </a:lnTo>
                  <a:lnTo>
                    <a:pt x="7257" y="4077"/>
                  </a:lnTo>
                  <a:lnTo>
                    <a:pt x="7239" y="4077"/>
                  </a:lnTo>
                  <a:lnTo>
                    <a:pt x="7219" y="4077"/>
                  </a:lnTo>
                  <a:lnTo>
                    <a:pt x="7200" y="4077"/>
                  </a:lnTo>
                  <a:lnTo>
                    <a:pt x="7181" y="4077"/>
                  </a:lnTo>
                  <a:lnTo>
                    <a:pt x="7162" y="4095"/>
                  </a:lnTo>
                  <a:lnTo>
                    <a:pt x="7143" y="4077"/>
                  </a:lnTo>
                  <a:lnTo>
                    <a:pt x="7105" y="4058"/>
                  </a:lnTo>
                  <a:lnTo>
                    <a:pt x="7086" y="4038"/>
                  </a:lnTo>
                  <a:lnTo>
                    <a:pt x="7067" y="4058"/>
                  </a:lnTo>
                  <a:lnTo>
                    <a:pt x="7048" y="4058"/>
                  </a:lnTo>
                  <a:lnTo>
                    <a:pt x="7048" y="4038"/>
                  </a:lnTo>
                  <a:lnTo>
                    <a:pt x="7029" y="4038"/>
                  </a:lnTo>
                  <a:lnTo>
                    <a:pt x="6953" y="4019"/>
                  </a:lnTo>
                  <a:lnTo>
                    <a:pt x="6895" y="4019"/>
                  </a:lnTo>
                  <a:lnTo>
                    <a:pt x="6877" y="4000"/>
                  </a:lnTo>
                  <a:lnTo>
                    <a:pt x="6858" y="4000"/>
                  </a:lnTo>
                  <a:lnTo>
                    <a:pt x="6819" y="4000"/>
                  </a:lnTo>
                  <a:lnTo>
                    <a:pt x="6743" y="4019"/>
                  </a:lnTo>
                  <a:lnTo>
                    <a:pt x="6705" y="4038"/>
                  </a:lnTo>
                  <a:lnTo>
                    <a:pt x="6686" y="4058"/>
                  </a:lnTo>
                  <a:lnTo>
                    <a:pt x="6667" y="4077"/>
                  </a:lnTo>
                  <a:lnTo>
                    <a:pt x="6648" y="4077"/>
                  </a:lnTo>
                  <a:lnTo>
                    <a:pt x="6629" y="4077"/>
                  </a:lnTo>
                  <a:lnTo>
                    <a:pt x="6610" y="4095"/>
                  </a:lnTo>
                  <a:lnTo>
                    <a:pt x="6572" y="4095"/>
                  </a:lnTo>
                  <a:lnTo>
                    <a:pt x="6553" y="4095"/>
                  </a:lnTo>
                  <a:lnTo>
                    <a:pt x="6553" y="4114"/>
                  </a:lnTo>
                  <a:lnTo>
                    <a:pt x="6533" y="4134"/>
                  </a:lnTo>
                  <a:lnTo>
                    <a:pt x="6496" y="4153"/>
                  </a:lnTo>
                  <a:lnTo>
                    <a:pt x="6477" y="4172"/>
                  </a:lnTo>
                  <a:lnTo>
                    <a:pt x="6496" y="4172"/>
                  </a:lnTo>
                  <a:lnTo>
                    <a:pt x="6514" y="4172"/>
                  </a:lnTo>
                  <a:lnTo>
                    <a:pt x="6533" y="4153"/>
                  </a:lnTo>
                  <a:lnTo>
                    <a:pt x="6553" y="4114"/>
                  </a:lnTo>
                  <a:lnTo>
                    <a:pt x="6572" y="4114"/>
                  </a:lnTo>
                  <a:lnTo>
                    <a:pt x="6591" y="4114"/>
                  </a:lnTo>
                  <a:lnTo>
                    <a:pt x="6553" y="4153"/>
                  </a:lnTo>
                  <a:lnTo>
                    <a:pt x="6553" y="4172"/>
                  </a:lnTo>
                  <a:lnTo>
                    <a:pt x="6533" y="4191"/>
                  </a:lnTo>
                  <a:lnTo>
                    <a:pt x="6533" y="4210"/>
                  </a:lnTo>
                  <a:lnTo>
                    <a:pt x="6533" y="4229"/>
                  </a:lnTo>
                  <a:lnTo>
                    <a:pt x="6533" y="4248"/>
                  </a:lnTo>
                  <a:lnTo>
                    <a:pt x="6514" y="4248"/>
                  </a:lnTo>
                  <a:lnTo>
                    <a:pt x="6496" y="4229"/>
                  </a:lnTo>
                  <a:lnTo>
                    <a:pt x="6477" y="4248"/>
                  </a:lnTo>
                  <a:lnTo>
                    <a:pt x="6457" y="4248"/>
                  </a:lnTo>
                  <a:lnTo>
                    <a:pt x="6438" y="4267"/>
                  </a:lnTo>
                  <a:lnTo>
                    <a:pt x="6419" y="4267"/>
                  </a:lnTo>
                  <a:lnTo>
                    <a:pt x="6400" y="4267"/>
                  </a:lnTo>
                  <a:lnTo>
                    <a:pt x="6400" y="4248"/>
                  </a:lnTo>
                  <a:lnTo>
                    <a:pt x="6438" y="4248"/>
                  </a:lnTo>
                  <a:lnTo>
                    <a:pt x="6438" y="4229"/>
                  </a:lnTo>
                  <a:lnTo>
                    <a:pt x="6438" y="4210"/>
                  </a:lnTo>
                  <a:lnTo>
                    <a:pt x="6419" y="4191"/>
                  </a:lnTo>
                  <a:lnTo>
                    <a:pt x="6419" y="4172"/>
                  </a:lnTo>
                  <a:lnTo>
                    <a:pt x="6400" y="4172"/>
                  </a:lnTo>
                  <a:lnTo>
                    <a:pt x="6400" y="4153"/>
                  </a:lnTo>
                  <a:lnTo>
                    <a:pt x="6381" y="4153"/>
                  </a:lnTo>
                  <a:lnTo>
                    <a:pt x="6362" y="4153"/>
                  </a:lnTo>
                  <a:lnTo>
                    <a:pt x="6362" y="4134"/>
                  </a:lnTo>
                  <a:lnTo>
                    <a:pt x="6343" y="4134"/>
                  </a:lnTo>
                  <a:lnTo>
                    <a:pt x="6324" y="4134"/>
                  </a:lnTo>
                  <a:lnTo>
                    <a:pt x="6324" y="4153"/>
                  </a:lnTo>
                  <a:lnTo>
                    <a:pt x="6324" y="4172"/>
                  </a:lnTo>
                  <a:lnTo>
                    <a:pt x="6305" y="4172"/>
                  </a:lnTo>
                  <a:lnTo>
                    <a:pt x="6305" y="4191"/>
                  </a:lnTo>
                  <a:lnTo>
                    <a:pt x="6286" y="4191"/>
                  </a:lnTo>
                  <a:lnTo>
                    <a:pt x="6267" y="4172"/>
                  </a:lnTo>
                  <a:lnTo>
                    <a:pt x="6267" y="4191"/>
                  </a:lnTo>
                  <a:lnTo>
                    <a:pt x="6286" y="4191"/>
                  </a:lnTo>
                  <a:lnTo>
                    <a:pt x="6286" y="4210"/>
                  </a:lnTo>
                  <a:lnTo>
                    <a:pt x="6305" y="4210"/>
                  </a:lnTo>
                  <a:lnTo>
                    <a:pt x="6305" y="4229"/>
                  </a:lnTo>
                  <a:lnTo>
                    <a:pt x="6324" y="4248"/>
                  </a:lnTo>
                  <a:lnTo>
                    <a:pt x="6324" y="4229"/>
                  </a:lnTo>
                  <a:lnTo>
                    <a:pt x="6343" y="4248"/>
                  </a:lnTo>
                  <a:lnTo>
                    <a:pt x="6343" y="4267"/>
                  </a:lnTo>
                  <a:lnTo>
                    <a:pt x="6343" y="4286"/>
                  </a:lnTo>
                  <a:lnTo>
                    <a:pt x="6324" y="4286"/>
                  </a:lnTo>
                  <a:lnTo>
                    <a:pt x="6324" y="4267"/>
                  </a:lnTo>
                  <a:lnTo>
                    <a:pt x="6248" y="4305"/>
                  </a:lnTo>
                  <a:lnTo>
                    <a:pt x="6133" y="4343"/>
                  </a:lnTo>
                  <a:lnTo>
                    <a:pt x="6000" y="4439"/>
                  </a:lnTo>
                  <a:lnTo>
                    <a:pt x="5905" y="4495"/>
                  </a:lnTo>
                  <a:lnTo>
                    <a:pt x="5829" y="4534"/>
                  </a:lnTo>
                  <a:lnTo>
                    <a:pt x="5791" y="4553"/>
                  </a:lnTo>
                  <a:lnTo>
                    <a:pt x="5771" y="4591"/>
                  </a:lnTo>
                  <a:lnTo>
                    <a:pt x="5752" y="4629"/>
                  </a:lnTo>
                  <a:lnTo>
                    <a:pt x="5752" y="4648"/>
                  </a:lnTo>
                  <a:lnTo>
                    <a:pt x="5752" y="4667"/>
                  </a:lnTo>
                  <a:lnTo>
                    <a:pt x="5752" y="4686"/>
                  </a:lnTo>
                  <a:lnTo>
                    <a:pt x="5734" y="4705"/>
                  </a:lnTo>
                  <a:lnTo>
                    <a:pt x="5715" y="4686"/>
                  </a:lnTo>
                  <a:lnTo>
                    <a:pt x="5715" y="4667"/>
                  </a:lnTo>
                  <a:lnTo>
                    <a:pt x="5695" y="4705"/>
                  </a:lnTo>
                  <a:lnTo>
                    <a:pt x="5676" y="4724"/>
                  </a:lnTo>
                  <a:lnTo>
                    <a:pt x="5639" y="4743"/>
                  </a:lnTo>
                  <a:lnTo>
                    <a:pt x="5639" y="4762"/>
                  </a:lnTo>
                  <a:lnTo>
                    <a:pt x="5581" y="4800"/>
                  </a:lnTo>
                  <a:lnTo>
                    <a:pt x="5353" y="4952"/>
                  </a:lnTo>
                  <a:lnTo>
                    <a:pt x="5334" y="4952"/>
                  </a:lnTo>
                  <a:lnTo>
                    <a:pt x="5314" y="4952"/>
                  </a:lnTo>
                  <a:lnTo>
                    <a:pt x="5295" y="4972"/>
                  </a:lnTo>
                  <a:lnTo>
                    <a:pt x="5276" y="4952"/>
                  </a:lnTo>
                  <a:lnTo>
                    <a:pt x="5258" y="4952"/>
                  </a:lnTo>
                  <a:lnTo>
                    <a:pt x="5258" y="4972"/>
                  </a:lnTo>
                  <a:lnTo>
                    <a:pt x="5238" y="4991"/>
                  </a:lnTo>
                  <a:lnTo>
                    <a:pt x="5219" y="5010"/>
                  </a:lnTo>
                  <a:lnTo>
                    <a:pt x="5162" y="5029"/>
                  </a:lnTo>
                  <a:lnTo>
                    <a:pt x="4991" y="5181"/>
                  </a:lnTo>
                  <a:lnTo>
                    <a:pt x="4972" y="5181"/>
                  </a:lnTo>
                  <a:lnTo>
                    <a:pt x="4953" y="5219"/>
                  </a:lnTo>
                  <a:lnTo>
                    <a:pt x="4933" y="5238"/>
                  </a:lnTo>
                  <a:lnTo>
                    <a:pt x="4895" y="5315"/>
                  </a:lnTo>
                  <a:lnTo>
                    <a:pt x="4857" y="5333"/>
                  </a:lnTo>
                  <a:lnTo>
                    <a:pt x="4819" y="5333"/>
                  </a:lnTo>
                  <a:lnTo>
                    <a:pt x="4819" y="5315"/>
                  </a:lnTo>
                  <a:lnTo>
                    <a:pt x="4838" y="5315"/>
                  </a:lnTo>
                  <a:lnTo>
                    <a:pt x="4857" y="5315"/>
                  </a:lnTo>
                  <a:lnTo>
                    <a:pt x="4857" y="5296"/>
                  </a:lnTo>
                  <a:lnTo>
                    <a:pt x="4800" y="5296"/>
                  </a:lnTo>
                  <a:lnTo>
                    <a:pt x="4800" y="5315"/>
                  </a:lnTo>
                  <a:lnTo>
                    <a:pt x="4800" y="5333"/>
                  </a:lnTo>
                  <a:lnTo>
                    <a:pt x="4781" y="5333"/>
                  </a:lnTo>
                  <a:lnTo>
                    <a:pt x="4781" y="5315"/>
                  </a:lnTo>
                  <a:lnTo>
                    <a:pt x="4781" y="5333"/>
                  </a:lnTo>
                  <a:lnTo>
                    <a:pt x="4800" y="5353"/>
                  </a:lnTo>
                  <a:lnTo>
                    <a:pt x="4819" y="5353"/>
                  </a:lnTo>
                  <a:lnTo>
                    <a:pt x="4838" y="5353"/>
                  </a:lnTo>
                  <a:lnTo>
                    <a:pt x="4857" y="5372"/>
                  </a:lnTo>
                  <a:lnTo>
                    <a:pt x="4877" y="5372"/>
                  </a:lnTo>
                  <a:lnTo>
                    <a:pt x="4877" y="5353"/>
                  </a:lnTo>
                  <a:lnTo>
                    <a:pt x="4895" y="5353"/>
                  </a:lnTo>
                  <a:lnTo>
                    <a:pt x="4914" y="5333"/>
                  </a:lnTo>
                  <a:lnTo>
                    <a:pt x="4933" y="5333"/>
                  </a:lnTo>
                  <a:lnTo>
                    <a:pt x="4895" y="5448"/>
                  </a:lnTo>
                  <a:lnTo>
                    <a:pt x="4877" y="5486"/>
                  </a:lnTo>
                  <a:lnTo>
                    <a:pt x="4819" y="5505"/>
                  </a:lnTo>
                  <a:lnTo>
                    <a:pt x="4800" y="5524"/>
                  </a:lnTo>
                  <a:lnTo>
                    <a:pt x="4762" y="5562"/>
                  </a:lnTo>
                  <a:lnTo>
                    <a:pt x="4762" y="5581"/>
                  </a:lnTo>
                  <a:lnTo>
                    <a:pt x="4743" y="5600"/>
                  </a:lnTo>
                  <a:lnTo>
                    <a:pt x="4743" y="5581"/>
                  </a:lnTo>
                  <a:lnTo>
                    <a:pt x="4762" y="5581"/>
                  </a:lnTo>
                  <a:lnTo>
                    <a:pt x="4762" y="5562"/>
                  </a:lnTo>
                  <a:lnTo>
                    <a:pt x="4781" y="5524"/>
                  </a:lnTo>
                  <a:lnTo>
                    <a:pt x="4800" y="5524"/>
                  </a:lnTo>
                  <a:lnTo>
                    <a:pt x="4800" y="5505"/>
                  </a:lnTo>
                  <a:lnTo>
                    <a:pt x="4781" y="5505"/>
                  </a:lnTo>
                  <a:lnTo>
                    <a:pt x="4762" y="5505"/>
                  </a:lnTo>
                  <a:lnTo>
                    <a:pt x="4762" y="5524"/>
                  </a:lnTo>
                  <a:lnTo>
                    <a:pt x="4743" y="5524"/>
                  </a:lnTo>
                  <a:lnTo>
                    <a:pt x="4686" y="5505"/>
                  </a:lnTo>
                  <a:lnTo>
                    <a:pt x="4667" y="5505"/>
                  </a:lnTo>
                  <a:lnTo>
                    <a:pt x="4667" y="5486"/>
                  </a:lnTo>
                  <a:lnTo>
                    <a:pt x="4648" y="5486"/>
                  </a:lnTo>
                  <a:lnTo>
                    <a:pt x="4648" y="5467"/>
                  </a:lnTo>
                  <a:lnTo>
                    <a:pt x="4648" y="5448"/>
                  </a:lnTo>
                  <a:lnTo>
                    <a:pt x="4648" y="5429"/>
                  </a:lnTo>
                  <a:lnTo>
                    <a:pt x="4628" y="5391"/>
                  </a:lnTo>
                  <a:lnTo>
                    <a:pt x="4628" y="5372"/>
                  </a:lnTo>
                  <a:lnTo>
                    <a:pt x="4628" y="5353"/>
                  </a:lnTo>
                  <a:lnTo>
                    <a:pt x="4610" y="5296"/>
                  </a:lnTo>
                  <a:lnTo>
                    <a:pt x="4572" y="5315"/>
                  </a:lnTo>
                  <a:lnTo>
                    <a:pt x="4552" y="5296"/>
                  </a:lnTo>
                  <a:lnTo>
                    <a:pt x="4533" y="5296"/>
                  </a:lnTo>
                  <a:lnTo>
                    <a:pt x="4515" y="5296"/>
                  </a:lnTo>
                  <a:lnTo>
                    <a:pt x="4515" y="5277"/>
                  </a:lnTo>
                  <a:lnTo>
                    <a:pt x="4496" y="5277"/>
                  </a:lnTo>
                  <a:lnTo>
                    <a:pt x="4496" y="5257"/>
                  </a:lnTo>
                  <a:lnTo>
                    <a:pt x="4476" y="5257"/>
                  </a:lnTo>
                  <a:lnTo>
                    <a:pt x="4457" y="5257"/>
                  </a:lnTo>
                  <a:lnTo>
                    <a:pt x="4438" y="5238"/>
                  </a:lnTo>
                  <a:lnTo>
                    <a:pt x="4419" y="5257"/>
                  </a:lnTo>
                  <a:lnTo>
                    <a:pt x="4400" y="5257"/>
                  </a:lnTo>
                  <a:lnTo>
                    <a:pt x="4400" y="5277"/>
                  </a:lnTo>
                  <a:lnTo>
                    <a:pt x="4381" y="5277"/>
                  </a:lnTo>
                  <a:lnTo>
                    <a:pt x="4381" y="5296"/>
                  </a:lnTo>
                  <a:lnTo>
                    <a:pt x="4400" y="5315"/>
                  </a:lnTo>
                  <a:lnTo>
                    <a:pt x="4381" y="5315"/>
                  </a:lnTo>
                  <a:lnTo>
                    <a:pt x="4381" y="5333"/>
                  </a:lnTo>
                  <a:lnTo>
                    <a:pt x="4362" y="5353"/>
                  </a:lnTo>
                  <a:lnTo>
                    <a:pt x="4362" y="5372"/>
                  </a:lnTo>
                  <a:lnTo>
                    <a:pt x="4343" y="5372"/>
                  </a:lnTo>
                  <a:lnTo>
                    <a:pt x="4324" y="5353"/>
                  </a:lnTo>
                  <a:lnTo>
                    <a:pt x="4305" y="5333"/>
                  </a:lnTo>
                  <a:lnTo>
                    <a:pt x="4286" y="5333"/>
                  </a:lnTo>
                  <a:lnTo>
                    <a:pt x="4267" y="5296"/>
                  </a:lnTo>
                  <a:lnTo>
                    <a:pt x="4267" y="5277"/>
                  </a:lnTo>
                  <a:lnTo>
                    <a:pt x="4286" y="5257"/>
                  </a:lnTo>
                  <a:lnTo>
                    <a:pt x="4305" y="5257"/>
                  </a:lnTo>
                  <a:lnTo>
                    <a:pt x="4305" y="5219"/>
                  </a:lnTo>
                  <a:lnTo>
                    <a:pt x="4305" y="5201"/>
                  </a:lnTo>
                  <a:lnTo>
                    <a:pt x="4305" y="5181"/>
                  </a:lnTo>
                  <a:lnTo>
                    <a:pt x="4324" y="5162"/>
                  </a:lnTo>
                  <a:lnTo>
                    <a:pt x="4324" y="5143"/>
                  </a:lnTo>
                  <a:lnTo>
                    <a:pt x="4305" y="5105"/>
                  </a:lnTo>
                  <a:lnTo>
                    <a:pt x="4305" y="5086"/>
                  </a:lnTo>
                  <a:lnTo>
                    <a:pt x="4324" y="5086"/>
                  </a:lnTo>
                  <a:lnTo>
                    <a:pt x="4343" y="5067"/>
                  </a:lnTo>
                  <a:lnTo>
                    <a:pt x="4362" y="5048"/>
                  </a:lnTo>
                  <a:lnTo>
                    <a:pt x="4362" y="5029"/>
                  </a:lnTo>
                  <a:lnTo>
                    <a:pt x="4362" y="5010"/>
                  </a:lnTo>
                  <a:lnTo>
                    <a:pt x="4305" y="4991"/>
                  </a:lnTo>
                  <a:lnTo>
                    <a:pt x="4286" y="4972"/>
                  </a:lnTo>
                  <a:lnTo>
                    <a:pt x="4286" y="4952"/>
                  </a:lnTo>
                  <a:lnTo>
                    <a:pt x="4267" y="4952"/>
                  </a:lnTo>
                  <a:lnTo>
                    <a:pt x="4248" y="4952"/>
                  </a:lnTo>
                  <a:lnTo>
                    <a:pt x="4229" y="4972"/>
                  </a:lnTo>
                  <a:lnTo>
                    <a:pt x="4210" y="4972"/>
                  </a:lnTo>
                  <a:lnTo>
                    <a:pt x="4191" y="4972"/>
                  </a:lnTo>
                  <a:lnTo>
                    <a:pt x="4191" y="4952"/>
                  </a:lnTo>
                  <a:lnTo>
                    <a:pt x="4171" y="4952"/>
                  </a:lnTo>
                  <a:lnTo>
                    <a:pt x="4134" y="4972"/>
                  </a:lnTo>
                  <a:lnTo>
                    <a:pt x="4115" y="4972"/>
                  </a:lnTo>
                  <a:lnTo>
                    <a:pt x="4095" y="4972"/>
                  </a:lnTo>
                  <a:lnTo>
                    <a:pt x="4076" y="4952"/>
                  </a:lnTo>
                  <a:lnTo>
                    <a:pt x="4057" y="4952"/>
                  </a:lnTo>
                  <a:lnTo>
                    <a:pt x="4057" y="4934"/>
                  </a:lnTo>
                  <a:lnTo>
                    <a:pt x="4019" y="4934"/>
                  </a:lnTo>
                  <a:lnTo>
                    <a:pt x="4038" y="4934"/>
                  </a:lnTo>
                  <a:lnTo>
                    <a:pt x="4038" y="4952"/>
                  </a:lnTo>
                  <a:lnTo>
                    <a:pt x="4000" y="4934"/>
                  </a:lnTo>
                  <a:lnTo>
                    <a:pt x="3943" y="4952"/>
                  </a:lnTo>
                  <a:lnTo>
                    <a:pt x="3905" y="4934"/>
                  </a:lnTo>
                  <a:lnTo>
                    <a:pt x="3886" y="4915"/>
                  </a:lnTo>
                  <a:lnTo>
                    <a:pt x="3867" y="4915"/>
                  </a:lnTo>
                  <a:lnTo>
                    <a:pt x="3867" y="4934"/>
                  </a:lnTo>
                  <a:lnTo>
                    <a:pt x="3848" y="4952"/>
                  </a:lnTo>
                  <a:lnTo>
                    <a:pt x="3810" y="4952"/>
                  </a:lnTo>
                  <a:lnTo>
                    <a:pt x="3753" y="4952"/>
                  </a:lnTo>
                  <a:lnTo>
                    <a:pt x="3734" y="4952"/>
                  </a:lnTo>
                  <a:lnTo>
                    <a:pt x="3714" y="4972"/>
                  </a:lnTo>
                  <a:lnTo>
                    <a:pt x="3695" y="4972"/>
                  </a:lnTo>
                  <a:lnTo>
                    <a:pt x="3619" y="4952"/>
                  </a:lnTo>
                  <a:lnTo>
                    <a:pt x="3619" y="4934"/>
                  </a:lnTo>
                  <a:lnTo>
                    <a:pt x="3600" y="4934"/>
                  </a:lnTo>
                  <a:lnTo>
                    <a:pt x="3600" y="4915"/>
                  </a:lnTo>
                  <a:lnTo>
                    <a:pt x="3619" y="4876"/>
                  </a:lnTo>
                  <a:lnTo>
                    <a:pt x="3600" y="4857"/>
                  </a:lnTo>
                  <a:lnTo>
                    <a:pt x="3600" y="4838"/>
                  </a:lnTo>
                  <a:lnTo>
                    <a:pt x="3600" y="4820"/>
                  </a:lnTo>
                  <a:lnTo>
                    <a:pt x="3600" y="4800"/>
                  </a:lnTo>
                  <a:lnTo>
                    <a:pt x="3619" y="4800"/>
                  </a:lnTo>
                  <a:lnTo>
                    <a:pt x="3638" y="4800"/>
                  </a:lnTo>
                  <a:lnTo>
                    <a:pt x="3638" y="4781"/>
                  </a:lnTo>
                  <a:lnTo>
                    <a:pt x="3619" y="4781"/>
                  </a:lnTo>
                  <a:lnTo>
                    <a:pt x="3638" y="4762"/>
                  </a:lnTo>
                  <a:lnTo>
                    <a:pt x="3638" y="4743"/>
                  </a:lnTo>
                  <a:lnTo>
                    <a:pt x="3619" y="4724"/>
                  </a:lnTo>
                  <a:lnTo>
                    <a:pt x="3619" y="4705"/>
                  </a:lnTo>
                  <a:lnTo>
                    <a:pt x="3657" y="4686"/>
                  </a:lnTo>
                  <a:lnTo>
                    <a:pt x="3676" y="4686"/>
                  </a:lnTo>
                  <a:lnTo>
                    <a:pt x="3676" y="4667"/>
                  </a:lnTo>
                  <a:lnTo>
                    <a:pt x="3657" y="4667"/>
                  </a:lnTo>
                  <a:lnTo>
                    <a:pt x="3657" y="4648"/>
                  </a:lnTo>
                  <a:lnTo>
                    <a:pt x="3676" y="4629"/>
                  </a:lnTo>
                  <a:lnTo>
                    <a:pt x="3676" y="4610"/>
                  </a:lnTo>
                  <a:lnTo>
                    <a:pt x="3676" y="4591"/>
                  </a:lnTo>
                  <a:lnTo>
                    <a:pt x="3657" y="4591"/>
                  </a:lnTo>
                  <a:lnTo>
                    <a:pt x="3638" y="4591"/>
                  </a:lnTo>
                  <a:lnTo>
                    <a:pt x="3638" y="4571"/>
                  </a:lnTo>
                  <a:lnTo>
                    <a:pt x="3619" y="4571"/>
                  </a:lnTo>
                  <a:lnTo>
                    <a:pt x="3619" y="4553"/>
                  </a:lnTo>
                  <a:lnTo>
                    <a:pt x="3600" y="4515"/>
                  </a:lnTo>
                  <a:lnTo>
                    <a:pt x="3600" y="4495"/>
                  </a:lnTo>
                  <a:lnTo>
                    <a:pt x="3581" y="4495"/>
                  </a:lnTo>
                  <a:lnTo>
                    <a:pt x="3581" y="4476"/>
                  </a:lnTo>
                  <a:lnTo>
                    <a:pt x="3581" y="4457"/>
                  </a:lnTo>
                  <a:lnTo>
                    <a:pt x="3581" y="4400"/>
                  </a:lnTo>
                  <a:lnTo>
                    <a:pt x="3562" y="4381"/>
                  </a:lnTo>
                  <a:lnTo>
                    <a:pt x="3562" y="4362"/>
                  </a:lnTo>
                  <a:lnTo>
                    <a:pt x="3543" y="4362"/>
                  </a:lnTo>
                  <a:lnTo>
                    <a:pt x="3524" y="4343"/>
                  </a:lnTo>
                  <a:lnTo>
                    <a:pt x="3505" y="4343"/>
                  </a:lnTo>
                  <a:lnTo>
                    <a:pt x="3486" y="4324"/>
                  </a:lnTo>
                  <a:lnTo>
                    <a:pt x="3467" y="4305"/>
                  </a:lnTo>
                  <a:lnTo>
                    <a:pt x="3448" y="4286"/>
                  </a:lnTo>
                  <a:lnTo>
                    <a:pt x="3448" y="4267"/>
                  </a:lnTo>
                  <a:lnTo>
                    <a:pt x="3429" y="4248"/>
                  </a:lnTo>
                  <a:lnTo>
                    <a:pt x="3429" y="4229"/>
                  </a:lnTo>
                  <a:lnTo>
                    <a:pt x="3409" y="4229"/>
                  </a:lnTo>
                  <a:lnTo>
                    <a:pt x="3409" y="4210"/>
                  </a:lnTo>
                  <a:lnTo>
                    <a:pt x="3409" y="4191"/>
                  </a:lnTo>
                  <a:lnTo>
                    <a:pt x="3391" y="4191"/>
                  </a:lnTo>
                  <a:lnTo>
                    <a:pt x="3372" y="4191"/>
                  </a:lnTo>
                  <a:lnTo>
                    <a:pt x="3353" y="4153"/>
                  </a:lnTo>
                  <a:lnTo>
                    <a:pt x="3333" y="4153"/>
                  </a:lnTo>
                  <a:lnTo>
                    <a:pt x="3333" y="4134"/>
                  </a:lnTo>
                  <a:lnTo>
                    <a:pt x="3333" y="4114"/>
                  </a:lnTo>
                  <a:lnTo>
                    <a:pt x="3333" y="4095"/>
                  </a:lnTo>
                  <a:lnTo>
                    <a:pt x="3353" y="4095"/>
                  </a:lnTo>
                  <a:lnTo>
                    <a:pt x="3353" y="4077"/>
                  </a:lnTo>
                  <a:lnTo>
                    <a:pt x="3372" y="4058"/>
                  </a:lnTo>
                  <a:lnTo>
                    <a:pt x="3372" y="4019"/>
                  </a:lnTo>
                  <a:lnTo>
                    <a:pt x="3372" y="3962"/>
                  </a:lnTo>
                  <a:lnTo>
                    <a:pt x="3372" y="3943"/>
                  </a:lnTo>
                  <a:lnTo>
                    <a:pt x="3353" y="3943"/>
                  </a:lnTo>
                  <a:lnTo>
                    <a:pt x="3353" y="3924"/>
                  </a:lnTo>
                  <a:lnTo>
                    <a:pt x="3333" y="3924"/>
                  </a:lnTo>
                  <a:lnTo>
                    <a:pt x="3314" y="3886"/>
                  </a:lnTo>
                  <a:lnTo>
                    <a:pt x="3314" y="3867"/>
                  </a:lnTo>
                  <a:lnTo>
                    <a:pt x="3314" y="3848"/>
                  </a:lnTo>
                  <a:lnTo>
                    <a:pt x="3295" y="3791"/>
                  </a:lnTo>
                  <a:lnTo>
                    <a:pt x="3295" y="3772"/>
                  </a:lnTo>
                  <a:lnTo>
                    <a:pt x="3277" y="3772"/>
                  </a:lnTo>
                  <a:lnTo>
                    <a:pt x="3277" y="3753"/>
                  </a:lnTo>
                  <a:lnTo>
                    <a:pt x="3277" y="3733"/>
                  </a:lnTo>
                  <a:lnTo>
                    <a:pt x="3295" y="3714"/>
                  </a:lnTo>
                  <a:lnTo>
                    <a:pt x="3314" y="3657"/>
                  </a:lnTo>
                  <a:lnTo>
                    <a:pt x="3314" y="3638"/>
                  </a:lnTo>
                  <a:lnTo>
                    <a:pt x="3314" y="3581"/>
                  </a:lnTo>
                  <a:lnTo>
                    <a:pt x="3295" y="3505"/>
                  </a:lnTo>
                  <a:lnTo>
                    <a:pt x="3257" y="3429"/>
                  </a:lnTo>
                  <a:lnTo>
                    <a:pt x="3238" y="3391"/>
                  </a:lnTo>
                  <a:lnTo>
                    <a:pt x="3219" y="3372"/>
                  </a:lnTo>
                  <a:lnTo>
                    <a:pt x="3219" y="3352"/>
                  </a:lnTo>
                  <a:lnTo>
                    <a:pt x="3200" y="3334"/>
                  </a:lnTo>
                  <a:lnTo>
                    <a:pt x="3181" y="3334"/>
                  </a:lnTo>
                  <a:lnTo>
                    <a:pt x="3162" y="3334"/>
                  </a:lnTo>
                  <a:lnTo>
                    <a:pt x="3143" y="3334"/>
                  </a:lnTo>
                  <a:lnTo>
                    <a:pt x="3143" y="3315"/>
                  </a:lnTo>
                  <a:lnTo>
                    <a:pt x="3105" y="3296"/>
                  </a:lnTo>
                  <a:lnTo>
                    <a:pt x="3086" y="3296"/>
                  </a:lnTo>
                  <a:lnTo>
                    <a:pt x="3067" y="3296"/>
                  </a:lnTo>
                  <a:lnTo>
                    <a:pt x="3048" y="3276"/>
                  </a:lnTo>
                  <a:lnTo>
                    <a:pt x="3028" y="3257"/>
                  </a:lnTo>
                  <a:lnTo>
                    <a:pt x="3048" y="3238"/>
                  </a:lnTo>
                  <a:lnTo>
                    <a:pt x="3028" y="3220"/>
                  </a:lnTo>
                  <a:lnTo>
                    <a:pt x="2991" y="3200"/>
                  </a:lnTo>
                  <a:lnTo>
                    <a:pt x="2991" y="3181"/>
                  </a:lnTo>
                  <a:lnTo>
                    <a:pt x="2991" y="3162"/>
                  </a:lnTo>
                  <a:lnTo>
                    <a:pt x="2991" y="3143"/>
                  </a:lnTo>
                  <a:lnTo>
                    <a:pt x="2972" y="3143"/>
                  </a:lnTo>
                  <a:lnTo>
                    <a:pt x="2972" y="3124"/>
                  </a:lnTo>
                  <a:lnTo>
                    <a:pt x="2952" y="3143"/>
                  </a:lnTo>
                  <a:lnTo>
                    <a:pt x="2952" y="3162"/>
                  </a:lnTo>
                  <a:lnTo>
                    <a:pt x="2933" y="3143"/>
                  </a:lnTo>
                  <a:lnTo>
                    <a:pt x="2857" y="3162"/>
                  </a:lnTo>
                  <a:lnTo>
                    <a:pt x="2838" y="3181"/>
                  </a:lnTo>
                  <a:lnTo>
                    <a:pt x="2762" y="3181"/>
                  </a:lnTo>
                  <a:lnTo>
                    <a:pt x="2743" y="3181"/>
                  </a:lnTo>
                  <a:lnTo>
                    <a:pt x="2724" y="3181"/>
                  </a:lnTo>
                  <a:lnTo>
                    <a:pt x="2705" y="3162"/>
                  </a:lnTo>
                  <a:lnTo>
                    <a:pt x="2686" y="3162"/>
                  </a:lnTo>
                  <a:lnTo>
                    <a:pt x="2686" y="3181"/>
                  </a:lnTo>
                  <a:lnTo>
                    <a:pt x="2667" y="3181"/>
                  </a:lnTo>
                  <a:lnTo>
                    <a:pt x="2647" y="3181"/>
                  </a:lnTo>
                  <a:lnTo>
                    <a:pt x="2629" y="3162"/>
                  </a:lnTo>
                  <a:lnTo>
                    <a:pt x="2610" y="3143"/>
                  </a:lnTo>
                  <a:lnTo>
                    <a:pt x="2591" y="3143"/>
                  </a:lnTo>
                  <a:lnTo>
                    <a:pt x="2571" y="3143"/>
                  </a:lnTo>
                  <a:lnTo>
                    <a:pt x="2571" y="3162"/>
                  </a:lnTo>
                  <a:lnTo>
                    <a:pt x="2552" y="3181"/>
                  </a:lnTo>
                  <a:lnTo>
                    <a:pt x="2495" y="3181"/>
                  </a:lnTo>
                  <a:lnTo>
                    <a:pt x="2476" y="3181"/>
                  </a:lnTo>
                  <a:lnTo>
                    <a:pt x="2457" y="3181"/>
                  </a:lnTo>
                  <a:lnTo>
                    <a:pt x="2438" y="3162"/>
                  </a:lnTo>
                  <a:lnTo>
                    <a:pt x="2362" y="3162"/>
                  </a:lnTo>
                  <a:lnTo>
                    <a:pt x="2343" y="3162"/>
                  </a:lnTo>
                  <a:lnTo>
                    <a:pt x="2324" y="3162"/>
                  </a:lnTo>
                  <a:lnTo>
                    <a:pt x="2305" y="3181"/>
                  </a:lnTo>
                  <a:lnTo>
                    <a:pt x="2286" y="3181"/>
                  </a:lnTo>
                  <a:lnTo>
                    <a:pt x="2248" y="3181"/>
                  </a:lnTo>
                  <a:lnTo>
                    <a:pt x="2229" y="3181"/>
                  </a:lnTo>
                  <a:lnTo>
                    <a:pt x="2210" y="3162"/>
                  </a:lnTo>
                  <a:lnTo>
                    <a:pt x="2190" y="3124"/>
                  </a:lnTo>
                  <a:lnTo>
                    <a:pt x="2153" y="3067"/>
                  </a:lnTo>
                  <a:lnTo>
                    <a:pt x="2134" y="3067"/>
                  </a:lnTo>
                  <a:lnTo>
                    <a:pt x="2134" y="3048"/>
                  </a:lnTo>
                  <a:lnTo>
                    <a:pt x="2019" y="3029"/>
                  </a:lnTo>
                  <a:lnTo>
                    <a:pt x="1924" y="2991"/>
                  </a:lnTo>
                  <a:lnTo>
                    <a:pt x="1848" y="2971"/>
                  </a:lnTo>
                  <a:lnTo>
                    <a:pt x="1772" y="2915"/>
                  </a:lnTo>
                  <a:lnTo>
                    <a:pt x="1753" y="2915"/>
                  </a:lnTo>
                  <a:lnTo>
                    <a:pt x="1733" y="2895"/>
                  </a:lnTo>
                  <a:lnTo>
                    <a:pt x="1714" y="2876"/>
                  </a:lnTo>
                  <a:lnTo>
                    <a:pt x="1695" y="2876"/>
                  </a:lnTo>
                  <a:lnTo>
                    <a:pt x="1676" y="2876"/>
                  </a:lnTo>
                  <a:lnTo>
                    <a:pt x="1657" y="2876"/>
                  </a:lnTo>
                  <a:lnTo>
                    <a:pt x="1657" y="2895"/>
                  </a:lnTo>
                  <a:lnTo>
                    <a:pt x="1638" y="2876"/>
                  </a:lnTo>
                  <a:lnTo>
                    <a:pt x="1619" y="2876"/>
                  </a:lnTo>
                  <a:lnTo>
                    <a:pt x="1600" y="2895"/>
                  </a:lnTo>
                  <a:lnTo>
                    <a:pt x="1581" y="2895"/>
                  </a:lnTo>
                  <a:lnTo>
                    <a:pt x="1581" y="2915"/>
                  </a:lnTo>
                  <a:lnTo>
                    <a:pt x="1562" y="2915"/>
                  </a:lnTo>
                  <a:lnTo>
                    <a:pt x="1543" y="2915"/>
                  </a:lnTo>
                  <a:lnTo>
                    <a:pt x="1505" y="2915"/>
                  </a:lnTo>
                  <a:lnTo>
                    <a:pt x="1486" y="2915"/>
                  </a:lnTo>
                  <a:lnTo>
                    <a:pt x="1467" y="2915"/>
                  </a:lnTo>
                  <a:lnTo>
                    <a:pt x="1428" y="2895"/>
                  </a:lnTo>
                  <a:lnTo>
                    <a:pt x="1428" y="2876"/>
                  </a:lnTo>
                  <a:lnTo>
                    <a:pt x="1409" y="2876"/>
                  </a:lnTo>
                  <a:lnTo>
                    <a:pt x="1391" y="2895"/>
                  </a:lnTo>
                  <a:lnTo>
                    <a:pt x="1372" y="2895"/>
                  </a:lnTo>
                  <a:lnTo>
                    <a:pt x="1352" y="2876"/>
                  </a:lnTo>
                  <a:lnTo>
                    <a:pt x="1314" y="2839"/>
                  </a:lnTo>
                  <a:lnTo>
                    <a:pt x="1295" y="2839"/>
                  </a:lnTo>
                  <a:lnTo>
                    <a:pt x="1238" y="2839"/>
                  </a:lnTo>
                  <a:lnTo>
                    <a:pt x="1219" y="2839"/>
                  </a:lnTo>
                  <a:lnTo>
                    <a:pt x="1200" y="2839"/>
                  </a:lnTo>
                  <a:lnTo>
                    <a:pt x="1105" y="2781"/>
                  </a:lnTo>
                  <a:lnTo>
                    <a:pt x="1067" y="2762"/>
                  </a:lnTo>
                  <a:lnTo>
                    <a:pt x="1029" y="2743"/>
                  </a:lnTo>
                  <a:lnTo>
                    <a:pt x="1010" y="2743"/>
                  </a:lnTo>
                  <a:lnTo>
                    <a:pt x="971" y="2762"/>
                  </a:lnTo>
                  <a:lnTo>
                    <a:pt x="952" y="2762"/>
                  </a:lnTo>
                  <a:lnTo>
                    <a:pt x="952" y="2781"/>
                  </a:lnTo>
                  <a:lnTo>
                    <a:pt x="933" y="2800"/>
                  </a:lnTo>
                  <a:lnTo>
                    <a:pt x="933" y="2839"/>
                  </a:lnTo>
                  <a:lnTo>
                    <a:pt x="915" y="2857"/>
                  </a:lnTo>
                  <a:lnTo>
                    <a:pt x="915" y="2876"/>
                  </a:lnTo>
                  <a:lnTo>
                    <a:pt x="876" y="2876"/>
                  </a:lnTo>
                  <a:lnTo>
                    <a:pt x="876" y="2857"/>
                  </a:lnTo>
                  <a:lnTo>
                    <a:pt x="857" y="2839"/>
                  </a:lnTo>
                  <a:lnTo>
                    <a:pt x="838" y="2839"/>
                  </a:lnTo>
                  <a:lnTo>
                    <a:pt x="838" y="2819"/>
                  </a:lnTo>
                  <a:lnTo>
                    <a:pt x="819" y="2819"/>
                  </a:lnTo>
                  <a:lnTo>
                    <a:pt x="819" y="2839"/>
                  </a:lnTo>
                  <a:lnTo>
                    <a:pt x="800" y="2839"/>
                  </a:lnTo>
                  <a:lnTo>
                    <a:pt x="762" y="2839"/>
                  </a:lnTo>
                  <a:lnTo>
                    <a:pt x="724" y="2839"/>
                  </a:lnTo>
                  <a:lnTo>
                    <a:pt x="705" y="2839"/>
                  </a:lnTo>
                  <a:lnTo>
                    <a:pt x="666" y="2839"/>
                  </a:lnTo>
                  <a:lnTo>
                    <a:pt x="648" y="2839"/>
                  </a:lnTo>
                  <a:lnTo>
                    <a:pt x="629" y="2839"/>
                  </a:lnTo>
                  <a:lnTo>
                    <a:pt x="590" y="2839"/>
                  </a:lnTo>
                  <a:lnTo>
                    <a:pt x="571" y="2819"/>
                  </a:lnTo>
                  <a:lnTo>
                    <a:pt x="534" y="2800"/>
                  </a:lnTo>
                  <a:lnTo>
                    <a:pt x="514" y="2800"/>
                  </a:lnTo>
                  <a:lnTo>
                    <a:pt x="457" y="2819"/>
                  </a:lnTo>
                  <a:lnTo>
                    <a:pt x="438" y="2839"/>
                  </a:lnTo>
                  <a:lnTo>
                    <a:pt x="343" y="2819"/>
                  </a:lnTo>
                  <a:lnTo>
                    <a:pt x="305" y="2819"/>
                  </a:lnTo>
                  <a:lnTo>
                    <a:pt x="285" y="2819"/>
                  </a:lnTo>
                  <a:lnTo>
                    <a:pt x="267" y="2800"/>
                  </a:lnTo>
                  <a:lnTo>
                    <a:pt x="248" y="2800"/>
                  </a:lnTo>
                  <a:lnTo>
                    <a:pt x="190" y="2800"/>
                  </a:lnTo>
                  <a:lnTo>
                    <a:pt x="171" y="2800"/>
                  </a:lnTo>
                  <a:lnTo>
                    <a:pt x="153" y="2819"/>
                  </a:lnTo>
                  <a:lnTo>
                    <a:pt x="133" y="2839"/>
                  </a:lnTo>
                  <a:lnTo>
                    <a:pt x="95" y="2857"/>
                  </a:lnTo>
                  <a:lnTo>
                    <a:pt x="57" y="2915"/>
                  </a:lnTo>
                  <a:lnTo>
                    <a:pt x="38" y="2915"/>
                  </a:lnTo>
                  <a:lnTo>
                    <a:pt x="0" y="2934"/>
                  </a:lnTo>
                  <a:lnTo>
                    <a:pt x="19" y="2915"/>
                  </a:lnTo>
                  <a:lnTo>
                    <a:pt x="38" y="2876"/>
                  </a:lnTo>
                  <a:lnTo>
                    <a:pt x="95" y="2781"/>
                  </a:lnTo>
                  <a:lnTo>
                    <a:pt x="95" y="2762"/>
                  </a:lnTo>
                  <a:lnTo>
                    <a:pt x="114" y="2762"/>
                  </a:lnTo>
                  <a:lnTo>
                    <a:pt x="133" y="2762"/>
                  </a:lnTo>
                  <a:lnTo>
                    <a:pt x="153" y="2743"/>
                  </a:lnTo>
                  <a:lnTo>
                    <a:pt x="153" y="2705"/>
                  </a:lnTo>
                  <a:lnTo>
                    <a:pt x="171" y="2686"/>
                  </a:lnTo>
                  <a:lnTo>
                    <a:pt x="190" y="2686"/>
                  </a:lnTo>
                  <a:lnTo>
                    <a:pt x="209" y="2686"/>
                  </a:lnTo>
                  <a:lnTo>
                    <a:pt x="229" y="2686"/>
                  </a:lnTo>
                  <a:lnTo>
                    <a:pt x="305" y="2648"/>
                  </a:lnTo>
                  <a:lnTo>
                    <a:pt x="305" y="2610"/>
                  </a:lnTo>
                  <a:lnTo>
                    <a:pt x="324" y="2610"/>
                  </a:lnTo>
                  <a:lnTo>
                    <a:pt x="400" y="2553"/>
                  </a:lnTo>
                  <a:lnTo>
                    <a:pt x="438" y="2534"/>
                  </a:lnTo>
                  <a:lnTo>
                    <a:pt x="457" y="2514"/>
                  </a:lnTo>
                  <a:lnTo>
                    <a:pt x="495" y="2495"/>
                  </a:lnTo>
                  <a:lnTo>
                    <a:pt x="534" y="2476"/>
                  </a:lnTo>
                  <a:lnTo>
                    <a:pt x="552" y="2458"/>
                  </a:lnTo>
                  <a:lnTo>
                    <a:pt x="571" y="2458"/>
                  </a:lnTo>
                  <a:lnTo>
                    <a:pt x="590" y="2458"/>
                  </a:lnTo>
                  <a:lnTo>
                    <a:pt x="629" y="2419"/>
                  </a:lnTo>
                  <a:lnTo>
                    <a:pt x="648" y="2400"/>
                  </a:lnTo>
                  <a:lnTo>
                    <a:pt x="666" y="2400"/>
                  </a:lnTo>
                  <a:lnTo>
                    <a:pt x="666" y="2381"/>
                  </a:lnTo>
                  <a:lnTo>
                    <a:pt x="743" y="2324"/>
                  </a:lnTo>
                  <a:lnTo>
                    <a:pt x="743" y="2286"/>
                  </a:lnTo>
                  <a:lnTo>
                    <a:pt x="781" y="2229"/>
                  </a:lnTo>
                  <a:lnTo>
                    <a:pt x="781" y="2210"/>
                  </a:lnTo>
                  <a:lnTo>
                    <a:pt x="781" y="2172"/>
                  </a:lnTo>
                  <a:lnTo>
                    <a:pt x="800" y="2172"/>
                  </a:lnTo>
                  <a:lnTo>
                    <a:pt x="800" y="2153"/>
                  </a:lnTo>
                  <a:lnTo>
                    <a:pt x="857" y="2096"/>
                  </a:lnTo>
                  <a:lnTo>
                    <a:pt x="876" y="2096"/>
                  </a:lnTo>
                  <a:lnTo>
                    <a:pt x="876" y="2077"/>
                  </a:lnTo>
                  <a:lnTo>
                    <a:pt x="895" y="2077"/>
                  </a:lnTo>
                  <a:lnTo>
                    <a:pt x="895" y="2057"/>
                  </a:lnTo>
                  <a:lnTo>
                    <a:pt x="915" y="2038"/>
                  </a:lnTo>
                  <a:lnTo>
                    <a:pt x="915" y="2019"/>
                  </a:lnTo>
                  <a:lnTo>
                    <a:pt x="915" y="2000"/>
                  </a:lnTo>
                  <a:lnTo>
                    <a:pt x="933" y="1962"/>
                  </a:lnTo>
                  <a:lnTo>
                    <a:pt x="952" y="1943"/>
                  </a:lnTo>
                  <a:lnTo>
                    <a:pt x="991" y="1943"/>
                  </a:lnTo>
                  <a:lnTo>
                    <a:pt x="1010" y="1924"/>
                  </a:lnTo>
                  <a:lnTo>
                    <a:pt x="1029" y="1905"/>
                  </a:lnTo>
                  <a:lnTo>
                    <a:pt x="1047" y="1886"/>
                  </a:lnTo>
                  <a:lnTo>
                    <a:pt x="1047" y="1867"/>
                  </a:lnTo>
                  <a:lnTo>
                    <a:pt x="1047" y="1848"/>
                  </a:lnTo>
                  <a:lnTo>
                    <a:pt x="1029" y="1848"/>
                  </a:lnTo>
                  <a:lnTo>
                    <a:pt x="991" y="1772"/>
                  </a:lnTo>
                  <a:lnTo>
                    <a:pt x="991" y="1733"/>
                  </a:lnTo>
                  <a:lnTo>
                    <a:pt x="1010" y="1733"/>
                  </a:lnTo>
                  <a:lnTo>
                    <a:pt x="1010" y="1715"/>
                  </a:lnTo>
                  <a:lnTo>
                    <a:pt x="1010" y="1696"/>
                  </a:lnTo>
                  <a:lnTo>
                    <a:pt x="1029" y="1696"/>
                  </a:lnTo>
                  <a:lnTo>
                    <a:pt x="1047" y="1696"/>
                  </a:lnTo>
                  <a:lnTo>
                    <a:pt x="1067" y="1696"/>
                  </a:lnTo>
                  <a:lnTo>
                    <a:pt x="1086" y="1696"/>
                  </a:lnTo>
                  <a:lnTo>
                    <a:pt x="1105" y="1696"/>
                  </a:lnTo>
                  <a:lnTo>
                    <a:pt x="1124" y="1676"/>
                  </a:lnTo>
                  <a:lnTo>
                    <a:pt x="1143" y="1638"/>
                  </a:lnTo>
                  <a:lnTo>
                    <a:pt x="1143" y="1619"/>
                  </a:lnTo>
                  <a:lnTo>
                    <a:pt x="1200" y="1562"/>
                  </a:lnTo>
                  <a:lnTo>
                    <a:pt x="1219" y="1524"/>
                  </a:lnTo>
                  <a:lnTo>
                    <a:pt x="1219" y="1467"/>
                  </a:lnTo>
                  <a:lnTo>
                    <a:pt x="1200" y="1391"/>
                  </a:lnTo>
                  <a:lnTo>
                    <a:pt x="1200" y="1353"/>
                  </a:lnTo>
                  <a:lnTo>
                    <a:pt x="1219" y="1353"/>
                  </a:lnTo>
                  <a:lnTo>
                    <a:pt x="1238" y="1334"/>
                  </a:lnTo>
                  <a:lnTo>
                    <a:pt x="1257" y="1315"/>
                  </a:lnTo>
                  <a:lnTo>
                    <a:pt x="1276" y="1315"/>
                  </a:lnTo>
                  <a:lnTo>
                    <a:pt x="1276" y="1295"/>
                  </a:lnTo>
                  <a:lnTo>
                    <a:pt x="1295" y="1276"/>
                  </a:lnTo>
                  <a:lnTo>
                    <a:pt x="1314" y="1219"/>
                  </a:lnTo>
                  <a:lnTo>
                    <a:pt x="1333" y="1200"/>
                  </a:lnTo>
                  <a:lnTo>
                    <a:pt x="1352" y="1181"/>
                  </a:lnTo>
                  <a:lnTo>
                    <a:pt x="1428" y="1105"/>
                  </a:lnTo>
                  <a:lnTo>
                    <a:pt x="1428" y="1086"/>
                  </a:lnTo>
                  <a:lnTo>
                    <a:pt x="1448" y="990"/>
                  </a:lnTo>
                  <a:lnTo>
                    <a:pt x="1428" y="934"/>
                  </a:lnTo>
                  <a:lnTo>
                    <a:pt x="1448" y="914"/>
                  </a:lnTo>
                  <a:lnTo>
                    <a:pt x="1467" y="876"/>
                  </a:lnTo>
                  <a:lnTo>
                    <a:pt x="1467" y="838"/>
                  </a:lnTo>
                  <a:lnTo>
                    <a:pt x="1486" y="819"/>
                  </a:lnTo>
                  <a:lnTo>
                    <a:pt x="1486" y="800"/>
                  </a:lnTo>
                  <a:lnTo>
                    <a:pt x="1543" y="800"/>
                  </a:lnTo>
                  <a:lnTo>
                    <a:pt x="1581" y="743"/>
                  </a:lnTo>
                  <a:lnTo>
                    <a:pt x="1600" y="705"/>
                  </a:lnTo>
                  <a:lnTo>
                    <a:pt x="1657" y="667"/>
                  </a:lnTo>
                  <a:lnTo>
                    <a:pt x="1657" y="629"/>
                  </a:lnTo>
                  <a:lnTo>
                    <a:pt x="1695" y="591"/>
                  </a:lnTo>
                  <a:lnTo>
                    <a:pt x="1714" y="572"/>
                  </a:lnTo>
                  <a:lnTo>
                    <a:pt x="1772" y="553"/>
                  </a:lnTo>
                  <a:lnTo>
                    <a:pt x="1886" y="514"/>
                  </a:lnTo>
                  <a:lnTo>
                    <a:pt x="1905" y="495"/>
                  </a:lnTo>
                  <a:lnTo>
                    <a:pt x="1943" y="477"/>
                  </a:lnTo>
                  <a:lnTo>
                    <a:pt x="1962" y="438"/>
                  </a:lnTo>
                  <a:lnTo>
                    <a:pt x="2000" y="400"/>
                  </a:lnTo>
                  <a:lnTo>
                    <a:pt x="2019" y="324"/>
                  </a:lnTo>
                  <a:lnTo>
                    <a:pt x="2057" y="267"/>
                  </a:lnTo>
                  <a:lnTo>
                    <a:pt x="2114" y="229"/>
                  </a:lnTo>
                  <a:lnTo>
                    <a:pt x="2134" y="210"/>
                  </a:lnTo>
                  <a:lnTo>
                    <a:pt x="2305" y="152"/>
                  </a:lnTo>
                  <a:lnTo>
                    <a:pt x="2324" y="152"/>
                  </a:lnTo>
                  <a:lnTo>
                    <a:pt x="2343" y="133"/>
                  </a:lnTo>
                  <a:lnTo>
                    <a:pt x="2419" y="57"/>
                  </a:lnTo>
                  <a:lnTo>
                    <a:pt x="2438" y="19"/>
                  </a:lnTo>
                  <a:lnTo>
                    <a:pt x="2457" y="19"/>
                  </a:lnTo>
                  <a:lnTo>
                    <a:pt x="2495" y="0"/>
                  </a:lnTo>
                  <a:lnTo>
                    <a:pt x="2533" y="0"/>
                  </a:lnTo>
                  <a:lnTo>
                    <a:pt x="2552" y="19"/>
                  </a:lnTo>
                  <a:lnTo>
                    <a:pt x="2571" y="38"/>
                  </a:lnTo>
                  <a:lnTo>
                    <a:pt x="2610" y="76"/>
                  </a:lnTo>
                  <a:lnTo>
                    <a:pt x="2647" y="96"/>
                  </a:lnTo>
                  <a:lnTo>
                    <a:pt x="2933" y="133"/>
                  </a:lnTo>
                  <a:lnTo>
                    <a:pt x="3067" y="152"/>
                  </a:lnTo>
                  <a:lnTo>
                    <a:pt x="3372" y="152"/>
                  </a:lnTo>
                  <a:lnTo>
                    <a:pt x="3429" y="152"/>
                  </a:lnTo>
                  <a:lnTo>
                    <a:pt x="3505" y="191"/>
                  </a:lnTo>
                  <a:lnTo>
                    <a:pt x="3524" y="191"/>
                  </a:lnTo>
                  <a:lnTo>
                    <a:pt x="3600" y="191"/>
                  </a:lnTo>
                  <a:lnTo>
                    <a:pt x="3619" y="191"/>
                  </a:lnTo>
                  <a:lnTo>
                    <a:pt x="3638" y="191"/>
                  </a:lnTo>
                  <a:lnTo>
                    <a:pt x="3657" y="191"/>
                  </a:lnTo>
                  <a:lnTo>
                    <a:pt x="3657" y="210"/>
                  </a:lnTo>
                  <a:lnTo>
                    <a:pt x="3657" y="229"/>
                  </a:lnTo>
                  <a:lnTo>
                    <a:pt x="3619" y="229"/>
                  </a:lnTo>
                  <a:lnTo>
                    <a:pt x="3619" y="248"/>
                  </a:lnTo>
                  <a:lnTo>
                    <a:pt x="3619" y="267"/>
                  </a:lnTo>
                  <a:lnTo>
                    <a:pt x="3600" y="286"/>
                  </a:lnTo>
                  <a:lnTo>
                    <a:pt x="3600" y="324"/>
                  </a:lnTo>
                  <a:lnTo>
                    <a:pt x="3619" y="362"/>
                  </a:lnTo>
                  <a:lnTo>
                    <a:pt x="3619" y="381"/>
                  </a:lnTo>
                  <a:lnTo>
                    <a:pt x="3638" y="438"/>
                  </a:lnTo>
                  <a:lnTo>
                    <a:pt x="3657" y="457"/>
                  </a:lnTo>
                  <a:lnTo>
                    <a:pt x="3676" y="495"/>
                  </a:lnTo>
                  <a:lnTo>
                    <a:pt x="3695" y="514"/>
                  </a:lnTo>
                  <a:lnTo>
                    <a:pt x="3714" y="533"/>
                  </a:lnTo>
                  <a:lnTo>
                    <a:pt x="3753" y="514"/>
                  </a:lnTo>
                  <a:lnTo>
                    <a:pt x="3771" y="495"/>
                  </a:lnTo>
                  <a:lnTo>
                    <a:pt x="3790" y="457"/>
                  </a:lnTo>
                  <a:lnTo>
                    <a:pt x="3829" y="381"/>
                  </a:lnTo>
                  <a:lnTo>
                    <a:pt x="3848" y="362"/>
                  </a:lnTo>
                  <a:lnTo>
                    <a:pt x="3886" y="362"/>
                  </a:lnTo>
                  <a:lnTo>
                    <a:pt x="3905" y="400"/>
                  </a:lnTo>
                  <a:lnTo>
                    <a:pt x="3924" y="457"/>
                  </a:lnTo>
                  <a:lnTo>
                    <a:pt x="3905" y="533"/>
                  </a:lnTo>
                  <a:lnTo>
                    <a:pt x="3924" y="609"/>
                  </a:lnTo>
                  <a:lnTo>
                    <a:pt x="3924" y="629"/>
                  </a:lnTo>
                  <a:lnTo>
                    <a:pt x="3962" y="648"/>
                  </a:lnTo>
                  <a:lnTo>
                    <a:pt x="3981" y="648"/>
                  </a:lnTo>
                  <a:lnTo>
                    <a:pt x="4019" y="629"/>
                  </a:lnTo>
                  <a:lnTo>
                    <a:pt x="4019" y="609"/>
                  </a:lnTo>
                  <a:lnTo>
                    <a:pt x="4000" y="591"/>
                  </a:lnTo>
                  <a:lnTo>
                    <a:pt x="4000" y="572"/>
                  </a:lnTo>
                  <a:lnTo>
                    <a:pt x="4000" y="514"/>
                  </a:lnTo>
                  <a:lnTo>
                    <a:pt x="4000" y="495"/>
                  </a:lnTo>
                  <a:lnTo>
                    <a:pt x="4000" y="477"/>
                  </a:lnTo>
                  <a:lnTo>
                    <a:pt x="4000" y="457"/>
                  </a:lnTo>
                  <a:lnTo>
                    <a:pt x="4019" y="438"/>
                  </a:lnTo>
                  <a:lnTo>
                    <a:pt x="4019" y="400"/>
                  </a:lnTo>
                  <a:lnTo>
                    <a:pt x="4038" y="381"/>
                  </a:lnTo>
                  <a:lnTo>
                    <a:pt x="4057" y="362"/>
                  </a:lnTo>
                  <a:lnTo>
                    <a:pt x="4095" y="362"/>
                  </a:lnTo>
                  <a:lnTo>
                    <a:pt x="4134" y="362"/>
                  </a:lnTo>
                  <a:lnTo>
                    <a:pt x="4152" y="362"/>
                  </a:lnTo>
                  <a:lnTo>
                    <a:pt x="4210" y="381"/>
                  </a:lnTo>
                  <a:lnTo>
                    <a:pt x="4229" y="381"/>
                  </a:lnTo>
                  <a:lnTo>
                    <a:pt x="4248" y="362"/>
                  </a:lnTo>
                  <a:lnTo>
                    <a:pt x="4286" y="343"/>
                  </a:lnTo>
                  <a:lnTo>
                    <a:pt x="4305" y="343"/>
                  </a:lnTo>
                  <a:lnTo>
                    <a:pt x="4362" y="343"/>
                  </a:lnTo>
                  <a:lnTo>
                    <a:pt x="4381" y="343"/>
                  </a:lnTo>
                  <a:lnTo>
                    <a:pt x="4419" y="343"/>
                  </a:lnTo>
                  <a:lnTo>
                    <a:pt x="4457" y="324"/>
                  </a:lnTo>
                  <a:lnTo>
                    <a:pt x="4533" y="324"/>
                  </a:lnTo>
                  <a:lnTo>
                    <a:pt x="4552" y="343"/>
                  </a:lnTo>
                  <a:lnTo>
                    <a:pt x="4572" y="362"/>
                  </a:lnTo>
                  <a:lnTo>
                    <a:pt x="4591" y="362"/>
                  </a:lnTo>
                  <a:lnTo>
                    <a:pt x="4628" y="324"/>
                  </a:lnTo>
                  <a:lnTo>
                    <a:pt x="4591" y="267"/>
                  </a:lnTo>
                  <a:lnTo>
                    <a:pt x="4610" y="229"/>
                  </a:lnTo>
                  <a:lnTo>
                    <a:pt x="4628" y="248"/>
                  </a:lnTo>
                  <a:lnTo>
                    <a:pt x="4648" y="267"/>
                  </a:lnTo>
                  <a:lnTo>
                    <a:pt x="4648" y="305"/>
                  </a:lnTo>
                  <a:lnTo>
                    <a:pt x="4667" y="324"/>
                  </a:lnTo>
                  <a:lnTo>
                    <a:pt x="4686" y="343"/>
                  </a:lnTo>
                  <a:lnTo>
                    <a:pt x="4724" y="343"/>
                  </a:lnTo>
                  <a:lnTo>
                    <a:pt x="4743" y="362"/>
                  </a:lnTo>
                  <a:lnTo>
                    <a:pt x="4762" y="362"/>
                  </a:lnTo>
                  <a:lnTo>
                    <a:pt x="4781" y="362"/>
                  </a:lnTo>
                  <a:lnTo>
                    <a:pt x="4800" y="343"/>
                  </a:lnTo>
                  <a:lnTo>
                    <a:pt x="4819" y="343"/>
                  </a:lnTo>
                  <a:lnTo>
                    <a:pt x="4819" y="324"/>
                  </a:lnTo>
                  <a:lnTo>
                    <a:pt x="4838" y="305"/>
                  </a:lnTo>
                  <a:lnTo>
                    <a:pt x="4838" y="286"/>
                  </a:lnTo>
                  <a:lnTo>
                    <a:pt x="4838" y="248"/>
                  </a:lnTo>
                  <a:lnTo>
                    <a:pt x="4857" y="267"/>
                  </a:lnTo>
                  <a:lnTo>
                    <a:pt x="4877" y="286"/>
                  </a:lnTo>
                  <a:lnTo>
                    <a:pt x="4877" y="305"/>
                  </a:lnTo>
                  <a:lnTo>
                    <a:pt x="4877" y="324"/>
                  </a:lnTo>
                  <a:lnTo>
                    <a:pt x="4895" y="324"/>
                  </a:lnTo>
                  <a:lnTo>
                    <a:pt x="4914" y="324"/>
                  </a:lnTo>
                  <a:lnTo>
                    <a:pt x="4933" y="324"/>
                  </a:lnTo>
                  <a:lnTo>
                    <a:pt x="4953" y="305"/>
                  </a:lnTo>
                  <a:lnTo>
                    <a:pt x="4953" y="267"/>
                  </a:lnTo>
                  <a:lnTo>
                    <a:pt x="4953" y="248"/>
                  </a:lnTo>
                  <a:lnTo>
                    <a:pt x="4933" y="229"/>
                  </a:lnTo>
                  <a:lnTo>
                    <a:pt x="4953" y="210"/>
                  </a:lnTo>
                  <a:lnTo>
                    <a:pt x="4972" y="210"/>
                  </a:lnTo>
                  <a:lnTo>
                    <a:pt x="4972" y="191"/>
                  </a:lnTo>
                  <a:lnTo>
                    <a:pt x="5086" y="191"/>
                  </a:lnTo>
                  <a:lnTo>
                    <a:pt x="5105" y="191"/>
                  </a:lnTo>
                  <a:lnTo>
                    <a:pt x="5124" y="210"/>
                  </a:lnTo>
                  <a:lnTo>
                    <a:pt x="5143" y="248"/>
                  </a:lnTo>
                  <a:lnTo>
                    <a:pt x="5162" y="267"/>
                  </a:lnTo>
                  <a:lnTo>
                    <a:pt x="5181" y="248"/>
                  </a:lnTo>
                  <a:lnTo>
                    <a:pt x="5200" y="248"/>
                  </a:lnTo>
                  <a:lnTo>
                    <a:pt x="5200" y="229"/>
                  </a:lnTo>
                  <a:lnTo>
                    <a:pt x="5219" y="210"/>
                  </a:lnTo>
                  <a:lnTo>
                    <a:pt x="5238" y="210"/>
                  </a:lnTo>
                  <a:lnTo>
                    <a:pt x="5258" y="210"/>
                  </a:lnTo>
                  <a:lnTo>
                    <a:pt x="5276" y="191"/>
                  </a:lnTo>
                  <a:lnTo>
                    <a:pt x="5295" y="191"/>
                  </a:lnTo>
                  <a:lnTo>
                    <a:pt x="5314" y="172"/>
                  </a:lnTo>
                  <a:lnTo>
                    <a:pt x="5334" y="191"/>
                  </a:lnTo>
                  <a:lnTo>
                    <a:pt x="5353" y="191"/>
                  </a:lnTo>
                  <a:lnTo>
                    <a:pt x="5353" y="210"/>
                  </a:lnTo>
                  <a:lnTo>
                    <a:pt x="5353" y="229"/>
                  </a:lnTo>
                  <a:lnTo>
                    <a:pt x="5353" y="248"/>
                  </a:lnTo>
                  <a:lnTo>
                    <a:pt x="5372" y="286"/>
                  </a:lnTo>
                  <a:lnTo>
                    <a:pt x="5390" y="286"/>
                  </a:lnTo>
                  <a:lnTo>
                    <a:pt x="5410" y="286"/>
                  </a:lnTo>
                  <a:lnTo>
                    <a:pt x="5467" y="343"/>
                  </a:lnTo>
                  <a:lnTo>
                    <a:pt x="5486" y="362"/>
                  </a:lnTo>
                  <a:lnTo>
                    <a:pt x="5524" y="381"/>
                  </a:lnTo>
                  <a:lnTo>
                    <a:pt x="5524" y="400"/>
                  </a:lnTo>
                  <a:lnTo>
                    <a:pt x="5543" y="419"/>
                  </a:lnTo>
                  <a:lnTo>
                    <a:pt x="5543" y="438"/>
                  </a:lnTo>
                  <a:lnTo>
                    <a:pt x="5543" y="457"/>
                  </a:lnTo>
                  <a:lnTo>
                    <a:pt x="5543" y="477"/>
                  </a:lnTo>
                  <a:lnTo>
                    <a:pt x="5524" y="477"/>
                  </a:lnTo>
                  <a:lnTo>
                    <a:pt x="5524" y="495"/>
                  </a:lnTo>
                  <a:lnTo>
                    <a:pt x="5505" y="495"/>
                  </a:lnTo>
                  <a:lnTo>
                    <a:pt x="5505" y="514"/>
                  </a:lnTo>
                  <a:lnTo>
                    <a:pt x="5505" y="533"/>
                  </a:lnTo>
                  <a:lnTo>
                    <a:pt x="5505" y="591"/>
                  </a:lnTo>
                  <a:lnTo>
                    <a:pt x="5486" y="629"/>
                  </a:lnTo>
                  <a:lnTo>
                    <a:pt x="5486" y="648"/>
                  </a:lnTo>
                  <a:lnTo>
                    <a:pt x="5486" y="667"/>
                  </a:lnTo>
                  <a:lnTo>
                    <a:pt x="5524" y="686"/>
                  </a:lnTo>
                  <a:lnTo>
                    <a:pt x="5524" y="705"/>
                  </a:lnTo>
                  <a:lnTo>
                    <a:pt x="5619" y="743"/>
                  </a:lnTo>
                  <a:lnTo>
                    <a:pt x="5619" y="762"/>
                  </a:lnTo>
                  <a:lnTo>
                    <a:pt x="5639" y="762"/>
                  </a:lnTo>
                  <a:lnTo>
                    <a:pt x="5657" y="858"/>
                  </a:lnTo>
                  <a:lnTo>
                    <a:pt x="5657" y="876"/>
                  </a:lnTo>
                  <a:lnTo>
                    <a:pt x="5657" y="895"/>
                  </a:lnTo>
                  <a:lnTo>
                    <a:pt x="5639" y="895"/>
                  </a:lnTo>
                  <a:lnTo>
                    <a:pt x="5639" y="914"/>
                  </a:lnTo>
                  <a:lnTo>
                    <a:pt x="5619" y="914"/>
                  </a:lnTo>
                  <a:lnTo>
                    <a:pt x="5619" y="953"/>
                  </a:lnTo>
                  <a:lnTo>
                    <a:pt x="5600" y="953"/>
                  </a:lnTo>
                  <a:lnTo>
                    <a:pt x="5600" y="972"/>
                  </a:lnTo>
                  <a:lnTo>
                    <a:pt x="5600" y="990"/>
                  </a:lnTo>
                  <a:lnTo>
                    <a:pt x="5581" y="990"/>
                  </a:lnTo>
                  <a:lnTo>
                    <a:pt x="5562" y="1010"/>
                  </a:lnTo>
                  <a:lnTo>
                    <a:pt x="5562" y="1029"/>
                  </a:lnTo>
                  <a:lnTo>
                    <a:pt x="5562" y="1105"/>
                  </a:lnTo>
                  <a:lnTo>
                    <a:pt x="5543" y="1124"/>
                  </a:lnTo>
                  <a:lnTo>
                    <a:pt x="5562" y="1124"/>
                  </a:lnTo>
                  <a:lnTo>
                    <a:pt x="5562" y="1143"/>
                  </a:lnTo>
                  <a:lnTo>
                    <a:pt x="5581" y="1143"/>
                  </a:lnTo>
                  <a:lnTo>
                    <a:pt x="5600" y="1162"/>
                  </a:lnTo>
                  <a:lnTo>
                    <a:pt x="5600" y="1181"/>
                  </a:lnTo>
                  <a:lnTo>
                    <a:pt x="5619" y="1181"/>
                  </a:lnTo>
                  <a:lnTo>
                    <a:pt x="5619" y="1200"/>
                  </a:lnTo>
                  <a:lnTo>
                    <a:pt x="5619" y="1219"/>
                  </a:lnTo>
                  <a:lnTo>
                    <a:pt x="5619" y="1239"/>
                  </a:lnTo>
                  <a:lnTo>
                    <a:pt x="5639" y="1295"/>
                  </a:lnTo>
                  <a:lnTo>
                    <a:pt x="5639" y="1334"/>
                  </a:lnTo>
                  <a:lnTo>
                    <a:pt x="5639" y="1353"/>
                  </a:lnTo>
                  <a:lnTo>
                    <a:pt x="5695" y="1410"/>
                  </a:lnTo>
                  <a:lnTo>
                    <a:pt x="5715" y="1410"/>
                  </a:lnTo>
                  <a:lnTo>
                    <a:pt x="5715" y="1429"/>
                  </a:lnTo>
                  <a:lnTo>
                    <a:pt x="5715" y="1448"/>
                  </a:lnTo>
                  <a:lnTo>
                    <a:pt x="5734" y="1486"/>
                  </a:lnTo>
                  <a:lnTo>
                    <a:pt x="5734" y="1505"/>
                  </a:lnTo>
                  <a:lnTo>
                    <a:pt x="5752" y="1524"/>
                  </a:lnTo>
                  <a:lnTo>
                    <a:pt x="5771" y="1562"/>
                  </a:lnTo>
                  <a:lnTo>
                    <a:pt x="5771" y="1581"/>
                  </a:lnTo>
                  <a:lnTo>
                    <a:pt x="5752" y="1619"/>
                  </a:lnTo>
                  <a:lnTo>
                    <a:pt x="5771" y="1619"/>
                  </a:lnTo>
                  <a:lnTo>
                    <a:pt x="5791" y="1638"/>
                  </a:lnTo>
                  <a:lnTo>
                    <a:pt x="5867" y="1619"/>
                  </a:lnTo>
                  <a:lnTo>
                    <a:pt x="5886" y="1619"/>
                  </a:lnTo>
                  <a:lnTo>
                    <a:pt x="5886" y="1600"/>
                  </a:lnTo>
                  <a:lnTo>
                    <a:pt x="5905" y="1600"/>
                  </a:lnTo>
                  <a:lnTo>
                    <a:pt x="5924" y="1600"/>
                  </a:lnTo>
                  <a:lnTo>
                    <a:pt x="5924" y="1581"/>
                  </a:lnTo>
                  <a:lnTo>
                    <a:pt x="5943" y="1581"/>
                  </a:lnTo>
                  <a:lnTo>
                    <a:pt x="5962" y="1581"/>
                  </a:lnTo>
                  <a:lnTo>
                    <a:pt x="5981" y="1581"/>
                  </a:lnTo>
                  <a:lnTo>
                    <a:pt x="6000" y="1581"/>
                  </a:lnTo>
                  <a:lnTo>
                    <a:pt x="6019" y="1600"/>
                  </a:lnTo>
                  <a:lnTo>
                    <a:pt x="6038" y="1619"/>
                  </a:lnTo>
                  <a:lnTo>
                    <a:pt x="6057" y="1619"/>
                  </a:lnTo>
                  <a:lnTo>
                    <a:pt x="6076" y="1600"/>
                  </a:lnTo>
                  <a:lnTo>
                    <a:pt x="6096" y="1581"/>
                  </a:lnTo>
                  <a:lnTo>
                    <a:pt x="6096" y="1600"/>
                  </a:lnTo>
                  <a:lnTo>
                    <a:pt x="6096" y="1619"/>
                  </a:lnTo>
                  <a:lnTo>
                    <a:pt x="6115" y="1619"/>
                  </a:lnTo>
                  <a:lnTo>
                    <a:pt x="6115" y="1638"/>
                  </a:lnTo>
                  <a:lnTo>
                    <a:pt x="6133" y="1638"/>
                  </a:lnTo>
                  <a:lnTo>
                    <a:pt x="6133" y="1657"/>
                  </a:lnTo>
                  <a:lnTo>
                    <a:pt x="6152" y="1657"/>
                  </a:lnTo>
                  <a:lnTo>
                    <a:pt x="6152" y="1638"/>
                  </a:lnTo>
                  <a:lnTo>
                    <a:pt x="6172" y="1638"/>
                  </a:lnTo>
                  <a:lnTo>
                    <a:pt x="6191" y="1657"/>
                  </a:lnTo>
                  <a:lnTo>
                    <a:pt x="6210" y="1657"/>
                  </a:lnTo>
                  <a:lnTo>
                    <a:pt x="6210" y="1676"/>
                  </a:lnTo>
                  <a:lnTo>
                    <a:pt x="6229" y="1676"/>
                  </a:lnTo>
                  <a:lnTo>
                    <a:pt x="6229" y="1715"/>
                  </a:lnTo>
                  <a:lnTo>
                    <a:pt x="6229" y="1733"/>
                  </a:lnTo>
                  <a:lnTo>
                    <a:pt x="6229" y="1752"/>
                  </a:lnTo>
                  <a:lnTo>
                    <a:pt x="6210" y="1752"/>
                  </a:lnTo>
                  <a:lnTo>
                    <a:pt x="6210" y="1772"/>
                  </a:lnTo>
                  <a:lnTo>
                    <a:pt x="6210" y="1791"/>
                  </a:lnTo>
                  <a:lnTo>
                    <a:pt x="6210" y="1810"/>
                  </a:lnTo>
                  <a:lnTo>
                    <a:pt x="6210" y="1829"/>
                  </a:lnTo>
                  <a:lnTo>
                    <a:pt x="6191" y="1829"/>
                  </a:lnTo>
                  <a:lnTo>
                    <a:pt x="6191" y="1848"/>
                  </a:lnTo>
                  <a:lnTo>
                    <a:pt x="6172" y="1886"/>
                  </a:lnTo>
                  <a:lnTo>
                    <a:pt x="6172" y="1905"/>
                  </a:lnTo>
                  <a:lnTo>
                    <a:pt x="6152" y="1905"/>
                  </a:lnTo>
                  <a:lnTo>
                    <a:pt x="6133" y="1905"/>
                  </a:lnTo>
                  <a:lnTo>
                    <a:pt x="6115" y="2000"/>
                  </a:lnTo>
                  <a:lnTo>
                    <a:pt x="6096" y="2000"/>
                  </a:lnTo>
                  <a:lnTo>
                    <a:pt x="6076" y="2019"/>
                  </a:lnTo>
                  <a:lnTo>
                    <a:pt x="6076" y="2038"/>
                  </a:lnTo>
                  <a:lnTo>
                    <a:pt x="6076" y="2057"/>
                  </a:lnTo>
                  <a:lnTo>
                    <a:pt x="6076" y="2077"/>
                  </a:lnTo>
                  <a:lnTo>
                    <a:pt x="6096" y="2077"/>
                  </a:lnTo>
                  <a:lnTo>
                    <a:pt x="6096" y="2096"/>
                  </a:lnTo>
                  <a:lnTo>
                    <a:pt x="6076" y="2114"/>
                  </a:lnTo>
                  <a:lnTo>
                    <a:pt x="6076" y="2133"/>
                  </a:lnTo>
                  <a:lnTo>
                    <a:pt x="6096" y="2191"/>
                  </a:lnTo>
                  <a:lnTo>
                    <a:pt x="6115" y="2210"/>
                  </a:lnTo>
                  <a:lnTo>
                    <a:pt x="6115" y="2229"/>
                  </a:lnTo>
                  <a:lnTo>
                    <a:pt x="6096" y="2229"/>
                  </a:lnTo>
                  <a:lnTo>
                    <a:pt x="6076" y="2229"/>
                  </a:lnTo>
                  <a:lnTo>
                    <a:pt x="6076" y="2248"/>
                  </a:lnTo>
                  <a:lnTo>
                    <a:pt x="6076" y="2267"/>
                  </a:lnTo>
                  <a:lnTo>
                    <a:pt x="6076" y="2286"/>
                  </a:lnTo>
                  <a:lnTo>
                    <a:pt x="6057" y="2286"/>
                  </a:lnTo>
                  <a:lnTo>
                    <a:pt x="6038" y="2286"/>
                  </a:lnTo>
                  <a:lnTo>
                    <a:pt x="6038" y="2305"/>
                  </a:lnTo>
                  <a:lnTo>
                    <a:pt x="6057" y="2305"/>
                  </a:lnTo>
                  <a:lnTo>
                    <a:pt x="6096" y="2324"/>
                  </a:lnTo>
                  <a:lnTo>
                    <a:pt x="6115" y="2324"/>
                  </a:lnTo>
                  <a:lnTo>
                    <a:pt x="6133" y="2362"/>
                  </a:lnTo>
                  <a:lnTo>
                    <a:pt x="6096" y="2400"/>
                  </a:lnTo>
                  <a:lnTo>
                    <a:pt x="6076" y="2438"/>
                  </a:lnTo>
                  <a:lnTo>
                    <a:pt x="6038" y="2514"/>
                  </a:lnTo>
                  <a:lnTo>
                    <a:pt x="6038" y="2534"/>
                  </a:lnTo>
                  <a:lnTo>
                    <a:pt x="6038" y="2553"/>
                  </a:lnTo>
                  <a:lnTo>
                    <a:pt x="6076" y="2590"/>
                  </a:lnTo>
                  <a:lnTo>
                    <a:pt x="6076" y="2610"/>
                  </a:lnTo>
                  <a:lnTo>
                    <a:pt x="6076" y="2629"/>
                  </a:lnTo>
                  <a:lnTo>
                    <a:pt x="6096" y="2629"/>
                  </a:lnTo>
                  <a:lnTo>
                    <a:pt x="6133" y="2648"/>
                  </a:lnTo>
                  <a:lnTo>
                    <a:pt x="6172" y="2667"/>
                  </a:lnTo>
                  <a:lnTo>
                    <a:pt x="6191" y="2667"/>
                  </a:lnTo>
                  <a:lnTo>
                    <a:pt x="6191" y="2686"/>
                  </a:lnTo>
                  <a:lnTo>
                    <a:pt x="6191" y="2705"/>
                  </a:lnTo>
                  <a:lnTo>
                    <a:pt x="6210" y="2705"/>
                  </a:lnTo>
                  <a:lnTo>
                    <a:pt x="6229" y="2724"/>
                  </a:lnTo>
                  <a:lnTo>
                    <a:pt x="6267" y="2743"/>
                  </a:lnTo>
                  <a:lnTo>
                    <a:pt x="6286" y="2743"/>
                  </a:lnTo>
                  <a:lnTo>
                    <a:pt x="6305" y="2762"/>
                  </a:lnTo>
                  <a:lnTo>
                    <a:pt x="6324" y="2762"/>
                  </a:lnTo>
                  <a:lnTo>
                    <a:pt x="6343" y="2762"/>
                  </a:lnTo>
                  <a:lnTo>
                    <a:pt x="6324" y="2762"/>
                  </a:lnTo>
                  <a:lnTo>
                    <a:pt x="6324" y="2781"/>
                  </a:lnTo>
                  <a:lnTo>
                    <a:pt x="6305" y="2781"/>
                  </a:lnTo>
                  <a:lnTo>
                    <a:pt x="6305" y="2800"/>
                  </a:lnTo>
                  <a:lnTo>
                    <a:pt x="6305" y="2819"/>
                  </a:lnTo>
                  <a:lnTo>
                    <a:pt x="6324" y="2839"/>
                  </a:lnTo>
                  <a:lnTo>
                    <a:pt x="6324" y="2857"/>
                  </a:lnTo>
                  <a:lnTo>
                    <a:pt x="6305" y="2857"/>
                  </a:lnTo>
                  <a:lnTo>
                    <a:pt x="6267" y="2876"/>
                  </a:lnTo>
                  <a:lnTo>
                    <a:pt x="6267" y="2895"/>
                  </a:lnTo>
                  <a:lnTo>
                    <a:pt x="6248" y="2895"/>
                  </a:lnTo>
                  <a:lnTo>
                    <a:pt x="6248" y="2915"/>
                  </a:lnTo>
                  <a:lnTo>
                    <a:pt x="6286" y="2934"/>
                  </a:lnTo>
                  <a:lnTo>
                    <a:pt x="6305" y="2953"/>
                  </a:lnTo>
                  <a:lnTo>
                    <a:pt x="6343" y="2971"/>
                  </a:lnTo>
                  <a:lnTo>
                    <a:pt x="6362" y="2991"/>
                  </a:lnTo>
                  <a:lnTo>
                    <a:pt x="6362" y="3010"/>
                  </a:lnTo>
                  <a:lnTo>
                    <a:pt x="6362" y="3029"/>
                  </a:lnTo>
                  <a:lnTo>
                    <a:pt x="6362" y="3048"/>
                  </a:lnTo>
                  <a:lnTo>
                    <a:pt x="6362" y="3067"/>
                  </a:lnTo>
                  <a:lnTo>
                    <a:pt x="6362" y="3086"/>
                  </a:lnTo>
                  <a:lnTo>
                    <a:pt x="6362" y="3105"/>
                  </a:lnTo>
                  <a:lnTo>
                    <a:pt x="6381" y="3105"/>
                  </a:lnTo>
                  <a:lnTo>
                    <a:pt x="6400" y="3105"/>
                  </a:lnTo>
                  <a:lnTo>
                    <a:pt x="6419" y="3105"/>
                  </a:lnTo>
                  <a:lnTo>
                    <a:pt x="6438" y="3124"/>
                  </a:lnTo>
                  <a:lnTo>
                    <a:pt x="6438" y="3105"/>
                  </a:lnTo>
                  <a:lnTo>
                    <a:pt x="6457" y="3105"/>
                  </a:lnTo>
                  <a:lnTo>
                    <a:pt x="6477" y="3105"/>
                  </a:lnTo>
                  <a:lnTo>
                    <a:pt x="6496" y="3105"/>
                  </a:lnTo>
                  <a:lnTo>
                    <a:pt x="6514" y="3086"/>
                  </a:lnTo>
                  <a:lnTo>
                    <a:pt x="6553" y="3086"/>
                  </a:lnTo>
                  <a:lnTo>
                    <a:pt x="6572" y="3086"/>
                  </a:lnTo>
                  <a:lnTo>
                    <a:pt x="6572" y="3105"/>
                  </a:lnTo>
                  <a:lnTo>
                    <a:pt x="6553" y="3105"/>
                  </a:lnTo>
                  <a:lnTo>
                    <a:pt x="6553" y="3124"/>
                  </a:lnTo>
                  <a:lnTo>
                    <a:pt x="6572" y="3124"/>
                  </a:lnTo>
                  <a:lnTo>
                    <a:pt x="6648" y="3105"/>
                  </a:lnTo>
                  <a:lnTo>
                    <a:pt x="6686" y="3105"/>
                  </a:lnTo>
                  <a:lnTo>
                    <a:pt x="6705" y="3086"/>
                  </a:lnTo>
                  <a:lnTo>
                    <a:pt x="6724" y="3086"/>
                  </a:lnTo>
                  <a:lnTo>
                    <a:pt x="6724" y="3067"/>
                  </a:lnTo>
                  <a:lnTo>
                    <a:pt x="6743" y="3067"/>
                  </a:lnTo>
                  <a:lnTo>
                    <a:pt x="6762" y="3067"/>
                  </a:lnTo>
                  <a:lnTo>
                    <a:pt x="6762" y="3048"/>
                  </a:lnTo>
                  <a:lnTo>
                    <a:pt x="6781" y="3048"/>
                  </a:lnTo>
                  <a:lnTo>
                    <a:pt x="6781" y="3067"/>
                  </a:lnTo>
                  <a:lnTo>
                    <a:pt x="6800" y="3067"/>
                  </a:lnTo>
                  <a:lnTo>
                    <a:pt x="6800" y="3086"/>
                  </a:lnTo>
                  <a:lnTo>
                    <a:pt x="6819" y="3086"/>
                  </a:lnTo>
                  <a:lnTo>
                    <a:pt x="6838" y="3086"/>
                  </a:lnTo>
                  <a:lnTo>
                    <a:pt x="6838" y="3067"/>
                  </a:lnTo>
                  <a:lnTo>
                    <a:pt x="6858" y="3067"/>
                  </a:lnTo>
                  <a:lnTo>
                    <a:pt x="6877" y="3067"/>
                  </a:lnTo>
                  <a:lnTo>
                    <a:pt x="6877" y="3086"/>
                  </a:lnTo>
                  <a:lnTo>
                    <a:pt x="6895" y="3086"/>
                  </a:lnTo>
                  <a:lnTo>
                    <a:pt x="6914" y="3067"/>
                  </a:lnTo>
                  <a:lnTo>
                    <a:pt x="6914" y="3048"/>
                  </a:lnTo>
                  <a:lnTo>
                    <a:pt x="6914" y="3029"/>
                  </a:lnTo>
                  <a:lnTo>
                    <a:pt x="6934" y="3029"/>
                  </a:lnTo>
                  <a:lnTo>
                    <a:pt x="6953" y="3010"/>
                  </a:lnTo>
                  <a:lnTo>
                    <a:pt x="6953" y="2991"/>
                  </a:lnTo>
                  <a:lnTo>
                    <a:pt x="6953" y="2971"/>
                  </a:lnTo>
                  <a:lnTo>
                    <a:pt x="6953" y="2953"/>
                  </a:lnTo>
                  <a:lnTo>
                    <a:pt x="6934" y="2953"/>
                  </a:lnTo>
                  <a:lnTo>
                    <a:pt x="6914" y="2953"/>
                  </a:lnTo>
                  <a:lnTo>
                    <a:pt x="6895" y="2953"/>
                  </a:lnTo>
                  <a:lnTo>
                    <a:pt x="6877" y="2953"/>
                  </a:lnTo>
                  <a:lnTo>
                    <a:pt x="6877" y="2934"/>
                  </a:lnTo>
                  <a:lnTo>
                    <a:pt x="6953" y="2876"/>
                  </a:lnTo>
                  <a:lnTo>
                    <a:pt x="6972" y="2876"/>
                  </a:lnTo>
                  <a:lnTo>
                    <a:pt x="6972" y="2857"/>
                  </a:lnTo>
                  <a:lnTo>
                    <a:pt x="6953" y="2857"/>
                  </a:lnTo>
                  <a:lnTo>
                    <a:pt x="6953" y="2839"/>
                  </a:lnTo>
                  <a:lnTo>
                    <a:pt x="6953" y="2819"/>
                  </a:lnTo>
                  <a:lnTo>
                    <a:pt x="6972" y="2819"/>
                  </a:lnTo>
                  <a:lnTo>
                    <a:pt x="7010" y="2819"/>
                  </a:lnTo>
                  <a:lnTo>
                    <a:pt x="7029" y="2819"/>
                  </a:lnTo>
                  <a:lnTo>
                    <a:pt x="7010" y="2839"/>
                  </a:lnTo>
                  <a:lnTo>
                    <a:pt x="6990" y="2857"/>
                  </a:lnTo>
                  <a:lnTo>
                    <a:pt x="6990" y="2876"/>
                  </a:lnTo>
                  <a:lnTo>
                    <a:pt x="7010" y="2876"/>
                  </a:lnTo>
                  <a:lnTo>
                    <a:pt x="7029" y="2876"/>
                  </a:lnTo>
                  <a:lnTo>
                    <a:pt x="7067" y="2857"/>
                  </a:lnTo>
                  <a:lnTo>
                    <a:pt x="7086" y="2839"/>
                  </a:lnTo>
                  <a:lnTo>
                    <a:pt x="7086" y="2857"/>
                  </a:lnTo>
                  <a:lnTo>
                    <a:pt x="7105" y="2857"/>
                  </a:lnTo>
                  <a:lnTo>
                    <a:pt x="7105" y="2876"/>
                  </a:lnTo>
                  <a:lnTo>
                    <a:pt x="7143" y="2876"/>
                  </a:lnTo>
                  <a:lnTo>
                    <a:pt x="7162" y="2876"/>
                  </a:lnTo>
                  <a:lnTo>
                    <a:pt x="7181" y="2857"/>
                  </a:lnTo>
                  <a:lnTo>
                    <a:pt x="7200" y="2839"/>
                  </a:lnTo>
                  <a:lnTo>
                    <a:pt x="7200" y="2819"/>
                  </a:lnTo>
                  <a:lnTo>
                    <a:pt x="7219" y="2819"/>
                  </a:lnTo>
                  <a:lnTo>
                    <a:pt x="7219" y="2839"/>
                  </a:lnTo>
                  <a:lnTo>
                    <a:pt x="7239" y="2839"/>
                  </a:lnTo>
                  <a:lnTo>
                    <a:pt x="7239" y="2857"/>
                  </a:lnTo>
                  <a:lnTo>
                    <a:pt x="7239" y="2876"/>
                  </a:lnTo>
                  <a:lnTo>
                    <a:pt x="7257" y="2876"/>
                  </a:lnTo>
                  <a:lnTo>
                    <a:pt x="7276" y="2876"/>
                  </a:lnTo>
                  <a:lnTo>
                    <a:pt x="7315" y="2857"/>
                  </a:lnTo>
                  <a:lnTo>
                    <a:pt x="7371" y="2839"/>
                  </a:lnTo>
                  <a:lnTo>
                    <a:pt x="7391" y="2839"/>
                  </a:lnTo>
                  <a:lnTo>
                    <a:pt x="7391" y="2819"/>
                  </a:lnTo>
                  <a:lnTo>
                    <a:pt x="7391" y="2800"/>
                  </a:lnTo>
                  <a:lnTo>
                    <a:pt x="7410" y="2800"/>
                  </a:lnTo>
                  <a:lnTo>
                    <a:pt x="7429" y="2781"/>
                  </a:lnTo>
                  <a:lnTo>
                    <a:pt x="7448" y="2781"/>
                  </a:lnTo>
                  <a:lnTo>
                    <a:pt x="7448" y="2762"/>
                  </a:lnTo>
                  <a:lnTo>
                    <a:pt x="7467" y="2762"/>
                  </a:lnTo>
                  <a:lnTo>
                    <a:pt x="7505" y="2724"/>
                  </a:lnTo>
                  <a:lnTo>
                    <a:pt x="7524" y="2724"/>
                  </a:lnTo>
                  <a:lnTo>
                    <a:pt x="7581" y="2686"/>
                  </a:lnTo>
                  <a:lnTo>
                    <a:pt x="7600" y="2686"/>
                  </a:lnTo>
                  <a:lnTo>
                    <a:pt x="7620" y="2686"/>
                  </a:lnTo>
                  <a:lnTo>
                    <a:pt x="7638" y="2686"/>
                  </a:lnTo>
                  <a:lnTo>
                    <a:pt x="7657" y="2667"/>
                  </a:lnTo>
                  <a:lnTo>
                    <a:pt x="7676" y="2667"/>
                  </a:lnTo>
                  <a:lnTo>
                    <a:pt x="7696" y="2686"/>
                  </a:lnTo>
                  <a:lnTo>
                    <a:pt x="7734" y="2667"/>
                  </a:lnTo>
                  <a:lnTo>
                    <a:pt x="7791" y="2629"/>
                  </a:lnTo>
                  <a:lnTo>
                    <a:pt x="7810" y="2629"/>
                  </a:lnTo>
                  <a:lnTo>
                    <a:pt x="7848" y="2648"/>
                  </a:lnTo>
                  <a:lnTo>
                    <a:pt x="7848" y="2667"/>
                  </a:lnTo>
                  <a:lnTo>
                    <a:pt x="7867" y="2667"/>
                  </a:lnTo>
                  <a:lnTo>
                    <a:pt x="7867" y="2686"/>
                  </a:lnTo>
                  <a:lnTo>
                    <a:pt x="7886" y="2724"/>
                  </a:lnTo>
                  <a:lnTo>
                    <a:pt x="7905" y="2724"/>
                  </a:lnTo>
                  <a:lnTo>
                    <a:pt x="7905" y="2743"/>
                  </a:lnTo>
                  <a:lnTo>
                    <a:pt x="7924" y="2743"/>
                  </a:lnTo>
                  <a:lnTo>
                    <a:pt x="7943" y="2762"/>
                  </a:lnTo>
                  <a:lnTo>
                    <a:pt x="7943" y="2781"/>
                  </a:lnTo>
                  <a:lnTo>
                    <a:pt x="7962" y="2781"/>
                  </a:lnTo>
                  <a:lnTo>
                    <a:pt x="7962" y="2819"/>
                  </a:lnTo>
                  <a:lnTo>
                    <a:pt x="7981" y="2839"/>
                  </a:lnTo>
                  <a:lnTo>
                    <a:pt x="8001" y="2839"/>
                  </a:lnTo>
                  <a:lnTo>
                    <a:pt x="8019" y="2839"/>
                  </a:lnTo>
                  <a:lnTo>
                    <a:pt x="8038" y="2839"/>
                  </a:lnTo>
                  <a:lnTo>
                    <a:pt x="8057" y="2857"/>
                  </a:lnTo>
                  <a:lnTo>
                    <a:pt x="8077" y="2857"/>
                  </a:lnTo>
                  <a:lnTo>
                    <a:pt x="8096" y="2857"/>
                  </a:lnTo>
                  <a:lnTo>
                    <a:pt x="8096" y="2839"/>
                  </a:lnTo>
                  <a:lnTo>
                    <a:pt x="8114" y="2839"/>
                  </a:lnTo>
                  <a:lnTo>
                    <a:pt x="8153" y="2839"/>
                  </a:lnTo>
                  <a:lnTo>
                    <a:pt x="8172" y="2839"/>
                  </a:lnTo>
                  <a:lnTo>
                    <a:pt x="8172" y="2819"/>
                  </a:lnTo>
                  <a:lnTo>
                    <a:pt x="8191" y="2819"/>
                  </a:lnTo>
                  <a:lnTo>
                    <a:pt x="8210" y="2819"/>
                  </a:lnTo>
                  <a:lnTo>
                    <a:pt x="8229" y="2819"/>
                  </a:lnTo>
                  <a:lnTo>
                    <a:pt x="8248" y="2839"/>
                  </a:lnTo>
                  <a:lnTo>
                    <a:pt x="8248" y="2819"/>
                  </a:lnTo>
                  <a:lnTo>
                    <a:pt x="8267" y="2819"/>
                  </a:lnTo>
                  <a:lnTo>
                    <a:pt x="8305" y="2819"/>
                  </a:lnTo>
                  <a:lnTo>
                    <a:pt x="8324" y="2819"/>
                  </a:lnTo>
                  <a:lnTo>
                    <a:pt x="8343" y="2819"/>
                  </a:lnTo>
                  <a:lnTo>
                    <a:pt x="8362" y="2819"/>
                  </a:lnTo>
                  <a:lnTo>
                    <a:pt x="8381" y="2839"/>
                  </a:lnTo>
                  <a:lnTo>
                    <a:pt x="8400" y="2857"/>
                  </a:lnTo>
                  <a:lnTo>
                    <a:pt x="8419" y="2895"/>
                  </a:lnTo>
                  <a:lnTo>
                    <a:pt x="8419" y="2915"/>
                  </a:lnTo>
                  <a:lnTo>
                    <a:pt x="8419" y="2934"/>
                  </a:lnTo>
                  <a:lnTo>
                    <a:pt x="8400" y="2934"/>
                  </a:lnTo>
                  <a:lnTo>
                    <a:pt x="8381" y="2934"/>
                  </a:lnTo>
                  <a:lnTo>
                    <a:pt x="8362" y="2953"/>
                  </a:lnTo>
                  <a:lnTo>
                    <a:pt x="8324" y="2971"/>
                  </a:lnTo>
                  <a:lnTo>
                    <a:pt x="8324" y="2991"/>
                  </a:lnTo>
                  <a:lnTo>
                    <a:pt x="8343" y="2991"/>
                  </a:lnTo>
                  <a:lnTo>
                    <a:pt x="8343" y="3010"/>
                  </a:lnTo>
                  <a:lnTo>
                    <a:pt x="8324" y="3048"/>
                  </a:lnTo>
                  <a:lnTo>
                    <a:pt x="8305" y="3048"/>
                  </a:lnTo>
                  <a:lnTo>
                    <a:pt x="8286" y="3067"/>
                  </a:lnTo>
                  <a:lnTo>
                    <a:pt x="8229" y="3086"/>
                  </a:lnTo>
                  <a:lnTo>
                    <a:pt x="8210" y="3086"/>
                  </a:lnTo>
                  <a:lnTo>
                    <a:pt x="8191" y="3086"/>
                  </a:lnTo>
                  <a:lnTo>
                    <a:pt x="8172" y="3105"/>
                  </a:lnTo>
                  <a:lnTo>
                    <a:pt x="8153" y="3105"/>
                  </a:lnTo>
                  <a:lnTo>
                    <a:pt x="8133" y="3105"/>
                  </a:lnTo>
                  <a:lnTo>
                    <a:pt x="8133" y="3086"/>
                  </a:lnTo>
                  <a:lnTo>
                    <a:pt x="8114" y="3086"/>
                  </a:lnTo>
                  <a:lnTo>
                    <a:pt x="8077" y="3105"/>
                  </a:lnTo>
                  <a:lnTo>
                    <a:pt x="8057" y="3124"/>
                  </a:lnTo>
                  <a:lnTo>
                    <a:pt x="8038" y="3105"/>
                  </a:lnTo>
                  <a:lnTo>
                    <a:pt x="8019" y="3105"/>
                  </a:lnTo>
                  <a:lnTo>
                    <a:pt x="8001" y="3124"/>
                  </a:lnTo>
                  <a:lnTo>
                    <a:pt x="7962" y="3143"/>
                  </a:lnTo>
                  <a:lnTo>
                    <a:pt x="7943" y="3162"/>
                  </a:lnTo>
                  <a:lnTo>
                    <a:pt x="7924" y="3162"/>
                  </a:lnTo>
                  <a:lnTo>
                    <a:pt x="7905" y="3162"/>
                  </a:lnTo>
                  <a:lnTo>
                    <a:pt x="7886" y="3162"/>
                  </a:lnTo>
                  <a:lnTo>
                    <a:pt x="7886" y="3181"/>
                  </a:lnTo>
                  <a:lnTo>
                    <a:pt x="7867" y="3181"/>
                  </a:lnTo>
                  <a:lnTo>
                    <a:pt x="7867" y="3200"/>
                  </a:lnTo>
                  <a:lnTo>
                    <a:pt x="7848" y="3220"/>
                  </a:lnTo>
                  <a:lnTo>
                    <a:pt x="7829" y="3220"/>
                  </a:lnTo>
                  <a:lnTo>
                    <a:pt x="7829" y="3238"/>
                  </a:lnTo>
                  <a:lnTo>
                    <a:pt x="7829" y="3257"/>
                  </a:lnTo>
                  <a:lnTo>
                    <a:pt x="7810" y="3315"/>
                  </a:lnTo>
                  <a:lnTo>
                    <a:pt x="7810" y="3334"/>
                  </a:lnTo>
                  <a:lnTo>
                    <a:pt x="7810" y="3352"/>
                  </a:lnTo>
                  <a:lnTo>
                    <a:pt x="7810" y="3372"/>
                  </a:lnTo>
                  <a:lnTo>
                    <a:pt x="7810" y="3391"/>
                  </a:lnTo>
                  <a:lnTo>
                    <a:pt x="7791" y="3410"/>
                  </a:lnTo>
                  <a:lnTo>
                    <a:pt x="7772" y="3410"/>
                  </a:lnTo>
                  <a:lnTo>
                    <a:pt x="7752" y="3448"/>
                  </a:lnTo>
                  <a:lnTo>
                    <a:pt x="7752" y="3467"/>
                  </a:lnTo>
                  <a:lnTo>
                    <a:pt x="7791" y="3505"/>
                  </a:lnTo>
                  <a:lnTo>
                    <a:pt x="7810" y="3543"/>
                  </a:lnTo>
                  <a:lnTo>
                    <a:pt x="7829" y="3524"/>
                  </a:lnTo>
                  <a:lnTo>
                    <a:pt x="7829" y="3543"/>
                  </a:lnTo>
                  <a:lnTo>
                    <a:pt x="7848" y="3562"/>
                  </a:lnTo>
                  <a:lnTo>
                    <a:pt x="7867" y="3581"/>
                  </a:lnTo>
                  <a:lnTo>
                    <a:pt x="7886" y="3600"/>
                  </a:lnTo>
                  <a:close/>
                  <a:moveTo>
                    <a:pt x="5276" y="4972"/>
                  </a:moveTo>
                  <a:lnTo>
                    <a:pt x="5295" y="4972"/>
                  </a:lnTo>
                  <a:lnTo>
                    <a:pt x="5314" y="4972"/>
                  </a:lnTo>
                  <a:lnTo>
                    <a:pt x="5334" y="4972"/>
                  </a:lnTo>
                  <a:lnTo>
                    <a:pt x="5334" y="4952"/>
                  </a:lnTo>
                  <a:lnTo>
                    <a:pt x="5334" y="4972"/>
                  </a:lnTo>
                  <a:lnTo>
                    <a:pt x="5295" y="4991"/>
                  </a:lnTo>
                  <a:lnTo>
                    <a:pt x="5258" y="5010"/>
                  </a:lnTo>
                  <a:lnTo>
                    <a:pt x="5238" y="5010"/>
                  </a:lnTo>
                  <a:lnTo>
                    <a:pt x="5029" y="5201"/>
                  </a:lnTo>
                  <a:lnTo>
                    <a:pt x="4991" y="5219"/>
                  </a:lnTo>
                  <a:lnTo>
                    <a:pt x="4972" y="5238"/>
                  </a:lnTo>
                  <a:lnTo>
                    <a:pt x="4953" y="5277"/>
                  </a:lnTo>
                  <a:lnTo>
                    <a:pt x="4933" y="5315"/>
                  </a:lnTo>
                  <a:lnTo>
                    <a:pt x="4933" y="5333"/>
                  </a:lnTo>
                  <a:lnTo>
                    <a:pt x="4914" y="5315"/>
                  </a:lnTo>
                  <a:lnTo>
                    <a:pt x="4914" y="5296"/>
                  </a:lnTo>
                  <a:lnTo>
                    <a:pt x="4933" y="5257"/>
                  </a:lnTo>
                  <a:lnTo>
                    <a:pt x="4933" y="5238"/>
                  </a:lnTo>
                  <a:lnTo>
                    <a:pt x="4953" y="5238"/>
                  </a:lnTo>
                  <a:lnTo>
                    <a:pt x="4991" y="5201"/>
                  </a:lnTo>
                  <a:lnTo>
                    <a:pt x="5086" y="5105"/>
                  </a:lnTo>
                  <a:lnTo>
                    <a:pt x="5124" y="5086"/>
                  </a:lnTo>
                  <a:lnTo>
                    <a:pt x="5181" y="5029"/>
                  </a:lnTo>
                  <a:lnTo>
                    <a:pt x="5238" y="5010"/>
                  </a:lnTo>
                  <a:lnTo>
                    <a:pt x="5258" y="4991"/>
                  </a:lnTo>
                  <a:lnTo>
                    <a:pt x="5276" y="4972"/>
                  </a:lnTo>
                  <a:close/>
                  <a:moveTo>
                    <a:pt x="6381" y="4172"/>
                  </a:moveTo>
                  <a:lnTo>
                    <a:pt x="6400" y="4172"/>
                  </a:lnTo>
                  <a:lnTo>
                    <a:pt x="6400" y="4191"/>
                  </a:lnTo>
                  <a:lnTo>
                    <a:pt x="6419" y="4210"/>
                  </a:lnTo>
                  <a:lnTo>
                    <a:pt x="6419" y="4229"/>
                  </a:lnTo>
                  <a:lnTo>
                    <a:pt x="6419" y="4248"/>
                  </a:lnTo>
                  <a:lnTo>
                    <a:pt x="6381" y="4229"/>
                  </a:lnTo>
                  <a:lnTo>
                    <a:pt x="6362" y="4229"/>
                  </a:lnTo>
                  <a:lnTo>
                    <a:pt x="6343" y="4229"/>
                  </a:lnTo>
                  <a:lnTo>
                    <a:pt x="6324" y="4229"/>
                  </a:lnTo>
                  <a:lnTo>
                    <a:pt x="6305" y="4210"/>
                  </a:lnTo>
                  <a:lnTo>
                    <a:pt x="6324" y="4191"/>
                  </a:lnTo>
                  <a:lnTo>
                    <a:pt x="6324" y="4210"/>
                  </a:lnTo>
                  <a:lnTo>
                    <a:pt x="6324" y="4191"/>
                  </a:lnTo>
                  <a:lnTo>
                    <a:pt x="6324" y="4172"/>
                  </a:lnTo>
                  <a:lnTo>
                    <a:pt x="6343" y="4172"/>
                  </a:lnTo>
                  <a:lnTo>
                    <a:pt x="6362" y="4172"/>
                  </a:lnTo>
                  <a:lnTo>
                    <a:pt x="6381" y="4172"/>
                  </a:lnTo>
                  <a:close/>
                  <a:moveTo>
                    <a:pt x="7429" y="4153"/>
                  </a:moveTo>
                  <a:lnTo>
                    <a:pt x="7410" y="4153"/>
                  </a:lnTo>
                  <a:lnTo>
                    <a:pt x="7410" y="4172"/>
                  </a:lnTo>
                  <a:lnTo>
                    <a:pt x="7429" y="4172"/>
                  </a:lnTo>
                  <a:lnTo>
                    <a:pt x="7429" y="4191"/>
                  </a:lnTo>
                  <a:lnTo>
                    <a:pt x="7429" y="4210"/>
                  </a:lnTo>
                  <a:lnTo>
                    <a:pt x="7410" y="4210"/>
                  </a:lnTo>
                  <a:lnTo>
                    <a:pt x="7410" y="4229"/>
                  </a:lnTo>
                  <a:lnTo>
                    <a:pt x="7391" y="4210"/>
                  </a:lnTo>
                  <a:lnTo>
                    <a:pt x="7371" y="4191"/>
                  </a:lnTo>
                  <a:lnTo>
                    <a:pt x="7371" y="4172"/>
                  </a:lnTo>
                  <a:lnTo>
                    <a:pt x="7353" y="4172"/>
                  </a:lnTo>
                  <a:lnTo>
                    <a:pt x="7334" y="4172"/>
                  </a:lnTo>
                  <a:lnTo>
                    <a:pt x="7315" y="4172"/>
                  </a:lnTo>
                  <a:lnTo>
                    <a:pt x="7276" y="4191"/>
                  </a:lnTo>
                  <a:lnTo>
                    <a:pt x="7239" y="4191"/>
                  </a:lnTo>
                  <a:lnTo>
                    <a:pt x="7219" y="4172"/>
                  </a:lnTo>
                  <a:lnTo>
                    <a:pt x="7200" y="4153"/>
                  </a:lnTo>
                  <a:lnTo>
                    <a:pt x="7219" y="4134"/>
                  </a:lnTo>
                  <a:lnTo>
                    <a:pt x="7219" y="4114"/>
                  </a:lnTo>
                  <a:lnTo>
                    <a:pt x="7239" y="4114"/>
                  </a:lnTo>
                  <a:lnTo>
                    <a:pt x="7295" y="4058"/>
                  </a:lnTo>
                  <a:lnTo>
                    <a:pt x="7315" y="4038"/>
                  </a:lnTo>
                  <a:lnTo>
                    <a:pt x="7315" y="4000"/>
                  </a:lnTo>
                  <a:lnTo>
                    <a:pt x="7315" y="3981"/>
                  </a:lnTo>
                  <a:lnTo>
                    <a:pt x="7334" y="3981"/>
                  </a:lnTo>
                  <a:lnTo>
                    <a:pt x="7334" y="3962"/>
                  </a:lnTo>
                  <a:lnTo>
                    <a:pt x="7353" y="3981"/>
                  </a:lnTo>
                  <a:lnTo>
                    <a:pt x="7371" y="3981"/>
                  </a:lnTo>
                  <a:lnTo>
                    <a:pt x="7410" y="4019"/>
                  </a:lnTo>
                  <a:lnTo>
                    <a:pt x="7410" y="4095"/>
                  </a:lnTo>
                  <a:lnTo>
                    <a:pt x="7391" y="4095"/>
                  </a:lnTo>
                  <a:lnTo>
                    <a:pt x="7371" y="4114"/>
                  </a:lnTo>
                  <a:lnTo>
                    <a:pt x="7391" y="4153"/>
                  </a:lnTo>
                  <a:lnTo>
                    <a:pt x="7429" y="4153"/>
                  </a:lnTo>
                  <a:close/>
                </a:path>
              </a:pathLst>
            </a:custGeom>
            <a:solidFill>
              <a:srgbClr val="A9C0A7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7183A10C-55CD-904F-842C-2352C67EC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3" y="3635375"/>
              <a:ext cx="1233487" cy="1241425"/>
            </a:xfrm>
            <a:custGeom>
              <a:avLst/>
              <a:gdLst>
                <a:gd name="T0" fmla="*/ 2147483646 w 6858"/>
                <a:gd name="T1" fmla="*/ 2147483646 h 6897"/>
                <a:gd name="T2" fmla="*/ 2147483646 w 6858"/>
                <a:gd name="T3" fmla="*/ 2147483646 h 6897"/>
                <a:gd name="T4" fmla="*/ 2147483646 w 6858"/>
                <a:gd name="T5" fmla="*/ 2147483646 h 6897"/>
                <a:gd name="T6" fmla="*/ 2147483646 w 6858"/>
                <a:gd name="T7" fmla="*/ 2147483646 h 6897"/>
                <a:gd name="T8" fmla="*/ 2147483646 w 6858"/>
                <a:gd name="T9" fmla="*/ 2147483646 h 6897"/>
                <a:gd name="T10" fmla="*/ 2147483646 w 6858"/>
                <a:gd name="T11" fmla="*/ 2147483646 h 6897"/>
                <a:gd name="T12" fmla="*/ 2147483646 w 6858"/>
                <a:gd name="T13" fmla="*/ 2147483646 h 6897"/>
                <a:gd name="T14" fmla="*/ 2147483646 w 6858"/>
                <a:gd name="T15" fmla="*/ 2147483646 h 6897"/>
                <a:gd name="T16" fmla="*/ 2147483646 w 6858"/>
                <a:gd name="T17" fmla="*/ 2147483646 h 6897"/>
                <a:gd name="T18" fmla="*/ 2147483646 w 6858"/>
                <a:gd name="T19" fmla="*/ 2147483646 h 6897"/>
                <a:gd name="T20" fmla="*/ 2147483646 w 6858"/>
                <a:gd name="T21" fmla="*/ 2147483646 h 6897"/>
                <a:gd name="T22" fmla="*/ 2147483646 w 6858"/>
                <a:gd name="T23" fmla="*/ 2147483646 h 6897"/>
                <a:gd name="T24" fmla="*/ 2147483646 w 6858"/>
                <a:gd name="T25" fmla="*/ 2147483646 h 6897"/>
                <a:gd name="T26" fmla="*/ 2147483646 w 6858"/>
                <a:gd name="T27" fmla="*/ 2147483646 h 6897"/>
                <a:gd name="T28" fmla="*/ 2147483646 w 6858"/>
                <a:gd name="T29" fmla="*/ 2147483646 h 6897"/>
                <a:gd name="T30" fmla="*/ 2147483646 w 6858"/>
                <a:gd name="T31" fmla="*/ 2147483646 h 6897"/>
                <a:gd name="T32" fmla="*/ 2147483646 w 6858"/>
                <a:gd name="T33" fmla="*/ 2147483646 h 6897"/>
                <a:gd name="T34" fmla="*/ 2147483646 w 6858"/>
                <a:gd name="T35" fmla="*/ 2147483646 h 6897"/>
                <a:gd name="T36" fmla="*/ 2147483646 w 6858"/>
                <a:gd name="T37" fmla="*/ 2147483646 h 6897"/>
                <a:gd name="T38" fmla="*/ 2147483646 w 6858"/>
                <a:gd name="T39" fmla="*/ 2147483646 h 6897"/>
                <a:gd name="T40" fmla="*/ 2147483646 w 6858"/>
                <a:gd name="T41" fmla="*/ 2147483646 h 6897"/>
                <a:gd name="T42" fmla="*/ 2147483646 w 6858"/>
                <a:gd name="T43" fmla="*/ 2147483646 h 6897"/>
                <a:gd name="T44" fmla="*/ 2147483646 w 6858"/>
                <a:gd name="T45" fmla="*/ 2147483646 h 6897"/>
                <a:gd name="T46" fmla="*/ 2147483646 w 6858"/>
                <a:gd name="T47" fmla="*/ 2147483646 h 6897"/>
                <a:gd name="T48" fmla="*/ 2147483646 w 6858"/>
                <a:gd name="T49" fmla="*/ 2147483646 h 6897"/>
                <a:gd name="T50" fmla="*/ 2147483646 w 6858"/>
                <a:gd name="T51" fmla="*/ 2147483646 h 6897"/>
                <a:gd name="T52" fmla="*/ 2147483646 w 6858"/>
                <a:gd name="T53" fmla="*/ 2147483646 h 6897"/>
                <a:gd name="T54" fmla="*/ 2147483646 w 6858"/>
                <a:gd name="T55" fmla="*/ 2147483646 h 6897"/>
                <a:gd name="T56" fmla="*/ 2147483646 w 6858"/>
                <a:gd name="T57" fmla="*/ 2147483646 h 6897"/>
                <a:gd name="T58" fmla="*/ 2147483646 w 6858"/>
                <a:gd name="T59" fmla="*/ 2147483646 h 6897"/>
                <a:gd name="T60" fmla="*/ 2147483646 w 6858"/>
                <a:gd name="T61" fmla="*/ 2147483646 h 6897"/>
                <a:gd name="T62" fmla="*/ 2147483646 w 6858"/>
                <a:gd name="T63" fmla="*/ 2147483646 h 6897"/>
                <a:gd name="T64" fmla="*/ 2147483646 w 6858"/>
                <a:gd name="T65" fmla="*/ 2147483646 h 6897"/>
                <a:gd name="T66" fmla="*/ 2147483646 w 6858"/>
                <a:gd name="T67" fmla="*/ 2147483646 h 6897"/>
                <a:gd name="T68" fmla="*/ 2147483646 w 6858"/>
                <a:gd name="T69" fmla="*/ 2147483646 h 6897"/>
                <a:gd name="T70" fmla="*/ 0 w 6858"/>
                <a:gd name="T71" fmla="*/ 2147483646 h 6897"/>
                <a:gd name="T72" fmla="*/ 2147483646 w 6858"/>
                <a:gd name="T73" fmla="*/ 2147483646 h 6897"/>
                <a:gd name="T74" fmla="*/ 2147483646 w 6858"/>
                <a:gd name="T75" fmla="*/ 2147483646 h 6897"/>
                <a:gd name="T76" fmla="*/ 2147483646 w 6858"/>
                <a:gd name="T77" fmla="*/ 2147483646 h 6897"/>
                <a:gd name="T78" fmla="*/ 2147483646 w 6858"/>
                <a:gd name="T79" fmla="*/ 2147483646 h 6897"/>
                <a:gd name="T80" fmla="*/ 2147483646 w 6858"/>
                <a:gd name="T81" fmla="*/ 2147483646 h 6897"/>
                <a:gd name="T82" fmla="*/ 2147483646 w 6858"/>
                <a:gd name="T83" fmla="*/ 2147483646 h 6897"/>
                <a:gd name="T84" fmla="*/ 2147483646 w 6858"/>
                <a:gd name="T85" fmla="*/ 2147483646 h 6897"/>
                <a:gd name="T86" fmla="*/ 2147483646 w 6858"/>
                <a:gd name="T87" fmla="*/ 2147483646 h 6897"/>
                <a:gd name="T88" fmla="*/ 2147483646 w 6858"/>
                <a:gd name="T89" fmla="*/ 2147483646 h 6897"/>
                <a:gd name="T90" fmla="*/ 2147483646 w 6858"/>
                <a:gd name="T91" fmla="*/ 2147483646 h 6897"/>
                <a:gd name="T92" fmla="*/ 2147483646 w 6858"/>
                <a:gd name="T93" fmla="*/ 2147483646 h 6897"/>
                <a:gd name="T94" fmla="*/ 2147483646 w 6858"/>
                <a:gd name="T95" fmla="*/ 2147483646 h 6897"/>
                <a:gd name="T96" fmla="*/ 2147483646 w 6858"/>
                <a:gd name="T97" fmla="*/ 2147483646 h 6897"/>
                <a:gd name="T98" fmla="*/ 2147483646 w 6858"/>
                <a:gd name="T99" fmla="*/ 2147483646 h 6897"/>
                <a:gd name="T100" fmla="*/ 2147483646 w 6858"/>
                <a:gd name="T101" fmla="*/ 2147483646 h 6897"/>
                <a:gd name="T102" fmla="*/ 2147483646 w 6858"/>
                <a:gd name="T103" fmla="*/ 2147483646 h 6897"/>
                <a:gd name="T104" fmla="*/ 2147483646 w 6858"/>
                <a:gd name="T105" fmla="*/ 2147483646 h 6897"/>
                <a:gd name="T106" fmla="*/ 2147483646 w 6858"/>
                <a:gd name="T107" fmla="*/ 2147483646 h 6897"/>
                <a:gd name="T108" fmla="*/ 2147483646 w 6858"/>
                <a:gd name="T109" fmla="*/ 2147483646 h 6897"/>
                <a:gd name="T110" fmla="*/ 2147483646 w 6858"/>
                <a:gd name="T111" fmla="*/ 2147483646 h 6897"/>
                <a:gd name="T112" fmla="*/ 2147483646 w 6858"/>
                <a:gd name="T113" fmla="*/ 2147483646 h 6897"/>
                <a:gd name="T114" fmla="*/ 2147483646 w 6858"/>
                <a:gd name="T115" fmla="*/ 2147483646 h 6897"/>
                <a:gd name="T116" fmla="*/ 2147483646 w 6858"/>
                <a:gd name="T117" fmla="*/ 2147483646 h 6897"/>
                <a:gd name="T118" fmla="*/ 2147483646 w 6858"/>
                <a:gd name="T119" fmla="*/ 2147483646 h 6897"/>
                <a:gd name="T120" fmla="*/ 2147483646 w 6858"/>
                <a:gd name="T121" fmla="*/ 2147483646 h 689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858" h="6897">
                  <a:moveTo>
                    <a:pt x="6553" y="381"/>
                  </a:moveTo>
                  <a:lnTo>
                    <a:pt x="6572" y="400"/>
                  </a:lnTo>
                  <a:lnTo>
                    <a:pt x="6686" y="496"/>
                  </a:lnTo>
                  <a:lnTo>
                    <a:pt x="6705" y="496"/>
                  </a:lnTo>
                  <a:lnTo>
                    <a:pt x="6705" y="514"/>
                  </a:lnTo>
                  <a:lnTo>
                    <a:pt x="6705" y="533"/>
                  </a:lnTo>
                  <a:lnTo>
                    <a:pt x="6705" y="552"/>
                  </a:lnTo>
                  <a:lnTo>
                    <a:pt x="6686" y="552"/>
                  </a:lnTo>
                  <a:lnTo>
                    <a:pt x="6629" y="591"/>
                  </a:lnTo>
                  <a:lnTo>
                    <a:pt x="6629" y="610"/>
                  </a:lnTo>
                  <a:lnTo>
                    <a:pt x="6609" y="724"/>
                  </a:lnTo>
                  <a:lnTo>
                    <a:pt x="6609" y="762"/>
                  </a:lnTo>
                  <a:lnTo>
                    <a:pt x="6609" y="781"/>
                  </a:lnTo>
                  <a:lnTo>
                    <a:pt x="6629" y="781"/>
                  </a:lnTo>
                  <a:lnTo>
                    <a:pt x="6686" y="800"/>
                  </a:lnTo>
                  <a:lnTo>
                    <a:pt x="6705" y="819"/>
                  </a:lnTo>
                  <a:lnTo>
                    <a:pt x="6705" y="857"/>
                  </a:lnTo>
                  <a:lnTo>
                    <a:pt x="6705" y="876"/>
                  </a:lnTo>
                  <a:lnTo>
                    <a:pt x="6686" y="895"/>
                  </a:lnTo>
                  <a:lnTo>
                    <a:pt x="6648" y="933"/>
                  </a:lnTo>
                  <a:lnTo>
                    <a:pt x="6629" y="933"/>
                  </a:lnTo>
                  <a:lnTo>
                    <a:pt x="6590" y="953"/>
                  </a:lnTo>
                  <a:lnTo>
                    <a:pt x="6590" y="972"/>
                  </a:lnTo>
                  <a:lnTo>
                    <a:pt x="6572" y="1009"/>
                  </a:lnTo>
                  <a:lnTo>
                    <a:pt x="6553" y="1086"/>
                  </a:lnTo>
                  <a:lnTo>
                    <a:pt x="6533" y="1143"/>
                  </a:lnTo>
                  <a:lnTo>
                    <a:pt x="6533" y="1181"/>
                  </a:lnTo>
                  <a:lnTo>
                    <a:pt x="6514" y="1200"/>
                  </a:lnTo>
                  <a:lnTo>
                    <a:pt x="6514" y="1295"/>
                  </a:lnTo>
                  <a:lnTo>
                    <a:pt x="6533" y="1410"/>
                  </a:lnTo>
                  <a:lnTo>
                    <a:pt x="6572" y="1524"/>
                  </a:lnTo>
                  <a:lnTo>
                    <a:pt x="6609" y="1581"/>
                  </a:lnTo>
                  <a:lnTo>
                    <a:pt x="6609" y="1600"/>
                  </a:lnTo>
                  <a:lnTo>
                    <a:pt x="6648" y="1715"/>
                  </a:lnTo>
                  <a:lnTo>
                    <a:pt x="6667" y="1715"/>
                  </a:lnTo>
                  <a:lnTo>
                    <a:pt x="6705" y="1752"/>
                  </a:lnTo>
                  <a:lnTo>
                    <a:pt x="6724" y="1752"/>
                  </a:lnTo>
                  <a:lnTo>
                    <a:pt x="6743" y="1771"/>
                  </a:lnTo>
                  <a:lnTo>
                    <a:pt x="6762" y="1810"/>
                  </a:lnTo>
                  <a:lnTo>
                    <a:pt x="6762" y="1829"/>
                  </a:lnTo>
                  <a:lnTo>
                    <a:pt x="6800" y="1847"/>
                  </a:lnTo>
                  <a:lnTo>
                    <a:pt x="6838" y="1847"/>
                  </a:lnTo>
                  <a:lnTo>
                    <a:pt x="6838" y="1867"/>
                  </a:lnTo>
                  <a:lnTo>
                    <a:pt x="6838" y="1886"/>
                  </a:lnTo>
                  <a:lnTo>
                    <a:pt x="6838" y="1924"/>
                  </a:lnTo>
                  <a:lnTo>
                    <a:pt x="6800" y="1981"/>
                  </a:lnTo>
                  <a:lnTo>
                    <a:pt x="6800" y="2000"/>
                  </a:lnTo>
                  <a:lnTo>
                    <a:pt x="6800" y="2019"/>
                  </a:lnTo>
                  <a:lnTo>
                    <a:pt x="6800" y="2038"/>
                  </a:lnTo>
                  <a:lnTo>
                    <a:pt x="6819" y="2057"/>
                  </a:lnTo>
                  <a:lnTo>
                    <a:pt x="6819" y="2076"/>
                  </a:lnTo>
                  <a:lnTo>
                    <a:pt x="6819" y="2096"/>
                  </a:lnTo>
                  <a:lnTo>
                    <a:pt x="6838" y="2133"/>
                  </a:lnTo>
                  <a:lnTo>
                    <a:pt x="6838" y="2152"/>
                  </a:lnTo>
                  <a:lnTo>
                    <a:pt x="6857" y="2172"/>
                  </a:lnTo>
                  <a:lnTo>
                    <a:pt x="6857" y="2191"/>
                  </a:lnTo>
                  <a:lnTo>
                    <a:pt x="6857" y="2210"/>
                  </a:lnTo>
                  <a:lnTo>
                    <a:pt x="6838" y="2228"/>
                  </a:lnTo>
                  <a:lnTo>
                    <a:pt x="6838" y="2248"/>
                  </a:lnTo>
                  <a:lnTo>
                    <a:pt x="6819" y="2267"/>
                  </a:lnTo>
                  <a:lnTo>
                    <a:pt x="6800" y="2286"/>
                  </a:lnTo>
                  <a:lnTo>
                    <a:pt x="6743" y="2362"/>
                  </a:lnTo>
                  <a:lnTo>
                    <a:pt x="6724" y="2381"/>
                  </a:lnTo>
                  <a:lnTo>
                    <a:pt x="6705" y="2400"/>
                  </a:lnTo>
                  <a:lnTo>
                    <a:pt x="6705" y="2419"/>
                  </a:lnTo>
                  <a:lnTo>
                    <a:pt x="6686" y="2419"/>
                  </a:lnTo>
                  <a:lnTo>
                    <a:pt x="6686" y="2438"/>
                  </a:lnTo>
                  <a:lnTo>
                    <a:pt x="6667" y="2419"/>
                  </a:lnTo>
                  <a:lnTo>
                    <a:pt x="6648" y="2419"/>
                  </a:lnTo>
                  <a:lnTo>
                    <a:pt x="6609" y="2438"/>
                  </a:lnTo>
                  <a:lnTo>
                    <a:pt x="6590" y="2438"/>
                  </a:lnTo>
                  <a:lnTo>
                    <a:pt x="6572" y="2419"/>
                  </a:lnTo>
                  <a:lnTo>
                    <a:pt x="6533" y="2419"/>
                  </a:lnTo>
                  <a:lnTo>
                    <a:pt x="6514" y="2419"/>
                  </a:lnTo>
                  <a:lnTo>
                    <a:pt x="6495" y="2419"/>
                  </a:lnTo>
                  <a:lnTo>
                    <a:pt x="6495" y="2400"/>
                  </a:lnTo>
                  <a:lnTo>
                    <a:pt x="6476" y="2343"/>
                  </a:lnTo>
                  <a:lnTo>
                    <a:pt x="6438" y="2305"/>
                  </a:lnTo>
                  <a:lnTo>
                    <a:pt x="6419" y="2286"/>
                  </a:lnTo>
                  <a:lnTo>
                    <a:pt x="6400" y="2267"/>
                  </a:lnTo>
                  <a:lnTo>
                    <a:pt x="6343" y="2228"/>
                  </a:lnTo>
                  <a:lnTo>
                    <a:pt x="6305" y="2228"/>
                  </a:lnTo>
                  <a:lnTo>
                    <a:pt x="6305" y="2210"/>
                  </a:lnTo>
                  <a:lnTo>
                    <a:pt x="6286" y="2210"/>
                  </a:lnTo>
                  <a:lnTo>
                    <a:pt x="6248" y="2267"/>
                  </a:lnTo>
                  <a:lnTo>
                    <a:pt x="6228" y="2286"/>
                  </a:lnTo>
                  <a:lnTo>
                    <a:pt x="6228" y="2305"/>
                  </a:lnTo>
                  <a:lnTo>
                    <a:pt x="6228" y="2324"/>
                  </a:lnTo>
                  <a:lnTo>
                    <a:pt x="6228" y="2343"/>
                  </a:lnTo>
                  <a:lnTo>
                    <a:pt x="6248" y="2362"/>
                  </a:lnTo>
                  <a:lnTo>
                    <a:pt x="6248" y="2381"/>
                  </a:lnTo>
                  <a:lnTo>
                    <a:pt x="6228" y="2400"/>
                  </a:lnTo>
                  <a:lnTo>
                    <a:pt x="6228" y="2419"/>
                  </a:lnTo>
                  <a:lnTo>
                    <a:pt x="6248" y="2438"/>
                  </a:lnTo>
                  <a:lnTo>
                    <a:pt x="6248" y="2457"/>
                  </a:lnTo>
                  <a:lnTo>
                    <a:pt x="6248" y="2477"/>
                  </a:lnTo>
                  <a:lnTo>
                    <a:pt x="6248" y="2495"/>
                  </a:lnTo>
                  <a:lnTo>
                    <a:pt x="6267" y="2514"/>
                  </a:lnTo>
                  <a:lnTo>
                    <a:pt x="6267" y="2533"/>
                  </a:lnTo>
                  <a:lnTo>
                    <a:pt x="6248" y="2553"/>
                  </a:lnTo>
                  <a:lnTo>
                    <a:pt x="6209" y="2572"/>
                  </a:lnTo>
                  <a:lnTo>
                    <a:pt x="6191" y="2572"/>
                  </a:lnTo>
                  <a:lnTo>
                    <a:pt x="6172" y="2572"/>
                  </a:lnTo>
                  <a:lnTo>
                    <a:pt x="6076" y="2514"/>
                  </a:lnTo>
                  <a:lnTo>
                    <a:pt x="6057" y="2495"/>
                  </a:lnTo>
                  <a:lnTo>
                    <a:pt x="6038" y="2495"/>
                  </a:lnTo>
                  <a:lnTo>
                    <a:pt x="6000" y="2514"/>
                  </a:lnTo>
                  <a:lnTo>
                    <a:pt x="5981" y="2514"/>
                  </a:lnTo>
                  <a:lnTo>
                    <a:pt x="5962" y="2514"/>
                  </a:lnTo>
                  <a:lnTo>
                    <a:pt x="5943" y="2533"/>
                  </a:lnTo>
                  <a:lnTo>
                    <a:pt x="5943" y="2553"/>
                  </a:lnTo>
                  <a:lnTo>
                    <a:pt x="5905" y="2724"/>
                  </a:lnTo>
                  <a:lnTo>
                    <a:pt x="5924" y="2724"/>
                  </a:lnTo>
                  <a:lnTo>
                    <a:pt x="5943" y="2724"/>
                  </a:lnTo>
                  <a:lnTo>
                    <a:pt x="5943" y="2743"/>
                  </a:lnTo>
                  <a:lnTo>
                    <a:pt x="5962" y="2762"/>
                  </a:lnTo>
                  <a:lnTo>
                    <a:pt x="5962" y="2781"/>
                  </a:lnTo>
                  <a:lnTo>
                    <a:pt x="5981" y="2800"/>
                  </a:lnTo>
                  <a:lnTo>
                    <a:pt x="5962" y="2819"/>
                  </a:lnTo>
                  <a:lnTo>
                    <a:pt x="5943" y="2838"/>
                  </a:lnTo>
                  <a:lnTo>
                    <a:pt x="5943" y="2857"/>
                  </a:lnTo>
                  <a:lnTo>
                    <a:pt x="5924" y="2876"/>
                  </a:lnTo>
                  <a:lnTo>
                    <a:pt x="5905" y="2895"/>
                  </a:lnTo>
                  <a:lnTo>
                    <a:pt x="5905" y="2914"/>
                  </a:lnTo>
                  <a:lnTo>
                    <a:pt x="5905" y="3029"/>
                  </a:lnTo>
                  <a:lnTo>
                    <a:pt x="5905" y="3048"/>
                  </a:lnTo>
                  <a:lnTo>
                    <a:pt x="5924" y="3048"/>
                  </a:lnTo>
                  <a:lnTo>
                    <a:pt x="5943" y="3048"/>
                  </a:lnTo>
                  <a:lnTo>
                    <a:pt x="5962" y="3067"/>
                  </a:lnTo>
                  <a:lnTo>
                    <a:pt x="5981" y="3200"/>
                  </a:lnTo>
                  <a:lnTo>
                    <a:pt x="5981" y="3238"/>
                  </a:lnTo>
                  <a:lnTo>
                    <a:pt x="5981" y="3257"/>
                  </a:lnTo>
                  <a:lnTo>
                    <a:pt x="5981" y="3276"/>
                  </a:lnTo>
                  <a:lnTo>
                    <a:pt x="6000" y="3315"/>
                  </a:lnTo>
                  <a:lnTo>
                    <a:pt x="6000" y="3334"/>
                  </a:lnTo>
                  <a:lnTo>
                    <a:pt x="5981" y="3334"/>
                  </a:lnTo>
                  <a:lnTo>
                    <a:pt x="5962" y="3352"/>
                  </a:lnTo>
                  <a:lnTo>
                    <a:pt x="5943" y="3352"/>
                  </a:lnTo>
                  <a:lnTo>
                    <a:pt x="5924" y="3371"/>
                  </a:lnTo>
                  <a:lnTo>
                    <a:pt x="5905" y="3371"/>
                  </a:lnTo>
                  <a:lnTo>
                    <a:pt x="5886" y="3371"/>
                  </a:lnTo>
                  <a:lnTo>
                    <a:pt x="5867" y="3371"/>
                  </a:lnTo>
                  <a:lnTo>
                    <a:pt x="5867" y="3391"/>
                  </a:lnTo>
                  <a:lnTo>
                    <a:pt x="5810" y="3371"/>
                  </a:lnTo>
                  <a:lnTo>
                    <a:pt x="5810" y="3391"/>
                  </a:lnTo>
                  <a:lnTo>
                    <a:pt x="5791" y="3391"/>
                  </a:lnTo>
                  <a:lnTo>
                    <a:pt x="5771" y="3391"/>
                  </a:lnTo>
                  <a:lnTo>
                    <a:pt x="5771" y="3410"/>
                  </a:lnTo>
                  <a:lnTo>
                    <a:pt x="5752" y="3410"/>
                  </a:lnTo>
                  <a:lnTo>
                    <a:pt x="5733" y="3410"/>
                  </a:lnTo>
                  <a:lnTo>
                    <a:pt x="5733" y="3391"/>
                  </a:lnTo>
                  <a:lnTo>
                    <a:pt x="5715" y="3391"/>
                  </a:lnTo>
                  <a:lnTo>
                    <a:pt x="5695" y="3410"/>
                  </a:lnTo>
                  <a:lnTo>
                    <a:pt x="5676" y="3448"/>
                  </a:lnTo>
                  <a:lnTo>
                    <a:pt x="5657" y="3467"/>
                  </a:lnTo>
                  <a:lnTo>
                    <a:pt x="5657" y="3486"/>
                  </a:lnTo>
                  <a:lnTo>
                    <a:pt x="5638" y="3486"/>
                  </a:lnTo>
                  <a:lnTo>
                    <a:pt x="5619" y="3505"/>
                  </a:lnTo>
                  <a:lnTo>
                    <a:pt x="5581" y="3486"/>
                  </a:lnTo>
                  <a:lnTo>
                    <a:pt x="5562" y="3505"/>
                  </a:lnTo>
                  <a:lnTo>
                    <a:pt x="5543" y="3486"/>
                  </a:lnTo>
                  <a:lnTo>
                    <a:pt x="5524" y="3467"/>
                  </a:lnTo>
                  <a:lnTo>
                    <a:pt x="5505" y="3467"/>
                  </a:lnTo>
                  <a:lnTo>
                    <a:pt x="5505" y="3448"/>
                  </a:lnTo>
                  <a:lnTo>
                    <a:pt x="5505" y="3429"/>
                  </a:lnTo>
                  <a:lnTo>
                    <a:pt x="5505" y="3410"/>
                  </a:lnTo>
                  <a:lnTo>
                    <a:pt x="5505" y="3391"/>
                  </a:lnTo>
                  <a:lnTo>
                    <a:pt x="5505" y="3371"/>
                  </a:lnTo>
                  <a:lnTo>
                    <a:pt x="5505" y="3352"/>
                  </a:lnTo>
                  <a:lnTo>
                    <a:pt x="5505" y="3334"/>
                  </a:lnTo>
                  <a:lnTo>
                    <a:pt x="5505" y="3295"/>
                  </a:lnTo>
                  <a:lnTo>
                    <a:pt x="5524" y="3276"/>
                  </a:lnTo>
                  <a:lnTo>
                    <a:pt x="5524" y="3257"/>
                  </a:lnTo>
                  <a:lnTo>
                    <a:pt x="5543" y="3238"/>
                  </a:lnTo>
                  <a:lnTo>
                    <a:pt x="5543" y="3181"/>
                  </a:lnTo>
                  <a:lnTo>
                    <a:pt x="5543" y="3162"/>
                  </a:lnTo>
                  <a:lnTo>
                    <a:pt x="5543" y="3143"/>
                  </a:lnTo>
                  <a:lnTo>
                    <a:pt x="5543" y="3105"/>
                  </a:lnTo>
                  <a:lnTo>
                    <a:pt x="5543" y="3086"/>
                  </a:lnTo>
                  <a:lnTo>
                    <a:pt x="5543" y="3067"/>
                  </a:lnTo>
                  <a:lnTo>
                    <a:pt x="5524" y="3048"/>
                  </a:lnTo>
                  <a:lnTo>
                    <a:pt x="5505" y="3048"/>
                  </a:lnTo>
                  <a:lnTo>
                    <a:pt x="5466" y="3029"/>
                  </a:lnTo>
                  <a:lnTo>
                    <a:pt x="5448" y="3029"/>
                  </a:lnTo>
                  <a:lnTo>
                    <a:pt x="5448" y="3010"/>
                  </a:lnTo>
                  <a:lnTo>
                    <a:pt x="5448" y="2990"/>
                  </a:lnTo>
                  <a:lnTo>
                    <a:pt x="5448" y="2971"/>
                  </a:lnTo>
                  <a:lnTo>
                    <a:pt x="5124" y="2971"/>
                  </a:lnTo>
                  <a:lnTo>
                    <a:pt x="4876" y="2971"/>
                  </a:lnTo>
                  <a:lnTo>
                    <a:pt x="4743" y="2971"/>
                  </a:lnTo>
                  <a:lnTo>
                    <a:pt x="4724" y="2990"/>
                  </a:lnTo>
                  <a:lnTo>
                    <a:pt x="4724" y="3010"/>
                  </a:lnTo>
                  <a:lnTo>
                    <a:pt x="4704" y="3086"/>
                  </a:lnTo>
                  <a:lnTo>
                    <a:pt x="4704" y="3105"/>
                  </a:lnTo>
                  <a:lnTo>
                    <a:pt x="4686" y="3105"/>
                  </a:lnTo>
                  <a:lnTo>
                    <a:pt x="4686" y="3124"/>
                  </a:lnTo>
                  <a:lnTo>
                    <a:pt x="4686" y="3162"/>
                  </a:lnTo>
                  <a:lnTo>
                    <a:pt x="4686" y="3181"/>
                  </a:lnTo>
                  <a:lnTo>
                    <a:pt x="4704" y="3200"/>
                  </a:lnTo>
                  <a:lnTo>
                    <a:pt x="4704" y="3238"/>
                  </a:lnTo>
                  <a:lnTo>
                    <a:pt x="4686" y="3257"/>
                  </a:lnTo>
                  <a:lnTo>
                    <a:pt x="4686" y="3276"/>
                  </a:lnTo>
                  <a:lnTo>
                    <a:pt x="4667" y="3276"/>
                  </a:lnTo>
                  <a:lnTo>
                    <a:pt x="4667" y="3295"/>
                  </a:lnTo>
                  <a:lnTo>
                    <a:pt x="4648" y="3295"/>
                  </a:lnTo>
                  <a:lnTo>
                    <a:pt x="4648" y="3315"/>
                  </a:lnTo>
                  <a:lnTo>
                    <a:pt x="4648" y="3371"/>
                  </a:lnTo>
                  <a:lnTo>
                    <a:pt x="4648" y="3391"/>
                  </a:lnTo>
                  <a:lnTo>
                    <a:pt x="4667" y="3410"/>
                  </a:lnTo>
                  <a:lnTo>
                    <a:pt x="4686" y="3410"/>
                  </a:lnTo>
                  <a:lnTo>
                    <a:pt x="4686" y="3429"/>
                  </a:lnTo>
                  <a:lnTo>
                    <a:pt x="4667" y="3448"/>
                  </a:lnTo>
                  <a:lnTo>
                    <a:pt x="4667" y="3467"/>
                  </a:lnTo>
                  <a:lnTo>
                    <a:pt x="4667" y="3486"/>
                  </a:lnTo>
                  <a:lnTo>
                    <a:pt x="4667" y="3505"/>
                  </a:lnTo>
                  <a:lnTo>
                    <a:pt x="4724" y="3505"/>
                  </a:lnTo>
                  <a:lnTo>
                    <a:pt x="5029" y="3505"/>
                  </a:lnTo>
                  <a:lnTo>
                    <a:pt x="5276" y="3505"/>
                  </a:lnTo>
                  <a:lnTo>
                    <a:pt x="5562" y="3505"/>
                  </a:lnTo>
                  <a:lnTo>
                    <a:pt x="5543" y="3543"/>
                  </a:lnTo>
                  <a:lnTo>
                    <a:pt x="5524" y="3581"/>
                  </a:lnTo>
                  <a:lnTo>
                    <a:pt x="5524" y="3600"/>
                  </a:lnTo>
                  <a:lnTo>
                    <a:pt x="5543" y="3696"/>
                  </a:lnTo>
                  <a:lnTo>
                    <a:pt x="5524" y="3696"/>
                  </a:lnTo>
                  <a:lnTo>
                    <a:pt x="5524" y="3714"/>
                  </a:lnTo>
                  <a:lnTo>
                    <a:pt x="5505" y="3752"/>
                  </a:lnTo>
                  <a:lnTo>
                    <a:pt x="5486" y="3791"/>
                  </a:lnTo>
                  <a:lnTo>
                    <a:pt x="5486" y="3810"/>
                  </a:lnTo>
                  <a:lnTo>
                    <a:pt x="5466" y="3828"/>
                  </a:lnTo>
                  <a:lnTo>
                    <a:pt x="5429" y="3867"/>
                  </a:lnTo>
                  <a:lnTo>
                    <a:pt x="5410" y="3943"/>
                  </a:lnTo>
                  <a:lnTo>
                    <a:pt x="5410" y="3962"/>
                  </a:lnTo>
                  <a:lnTo>
                    <a:pt x="5429" y="3981"/>
                  </a:lnTo>
                  <a:lnTo>
                    <a:pt x="5466" y="4019"/>
                  </a:lnTo>
                  <a:lnTo>
                    <a:pt x="5486" y="4038"/>
                  </a:lnTo>
                  <a:lnTo>
                    <a:pt x="5505" y="4038"/>
                  </a:lnTo>
                  <a:lnTo>
                    <a:pt x="5524" y="4057"/>
                  </a:lnTo>
                  <a:lnTo>
                    <a:pt x="5543" y="4077"/>
                  </a:lnTo>
                  <a:lnTo>
                    <a:pt x="5562" y="4077"/>
                  </a:lnTo>
                  <a:lnTo>
                    <a:pt x="5562" y="4095"/>
                  </a:lnTo>
                  <a:lnTo>
                    <a:pt x="5581" y="4095"/>
                  </a:lnTo>
                  <a:lnTo>
                    <a:pt x="5581" y="4114"/>
                  </a:lnTo>
                  <a:lnTo>
                    <a:pt x="5600" y="4133"/>
                  </a:lnTo>
                  <a:lnTo>
                    <a:pt x="5600" y="4153"/>
                  </a:lnTo>
                  <a:lnTo>
                    <a:pt x="5619" y="4172"/>
                  </a:lnTo>
                  <a:lnTo>
                    <a:pt x="5638" y="4248"/>
                  </a:lnTo>
                  <a:lnTo>
                    <a:pt x="5638" y="4267"/>
                  </a:lnTo>
                  <a:lnTo>
                    <a:pt x="5657" y="4267"/>
                  </a:lnTo>
                  <a:lnTo>
                    <a:pt x="5657" y="4286"/>
                  </a:lnTo>
                  <a:lnTo>
                    <a:pt x="5676" y="4324"/>
                  </a:lnTo>
                  <a:lnTo>
                    <a:pt x="5676" y="4343"/>
                  </a:lnTo>
                  <a:lnTo>
                    <a:pt x="5676" y="4362"/>
                  </a:lnTo>
                  <a:lnTo>
                    <a:pt x="5695" y="4400"/>
                  </a:lnTo>
                  <a:lnTo>
                    <a:pt x="5695" y="4419"/>
                  </a:lnTo>
                  <a:lnTo>
                    <a:pt x="5695" y="4438"/>
                  </a:lnTo>
                  <a:lnTo>
                    <a:pt x="5676" y="4438"/>
                  </a:lnTo>
                  <a:lnTo>
                    <a:pt x="5657" y="4419"/>
                  </a:lnTo>
                  <a:lnTo>
                    <a:pt x="5657" y="4438"/>
                  </a:lnTo>
                  <a:lnTo>
                    <a:pt x="5638" y="4438"/>
                  </a:lnTo>
                  <a:lnTo>
                    <a:pt x="5619" y="4458"/>
                  </a:lnTo>
                  <a:lnTo>
                    <a:pt x="5619" y="4476"/>
                  </a:lnTo>
                  <a:lnTo>
                    <a:pt x="5638" y="4514"/>
                  </a:lnTo>
                  <a:lnTo>
                    <a:pt x="5619" y="4514"/>
                  </a:lnTo>
                  <a:lnTo>
                    <a:pt x="5619" y="4534"/>
                  </a:lnTo>
                  <a:lnTo>
                    <a:pt x="5600" y="4534"/>
                  </a:lnTo>
                  <a:lnTo>
                    <a:pt x="5600" y="4553"/>
                  </a:lnTo>
                  <a:lnTo>
                    <a:pt x="5581" y="4553"/>
                  </a:lnTo>
                  <a:lnTo>
                    <a:pt x="5581" y="4572"/>
                  </a:lnTo>
                  <a:lnTo>
                    <a:pt x="5562" y="4590"/>
                  </a:lnTo>
                  <a:lnTo>
                    <a:pt x="5562" y="4572"/>
                  </a:lnTo>
                  <a:lnTo>
                    <a:pt x="5543" y="4572"/>
                  </a:lnTo>
                  <a:lnTo>
                    <a:pt x="5543" y="4590"/>
                  </a:lnTo>
                  <a:lnTo>
                    <a:pt x="5524" y="4590"/>
                  </a:lnTo>
                  <a:lnTo>
                    <a:pt x="5524" y="4610"/>
                  </a:lnTo>
                  <a:lnTo>
                    <a:pt x="5505" y="4610"/>
                  </a:lnTo>
                  <a:lnTo>
                    <a:pt x="5524" y="4629"/>
                  </a:lnTo>
                  <a:lnTo>
                    <a:pt x="5505" y="4648"/>
                  </a:lnTo>
                  <a:lnTo>
                    <a:pt x="5486" y="4648"/>
                  </a:lnTo>
                  <a:lnTo>
                    <a:pt x="5486" y="4667"/>
                  </a:lnTo>
                  <a:lnTo>
                    <a:pt x="5466" y="4667"/>
                  </a:lnTo>
                  <a:lnTo>
                    <a:pt x="5466" y="4686"/>
                  </a:lnTo>
                  <a:lnTo>
                    <a:pt x="5448" y="4686"/>
                  </a:lnTo>
                  <a:lnTo>
                    <a:pt x="5448" y="4705"/>
                  </a:lnTo>
                  <a:lnTo>
                    <a:pt x="5448" y="4724"/>
                  </a:lnTo>
                  <a:lnTo>
                    <a:pt x="5448" y="4743"/>
                  </a:lnTo>
                  <a:lnTo>
                    <a:pt x="5429" y="4743"/>
                  </a:lnTo>
                  <a:lnTo>
                    <a:pt x="5429" y="4762"/>
                  </a:lnTo>
                  <a:lnTo>
                    <a:pt x="5429" y="4781"/>
                  </a:lnTo>
                  <a:lnTo>
                    <a:pt x="5410" y="4781"/>
                  </a:lnTo>
                  <a:lnTo>
                    <a:pt x="5390" y="4781"/>
                  </a:lnTo>
                  <a:lnTo>
                    <a:pt x="5390" y="4762"/>
                  </a:lnTo>
                  <a:lnTo>
                    <a:pt x="5371" y="4762"/>
                  </a:lnTo>
                  <a:lnTo>
                    <a:pt x="5352" y="4781"/>
                  </a:lnTo>
                  <a:lnTo>
                    <a:pt x="5352" y="4800"/>
                  </a:lnTo>
                  <a:lnTo>
                    <a:pt x="5352" y="4819"/>
                  </a:lnTo>
                  <a:lnTo>
                    <a:pt x="5352" y="4838"/>
                  </a:lnTo>
                  <a:lnTo>
                    <a:pt x="5334" y="4857"/>
                  </a:lnTo>
                  <a:lnTo>
                    <a:pt x="5334" y="4895"/>
                  </a:lnTo>
                  <a:lnTo>
                    <a:pt x="5352" y="4895"/>
                  </a:lnTo>
                  <a:lnTo>
                    <a:pt x="5352" y="4915"/>
                  </a:lnTo>
                  <a:lnTo>
                    <a:pt x="5371" y="4952"/>
                  </a:lnTo>
                  <a:lnTo>
                    <a:pt x="5390" y="4952"/>
                  </a:lnTo>
                  <a:lnTo>
                    <a:pt x="5410" y="4952"/>
                  </a:lnTo>
                  <a:lnTo>
                    <a:pt x="5429" y="4952"/>
                  </a:lnTo>
                  <a:lnTo>
                    <a:pt x="5429" y="4934"/>
                  </a:lnTo>
                  <a:lnTo>
                    <a:pt x="5448" y="4934"/>
                  </a:lnTo>
                  <a:lnTo>
                    <a:pt x="5466" y="4934"/>
                  </a:lnTo>
                  <a:lnTo>
                    <a:pt x="5486" y="4934"/>
                  </a:lnTo>
                  <a:lnTo>
                    <a:pt x="5486" y="4952"/>
                  </a:lnTo>
                  <a:lnTo>
                    <a:pt x="5505" y="4952"/>
                  </a:lnTo>
                  <a:lnTo>
                    <a:pt x="5524" y="4952"/>
                  </a:lnTo>
                  <a:lnTo>
                    <a:pt x="5543" y="4971"/>
                  </a:lnTo>
                  <a:lnTo>
                    <a:pt x="5562" y="4971"/>
                  </a:lnTo>
                  <a:lnTo>
                    <a:pt x="5581" y="4991"/>
                  </a:lnTo>
                  <a:lnTo>
                    <a:pt x="5581" y="5010"/>
                  </a:lnTo>
                  <a:lnTo>
                    <a:pt x="5581" y="5029"/>
                  </a:lnTo>
                  <a:lnTo>
                    <a:pt x="5581" y="5048"/>
                  </a:lnTo>
                  <a:lnTo>
                    <a:pt x="5581" y="5086"/>
                  </a:lnTo>
                  <a:lnTo>
                    <a:pt x="5581" y="5105"/>
                  </a:lnTo>
                  <a:lnTo>
                    <a:pt x="5562" y="5105"/>
                  </a:lnTo>
                  <a:lnTo>
                    <a:pt x="5562" y="5124"/>
                  </a:lnTo>
                  <a:lnTo>
                    <a:pt x="5543" y="5143"/>
                  </a:lnTo>
                  <a:lnTo>
                    <a:pt x="5543" y="5162"/>
                  </a:lnTo>
                  <a:lnTo>
                    <a:pt x="5524" y="5162"/>
                  </a:lnTo>
                  <a:lnTo>
                    <a:pt x="5524" y="5181"/>
                  </a:lnTo>
                  <a:lnTo>
                    <a:pt x="5524" y="5200"/>
                  </a:lnTo>
                  <a:lnTo>
                    <a:pt x="5524" y="5219"/>
                  </a:lnTo>
                  <a:lnTo>
                    <a:pt x="5505" y="5238"/>
                  </a:lnTo>
                  <a:lnTo>
                    <a:pt x="5505" y="5257"/>
                  </a:lnTo>
                  <a:lnTo>
                    <a:pt x="5505" y="5276"/>
                  </a:lnTo>
                  <a:lnTo>
                    <a:pt x="5505" y="5296"/>
                  </a:lnTo>
                  <a:lnTo>
                    <a:pt x="5524" y="5315"/>
                  </a:lnTo>
                  <a:lnTo>
                    <a:pt x="5524" y="5333"/>
                  </a:lnTo>
                  <a:lnTo>
                    <a:pt x="5524" y="5352"/>
                  </a:lnTo>
                  <a:lnTo>
                    <a:pt x="5524" y="5372"/>
                  </a:lnTo>
                  <a:lnTo>
                    <a:pt x="5543" y="5372"/>
                  </a:lnTo>
                  <a:lnTo>
                    <a:pt x="5543" y="5391"/>
                  </a:lnTo>
                  <a:lnTo>
                    <a:pt x="5543" y="5410"/>
                  </a:lnTo>
                  <a:lnTo>
                    <a:pt x="5562" y="5429"/>
                  </a:lnTo>
                  <a:lnTo>
                    <a:pt x="5581" y="5486"/>
                  </a:lnTo>
                  <a:lnTo>
                    <a:pt x="5562" y="5486"/>
                  </a:lnTo>
                  <a:lnTo>
                    <a:pt x="5543" y="5486"/>
                  </a:lnTo>
                  <a:lnTo>
                    <a:pt x="5524" y="5505"/>
                  </a:lnTo>
                  <a:lnTo>
                    <a:pt x="5505" y="5524"/>
                  </a:lnTo>
                  <a:lnTo>
                    <a:pt x="5505" y="5543"/>
                  </a:lnTo>
                  <a:lnTo>
                    <a:pt x="5486" y="5543"/>
                  </a:lnTo>
                  <a:lnTo>
                    <a:pt x="5466" y="5543"/>
                  </a:lnTo>
                  <a:lnTo>
                    <a:pt x="5466" y="5562"/>
                  </a:lnTo>
                  <a:lnTo>
                    <a:pt x="5448" y="5562"/>
                  </a:lnTo>
                  <a:lnTo>
                    <a:pt x="5429" y="5581"/>
                  </a:lnTo>
                  <a:lnTo>
                    <a:pt x="5314" y="5619"/>
                  </a:lnTo>
                  <a:lnTo>
                    <a:pt x="5295" y="5638"/>
                  </a:lnTo>
                  <a:lnTo>
                    <a:pt x="5276" y="5657"/>
                  </a:lnTo>
                  <a:lnTo>
                    <a:pt x="5276" y="5677"/>
                  </a:lnTo>
                  <a:lnTo>
                    <a:pt x="5257" y="5714"/>
                  </a:lnTo>
                  <a:lnTo>
                    <a:pt x="5238" y="5733"/>
                  </a:lnTo>
                  <a:lnTo>
                    <a:pt x="5219" y="5733"/>
                  </a:lnTo>
                  <a:lnTo>
                    <a:pt x="4990" y="5867"/>
                  </a:lnTo>
                  <a:lnTo>
                    <a:pt x="4971" y="5867"/>
                  </a:lnTo>
                  <a:lnTo>
                    <a:pt x="4953" y="5867"/>
                  </a:lnTo>
                  <a:lnTo>
                    <a:pt x="4933" y="5848"/>
                  </a:lnTo>
                  <a:lnTo>
                    <a:pt x="4895" y="5848"/>
                  </a:lnTo>
                  <a:lnTo>
                    <a:pt x="4876" y="5848"/>
                  </a:lnTo>
                  <a:lnTo>
                    <a:pt x="4857" y="5848"/>
                  </a:lnTo>
                  <a:lnTo>
                    <a:pt x="4857" y="5829"/>
                  </a:lnTo>
                  <a:lnTo>
                    <a:pt x="4838" y="5829"/>
                  </a:lnTo>
                  <a:lnTo>
                    <a:pt x="4819" y="5829"/>
                  </a:lnTo>
                  <a:lnTo>
                    <a:pt x="4800" y="5829"/>
                  </a:lnTo>
                  <a:lnTo>
                    <a:pt x="4781" y="5829"/>
                  </a:lnTo>
                  <a:lnTo>
                    <a:pt x="4762" y="5809"/>
                  </a:lnTo>
                  <a:lnTo>
                    <a:pt x="4743" y="5791"/>
                  </a:lnTo>
                  <a:lnTo>
                    <a:pt x="4704" y="5772"/>
                  </a:lnTo>
                  <a:lnTo>
                    <a:pt x="4667" y="5772"/>
                  </a:lnTo>
                  <a:lnTo>
                    <a:pt x="4628" y="5772"/>
                  </a:lnTo>
                  <a:lnTo>
                    <a:pt x="4552" y="5772"/>
                  </a:lnTo>
                  <a:lnTo>
                    <a:pt x="4324" y="5753"/>
                  </a:lnTo>
                  <a:lnTo>
                    <a:pt x="4133" y="5772"/>
                  </a:lnTo>
                  <a:lnTo>
                    <a:pt x="4095" y="5772"/>
                  </a:lnTo>
                  <a:lnTo>
                    <a:pt x="4038" y="5753"/>
                  </a:lnTo>
                  <a:lnTo>
                    <a:pt x="4019" y="5753"/>
                  </a:lnTo>
                  <a:lnTo>
                    <a:pt x="3943" y="5791"/>
                  </a:lnTo>
                  <a:lnTo>
                    <a:pt x="3847" y="5829"/>
                  </a:lnTo>
                  <a:lnTo>
                    <a:pt x="3829" y="5829"/>
                  </a:lnTo>
                  <a:lnTo>
                    <a:pt x="3810" y="5848"/>
                  </a:lnTo>
                  <a:lnTo>
                    <a:pt x="3790" y="5886"/>
                  </a:lnTo>
                  <a:lnTo>
                    <a:pt x="3619" y="6038"/>
                  </a:lnTo>
                  <a:lnTo>
                    <a:pt x="3600" y="6038"/>
                  </a:lnTo>
                  <a:lnTo>
                    <a:pt x="3581" y="6038"/>
                  </a:lnTo>
                  <a:lnTo>
                    <a:pt x="3562" y="6019"/>
                  </a:lnTo>
                  <a:lnTo>
                    <a:pt x="3543" y="5981"/>
                  </a:lnTo>
                  <a:lnTo>
                    <a:pt x="3524" y="5962"/>
                  </a:lnTo>
                  <a:lnTo>
                    <a:pt x="3524" y="5924"/>
                  </a:lnTo>
                  <a:lnTo>
                    <a:pt x="3505" y="5924"/>
                  </a:lnTo>
                  <a:lnTo>
                    <a:pt x="3505" y="5905"/>
                  </a:lnTo>
                  <a:lnTo>
                    <a:pt x="3485" y="5905"/>
                  </a:lnTo>
                  <a:lnTo>
                    <a:pt x="3467" y="5924"/>
                  </a:lnTo>
                  <a:lnTo>
                    <a:pt x="3448" y="5943"/>
                  </a:lnTo>
                  <a:lnTo>
                    <a:pt x="3429" y="5943"/>
                  </a:lnTo>
                  <a:lnTo>
                    <a:pt x="3409" y="5962"/>
                  </a:lnTo>
                  <a:lnTo>
                    <a:pt x="3219" y="6038"/>
                  </a:lnTo>
                  <a:lnTo>
                    <a:pt x="3181" y="6038"/>
                  </a:lnTo>
                  <a:lnTo>
                    <a:pt x="3124" y="6038"/>
                  </a:lnTo>
                  <a:lnTo>
                    <a:pt x="3048" y="6019"/>
                  </a:lnTo>
                  <a:lnTo>
                    <a:pt x="3009" y="6038"/>
                  </a:lnTo>
                  <a:lnTo>
                    <a:pt x="2990" y="6038"/>
                  </a:lnTo>
                  <a:lnTo>
                    <a:pt x="2972" y="6058"/>
                  </a:lnTo>
                  <a:lnTo>
                    <a:pt x="2952" y="6076"/>
                  </a:lnTo>
                  <a:lnTo>
                    <a:pt x="2933" y="6076"/>
                  </a:lnTo>
                  <a:lnTo>
                    <a:pt x="2781" y="6095"/>
                  </a:lnTo>
                  <a:lnTo>
                    <a:pt x="2762" y="6114"/>
                  </a:lnTo>
                  <a:lnTo>
                    <a:pt x="2723" y="6134"/>
                  </a:lnTo>
                  <a:lnTo>
                    <a:pt x="2609" y="6286"/>
                  </a:lnTo>
                  <a:lnTo>
                    <a:pt x="2591" y="6324"/>
                  </a:lnTo>
                  <a:lnTo>
                    <a:pt x="2571" y="6343"/>
                  </a:lnTo>
                  <a:lnTo>
                    <a:pt x="2552" y="6343"/>
                  </a:lnTo>
                  <a:lnTo>
                    <a:pt x="2552" y="6362"/>
                  </a:lnTo>
                  <a:lnTo>
                    <a:pt x="2571" y="6381"/>
                  </a:lnTo>
                  <a:lnTo>
                    <a:pt x="2571" y="6400"/>
                  </a:lnTo>
                  <a:lnTo>
                    <a:pt x="2571" y="6419"/>
                  </a:lnTo>
                  <a:lnTo>
                    <a:pt x="2571" y="6439"/>
                  </a:lnTo>
                  <a:lnTo>
                    <a:pt x="2571" y="6457"/>
                  </a:lnTo>
                  <a:lnTo>
                    <a:pt x="2552" y="6457"/>
                  </a:lnTo>
                  <a:lnTo>
                    <a:pt x="2533" y="6495"/>
                  </a:lnTo>
                  <a:lnTo>
                    <a:pt x="2514" y="6515"/>
                  </a:lnTo>
                  <a:lnTo>
                    <a:pt x="2476" y="6534"/>
                  </a:lnTo>
                  <a:lnTo>
                    <a:pt x="2457" y="6534"/>
                  </a:lnTo>
                  <a:lnTo>
                    <a:pt x="2419" y="6515"/>
                  </a:lnTo>
                  <a:lnTo>
                    <a:pt x="2400" y="6534"/>
                  </a:lnTo>
                  <a:lnTo>
                    <a:pt x="2381" y="6553"/>
                  </a:lnTo>
                  <a:lnTo>
                    <a:pt x="2362" y="6571"/>
                  </a:lnTo>
                  <a:lnTo>
                    <a:pt x="2343" y="6571"/>
                  </a:lnTo>
                  <a:lnTo>
                    <a:pt x="2324" y="6591"/>
                  </a:lnTo>
                  <a:lnTo>
                    <a:pt x="2324" y="6610"/>
                  </a:lnTo>
                  <a:lnTo>
                    <a:pt x="2324" y="6629"/>
                  </a:lnTo>
                  <a:lnTo>
                    <a:pt x="2305" y="6648"/>
                  </a:lnTo>
                  <a:lnTo>
                    <a:pt x="2266" y="6667"/>
                  </a:lnTo>
                  <a:lnTo>
                    <a:pt x="2247" y="6686"/>
                  </a:lnTo>
                  <a:lnTo>
                    <a:pt x="2247" y="6705"/>
                  </a:lnTo>
                  <a:lnTo>
                    <a:pt x="2229" y="6724"/>
                  </a:lnTo>
                  <a:lnTo>
                    <a:pt x="2229" y="6743"/>
                  </a:lnTo>
                  <a:lnTo>
                    <a:pt x="2229" y="6762"/>
                  </a:lnTo>
                  <a:lnTo>
                    <a:pt x="2210" y="6800"/>
                  </a:lnTo>
                  <a:lnTo>
                    <a:pt x="2210" y="6819"/>
                  </a:lnTo>
                  <a:lnTo>
                    <a:pt x="2229" y="6838"/>
                  </a:lnTo>
                  <a:lnTo>
                    <a:pt x="2247" y="6857"/>
                  </a:lnTo>
                  <a:lnTo>
                    <a:pt x="2229" y="6876"/>
                  </a:lnTo>
                  <a:lnTo>
                    <a:pt x="2229" y="6896"/>
                  </a:lnTo>
                  <a:lnTo>
                    <a:pt x="2210" y="6896"/>
                  </a:lnTo>
                  <a:lnTo>
                    <a:pt x="2210" y="6876"/>
                  </a:lnTo>
                  <a:lnTo>
                    <a:pt x="2190" y="6876"/>
                  </a:lnTo>
                  <a:lnTo>
                    <a:pt x="2171" y="6857"/>
                  </a:lnTo>
                  <a:lnTo>
                    <a:pt x="2152" y="6857"/>
                  </a:lnTo>
                  <a:lnTo>
                    <a:pt x="2133" y="6857"/>
                  </a:lnTo>
                  <a:lnTo>
                    <a:pt x="2133" y="6876"/>
                  </a:lnTo>
                  <a:lnTo>
                    <a:pt x="2057" y="6781"/>
                  </a:lnTo>
                  <a:lnTo>
                    <a:pt x="2019" y="6724"/>
                  </a:lnTo>
                  <a:lnTo>
                    <a:pt x="2000" y="6705"/>
                  </a:lnTo>
                  <a:lnTo>
                    <a:pt x="1981" y="6705"/>
                  </a:lnTo>
                  <a:lnTo>
                    <a:pt x="1981" y="6686"/>
                  </a:lnTo>
                  <a:lnTo>
                    <a:pt x="1962" y="6686"/>
                  </a:lnTo>
                  <a:lnTo>
                    <a:pt x="1943" y="6686"/>
                  </a:lnTo>
                  <a:lnTo>
                    <a:pt x="1924" y="6686"/>
                  </a:lnTo>
                  <a:lnTo>
                    <a:pt x="1885" y="6686"/>
                  </a:lnTo>
                  <a:lnTo>
                    <a:pt x="1885" y="6667"/>
                  </a:lnTo>
                  <a:lnTo>
                    <a:pt x="1848" y="6667"/>
                  </a:lnTo>
                  <a:lnTo>
                    <a:pt x="1829" y="6667"/>
                  </a:lnTo>
                  <a:lnTo>
                    <a:pt x="1809" y="6667"/>
                  </a:lnTo>
                  <a:lnTo>
                    <a:pt x="1790" y="6648"/>
                  </a:lnTo>
                  <a:lnTo>
                    <a:pt x="1771" y="6629"/>
                  </a:lnTo>
                  <a:lnTo>
                    <a:pt x="1714" y="6571"/>
                  </a:lnTo>
                  <a:lnTo>
                    <a:pt x="1695" y="6571"/>
                  </a:lnTo>
                  <a:lnTo>
                    <a:pt x="1657" y="6553"/>
                  </a:lnTo>
                  <a:lnTo>
                    <a:pt x="1600" y="6553"/>
                  </a:lnTo>
                  <a:lnTo>
                    <a:pt x="1581" y="6534"/>
                  </a:lnTo>
                  <a:lnTo>
                    <a:pt x="1543" y="6553"/>
                  </a:lnTo>
                  <a:lnTo>
                    <a:pt x="1504" y="6534"/>
                  </a:lnTo>
                  <a:lnTo>
                    <a:pt x="1485" y="6534"/>
                  </a:lnTo>
                  <a:lnTo>
                    <a:pt x="1314" y="6457"/>
                  </a:lnTo>
                  <a:lnTo>
                    <a:pt x="1295" y="6439"/>
                  </a:lnTo>
                  <a:lnTo>
                    <a:pt x="1276" y="6419"/>
                  </a:lnTo>
                  <a:lnTo>
                    <a:pt x="1238" y="6400"/>
                  </a:lnTo>
                  <a:lnTo>
                    <a:pt x="1200" y="6381"/>
                  </a:lnTo>
                  <a:lnTo>
                    <a:pt x="1162" y="6381"/>
                  </a:lnTo>
                  <a:lnTo>
                    <a:pt x="1123" y="6362"/>
                  </a:lnTo>
                  <a:lnTo>
                    <a:pt x="1105" y="6362"/>
                  </a:lnTo>
                  <a:lnTo>
                    <a:pt x="1086" y="6343"/>
                  </a:lnTo>
                  <a:lnTo>
                    <a:pt x="1086" y="6324"/>
                  </a:lnTo>
                  <a:lnTo>
                    <a:pt x="1067" y="6305"/>
                  </a:lnTo>
                  <a:lnTo>
                    <a:pt x="991" y="6267"/>
                  </a:lnTo>
                  <a:lnTo>
                    <a:pt x="952" y="6229"/>
                  </a:lnTo>
                  <a:lnTo>
                    <a:pt x="914" y="6229"/>
                  </a:lnTo>
                  <a:lnTo>
                    <a:pt x="857" y="6229"/>
                  </a:lnTo>
                  <a:lnTo>
                    <a:pt x="838" y="6229"/>
                  </a:lnTo>
                  <a:lnTo>
                    <a:pt x="819" y="6229"/>
                  </a:lnTo>
                  <a:lnTo>
                    <a:pt x="819" y="6210"/>
                  </a:lnTo>
                  <a:lnTo>
                    <a:pt x="742" y="6153"/>
                  </a:lnTo>
                  <a:lnTo>
                    <a:pt x="724" y="6134"/>
                  </a:lnTo>
                  <a:lnTo>
                    <a:pt x="705" y="6114"/>
                  </a:lnTo>
                  <a:lnTo>
                    <a:pt x="590" y="6134"/>
                  </a:lnTo>
                  <a:lnTo>
                    <a:pt x="552" y="6134"/>
                  </a:lnTo>
                  <a:lnTo>
                    <a:pt x="514" y="6114"/>
                  </a:lnTo>
                  <a:lnTo>
                    <a:pt x="457" y="6114"/>
                  </a:lnTo>
                  <a:lnTo>
                    <a:pt x="343" y="6095"/>
                  </a:lnTo>
                  <a:lnTo>
                    <a:pt x="324" y="6076"/>
                  </a:lnTo>
                  <a:lnTo>
                    <a:pt x="324" y="6058"/>
                  </a:lnTo>
                  <a:lnTo>
                    <a:pt x="361" y="5962"/>
                  </a:lnTo>
                  <a:lnTo>
                    <a:pt x="361" y="5943"/>
                  </a:lnTo>
                  <a:lnTo>
                    <a:pt x="419" y="5886"/>
                  </a:lnTo>
                  <a:lnTo>
                    <a:pt x="438" y="5867"/>
                  </a:lnTo>
                  <a:lnTo>
                    <a:pt x="438" y="5848"/>
                  </a:lnTo>
                  <a:lnTo>
                    <a:pt x="438" y="5829"/>
                  </a:lnTo>
                  <a:lnTo>
                    <a:pt x="438" y="5809"/>
                  </a:lnTo>
                  <a:lnTo>
                    <a:pt x="419" y="5809"/>
                  </a:lnTo>
                  <a:lnTo>
                    <a:pt x="343" y="5772"/>
                  </a:lnTo>
                  <a:lnTo>
                    <a:pt x="324" y="5772"/>
                  </a:lnTo>
                  <a:lnTo>
                    <a:pt x="305" y="5772"/>
                  </a:lnTo>
                  <a:lnTo>
                    <a:pt x="247" y="5791"/>
                  </a:lnTo>
                  <a:lnTo>
                    <a:pt x="247" y="5809"/>
                  </a:lnTo>
                  <a:lnTo>
                    <a:pt x="229" y="5809"/>
                  </a:lnTo>
                  <a:lnTo>
                    <a:pt x="209" y="5791"/>
                  </a:lnTo>
                  <a:lnTo>
                    <a:pt x="190" y="5772"/>
                  </a:lnTo>
                  <a:lnTo>
                    <a:pt x="190" y="5753"/>
                  </a:lnTo>
                  <a:lnTo>
                    <a:pt x="171" y="5753"/>
                  </a:lnTo>
                  <a:lnTo>
                    <a:pt x="171" y="5733"/>
                  </a:lnTo>
                  <a:lnTo>
                    <a:pt x="171" y="5714"/>
                  </a:lnTo>
                  <a:lnTo>
                    <a:pt x="190" y="5524"/>
                  </a:lnTo>
                  <a:lnTo>
                    <a:pt x="190" y="5486"/>
                  </a:lnTo>
                  <a:lnTo>
                    <a:pt x="171" y="5467"/>
                  </a:lnTo>
                  <a:lnTo>
                    <a:pt x="171" y="5429"/>
                  </a:lnTo>
                  <a:lnTo>
                    <a:pt x="152" y="5391"/>
                  </a:lnTo>
                  <a:lnTo>
                    <a:pt x="114" y="5315"/>
                  </a:lnTo>
                  <a:lnTo>
                    <a:pt x="95" y="5257"/>
                  </a:lnTo>
                  <a:lnTo>
                    <a:pt x="95" y="5219"/>
                  </a:lnTo>
                  <a:lnTo>
                    <a:pt x="95" y="5200"/>
                  </a:lnTo>
                  <a:lnTo>
                    <a:pt x="57" y="5162"/>
                  </a:lnTo>
                  <a:lnTo>
                    <a:pt x="0" y="5086"/>
                  </a:lnTo>
                  <a:lnTo>
                    <a:pt x="0" y="5048"/>
                  </a:lnTo>
                  <a:lnTo>
                    <a:pt x="0" y="5029"/>
                  </a:lnTo>
                  <a:lnTo>
                    <a:pt x="0" y="4991"/>
                  </a:lnTo>
                  <a:lnTo>
                    <a:pt x="0" y="4952"/>
                  </a:lnTo>
                  <a:lnTo>
                    <a:pt x="19" y="4934"/>
                  </a:lnTo>
                  <a:lnTo>
                    <a:pt x="19" y="4915"/>
                  </a:lnTo>
                  <a:lnTo>
                    <a:pt x="19" y="4876"/>
                  </a:lnTo>
                  <a:lnTo>
                    <a:pt x="19" y="4838"/>
                  </a:lnTo>
                  <a:lnTo>
                    <a:pt x="38" y="4819"/>
                  </a:lnTo>
                  <a:lnTo>
                    <a:pt x="38" y="4800"/>
                  </a:lnTo>
                  <a:lnTo>
                    <a:pt x="57" y="4800"/>
                  </a:lnTo>
                  <a:lnTo>
                    <a:pt x="38" y="4781"/>
                  </a:lnTo>
                  <a:lnTo>
                    <a:pt x="38" y="4762"/>
                  </a:lnTo>
                  <a:lnTo>
                    <a:pt x="38" y="4724"/>
                  </a:lnTo>
                  <a:lnTo>
                    <a:pt x="38" y="4705"/>
                  </a:lnTo>
                  <a:lnTo>
                    <a:pt x="38" y="4686"/>
                  </a:lnTo>
                  <a:lnTo>
                    <a:pt x="76" y="4667"/>
                  </a:lnTo>
                  <a:lnTo>
                    <a:pt x="76" y="4648"/>
                  </a:lnTo>
                  <a:lnTo>
                    <a:pt x="95" y="4629"/>
                  </a:lnTo>
                  <a:lnTo>
                    <a:pt x="95" y="4610"/>
                  </a:lnTo>
                  <a:lnTo>
                    <a:pt x="95" y="4590"/>
                  </a:lnTo>
                  <a:lnTo>
                    <a:pt x="114" y="4572"/>
                  </a:lnTo>
                  <a:lnTo>
                    <a:pt x="152" y="4534"/>
                  </a:lnTo>
                  <a:lnTo>
                    <a:pt x="152" y="4514"/>
                  </a:lnTo>
                  <a:lnTo>
                    <a:pt x="171" y="4514"/>
                  </a:lnTo>
                  <a:lnTo>
                    <a:pt x="190" y="4495"/>
                  </a:lnTo>
                  <a:lnTo>
                    <a:pt x="190" y="4476"/>
                  </a:lnTo>
                  <a:lnTo>
                    <a:pt x="190" y="4458"/>
                  </a:lnTo>
                  <a:lnTo>
                    <a:pt x="190" y="4438"/>
                  </a:lnTo>
                  <a:lnTo>
                    <a:pt x="190" y="4419"/>
                  </a:lnTo>
                  <a:lnTo>
                    <a:pt x="190" y="4400"/>
                  </a:lnTo>
                  <a:lnTo>
                    <a:pt x="209" y="4324"/>
                  </a:lnTo>
                  <a:lnTo>
                    <a:pt x="209" y="4305"/>
                  </a:lnTo>
                  <a:lnTo>
                    <a:pt x="229" y="4286"/>
                  </a:lnTo>
                  <a:lnTo>
                    <a:pt x="266" y="4267"/>
                  </a:lnTo>
                  <a:lnTo>
                    <a:pt x="324" y="4229"/>
                  </a:lnTo>
                  <a:lnTo>
                    <a:pt x="361" y="4209"/>
                  </a:lnTo>
                  <a:lnTo>
                    <a:pt x="381" y="4209"/>
                  </a:lnTo>
                  <a:lnTo>
                    <a:pt x="400" y="4191"/>
                  </a:lnTo>
                  <a:lnTo>
                    <a:pt x="438" y="4153"/>
                  </a:lnTo>
                  <a:lnTo>
                    <a:pt x="476" y="4114"/>
                  </a:lnTo>
                  <a:lnTo>
                    <a:pt x="495" y="4095"/>
                  </a:lnTo>
                  <a:lnTo>
                    <a:pt x="495" y="4077"/>
                  </a:lnTo>
                  <a:lnTo>
                    <a:pt x="495" y="4057"/>
                  </a:lnTo>
                  <a:lnTo>
                    <a:pt x="514" y="4038"/>
                  </a:lnTo>
                  <a:lnTo>
                    <a:pt x="514" y="4019"/>
                  </a:lnTo>
                  <a:lnTo>
                    <a:pt x="533" y="4019"/>
                  </a:lnTo>
                  <a:lnTo>
                    <a:pt x="552" y="4000"/>
                  </a:lnTo>
                  <a:lnTo>
                    <a:pt x="571" y="3981"/>
                  </a:lnTo>
                  <a:lnTo>
                    <a:pt x="571" y="3962"/>
                  </a:lnTo>
                  <a:lnTo>
                    <a:pt x="571" y="3924"/>
                  </a:lnTo>
                  <a:lnTo>
                    <a:pt x="590" y="3886"/>
                  </a:lnTo>
                  <a:lnTo>
                    <a:pt x="571" y="3867"/>
                  </a:lnTo>
                  <a:lnTo>
                    <a:pt x="552" y="3867"/>
                  </a:lnTo>
                  <a:lnTo>
                    <a:pt x="533" y="3848"/>
                  </a:lnTo>
                  <a:lnTo>
                    <a:pt x="514" y="3828"/>
                  </a:lnTo>
                  <a:lnTo>
                    <a:pt x="514" y="3810"/>
                  </a:lnTo>
                  <a:lnTo>
                    <a:pt x="514" y="3791"/>
                  </a:lnTo>
                  <a:lnTo>
                    <a:pt x="533" y="3772"/>
                  </a:lnTo>
                  <a:lnTo>
                    <a:pt x="533" y="3752"/>
                  </a:lnTo>
                  <a:lnTo>
                    <a:pt x="552" y="3733"/>
                  </a:lnTo>
                  <a:lnTo>
                    <a:pt x="571" y="3714"/>
                  </a:lnTo>
                  <a:lnTo>
                    <a:pt x="628" y="3714"/>
                  </a:lnTo>
                  <a:lnTo>
                    <a:pt x="647" y="3714"/>
                  </a:lnTo>
                  <a:lnTo>
                    <a:pt x="647" y="3696"/>
                  </a:lnTo>
                  <a:lnTo>
                    <a:pt x="666" y="3696"/>
                  </a:lnTo>
                  <a:lnTo>
                    <a:pt x="666" y="3676"/>
                  </a:lnTo>
                  <a:lnTo>
                    <a:pt x="647" y="3638"/>
                  </a:lnTo>
                  <a:lnTo>
                    <a:pt x="666" y="3619"/>
                  </a:lnTo>
                  <a:lnTo>
                    <a:pt x="666" y="3600"/>
                  </a:lnTo>
                  <a:lnTo>
                    <a:pt x="686" y="3600"/>
                  </a:lnTo>
                  <a:lnTo>
                    <a:pt x="724" y="3581"/>
                  </a:lnTo>
                  <a:lnTo>
                    <a:pt x="742" y="3581"/>
                  </a:lnTo>
                  <a:lnTo>
                    <a:pt x="742" y="3562"/>
                  </a:lnTo>
                  <a:lnTo>
                    <a:pt x="762" y="3543"/>
                  </a:lnTo>
                  <a:lnTo>
                    <a:pt x="800" y="3524"/>
                  </a:lnTo>
                  <a:lnTo>
                    <a:pt x="819" y="3524"/>
                  </a:lnTo>
                  <a:lnTo>
                    <a:pt x="838" y="3505"/>
                  </a:lnTo>
                  <a:lnTo>
                    <a:pt x="857" y="3505"/>
                  </a:lnTo>
                  <a:lnTo>
                    <a:pt x="876" y="3448"/>
                  </a:lnTo>
                  <a:lnTo>
                    <a:pt x="914" y="3410"/>
                  </a:lnTo>
                  <a:lnTo>
                    <a:pt x="914" y="3391"/>
                  </a:lnTo>
                  <a:lnTo>
                    <a:pt x="933" y="3391"/>
                  </a:lnTo>
                  <a:lnTo>
                    <a:pt x="933" y="3371"/>
                  </a:lnTo>
                  <a:lnTo>
                    <a:pt x="952" y="3371"/>
                  </a:lnTo>
                  <a:lnTo>
                    <a:pt x="971" y="3352"/>
                  </a:lnTo>
                  <a:lnTo>
                    <a:pt x="1009" y="3352"/>
                  </a:lnTo>
                  <a:lnTo>
                    <a:pt x="1105" y="3352"/>
                  </a:lnTo>
                  <a:lnTo>
                    <a:pt x="1123" y="3334"/>
                  </a:lnTo>
                  <a:lnTo>
                    <a:pt x="1143" y="3334"/>
                  </a:lnTo>
                  <a:lnTo>
                    <a:pt x="1181" y="3295"/>
                  </a:lnTo>
                  <a:lnTo>
                    <a:pt x="1181" y="3276"/>
                  </a:lnTo>
                  <a:lnTo>
                    <a:pt x="1200" y="3276"/>
                  </a:lnTo>
                  <a:lnTo>
                    <a:pt x="1219" y="3276"/>
                  </a:lnTo>
                  <a:lnTo>
                    <a:pt x="1238" y="3276"/>
                  </a:lnTo>
                  <a:lnTo>
                    <a:pt x="1257" y="3276"/>
                  </a:lnTo>
                  <a:lnTo>
                    <a:pt x="1276" y="3276"/>
                  </a:lnTo>
                  <a:lnTo>
                    <a:pt x="1276" y="3257"/>
                  </a:lnTo>
                  <a:lnTo>
                    <a:pt x="1295" y="3238"/>
                  </a:lnTo>
                  <a:lnTo>
                    <a:pt x="1314" y="3200"/>
                  </a:lnTo>
                  <a:lnTo>
                    <a:pt x="1352" y="3124"/>
                  </a:lnTo>
                  <a:lnTo>
                    <a:pt x="1371" y="3105"/>
                  </a:lnTo>
                  <a:lnTo>
                    <a:pt x="1371" y="3086"/>
                  </a:lnTo>
                  <a:lnTo>
                    <a:pt x="1371" y="3067"/>
                  </a:lnTo>
                  <a:lnTo>
                    <a:pt x="1371" y="3029"/>
                  </a:lnTo>
                  <a:lnTo>
                    <a:pt x="1352" y="3010"/>
                  </a:lnTo>
                  <a:lnTo>
                    <a:pt x="1390" y="3010"/>
                  </a:lnTo>
                  <a:lnTo>
                    <a:pt x="1409" y="2971"/>
                  </a:lnTo>
                  <a:lnTo>
                    <a:pt x="1428" y="2953"/>
                  </a:lnTo>
                  <a:lnTo>
                    <a:pt x="1428" y="2934"/>
                  </a:lnTo>
                  <a:lnTo>
                    <a:pt x="1448" y="2895"/>
                  </a:lnTo>
                  <a:lnTo>
                    <a:pt x="1448" y="2876"/>
                  </a:lnTo>
                  <a:lnTo>
                    <a:pt x="1467" y="2857"/>
                  </a:lnTo>
                  <a:lnTo>
                    <a:pt x="1467" y="2838"/>
                  </a:lnTo>
                  <a:lnTo>
                    <a:pt x="1467" y="2819"/>
                  </a:lnTo>
                  <a:lnTo>
                    <a:pt x="1448" y="2800"/>
                  </a:lnTo>
                  <a:lnTo>
                    <a:pt x="1467" y="2800"/>
                  </a:lnTo>
                  <a:lnTo>
                    <a:pt x="1467" y="2781"/>
                  </a:lnTo>
                  <a:lnTo>
                    <a:pt x="1467" y="2762"/>
                  </a:lnTo>
                  <a:lnTo>
                    <a:pt x="1485" y="2762"/>
                  </a:lnTo>
                  <a:lnTo>
                    <a:pt x="1485" y="2743"/>
                  </a:lnTo>
                  <a:lnTo>
                    <a:pt x="1485" y="2724"/>
                  </a:lnTo>
                  <a:lnTo>
                    <a:pt x="1485" y="2705"/>
                  </a:lnTo>
                  <a:lnTo>
                    <a:pt x="1485" y="2686"/>
                  </a:lnTo>
                  <a:lnTo>
                    <a:pt x="1504" y="2667"/>
                  </a:lnTo>
                  <a:lnTo>
                    <a:pt x="1504" y="2648"/>
                  </a:lnTo>
                  <a:lnTo>
                    <a:pt x="1524" y="2648"/>
                  </a:lnTo>
                  <a:lnTo>
                    <a:pt x="1543" y="2648"/>
                  </a:lnTo>
                  <a:lnTo>
                    <a:pt x="1562" y="2629"/>
                  </a:lnTo>
                  <a:lnTo>
                    <a:pt x="1600" y="2572"/>
                  </a:lnTo>
                  <a:lnTo>
                    <a:pt x="1619" y="2553"/>
                  </a:lnTo>
                  <a:lnTo>
                    <a:pt x="1657" y="2533"/>
                  </a:lnTo>
                  <a:lnTo>
                    <a:pt x="1676" y="2533"/>
                  </a:lnTo>
                  <a:lnTo>
                    <a:pt x="1695" y="2495"/>
                  </a:lnTo>
                  <a:lnTo>
                    <a:pt x="1714" y="2495"/>
                  </a:lnTo>
                  <a:lnTo>
                    <a:pt x="1733" y="2495"/>
                  </a:lnTo>
                  <a:lnTo>
                    <a:pt x="1752" y="2477"/>
                  </a:lnTo>
                  <a:lnTo>
                    <a:pt x="1771" y="2477"/>
                  </a:lnTo>
                  <a:lnTo>
                    <a:pt x="1790" y="2457"/>
                  </a:lnTo>
                  <a:lnTo>
                    <a:pt x="1809" y="2477"/>
                  </a:lnTo>
                  <a:lnTo>
                    <a:pt x="1809" y="2495"/>
                  </a:lnTo>
                  <a:lnTo>
                    <a:pt x="1809" y="2514"/>
                  </a:lnTo>
                  <a:lnTo>
                    <a:pt x="1848" y="2514"/>
                  </a:lnTo>
                  <a:lnTo>
                    <a:pt x="1866" y="2495"/>
                  </a:lnTo>
                  <a:lnTo>
                    <a:pt x="1905" y="2495"/>
                  </a:lnTo>
                  <a:lnTo>
                    <a:pt x="1924" y="2477"/>
                  </a:lnTo>
                  <a:lnTo>
                    <a:pt x="1943" y="2457"/>
                  </a:lnTo>
                  <a:lnTo>
                    <a:pt x="1962" y="2457"/>
                  </a:lnTo>
                  <a:lnTo>
                    <a:pt x="1962" y="2438"/>
                  </a:lnTo>
                  <a:lnTo>
                    <a:pt x="1962" y="2419"/>
                  </a:lnTo>
                  <a:lnTo>
                    <a:pt x="1981" y="2400"/>
                  </a:lnTo>
                  <a:lnTo>
                    <a:pt x="2000" y="2400"/>
                  </a:lnTo>
                  <a:lnTo>
                    <a:pt x="2000" y="2381"/>
                  </a:lnTo>
                  <a:lnTo>
                    <a:pt x="2000" y="2324"/>
                  </a:lnTo>
                  <a:lnTo>
                    <a:pt x="2019" y="2305"/>
                  </a:lnTo>
                  <a:lnTo>
                    <a:pt x="2038" y="2305"/>
                  </a:lnTo>
                  <a:lnTo>
                    <a:pt x="2038" y="2286"/>
                  </a:lnTo>
                  <a:lnTo>
                    <a:pt x="2038" y="2248"/>
                  </a:lnTo>
                  <a:lnTo>
                    <a:pt x="2038" y="2228"/>
                  </a:lnTo>
                  <a:lnTo>
                    <a:pt x="2057" y="2191"/>
                  </a:lnTo>
                  <a:lnTo>
                    <a:pt x="2057" y="2172"/>
                  </a:lnTo>
                  <a:lnTo>
                    <a:pt x="2057" y="2152"/>
                  </a:lnTo>
                  <a:lnTo>
                    <a:pt x="2095" y="2133"/>
                  </a:lnTo>
                  <a:lnTo>
                    <a:pt x="2095" y="2114"/>
                  </a:lnTo>
                  <a:lnTo>
                    <a:pt x="2095" y="2096"/>
                  </a:lnTo>
                  <a:lnTo>
                    <a:pt x="2114" y="2076"/>
                  </a:lnTo>
                  <a:lnTo>
                    <a:pt x="2114" y="2057"/>
                  </a:lnTo>
                  <a:lnTo>
                    <a:pt x="2114" y="2038"/>
                  </a:lnTo>
                  <a:lnTo>
                    <a:pt x="2133" y="2038"/>
                  </a:lnTo>
                  <a:lnTo>
                    <a:pt x="2133" y="2019"/>
                  </a:lnTo>
                  <a:lnTo>
                    <a:pt x="2114" y="2000"/>
                  </a:lnTo>
                  <a:lnTo>
                    <a:pt x="2114" y="1962"/>
                  </a:lnTo>
                  <a:lnTo>
                    <a:pt x="2114" y="1943"/>
                  </a:lnTo>
                  <a:lnTo>
                    <a:pt x="2095" y="1943"/>
                  </a:lnTo>
                  <a:lnTo>
                    <a:pt x="2095" y="1924"/>
                  </a:lnTo>
                  <a:lnTo>
                    <a:pt x="2095" y="1905"/>
                  </a:lnTo>
                  <a:lnTo>
                    <a:pt x="2095" y="1886"/>
                  </a:lnTo>
                  <a:lnTo>
                    <a:pt x="2114" y="1867"/>
                  </a:lnTo>
                  <a:lnTo>
                    <a:pt x="2114" y="1847"/>
                  </a:lnTo>
                  <a:lnTo>
                    <a:pt x="2114" y="1829"/>
                  </a:lnTo>
                  <a:lnTo>
                    <a:pt x="2114" y="1810"/>
                  </a:lnTo>
                  <a:lnTo>
                    <a:pt x="2133" y="1752"/>
                  </a:lnTo>
                  <a:lnTo>
                    <a:pt x="2171" y="1695"/>
                  </a:lnTo>
                  <a:lnTo>
                    <a:pt x="2171" y="1676"/>
                  </a:lnTo>
                  <a:lnTo>
                    <a:pt x="2171" y="1657"/>
                  </a:lnTo>
                  <a:lnTo>
                    <a:pt x="2171" y="1638"/>
                  </a:lnTo>
                  <a:lnTo>
                    <a:pt x="2190" y="1638"/>
                  </a:lnTo>
                  <a:lnTo>
                    <a:pt x="2210" y="1638"/>
                  </a:lnTo>
                  <a:lnTo>
                    <a:pt x="2229" y="1638"/>
                  </a:lnTo>
                  <a:lnTo>
                    <a:pt x="2229" y="1619"/>
                  </a:lnTo>
                  <a:lnTo>
                    <a:pt x="2247" y="1619"/>
                  </a:lnTo>
                  <a:lnTo>
                    <a:pt x="2247" y="1600"/>
                  </a:lnTo>
                  <a:lnTo>
                    <a:pt x="2247" y="1581"/>
                  </a:lnTo>
                  <a:lnTo>
                    <a:pt x="2229" y="1581"/>
                  </a:lnTo>
                  <a:lnTo>
                    <a:pt x="2229" y="1562"/>
                  </a:lnTo>
                  <a:lnTo>
                    <a:pt x="2229" y="1524"/>
                  </a:lnTo>
                  <a:lnTo>
                    <a:pt x="2229" y="1505"/>
                  </a:lnTo>
                  <a:lnTo>
                    <a:pt x="2229" y="1486"/>
                  </a:lnTo>
                  <a:lnTo>
                    <a:pt x="2229" y="1448"/>
                  </a:lnTo>
                  <a:lnTo>
                    <a:pt x="2247" y="1410"/>
                  </a:lnTo>
                  <a:lnTo>
                    <a:pt x="2247" y="1390"/>
                  </a:lnTo>
                  <a:lnTo>
                    <a:pt x="2229" y="1371"/>
                  </a:lnTo>
                  <a:lnTo>
                    <a:pt x="2229" y="1353"/>
                  </a:lnTo>
                  <a:lnTo>
                    <a:pt x="2229" y="1295"/>
                  </a:lnTo>
                  <a:lnTo>
                    <a:pt x="2229" y="1276"/>
                  </a:lnTo>
                  <a:lnTo>
                    <a:pt x="2229" y="1257"/>
                  </a:lnTo>
                  <a:lnTo>
                    <a:pt x="2247" y="1238"/>
                  </a:lnTo>
                  <a:lnTo>
                    <a:pt x="2266" y="1238"/>
                  </a:lnTo>
                  <a:lnTo>
                    <a:pt x="2286" y="1219"/>
                  </a:lnTo>
                  <a:lnTo>
                    <a:pt x="2286" y="1200"/>
                  </a:lnTo>
                  <a:lnTo>
                    <a:pt x="2305" y="1143"/>
                  </a:lnTo>
                  <a:lnTo>
                    <a:pt x="2324" y="1086"/>
                  </a:lnTo>
                  <a:lnTo>
                    <a:pt x="2343" y="1067"/>
                  </a:lnTo>
                  <a:lnTo>
                    <a:pt x="2343" y="1048"/>
                  </a:lnTo>
                  <a:lnTo>
                    <a:pt x="2362" y="1048"/>
                  </a:lnTo>
                  <a:lnTo>
                    <a:pt x="2381" y="1029"/>
                  </a:lnTo>
                  <a:lnTo>
                    <a:pt x="2381" y="1009"/>
                  </a:lnTo>
                  <a:lnTo>
                    <a:pt x="2400" y="990"/>
                  </a:lnTo>
                  <a:lnTo>
                    <a:pt x="2419" y="972"/>
                  </a:lnTo>
                  <a:lnTo>
                    <a:pt x="2419" y="953"/>
                  </a:lnTo>
                  <a:lnTo>
                    <a:pt x="2419" y="933"/>
                  </a:lnTo>
                  <a:lnTo>
                    <a:pt x="2438" y="914"/>
                  </a:lnTo>
                  <a:lnTo>
                    <a:pt x="2438" y="895"/>
                  </a:lnTo>
                  <a:lnTo>
                    <a:pt x="2457" y="876"/>
                  </a:lnTo>
                  <a:lnTo>
                    <a:pt x="2476" y="857"/>
                  </a:lnTo>
                  <a:lnTo>
                    <a:pt x="2495" y="800"/>
                  </a:lnTo>
                  <a:lnTo>
                    <a:pt x="2495" y="781"/>
                  </a:lnTo>
                  <a:lnTo>
                    <a:pt x="2495" y="762"/>
                  </a:lnTo>
                  <a:lnTo>
                    <a:pt x="2495" y="743"/>
                  </a:lnTo>
                  <a:lnTo>
                    <a:pt x="2495" y="724"/>
                  </a:lnTo>
                  <a:lnTo>
                    <a:pt x="2495" y="686"/>
                  </a:lnTo>
                  <a:lnTo>
                    <a:pt x="2495" y="667"/>
                  </a:lnTo>
                  <a:lnTo>
                    <a:pt x="2476" y="648"/>
                  </a:lnTo>
                  <a:lnTo>
                    <a:pt x="2476" y="628"/>
                  </a:lnTo>
                  <a:lnTo>
                    <a:pt x="2495" y="628"/>
                  </a:lnTo>
                  <a:lnTo>
                    <a:pt x="2514" y="628"/>
                  </a:lnTo>
                  <a:lnTo>
                    <a:pt x="2514" y="610"/>
                  </a:lnTo>
                  <a:lnTo>
                    <a:pt x="2514" y="591"/>
                  </a:lnTo>
                  <a:lnTo>
                    <a:pt x="2495" y="591"/>
                  </a:lnTo>
                  <a:lnTo>
                    <a:pt x="2514" y="591"/>
                  </a:lnTo>
                  <a:lnTo>
                    <a:pt x="2514" y="572"/>
                  </a:lnTo>
                  <a:lnTo>
                    <a:pt x="2552" y="552"/>
                  </a:lnTo>
                  <a:lnTo>
                    <a:pt x="2552" y="533"/>
                  </a:lnTo>
                  <a:lnTo>
                    <a:pt x="2571" y="533"/>
                  </a:lnTo>
                  <a:lnTo>
                    <a:pt x="2571" y="514"/>
                  </a:lnTo>
                  <a:lnTo>
                    <a:pt x="2591" y="457"/>
                  </a:lnTo>
                  <a:lnTo>
                    <a:pt x="2591" y="438"/>
                  </a:lnTo>
                  <a:lnTo>
                    <a:pt x="2591" y="419"/>
                  </a:lnTo>
                  <a:lnTo>
                    <a:pt x="2571" y="419"/>
                  </a:lnTo>
                  <a:lnTo>
                    <a:pt x="2591" y="381"/>
                  </a:lnTo>
                  <a:lnTo>
                    <a:pt x="2609" y="362"/>
                  </a:lnTo>
                  <a:lnTo>
                    <a:pt x="2609" y="343"/>
                  </a:lnTo>
                  <a:lnTo>
                    <a:pt x="2609" y="324"/>
                  </a:lnTo>
                  <a:lnTo>
                    <a:pt x="2609" y="305"/>
                  </a:lnTo>
                  <a:lnTo>
                    <a:pt x="2609" y="286"/>
                  </a:lnTo>
                  <a:lnTo>
                    <a:pt x="2628" y="267"/>
                  </a:lnTo>
                  <a:lnTo>
                    <a:pt x="2647" y="267"/>
                  </a:lnTo>
                  <a:lnTo>
                    <a:pt x="2647" y="247"/>
                  </a:lnTo>
                  <a:lnTo>
                    <a:pt x="2647" y="229"/>
                  </a:lnTo>
                  <a:lnTo>
                    <a:pt x="2647" y="210"/>
                  </a:lnTo>
                  <a:lnTo>
                    <a:pt x="2667" y="191"/>
                  </a:lnTo>
                  <a:lnTo>
                    <a:pt x="2686" y="171"/>
                  </a:lnTo>
                  <a:lnTo>
                    <a:pt x="2686" y="152"/>
                  </a:lnTo>
                  <a:lnTo>
                    <a:pt x="2705" y="152"/>
                  </a:lnTo>
                  <a:lnTo>
                    <a:pt x="2705" y="133"/>
                  </a:lnTo>
                  <a:lnTo>
                    <a:pt x="2705" y="115"/>
                  </a:lnTo>
                  <a:lnTo>
                    <a:pt x="2723" y="115"/>
                  </a:lnTo>
                  <a:lnTo>
                    <a:pt x="2723" y="95"/>
                  </a:lnTo>
                  <a:lnTo>
                    <a:pt x="2743" y="95"/>
                  </a:lnTo>
                  <a:lnTo>
                    <a:pt x="2762" y="76"/>
                  </a:lnTo>
                  <a:lnTo>
                    <a:pt x="2800" y="57"/>
                  </a:lnTo>
                  <a:lnTo>
                    <a:pt x="2819" y="38"/>
                  </a:lnTo>
                  <a:lnTo>
                    <a:pt x="2895" y="0"/>
                  </a:lnTo>
                  <a:lnTo>
                    <a:pt x="2914" y="19"/>
                  </a:lnTo>
                  <a:lnTo>
                    <a:pt x="2914" y="38"/>
                  </a:lnTo>
                  <a:lnTo>
                    <a:pt x="2914" y="57"/>
                  </a:lnTo>
                  <a:lnTo>
                    <a:pt x="2895" y="76"/>
                  </a:lnTo>
                  <a:lnTo>
                    <a:pt x="2857" y="115"/>
                  </a:lnTo>
                  <a:lnTo>
                    <a:pt x="2857" y="133"/>
                  </a:lnTo>
                  <a:lnTo>
                    <a:pt x="2838" y="133"/>
                  </a:lnTo>
                  <a:lnTo>
                    <a:pt x="2838" y="152"/>
                  </a:lnTo>
                  <a:lnTo>
                    <a:pt x="2838" y="210"/>
                  </a:lnTo>
                  <a:lnTo>
                    <a:pt x="2838" y="229"/>
                  </a:lnTo>
                  <a:lnTo>
                    <a:pt x="2838" y="247"/>
                  </a:lnTo>
                  <a:lnTo>
                    <a:pt x="2781" y="324"/>
                  </a:lnTo>
                  <a:lnTo>
                    <a:pt x="2781" y="343"/>
                  </a:lnTo>
                  <a:lnTo>
                    <a:pt x="2781" y="362"/>
                  </a:lnTo>
                  <a:lnTo>
                    <a:pt x="2781" y="457"/>
                  </a:lnTo>
                  <a:lnTo>
                    <a:pt x="2781" y="476"/>
                  </a:lnTo>
                  <a:lnTo>
                    <a:pt x="2781" y="496"/>
                  </a:lnTo>
                  <a:lnTo>
                    <a:pt x="2800" y="496"/>
                  </a:lnTo>
                  <a:lnTo>
                    <a:pt x="2990" y="591"/>
                  </a:lnTo>
                  <a:lnTo>
                    <a:pt x="3028" y="591"/>
                  </a:lnTo>
                  <a:lnTo>
                    <a:pt x="3048" y="591"/>
                  </a:lnTo>
                  <a:lnTo>
                    <a:pt x="3067" y="591"/>
                  </a:lnTo>
                  <a:lnTo>
                    <a:pt x="3104" y="628"/>
                  </a:lnTo>
                  <a:lnTo>
                    <a:pt x="3333" y="743"/>
                  </a:lnTo>
                  <a:lnTo>
                    <a:pt x="3429" y="743"/>
                  </a:lnTo>
                  <a:lnTo>
                    <a:pt x="3485" y="762"/>
                  </a:lnTo>
                  <a:lnTo>
                    <a:pt x="3581" y="800"/>
                  </a:lnTo>
                  <a:lnTo>
                    <a:pt x="3600" y="800"/>
                  </a:lnTo>
                  <a:lnTo>
                    <a:pt x="3619" y="800"/>
                  </a:lnTo>
                  <a:lnTo>
                    <a:pt x="3619" y="781"/>
                  </a:lnTo>
                  <a:lnTo>
                    <a:pt x="3619" y="743"/>
                  </a:lnTo>
                  <a:lnTo>
                    <a:pt x="3619" y="724"/>
                  </a:lnTo>
                  <a:lnTo>
                    <a:pt x="3638" y="705"/>
                  </a:lnTo>
                  <a:lnTo>
                    <a:pt x="3695" y="572"/>
                  </a:lnTo>
                  <a:lnTo>
                    <a:pt x="3829" y="305"/>
                  </a:lnTo>
                  <a:lnTo>
                    <a:pt x="3905" y="267"/>
                  </a:lnTo>
                  <a:lnTo>
                    <a:pt x="3943" y="229"/>
                  </a:lnTo>
                  <a:lnTo>
                    <a:pt x="3962" y="229"/>
                  </a:lnTo>
                  <a:lnTo>
                    <a:pt x="3962" y="247"/>
                  </a:lnTo>
                  <a:lnTo>
                    <a:pt x="3962" y="286"/>
                  </a:lnTo>
                  <a:lnTo>
                    <a:pt x="3962" y="305"/>
                  </a:lnTo>
                  <a:lnTo>
                    <a:pt x="3962" y="324"/>
                  </a:lnTo>
                  <a:lnTo>
                    <a:pt x="4038" y="362"/>
                  </a:lnTo>
                  <a:lnTo>
                    <a:pt x="4095" y="400"/>
                  </a:lnTo>
                  <a:lnTo>
                    <a:pt x="4114" y="419"/>
                  </a:lnTo>
                  <a:lnTo>
                    <a:pt x="4133" y="438"/>
                  </a:lnTo>
                  <a:lnTo>
                    <a:pt x="4152" y="476"/>
                  </a:lnTo>
                  <a:lnTo>
                    <a:pt x="4152" y="496"/>
                  </a:lnTo>
                  <a:lnTo>
                    <a:pt x="4152" y="514"/>
                  </a:lnTo>
                  <a:lnTo>
                    <a:pt x="4152" y="533"/>
                  </a:lnTo>
                  <a:lnTo>
                    <a:pt x="4152" y="572"/>
                  </a:lnTo>
                  <a:lnTo>
                    <a:pt x="4152" y="591"/>
                  </a:lnTo>
                  <a:lnTo>
                    <a:pt x="4152" y="610"/>
                  </a:lnTo>
                  <a:lnTo>
                    <a:pt x="4171" y="648"/>
                  </a:lnTo>
                  <a:lnTo>
                    <a:pt x="4191" y="667"/>
                  </a:lnTo>
                  <a:lnTo>
                    <a:pt x="4191" y="762"/>
                  </a:lnTo>
                  <a:lnTo>
                    <a:pt x="4171" y="838"/>
                  </a:lnTo>
                  <a:lnTo>
                    <a:pt x="4171" y="857"/>
                  </a:lnTo>
                  <a:lnTo>
                    <a:pt x="4171" y="876"/>
                  </a:lnTo>
                  <a:lnTo>
                    <a:pt x="4171" y="914"/>
                  </a:lnTo>
                  <a:lnTo>
                    <a:pt x="4191" y="914"/>
                  </a:lnTo>
                  <a:lnTo>
                    <a:pt x="4191" y="933"/>
                  </a:lnTo>
                  <a:lnTo>
                    <a:pt x="4210" y="933"/>
                  </a:lnTo>
                  <a:lnTo>
                    <a:pt x="4247" y="914"/>
                  </a:lnTo>
                  <a:lnTo>
                    <a:pt x="4247" y="895"/>
                  </a:lnTo>
                  <a:lnTo>
                    <a:pt x="4267" y="895"/>
                  </a:lnTo>
                  <a:lnTo>
                    <a:pt x="4267" y="876"/>
                  </a:lnTo>
                  <a:lnTo>
                    <a:pt x="4267" y="819"/>
                  </a:lnTo>
                  <a:lnTo>
                    <a:pt x="4286" y="781"/>
                  </a:lnTo>
                  <a:lnTo>
                    <a:pt x="4286" y="743"/>
                  </a:lnTo>
                  <a:lnTo>
                    <a:pt x="4286" y="724"/>
                  </a:lnTo>
                  <a:lnTo>
                    <a:pt x="4305" y="724"/>
                  </a:lnTo>
                  <a:lnTo>
                    <a:pt x="4324" y="724"/>
                  </a:lnTo>
                  <a:lnTo>
                    <a:pt x="4343" y="724"/>
                  </a:lnTo>
                  <a:lnTo>
                    <a:pt x="4362" y="724"/>
                  </a:lnTo>
                  <a:lnTo>
                    <a:pt x="4419" y="743"/>
                  </a:lnTo>
                  <a:lnTo>
                    <a:pt x="4457" y="762"/>
                  </a:lnTo>
                  <a:lnTo>
                    <a:pt x="4514" y="762"/>
                  </a:lnTo>
                  <a:lnTo>
                    <a:pt x="4533" y="743"/>
                  </a:lnTo>
                  <a:lnTo>
                    <a:pt x="4552" y="743"/>
                  </a:lnTo>
                  <a:lnTo>
                    <a:pt x="4572" y="743"/>
                  </a:lnTo>
                  <a:lnTo>
                    <a:pt x="4591" y="724"/>
                  </a:lnTo>
                  <a:lnTo>
                    <a:pt x="4686" y="667"/>
                  </a:lnTo>
                  <a:lnTo>
                    <a:pt x="4704" y="648"/>
                  </a:lnTo>
                  <a:lnTo>
                    <a:pt x="4743" y="628"/>
                  </a:lnTo>
                  <a:lnTo>
                    <a:pt x="4762" y="628"/>
                  </a:lnTo>
                  <a:lnTo>
                    <a:pt x="4762" y="648"/>
                  </a:lnTo>
                  <a:lnTo>
                    <a:pt x="4762" y="667"/>
                  </a:lnTo>
                  <a:lnTo>
                    <a:pt x="4743" y="705"/>
                  </a:lnTo>
                  <a:lnTo>
                    <a:pt x="4743" y="724"/>
                  </a:lnTo>
                  <a:lnTo>
                    <a:pt x="4743" y="743"/>
                  </a:lnTo>
                  <a:lnTo>
                    <a:pt x="4762" y="743"/>
                  </a:lnTo>
                  <a:lnTo>
                    <a:pt x="4781" y="743"/>
                  </a:lnTo>
                  <a:lnTo>
                    <a:pt x="4800" y="743"/>
                  </a:lnTo>
                  <a:lnTo>
                    <a:pt x="4838" y="762"/>
                  </a:lnTo>
                  <a:lnTo>
                    <a:pt x="4857" y="781"/>
                  </a:lnTo>
                  <a:lnTo>
                    <a:pt x="4895" y="800"/>
                  </a:lnTo>
                  <a:lnTo>
                    <a:pt x="4914" y="819"/>
                  </a:lnTo>
                  <a:lnTo>
                    <a:pt x="4933" y="819"/>
                  </a:lnTo>
                  <a:lnTo>
                    <a:pt x="4953" y="800"/>
                  </a:lnTo>
                  <a:lnTo>
                    <a:pt x="4971" y="800"/>
                  </a:lnTo>
                  <a:lnTo>
                    <a:pt x="4990" y="819"/>
                  </a:lnTo>
                  <a:lnTo>
                    <a:pt x="5029" y="857"/>
                  </a:lnTo>
                  <a:lnTo>
                    <a:pt x="5200" y="914"/>
                  </a:lnTo>
                  <a:lnTo>
                    <a:pt x="5219" y="914"/>
                  </a:lnTo>
                  <a:lnTo>
                    <a:pt x="5219" y="895"/>
                  </a:lnTo>
                  <a:lnTo>
                    <a:pt x="5219" y="876"/>
                  </a:lnTo>
                  <a:lnTo>
                    <a:pt x="5162" y="762"/>
                  </a:lnTo>
                  <a:lnTo>
                    <a:pt x="5162" y="743"/>
                  </a:lnTo>
                  <a:lnTo>
                    <a:pt x="5162" y="724"/>
                  </a:lnTo>
                  <a:lnTo>
                    <a:pt x="5162" y="705"/>
                  </a:lnTo>
                  <a:lnTo>
                    <a:pt x="5219" y="667"/>
                  </a:lnTo>
                  <a:lnTo>
                    <a:pt x="5238" y="667"/>
                  </a:lnTo>
                  <a:lnTo>
                    <a:pt x="5238" y="686"/>
                  </a:lnTo>
                  <a:lnTo>
                    <a:pt x="5238" y="705"/>
                  </a:lnTo>
                  <a:lnTo>
                    <a:pt x="5257" y="705"/>
                  </a:lnTo>
                  <a:lnTo>
                    <a:pt x="5276" y="743"/>
                  </a:lnTo>
                  <a:lnTo>
                    <a:pt x="5276" y="762"/>
                  </a:lnTo>
                  <a:lnTo>
                    <a:pt x="5295" y="762"/>
                  </a:lnTo>
                  <a:lnTo>
                    <a:pt x="5314" y="800"/>
                  </a:lnTo>
                  <a:lnTo>
                    <a:pt x="5314" y="819"/>
                  </a:lnTo>
                  <a:lnTo>
                    <a:pt x="5334" y="857"/>
                  </a:lnTo>
                  <a:lnTo>
                    <a:pt x="5352" y="838"/>
                  </a:lnTo>
                  <a:lnTo>
                    <a:pt x="5352" y="819"/>
                  </a:lnTo>
                  <a:lnTo>
                    <a:pt x="5429" y="800"/>
                  </a:lnTo>
                  <a:lnTo>
                    <a:pt x="5448" y="800"/>
                  </a:lnTo>
                  <a:lnTo>
                    <a:pt x="5466" y="781"/>
                  </a:lnTo>
                  <a:lnTo>
                    <a:pt x="5524" y="762"/>
                  </a:lnTo>
                  <a:lnTo>
                    <a:pt x="5543" y="762"/>
                  </a:lnTo>
                  <a:lnTo>
                    <a:pt x="5562" y="762"/>
                  </a:lnTo>
                  <a:lnTo>
                    <a:pt x="5581" y="762"/>
                  </a:lnTo>
                  <a:lnTo>
                    <a:pt x="5581" y="743"/>
                  </a:lnTo>
                  <a:lnTo>
                    <a:pt x="5752" y="667"/>
                  </a:lnTo>
                  <a:lnTo>
                    <a:pt x="5791" y="648"/>
                  </a:lnTo>
                  <a:lnTo>
                    <a:pt x="5867" y="628"/>
                  </a:lnTo>
                  <a:lnTo>
                    <a:pt x="5886" y="628"/>
                  </a:lnTo>
                  <a:lnTo>
                    <a:pt x="5905" y="648"/>
                  </a:lnTo>
                  <a:lnTo>
                    <a:pt x="5943" y="648"/>
                  </a:lnTo>
                  <a:lnTo>
                    <a:pt x="6000" y="628"/>
                  </a:lnTo>
                  <a:lnTo>
                    <a:pt x="6019" y="628"/>
                  </a:lnTo>
                  <a:lnTo>
                    <a:pt x="6038" y="628"/>
                  </a:lnTo>
                  <a:lnTo>
                    <a:pt x="6057" y="610"/>
                  </a:lnTo>
                  <a:lnTo>
                    <a:pt x="6076" y="610"/>
                  </a:lnTo>
                  <a:lnTo>
                    <a:pt x="6172" y="496"/>
                  </a:lnTo>
                  <a:lnTo>
                    <a:pt x="6191" y="476"/>
                  </a:lnTo>
                  <a:lnTo>
                    <a:pt x="6209" y="457"/>
                  </a:lnTo>
                  <a:lnTo>
                    <a:pt x="6286" y="457"/>
                  </a:lnTo>
                  <a:lnTo>
                    <a:pt x="6305" y="438"/>
                  </a:lnTo>
                  <a:lnTo>
                    <a:pt x="6343" y="419"/>
                  </a:lnTo>
                  <a:lnTo>
                    <a:pt x="6362" y="419"/>
                  </a:lnTo>
                  <a:lnTo>
                    <a:pt x="6438" y="419"/>
                  </a:lnTo>
                  <a:lnTo>
                    <a:pt x="6495" y="400"/>
                  </a:lnTo>
                  <a:lnTo>
                    <a:pt x="6553" y="381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77BAA2A8-5CFE-17DD-1329-B5EBFC5A9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2975" y="4170363"/>
              <a:ext cx="163513" cy="95250"/>
            </a:xfrm>
            <a:custGeom>
              <a:avLst/>
              <a:gdLst>
                <a:gd name="T0" fmla="*/ 2147483646 w 915"/>
                <a:gd name="T1" fmla="*/ 2147483646 h 535"/>
                <a:gd name="T2" fmla="*/ 2147483646 w 915"/>
                <a:gd name="T3" fmla="*/ 2147483646 h 535"/>
                <a:gd name="T4" fmla="*/ 2147483646 w 915"/>
                <a:gd name="T5" fmla="*/ 2147483646 h 535"/>
                <a:gd name="T6" fmla="*/ 2147483646 w 915"/>
                <a:gd name="T7" fmla="*/ 2147483646 h 535"/>
                <a:gd name="T8" fmla="*/ 2147483646 w 915"/>
                <a:gd name="T9" fmla="*/ 2147483646 h 535"/>
                <a:gd name="T10" fmla="*/ 2147483646 w 915"/>
                <a:gd name="T11" fmla="*/ 2147483646 h 535"/>
                <a:gd name="T12" fmla="*/ 2147483646 w 915"/>
                <a:gd name="T13" fmla="*/ 2147483646 h 535"/>
                <a:gd name="T14" fmla="*/ 0 w 915"/>
                <a:gd name="T15" fmla="*/ 2147483646 h 535"/>
                <a:gd name="T16" fmla="*/ 0 w 915"/>
                <a:gd name="T17" fmla="*/ 2147483646 h 535"/>
                <a:gd name="T18" fmla="*/ 0 w 915"/>
                <a:gd name="T19" fmla="*/ 2147483646 h 535"/>
                <a:gd name="T20" fmla="*/ 2147483646 w 915"/>
                <a:gd name="T21" fmla="*/ 2147483646 h 535"/>
                <a:gd name="T22" fmla="*/ 2147483646 w 915"/>
                <a:gd name="T23" fmla="*/ 2147483646 h 535"/>
                <a:gd name="T24" fmla="*/ 2147483646 w 915"/>
                <a:gd name="T25" fmla="*/ 2147483646 h 535"/>
                <a:gd name="T26" fmla="*/ 2147483646 w 915"/>
                <a:gd name="T27" fmla="*/ 2147483646 h 535"/>
                <a:gd name="T28" fmla="*/ 2147483646 w 915"/>
                <a:gd name="T29" fmla="*/ 2147483646 h 535"/>
                <a:gd name="T30" fmla="*/ 2147483646 w 915"/>
                <a:gd name="T31" fmla="*/ 2147483646 h 535"/>
                <a:gd name="T32" fmla="*/ 2147483646 w 915"/>
                <a:gd name="T33" fmla="*/ 2147483646 h 535"/>
                <a:gd name="T34" fmla="*/ 2147483646 w 915"/>
                <a:gd name="T35" fmla="*/ 2147483646 h 535"/>
                <a:gd name="T36" fmla="*/ 2147483646 w 915"/>
                <a:gd name="T37" fmla="*/ 2147483646 h 535"/>
                <a:gd name="T38" fmla="*/ 2147483646 w 915"/>
                <a:gd name="T39" fmla="*/ 2147483646 h 535"/>
                <a:gd name="T40" fmla="*/ 2147483646 w 915"/>
                <a:gd name="T41" fmla="*/ 0 h 535"/>
                <a:gd name="T42" fmla="*/ 2147483646 w 915"/>
                <a:gd name="T43" fmla="*/ 0 h 535"/>
                <a:gd name="T44" fmla="*/ 2147483646 w 915"/>
                <a:gd name="T45" fmla="*/ 2147483646 h 535"/>
                <a:gd name="T46" fmla="*/ 2147483646 w 915"/>
                <a:gd name="T47" fmla="*/ 2147483646 h 535"/>
                <a:gd name="T48" fmla="*/ 2147483646 w 915"/>
                <a:gd name="T49" fmla="*/ 2147483646 h 535"/>
                <a:gd name="T50" fmla="*/ 2147483646 w 915"/>
                <a:gd name="T51" fmla="*/ 2147483646 h 535"/>
                <a:gd name="T52" fmla="*/ 2147483646 w 915"/>
                <a:gd name="T53" fmla="*/ 2147483646 h 535"/>
                <a:gd name="T54" fmla="*/ 2147483646 w 915"/>
                <a:gd name="T55" fmla="*/ 2147483646 h 535"/>
                <a:gd name="T56" fmla="*/ 2147483646 w 915"/>
                <a:gd name="T57" fmla="*/ 2147483646 h 535"/>
                <a:gd name="T58" fmla="*/ 2147483646 w 915"/>
                <a:gd name="T59" fmla="*/ 2147483646 h 535"/>
                <a:gd name="T60" fmla="*/ 2147483646 w 915"/>
                <a:gd name="T61" fmla="*/ 2147483646 h 535"/>
                <a:gd name="T62" fmla="*/ 2147483646 w 915"/>
                <a:gd name="T63" fmla="*/ 2147483646 h 535"/>
                <a:gd name="T64" fmla="*/ 2147483646 w 915"/>
                <a:gd name="T65" fmla="*/ 2147483646 h 535"/>
                <a:gd name="T66" fmla="*/ 2147483646 w 915"/>
                <a:gd name="T67" fmla="*/ 2147483646 h 535"/>
                <a:gd name="T68" fmla="*/ 2147483646 w 915"/>
                <a:gd name="T69" fmla="*/ 2147483646 h 535"/>
                <a:gd name="T70" fmla="*/ 2147483646 w 915"/>
                <a:gd name="T71" fmla="*/ 2147483646 h 535"/>
                <a:gd name="T72" fmla="*/ 2147483646 w 915"/>
                <a:gd name="T73" fmla="*/ 2147483646 h 535"/>
                <a:gd name="T74" fmla="*/ 2147483646 w 915"/>
                <a:gd name="T75" fmla="*/ 2147483646 h 535"/>
                <a:gd name="T76" fmla="*/ 2147483646 w 915"/>
                <a:gd name="T77" fmla="*/ 2147483646 h 535"/>
                <a:gd name="T78" fmla="*/ 2147483646 w 915"/>
                <a:gd name="T79" fmla="*/ 2147483646 h 535"/>
                <a:gd name="T80" fmla="*/ 2147483646 w 915"/>
                <a:gd name="T81" fmla="*/ 2147483646 h 535"/>
                <a:gd name="T82" fmla="*/ 2147483646 w 915"/>
                <a:gd name="T83" fmla="*/ 2147483646 h 535"/>
                <a:gd name="T84" fmla="*/ 2147483646 w 915"/>
                <a:gd name="T85" fmla="*/ 2147483646 h 53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15" h="535">
                  <a:moveTo>
                    <a:pt x="914" y="534"/>
                  </a:moveTo>
                  <a:lnTo>
                    <a:pt x="628" y="534"/>
                  </a:lnTo>
                  <a:lnTo>
                    <a:pt x="381" y="534"/>
                  </a:lnTo>
                  <a:lnTo>
                    <a:pt x="76" y="534"/>
                  </a:lnTo>
                  <a:lnTo>
                    <a:pt x="19" y="534"/>
                  </a:lnTo>
                  <a:lnTo>
                    <a:pt x="19" y="515"/>
                  </a:lnTo>
                  <a:lnTo>
                    <a:pt x="19" y="496"/>
                  </a:lnTo>
                  <a:lnTo>
                    <a:pt x="19" y="477"/>
                  </a:lnTo>
                  <a:lnTo>
                    <a:pt x="38" y="458"/>
                  </a:lnTo>
                  <a:lnTo>
                    <a:pt x="38" y="439"/>
                  </a:lnTo>
                  <a:lnTo>
                    <a:pt x="19" y="439"/>
                  </a:lnTo>
                  <a:lnTo>
                    <a:pt x="0" y="420"/>
                  </a:lnTo>
                  <a:lnTo>
                    <a:pt x="0" y="400"/>
                  </a:lnTo>
                  <a:lnTo>
                    <a:pt x="0" y="344"/>
                  </a:lnTo>
                  <a:lnTo>
                    <a:pt x="0" y="324"/>
                  </a:lnTo>
                  <a:lnTo>
                    <a:pt x="19" y="324"/>
                  </a:lnTo>
                  <a:lnTo>
                    <a:pt x="19" y="305"/>
                  </a:lnTo>
                  <a:lnTo>
                    <a:pt x="38" y="305"/>
                  </a:lnTo>
                  <a:lnTo>
                    <a:pt x="38" y="286"/>
                  </a:lnTo>
                  <a:lnTo>
                    <a:pt x="56" y="267"/>
                  </a:lnTo>
                  <a:lnTo>
                    <a:pt x="56" y="229"/>
                  </a:lnTo>
                  <a:lnTo>
                    <a:pt x="38" y="210"/>
                  </a:lnTo>
                  <a:lnTo>
                    <a:pt x="38" y="191"/>
                  </a:lnTo>
                  <a:lnTo>
                    <a:pt x="38" y="153"/>
                  </a:lnTo>
                  <a:lnTo>
                    <a:pt x="38" y="134"/>
                  </a:lnTo>
                  <a:lnTo>
                    <a:pt x="56" y="134"/>
                  </a:lnTo>
                  <a:lnTo>
                    <a:pt x="56" y="115"/>
                  </a:lnTo>
                  <a:lnTo>
                    <a:pt x="76" y="39"/>
                  </a:lnTo>
                  <a:lnTo>
                    <a:pt x="76" y="19"/>
                  </a:lnTo>
                  <a:lnTo>
                    <a:pt x="95" y="0"/>
                  </a:lnTo>
                  <a:lnTo>
                    <a:pt x="228" y="0"/>
                  </a:lnTo>
                  <a:lnTo>
                    <a:pt x="476" y="0"/>
                  </a:lnTo>
                  <a:lnTo>
                    <a:pt x="800" y="0"/>
                  </a:lnTo>
                  <a:lnTo>
                    <a:pt x="800" y="19"/>
                  </a:lnTo>
                  <a:lnTo>
                    <a:pt x="800" y="39"/>
                  </a:lnTo>
                  <a:lnTo>
                    <a:pt x="800" y="58"/>
                  </a:lnTo>
                  <a:lnTo>
                    <a:pt x="818" y="58"/>
                  </a:lnTo>
                  <a:lnTo>
                    <a:pt x="857" y="77"/>
                  </a:lnTo>
                  <a:lnTo>
                    <a:pt x="876" y="77"/>
                  </a:lnTo>
                  <a:lnTo>
                    <a:pt x="895" y="96"/>
                  </a:lnTo>
                  <a:lnTo>
                    <a:pt x="895" y="115"/>
                  </a:lnTo>
                  <a:lnTo>
                    <a:pt x="895" y="134"/>
                  </a:lnTo>
                  <a:lnTo>
                    <a:pt x="895" y="172"/>
                  </a:lnTo>
                  <a:lnTo>
                    <a:pt x="895" y="191"/>
                  </a:lnTo>
                  <a:lnTo>
                    <a:pt x="895" y="210"/>
                  </a:lnTo>
                  <a:lnTo>
                    <a:pt x="895" y="267"/>
                  </a:lnTo>
                  <a:lnTo>
                    <a:pt x="876" y="286"/>
                  </a:lnTo>
                  <a:lnTo>
                    <a:pt x="876" y="305"/>
                  </a:lnTo>
                  <a:lnTo>
                    <a:pt x="857" y="324"/>
                  </a:lnTo>
                  <a:lnTo>
                    <a:pt x="857" y="363"/>
                  </a:lnTo>
                  <a:lnTo>
                    <a:pt x="857" y="381"/>
                  </a:lnTo>
                  <a:lnTo>
                    <a:pt x="857" y="400"/>
                  </a:lnTo>
                  <a:lnTo>
                    <a:pt x="857" y="420"/>
                  </a:lnTo>
                  <a:lnTo>
                    <a:pt x="857" y="439"/>
                  </a:lnTo>
                  <a:lnTo>
                    <a:pt x="857" y="458"/>
                  </a:lnTo>
                  <a:lnTo>
                    <a:pt x="857" y="477"/>
                  </a:lnTo>
                  <a:lnTo>
                    <a:pt x="857" y="496"/>
                  </a:lnTo>
                  <a:lnTo>
                    <a:pt x="876" y="496"/>
                  </a:lnTo>
                  <a:lnTo>
                    <a:pt x="895" y="515"/>
                  </a:lnTo>
                  <a:lnTo>
                    <a:pt x="914" y="534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5F4B2D60-371A-2D4A-649D-9E9739D1D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5" y="3951288"/>
              <a:ext cx="1879600" cy="1539875"/>
            </a:xfrm>
            <a:custGeom>
              <a:avLst/>
              <a:gdLst>
                <a:gd name="T0" fmla="*/ 2147483646 w 10440"/>
                <a:gd name="T1" fmla="*/ 2147483646 h 8554"/>
                <a:gd name="T2" fmla="*/ 2147483646 w 10440"/>
                <a:gd name="T3" fmla="*/ 2147483646 h 8554"/>
                <a:gd name="T4" fmla="*/ 2147483646 w 10440"/>
                <a:gd name="T5" fmla="*/ 2147483646 h 8554"/>
                <a:gd name="T6" fmla="*/ 2147483646 w 10440"/>
                <a:gd name="T7" fmla="*/ 2147483646 h 8554"/>
                <a:gd name="T8" fmla="*/ 2147483646 w 10440"/>
                <a:gd name="T9" fmla="*/ 2147483646 h 8554"/>
                <a:gd name="T10" fmla="*/ 2147483646 w 10440"/>
                <a:gd name="T11" fmla="*/ 2147483646 h 8554"/>
                <a:gd name="T12" fmla="*/ 2147483646 w 10440"/>
                <a:gd name="T13" fmla="*/ 2147483646 h 8554"/>
                <a:gd name="T14" fmla="*/ 2147483646 w 10440"/>
                <a:gd name="T15" fmla="*/ 2147483646 h 8554"/>
                <a:gd name="T16" fmla="*/ 2147483646 w 10440"/>
                <a:gd name="T17" fmla="*/ 2147483646 h 8554"/>
                <a:gd name="T18" fmla="*/ 2147483646 w 10440"/>
                <a:gd name="T19" fmla="*/ 2147483646 h 8554"/>
                <a:gd name="T20" fmla="*/ 2147483646 w 10440"/>
                <a:gd name="T21" fmla="*/ 2147483646 h 8554"/>
                <a:gd name="T22" fmla="*/ 2147483646 w 10440"/>
                <a:gd name="T23" fmla="*/ 2147483646 h 8554"/>
                <a:gd name="T24" fmla="*/ 2147483646 w 10440"/>
                <a:gd name="T25" fmla="*/ 2147483646 h 8554"/>
                <a:gd name="T26" fmla="*/ 2147483646 w 10440"/>
                <a:gd name="T27" fmla="*/ 2147483646 h 8554"/>
                <a:gd name="T28" fmla="*/ 2147483646 w 10440"/>
                <a:gd name="T29" fmla="*/ 2147483646 h 8554"/>
                <a:gd name="T30" fmla="*/ 2147483646 w 10440"/>
                <a:gd name="T31" fmla="*/ 2147483646 h 8554"/>
                <a:gd name="T32" fmla="*/ 2147483646 w 10440"/>
                <a:gd name="T33" fmla="*/ 2147483646 h 8554"/>
                <a:gd name="T34" fmla="*/ 2147483646 w 10440"/>
                <a:gd name="T35" fmla="*/ 2147483646 h 8554"/>
                <a:gd name="T36" fmla="*/ 2147483646 w 10440"/>
                <a:gd name="T37" fmla="*/ 2147483646 h 8554"/>
                <a:gd name="T38" fmla="*/ 2147483646 w 10440"/>
                <a:gd name="T39" fmla="*/ 2147483646 h 8554"/>
                <a:gd name="T40" fmla="*/ 2147483646 w 10440"/>
                <a:gd name="T41" fmla="*/ 2147483646 h 8554"/>
                <a:gd name="T42" fmla="*/ 2147483646 w 10440"/>
                <a:gd name="T43" fmla="*/ 2147483646 h 8554"/>
                <a:gd name="T44" fmla="*/ 2147483646 w 10440"/>
                <a:gd name="T45" fmla="*/ 2147483646 h 8554"/>
                <a:gd name="T46" fmla="*/ 2147483646 w 10440"/>
                <a:gd name="T47" fmla="*/ 2147483646 h 8554"/>
                <a:gd name="T48" fmla="*/ 2147483646 w 10440"/>
                <a:gd name="T49" fmla="*/ 2147483646 h 8554"/>
                <a:gd name="T50" fmla="*/ 2147483646 w 10440"/>
                <a:gd name="T51" fmla="*/ 2147483646 h 8554"/>
                <a:gd name="T52" fmla="*/ 2147483646 w 10440"/>
                <a:gd name="T53" fmla="*/ 2147483646 h 8554"/>
                <a:gd name="T54" fmla="*/ 2147483646 w 10440"/>
                <a:gd name="T55" fmla="*/ 2147483646 h 8554"/>
                <a:gd name="T56" fmla="*/ 2147483646 w 10440"/>
                <a:gd name="T57" fmla="*/ 2147483646 h 8554"/>
                <a:gd name="T58" fmla="*/ 2147483646 w 10440"/>
                <a:gd name="T59" fmla="*/ 2147483646 h 8554"/>
                <a:gd name="T60" fmla="*/ 2147483646 w 10440"/>
                <a:gd name="T61" fmla="*/ 2147483646 h 8554"/>
                <a:gd name="T62" fmla="*/ 2147483646 w 10440"/>
                <a:gd name="T63" fmla="*/ 2147483646 h 8554"/>
                <a:gd name="T64" fmla="*/ 2147483646 w 10440"/>
                <a:gd name="T65" fmla="*/ 2147483646 h 8554"/>
                <a:gd name="T66" fmla="*/ 2147483646 w 10440"/>
                <a:gd name="T67" fmla="*/ 2147483646 h 8554"/>
                <a:gd name="T68" fmla="*/ 2147483646 w 10440"/>
                <a:gd name="T69" fmla="*/ 2147483646 h 8554"/>
                <a:gd name="T70" fmla="*/ 2147483646 w 10440"/>
                <a:gd name="T71" fmla="*/ 2147483646 h 8554"/>
                <a:gd name="T72" fmla="*/ 2147483646 w 10440"/>
                <a:gd name="T73" fmla="*/ 2147483646 h 8554"/>
                <a:gd name="T74" fmla="*/ 2147483646 w 10440"/>
                <a:gd name="T75" fmla="*/ 2147483646 h 8554"/>
                <a:gd name="T76" fmla="*/ 2147483646 w 10440"/>
                <a:gd name="T77" fmla="*/ 2147483646 h 8554"/>
                <a:gd name="T78" fmla="*/ 2147483646 w 10440"/>
                <a:gd name="T79" fmla="*/ 2147483646 h 8554"/>
                <a:gd name="T80" fmla="*/ 2147483646 w 10440"/>
                <a:gd name="T81" fmla="*/ 2147483646 h 8554"/>
                <a:gd name="T82" fmla="*/ 2147483646 w 10440"/>
                <a:gd name="T83" fmla="*/ 2147483646 h 8554"/>
                <a:gd name="T84" fmla="*/ 2147483646 w 10440"/>
                <a:gd name="T85" fmla="*/ 2147483646 h 8554"/>
                <a:gd name="T86" fmla="*/ 2147483646 w 10440"/>
                <a:gd name="T87" fmla="*/ 2147483646 h 8554"/>
                <a:gd name="T88" fmla="*/ 2147483646 w 10440"/>
                <a:gd name="T89" fmla="*/ 2147483646 h 8554"/>
                <a:gd name="T90" fmla="*/ 2147483646 w 10440"/>
                <a:gd name="T91" fmla="*/ 2147483646 h 8554"/>
                <a:gd name="T92" fmla="*/ 2147483646 w 10440"/>
                <a:gd name="T93" fmla="*/ 2147483646 h 8554"/>
                <a:gd name="T94" fmla="*/ 2147483646 w 10440"/>
                <a:gd name="T95" fmla="*/ 2147483646 h 8554"/>
                <a:gd name="T96" fmla="*/ 2147483646 w 10440"/>
                <a:gd name="T97" fmla="*/ 2147483646 h 8554"/>
                <a:gd name="T98" fmla="*/ 2147483646 w 10440"/>
                <a:gd name="T99" fmla="*/ 2147483646 h 8554"/>
                <a:gd name="T100" fmla="*/ 2147483646 w 10440"/>
                <a:gd name="T101" fmla="*/ 2147483646 h 8554"/>
                <a:gd name="T102" fmla="*/ 2147483646 w 10440"/>
                <a:gd name="T103" fmla="*/ 2147483646 h 8554"/>
                <a:gd name="T104" fmla="*/ 2147483646 w 10440"/>
                <a:gd name="T105" fmla="*/ 2147483646 h 8554"/>
                <a:gd name="T106" fmla="*/ 2147483646 w 10440"/>
                <a:gd name="T107" fmla="*/ 2147483646 h 8554"/>
                <a:gd name="T108" fmla="*/ 2147483646 w 10440"/>
                <a:gd name="T109" fmla="*/ 2147483646 h 8554"/>
                <a:gd name="T110" fmla="*/ 2147483646 w 10440"/>
                <a:gd name="T111" fmla="*/ 2147483646 h 8554"/>
                <a:gd name="T112" fmla="*/ 2147483646 w 10440"/>
                <a:gd name="T113" fmla="*/ 2147483646 h 8554"/>
                <a:gd name="T114" fmla="*/ 2147483646 w 10440"/>
                <a:gd name="T115" fmla="*/ 2147483646 h 8554"/>
                <a:gd name="T116" fmla="*/ 2147483646 w 10440"/>
                <a:gd name="T117" fmla="*/ 2147483646 h 8554"/>
                <a:gd name="T118" fmla="*/ 2147483646 w 10440"/>
                <a:gd name="T119" fmla="*/ 2147483646 h 8554"/>
                <a:gd name="T120" fmla="*/ 2147483646 w 10440"/>
                <a:gd name="T121" fmla="*/ 2147483646 h 8554"/>
                <a:gd name="T122" fmla="*/ 2147483646 w 10440"/>
                <a:gd name="T123" fmla="*/ 2147483646 h 8554"/>
                <a:gd name="T124" fmla="*/ 2147483646 w 10440"/>
                <a:gd name="T125" fmla="*/ 2147483646 h 855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0440" h="8554">
                  <a:moveTo>
                    <a:pt x="3486" y="1753"/>
                  </a:moveTo>
                  <a:lnTo>
                    <a:pt x="3505" y="1734"/>
                  </a:lnTo>
                  <a:lnTo>
                    <a:pt x="3543" y="1753"/>
                  </a:lnTo>
                  <a:lnTo>
                    <a:pt x="3562" y="1734"/>
                  </a:lnTo>
                  <a:lnTo>
                    <a:pt x="3581" y="1734"/>
                  </a:lnTo>
                  <a:lnTo>
                    <a:pt x="3581" y="1715"/>
                  </a:lnTo>
                  <a:lnTo>
                    <a:pt x="3600" y="1696"/>
                  </a:lnTo>
                  <a:lnTo>
                    <a:pt x="3619" y="1658"/>
                  </a:lnTo>
                  <a:lnTo>
                    <a:pt x="3639" y="1639"/>
                  </a:lnTo>
                  <a:lnTo>
                    <a:pt x="3657" y="1639"/>
                  </a:lnTo>
                  <a:lnTo>
                    <a:pt x="3657" y="1658"/>
                  </a:lnTo>
                  <a:lnTo>
                    <a:pt x="3676" y="1658"/>
                  </a:lnTo>
                  <a:lnTo>
                    <a:pt x="3695" y="1658"/>
                  </a:lnTo>
                  <a:lnTo>
                    <a:pt x="3695" y="1639"/>
                  </a:lnTo>
                  <a:lnTo>
                    <a:pt x="3715" y="1639"/>
                  </a:lnTo>
                  <a:lnTo>
                    <a:pt x="3734" y="1639"/>
                  </a:lnTo>
                  <a:lnTo>
                    <a:pt x="3734" y="1619"/>
                  </a:lnTo>
                  <a:lnTo>
                    <a:pt x="3791" y="1639"/>
                  </a:lnTo>
                  <a:lnTo>
                    <a:pt x="3791" y="1619"/>
                  </a:lnTo>
                  <a:lnTo>
                    <a:pt x="3810" y="1619"/>
                  </a:lnTo>
                  <a:lnTo>
                    <a:pt x="3829" y="1619"/>
                  </a:lnTo>
                  <a:lnTo>
                    <a:pt x="3848" y="1619"/>
                  </a:lnTo>
                  <a:lnTo>
                    <a:pt x="3867" y="1600"/>
                  </a:lnTo>
                  <a:lnTo>
                    <a:pt x="3886" y="1600"/>
                  </a:lnTo>
                  <a:lnTo>
                    <a:pt x="3905" y="1582"/>
                  </a:lnTo>
                  <a:lnTo>
                    <a:pt x="3924" y="1582"/>
                  </a:lnTo>
                  <a:lnTo>
                    <a:pt x="3924" y="1563"/>
                  </a:lnTo>
                  <a:lnTo>
                    <a:pt x="3905" y="1524"/>
                  </a:lnTo>
                  <a:lnTo>
                    <a:pt x="3905" y="1505"/>
                  </a:lnTo>
                  <a:lnTo>
                    <a:pt x="3905" y="1486"/>
                  </a:lnTo>
                  <a:lnTo>
                    <a:pt x="3905" y="1448"/>
                  </a:lnTo>
                  <a:lnTo>
                    <a:pt x="3886" y="1315"/>
                  </a:lnTo>
                  <a:lnTo>
                    <a:pt x="3867" y="1296"/>
                  </a:lnTo>
                  <a:lnTo>
                    <a:pt x="3848" y="1296"/>
                  </a:lnTo>
                  <a:lnTo>
                    <a:pt x="3829" y="1296"/>
                  </a:lnTo>
                  <a:lnTo>
                    <a:pt x="3829" y="1277"/>
                  </a:lnTo>
                  <a:lnTo>
                    <a:pt x="3829" y="1162"/>
                  </a:lnTo>
                  <a:lnTo>
                    <a:pt x="3829" y="1143"/>
                  </a:lnTo>
                  <a:lnTo>
                    <a:pt x="3848" y="1124"/>
                  </a:lnTo>
                  <a:lnTo>
                    <a:pt x="3867" y="1105"/>
                  </a:lnTo>
                  <a:lnTo>
                    <a:pt x="3867" y="1086"/>
                  </a:lnTo>
                  <a:lnTo>
                    <a:pt x="3886" y="1067"/>
                  </a:lnTo>
                  <a:lnTo>
                    <a:pt x="3905" y="1048"/>
                  </a:lnTo>
                  <a:lnTo>
                    <a:pt x="3886" y="1029"/>
                  </a:lnTo>
                  <a:lnTo>
                    <a:pt x="3886" y="1010"/>
                  </a:lnTo>
                  <a:lnTo>
                    <a:pt x="3867" y="991"/>
                  </a:lnTo>
                  <a:lnTo>
                    <a:pt x="3867" y="972"/>
                  </a:lnTo>
                  <a:lnTo>
                    <a:pt x="3848" y="972"/>
                  </a:lnTo>
                  <a:lnTo>
                    <a:pt x="3829" y="972"/>
                  </a:lnTo>
                  <a:lnTo>
                    <a:pt x="3867" y="801"/>
                  </a:lnTo>
                  <a:lnTo>
                    <a:pt x="3867" y="781"/>
                  </a:lnTo>
                  <a:lnTo>
                    <a:pt x="3886" y="762"/>
                  </a:lnTo>
                  <a:lnTo>
                    <a:pt x="3905" y="762"/>
                  </a:lnTo>
                  <a:lnTo>
                    <a:pt x="3924" y="762"/>
                  </a:lnTo>
                  <a:lnTo>
                    <a:pt x="3962" y="743"/>
                  </a:lnTo>
                  <a:lnTo>
                    <a:pt x="3981" y="743"/>
                  </a:lnTo>
                  <a:lnTo>
                    <a:pt x="4000" y="762"/>
                  </a:lnTo>
                  <a:lnTo>
                    <a:pt x="4096" y="820"/>
                  </a:lnTo>
                  <a:lnTo>
                    <a:pt x="4115" y="820"/>
                  </a:lnTo>
                  <a:lnTo>
                    <a:pt x="4133" y="820"/>
                  </a:lnTo>
                  <a:lnTo>
                    <a:pt x="4172" y="801"/>
                  </a:lnTo>
                  <a:lnTo>
                    <a:pt x="4191" y="781"/>
                  </a:lnTo>
                  <a:lnTo>
                    <a:pt x="4191" y="762"/>
                  </a:lnTo>
                  <a:lnTo>
                    <a:pt x="4172" y="743"/>
                  </a:lnTo>
                  <a:lnTo>
                    <a:pt x="4172" y="725"/>
                  </a:lnTo>
                  <a:lnTo>
                    <a:pt x="4172" y="705"/>
                  </a:lnTo>
                  <a:lnTo>
                    <a:pt x="4172" y="686"/>
                  </a:lnTo>
                  <a:lnTo>
                    <a:pt x="4152" y="667"/>
                  </a:lnTo>
                  <a:lnTo>
                    <a:pt x="4152" y="648"/>
                  </a:lnTo>
                  <a:lnTo>
                    <a:pt x="4172" y="629"/>
                  </a:lnTo>
                  <a:lnTo>
                    <a:pt x="4172" y="610"/>
                  </a:lnTo>
                  <a:lnTo>
                    <a:pt x="4152" y="591"/>
                  </a:lnTo>
                  <a:lnTo>
                    <a:pt x="4152" y="572"/>
                  </a:lnTo>
                  <a:lnTo>
                    <a:pt x="4152" y="553"/>
                  </a:lnTo>
                  <a:lnTo>
                    <a:pt x="4152" y="534"/>
                  </a:lnTo>
                  <a:lnTo>
                    <a:pt x="4172" y="515"/>
                  </a:lnTo>
                  <a:lnTo>
                    <a:pt x="4210" y="458"/>
                  </a:lnTo>
                  <a:lnTo>
                    <a:pt x="4229" y="458"/>
                  </a:lnTo>
                  <a:lnTo>
                    <a:pt x="4229" y="476"/>
                  </a:lnTo>
                  <a:lnTo>
                    <a:pt x="4267" y="476"/>
                  </a:lnTo>
                  <a:lnTo>
                    <a:pt x="4324" y="515"/>
                  </a:lnTo>
                  <a:lnTo>
                    <a:pt x="4343" y="534"/>
                  </a:lnTo>
                  <a:lnTo>
                    <a:pt x="4362" y="553"/>
                  </a:lnTo>
                  <a:lnTo>
                    <a:pt x="4400" y="591"/>
                  </a:lnTo>
                  <a:lnTo>
                    <a:pt x="4419" y="648"/>
                  </a:lnTo>
                  <a:lnTo>
                    <a:pt x="4419" y="667"/>
                  </a:lnTo>
                  <a:lnTo>
                    <a:pt x="4438" y="667"/>
                  </a:lnTo>
                  <a:lnTo>
                    <a:pt x="4457" y="667"/>
                  </a:lnTo>
                  <a:lnTo>
                    <a:pt x="4496" y="667"/>
                  </a:lnTo>
                  <a:lnTo>
                    <a:pt x="4514" y="686"/>
                  </a:lnTo>
                  <a:lnTo>
                    <a:pt x="4533" y="686"/>
                  </a:lnTo>
                  <a:lnTo>
                    <a:pt x="4572" y="667"/>
                  </a:lnTo>
                  <a:lnTo>
                    <a:pt x="4591" y="667"/>
                  </a:lnTo>
                  <a:lnTo>
                    <a:pt x="4610" y="686"/>
                  </a:lnTo>
                  <a:lnTo>
                    <a:pt x="4610" y="667"/>
                  </a:lnTo>
                  <a:lnTo>
                    <a:pt x="4629" y="667"/>
                  </a:lnTo>
                  <a:lnTo>
                    <a:pt x="4629" y="648"/>
                  </a:lnTo>
                  <a:lnTo>
                    <a:pt x="4648" y="629"/>
                  </a:lnTo>
                  <a:lnTo>
                    <a:pt x="4667" y="610"/>
                  </a:lnTo>
                  <a:lnTo>
                    <a:pt x="4667" y="629"/>
                  </a:lnTo>
                  <a:lnTo>
                    <a:pt x="4686" y="629"/>
                  </a:lnTo>
                  <a:lnTo>
                    <a:pt x="4686" y="667"/>
                  </a:lnTo>
                  <a:lnTo>
                    <a:pt x="4686" y="686"/>
                  </a:lnTo>
                  <a:lnTo>
                    <a:pt x="4724" y="725"/>
                  </a:lnTo>
                  <a:lnTo>
                    <a:pt x="4724" y="743"/>
                  </a:lnTo>
                  <a:lnTo>
                    <a:pt x="4705" y="762"/>
                  </a:lnTo>
                  <a:lnTo>
                    <a:pt x="4686" y="801"/>
                  </a:lnTo>
                  <a:lnTo>
                    <a:pt x="4686" y="839"/>
                  </a:lnTo>
                  <a:lnTo>
                    <a:pt x="4667" y="896"/>
                  </a:lnTo>
                  <a:lnTo>
                    <a:pt x="4648" y="915"/>
                  </a:lnTo>
                  <a:lnTo>
                    <a:pt x="4629" y="934"/>
                  </a:lnTo>
                  <a:lnTo>
                    <a:pt x="4610" y="953"/>
                  </a:lnTo>
                  <a:lnTo>
                    <a:pt x="4610" y="972"/>
                  </a:lnTo>
                  <a:lnTo>
                    <a:pt x="4629" y="972"/>
                  </a:lnTo>
                  <a:lnTo>
                    <a:pt x="4629" y="991"/>
                  </a:lnTo>
                  <a:lnTo>
                    <a:pt x="4648" y="972"/>
                  </a:lnTo>
                  <a:lnTo>
                    <a:pt x="4667" y="953"/>
                  </a:lnTo>
                  <a:lnTo>
                    <a:pt x="4705" y="934"/>
                  </a:lnTo>
                  <a:lnTo>
                    <a:pt x="4724" y="934"/>
                  </a:lnTo>
                  <a:lnTo>
                    <a:pt x="4724" y="915"/>
                  </a:lnTo>
                  <a:lnTo>
                    <a:pt x="4743" y="915"/>
                  </a:lnTo>
                  <a:lnTo>
                    <a:pt x="4743" y="896"/>
                  </a:lnTo>
                  <a:lnTo>
                    <a:pt x="4762" y="877"/>
                  </a:lnTo>
                  <a:lnTo>
                    <a:pt x="4762" y="857"/>
                  </a:lnTo>
                  <a:lnTo>
                    <a:pt x="4781" y="857"/>
                  </a:lnTo>
                  <a:lnTo>
                    <a:pt x="4838" y="877"/>
                  </a:lnTo>
                  <a:lnTo>
                    <a:pt x="4914" y="877"/>
                  </a:lnTo>
                  <a:lnTo>
                    <a:pt x="4934" y="877"/>
                  </a:lnTo>
                  <a:lnTo>
                    <a:pt x="4972" y="857"/>
                  </a:lnTo>
                  <a:lnTo>
                    <a:pt x="4990" y="839"/>
                  </a:lnTo>
                  <a:lnTo>
                    <a:pt x="5010" y="820"/>
                  </a:lnTo>
                  <a:lnTo>
                    <a:pt x="5010" y="801"/>
                  </a:lnTo>
                  <a:lnTo>
                    <a:pt x="5010" y="781"/>
                  </a:lnTo>
                  <a:lnTo>
                    <a:pt x="5029" y="781"/>
                  </a:lnTo>
                  <a:lnTo>
                    <a:pt x="5048" y="762"/>
                  </a:lnTo>
                  <a:lnTo>
                    <a:pt x="5067" y="743"/>
                  </a:lnTo>
                  <a:lnTo>
                    <a:pt x="5067" y="725"/>
                  </a:lnTo>
                  <a:lnTo>
                    <a:pt x="5086" y="725"/>
                  </a:lnTo>
                  <a:lnTo>
                    <a:pt x="5086" y="705"/>
                  </a:lnTo>
                  <a:lnTo>
                    <a:pt x="5105" y="705"/>
                  </a:lnTo>
                  <a:lnTo>
                    <a:pt x="5105" y="686"/>
                  </a:lnTo>
                  <a:lnTo>
                    <a:pt x="5143" y="686"/>
                  </a:lnTo>
                  <a:lnTo>
                    <a:pt x="5162" y="686"/>
                  </a:lnTo>
                  <a:lnTo>
                    <a:pt x="5200" y="686"/>
                  </a:lnTo>
                  <a:lnTo>
                    <a:pt x="5219" y="686"/>
                  </a:lnTo>
                  <a:lnTo>
                    <a:pt x="5257" y="667"/>
                  </a:lnTo>
                  <a:lnTo>
                    <a:pt x="5276" y="629"/>
                  </a:lnTo>
                  <a:lnTo>
                    <a:pt x="5295" y="629"/>
                  </a:lnTo>
                  <a:lnTo>
                    <a:pt x="5295" y="610"/>
                  </a:lnTo>
                  <a:lnTo>
                    <a:pt x="5315" y="610"/>
                  </a:lnTo>
                  <a:lnTo>
                    <a:pt x="5334" y="610"/>
                  </a:lnTo>
                  <a:lnTo>
                    <a:pt x="5334" y="591"/>
                  </a:lnTo>
                  <a:lnTo>
                    <a:pt x="5353" y="591"/>
                  </a:lnTo>
                  <a:lnTo>
                    <a:pt x="5353" y="572"/>
                  </a:lnTo>
                  <a:lnTo>
                    <a:pt x="5371" y="553"/>
                  </a:lnTo>
                  <a:lnTo>
                    <a:pt x="5410" y="515"/>
                  </a:lnTo>
                  <a:lnTo>
                    <a:pt x="5410" y="496"/>
                  </a:lnTo>
                  <a:lnTo>
                    <a:pt x="5429" y="496"/>
                  </a:lnTo>
                  <a:lnTo>
                    <a:pt x="5429" y="476"/>
                  </a:lnTo>
                  <a:lnTo>
                    <a:pt x="5448" y="476"/>
                  </a:lnTo>
                  <a:lnTo>
                    <a:pt x="5467" y="476"/>
                  </a:lnTo>
                  <a:lnTo>
                    <a:pt x="5486" y="476"/>
                  </a:lnTo>
                  <a:lnTo>
                    <a:pt x="5505" y="476"/>
                  </a:lnTo>
                  <a:lnTo>
                    <a:pt x="5524" y="476"/>
                  </a:lnTo>
                  <a:lnTo>
                    <a:pt x="5543" y="476"/>
                  </a:lnTo>
                  <a:lnTo>
                    <a:pt x="5734" y="362"/>
                  </a:lnTo>
                  <a:lnTo>
                    <a:pt x="5772" y="344"/>
                  </a:lnTo>
                  <a:lnTo>
                    <a:pt x="5772" y="324"/>
                  </a:lnTo>
                  <a:lnTo>
                    <a:pt x="5772" y="305"/>
                  </a:lnTo>
                  <a:lnTo>
                    <a:pt x="5791" y="286"/>
                  </a:lnTo>
                  <a:lnTo>
                    <a:pt x="5791" y="267"/>
                  </a:lnTo>
                  <a:lnTo>
                    <a:pt x="5810" y="267"/>
                  </a:lnTo>
                  <a:lnTo>
                    <a:pt x="5905" y="210"/>
                  </a:lnTo>
                  <a:lnTo>
                    <a:pt x="5924" y="191"/>
                  </a:lnTo>
                  <a:lnTo>
                    <a:pt x="5943" y="172"/>
                  </a:lnTo>
                  <a:lnTo>
                    <a:pt x="5962" y="153"/>
                  </a:lnTo>
                  <a:lnTo>
                    <a:pt x="6001" y="134"/>
                  </a:lnTo>
                  <a:lnTo>
                    <a:pt x="6019" y="115"/>
                  </a:lnTo>
                  <a:lnTo>
                    <a:pt x="6038" y="115"/>
                  </a:lnTo>
                  <a:lnTo>
                    <a:pt x="6133" y="77"/>
                  </a:lnTo>
                  <a:lnTo>
                    <a:pt x="6191" y="58"/>
                  </a:lnTo>
                  <a:lnTo>
                    <a:pt x="6210" y="39"/>
                  </a:lnTo>
                  <a:lnTo>
                    <a:pt x="6229" y="39"/>
                  </a:lnTo>
                  <a:lnTo>
                    <a:pt x="6248" y="19"/>
                  </a:lnTo>
                  <a:lnTo>
                    <a:pt x="6267" y="19"/>
                  </a:lnTo>
                  <a:lnTo>
                    <a:pt x="6286" y="19"/>
                  </a:lnTo>
                  <a:lnTo>
                    <a:pt x="6305" y="19"/>
                  </a:lnTo>
                  <a:lnTo>
                    <a:pt x="6324" y="19"/>
                  </a:lnTo>
                  <a:lnTo>
                    <a:pt x="6343" y="19"/>
                  </a:lnTo>
                  <a:lnTo>
                    <a:pt x="6362" y="19"/>
                  </a:lnTo>
                  <a:lnTo>
                    <a:pt x="6362" y="0"/>
                  </a:lnTo>
                  <a:lnTo>
                    <a:pt x="6381" y="19"/>
                  </a:lnTo>
                  <a:lnTo>
                    <a:pt x="6400" y="39"/>
                  </a:lnTo>
                  <a:lnTo>
                    <a:pt x="6419" y="39"/>
                  </a:lnTo>
                  <a:lnTo>
                    <a:pt x="6438" y="39"/>
                  </a:lnTo>
                  <a:lnTo>
                    <a:pt x="6458" y="39"/>
                  </a:lnTo>
                  <a:lnTo>
                    <a:pt x="6477" y="39"/>
                  </a:lnTo>
                  <a:lnTo>
                    <a:pt x="6495" y="39"/>
                  </a:lnTo>
                  <a:lnTo>
                    <a:pt x="6514" y="39"/>
                  </a:lnTo>
                  <a:lnTo>
                    <a:pt x="6514" y="58"/>
                  </a:lnTo>
                  <a:lnTo>
                    <a:pt x="6534" y="58"/>
                  </a:lnTo>
                  <a:lnTo>
                    <a:pt x="6553" y="58"/>
                  </a:lnTo>
                  <a:lnTo>
                    <a:pt x="6553" y="39"/>
                  </a:lnTo>
                  <a:lnTo>
                    <a:pt x="6572" y="39"/>
                  </a:lnTo>
                  <a:lnTo>
                    <a:pt x="6591" y="58"/>
                  </a:lnTo>
                  <a:lnTo>
                    <a:pt x="6610" y="77"/>
                  </a:lnTo>
                  <a:lnTo>
                    <a:pt x="6629" y="77"/>
                  </a:lnTo>
                  <a:lnTo>
                    <a:pt x="6648" y="77"/>
                  </a:lnTo>
                  <a:lnTo>
                    <a:pt x="6667" y="77"/>
                  </a:lnTo>
                  <a:lnTo>
                    <a:pt x="6686" y="77"/>
                  </a:lnTo>
                  <a:lnTo>
                    <a:pt x="6705" y="77"/>
                  </a:lnTo>
                  <a:lnTo>
                    <a:pt x="6724" y="77"/>
                  </a:lnTo>
                  <a:lnTo>
                    <a:pt x="6724" y="95"/>
                  </a:lnTo>
                  <a:lnTo>
                    <a:pt x="6743" y="95"/>
                  </a:lnTo>
                  <a:lnTo>
                    <a:pt x="6762" y="115"/>
                  </a:lnTo>
                  <a:lnTo>
                    <a:pt x="6743" y="134"/>
                  </a:lnTo>
                  <a:lnTo>
                    <a:pt x="6724" y="153"/>
                  </a:lnTo>
                  <a:lnTo>
                    <a:pt x="6724" y="191"/>
                  </a:lnTo>
                  <a:lnTo>
                    <a:pt x="6705" y="229"/>
                  </a:lnTo>
                  <a:lnTo>
                    <a:pt x="6686" y="267"/>
                  </a:lnTo>
                  <a:lnTo>
                    <a:pt x="6686" y="286"/>
                  </a:lnTo>
                  <a:lnTo>
                    <a:pt x="6667" y="324"/>
                  </a:lnTo>
                  <a:lnTo>
                    <a:pt x="6686" y="324"/>
                  </a:lnTo>
                  <a:lnTo>
                    <a:pt x="6686" y="344"/>
                  </a:lnTo>
                  <a:lnTo>
                    <a:pt x="6686" y="362"/>
                  </a:lnTo>
                  <a:lnTo>
                    <a:pt x="6686" y="381"/>
                  </a:lnTo>
                  <a:lnTo>
                    <a:pt x="6686" y="400"/>
                  </a:lnTo>
                  <a:lnTo>
                    <a:pt x="6686" y="420"/>
                  </a:lnTo>
                  <a:lnTo>
                    <a:pt x="6705" y="420"/>
                  </a:lnTo>
                  <a:lnTo>
                    <a:pt x="6705" y="439"/>
                  </a:lnTo>
                  <a:lnTo>
                    <a:pt x="6724" y="439"/>
                  </a:lnTo>
                  <a:lnTo>
                    <a:pt x="6819" y="458"/>
                  </a:lnTo>
                  <a:lnTo>
                    <a:pt x="6819" y="476"/>
                  </a:lnTo>
                  <a:lnTo>
                    <a:pt x="6839" y="476"/>
                  </a:lnTo>
                  <a:lnTo>
                    <a:pt x="6839" y="496"/>
                  </a:lnTo>
                  <a:lnTo>
                    <a:pt x="7048" y="534"/>
                  </a:lnTo>
                  <a:lnTo>
                    <a:pt x="7086" y="534"/>
                  </a:lnTo>
                  <a:lnTo>
                    <a:pt x="7086" y="515"/>
                  </a:lnTo>
                  <a:lnTo>
                    <a:pt x="7105" y="515"/>
                  </a:lnTo>
                  <a:lnTo>
                    <a:pt x="7105" y="496"/>
                  </a:lnTo>
                  <a:lnTo>
                    <a:pt x="7124" y="496"/>
                  </a:lnTo>
                  <a:lnTo>
                    <a:pt x="7124" y="476"/>
                  </a:lnTo>
                  <a:lnTo>
                    <a:pt x="7124" y="458"/>
                  </a:lnTo>
                  <a:lnTo>
                    <a:pt x="7143" y="458"/>
                  </a:lnTo>
                  <a:lnTo>
                    <a:pt x="7238" y="400"/>
                  </a:lnTo>
                  <a:lnTo>
                    <a:pt x="7276" y="400"/>
                  </a:lnTo>
                  <a:lnTo>
                    <a:pt x="7296" y="400"/>
                  </a:lnTo>
                  <a:lnTo>
                    <a:pt x="7296" y="381"/>
                  </a:lnTo>
                  <a:lnTo>
                    <a:pt x="7334" y="381"/>
                  </a:lnTo>
                  <a:lnTo>
                    <a:pt x="7352" y="381"/>
                  </a:lnTo>
                  <a:lnTo>
                    <a:pt x="7372" y="400"/>
                  </a:lnTo>
                  <a:lnTo>
                    <a:pt x="7391" y="400"/>
                  </a:lnTo>
                  <a:lnTo>
                    <a:pt x="7448" y="420"/>
                  </a:lnTo>
                  <a:lnTo>
                    <a:pt x="7467" y="420"/>
                  </a:lnTo>
                  <a:lnTo>
                    <a:pt x="7505" y="439"/>
                  </a:lnTo>
                  <a:lnTo>
                    <a:pt x="7524" y="439"/>
                  </a:lnTo>
                  <a:lnTo>
                    <a:pt x="7543" y="439"/>
                  </a:lnTo>
                  <a:lnTo>
                    <a:pt x="7562" y="439"/>
                  </a:lnTo>
                  <a:lnTo>
                    <a:pt x="7581" y="458"/>
                  </a:lnTo>
                  <a:lnTo>
                    <a:pt x="7581" y="476"/>
                  </a:lnTo>
                  <a:lnTo>
                    <a:pt x="7601" y="496"/>
                  </a:lnTo>
                  <a:lnTo>
                    <a:pt x="7677" y="553"/>
                  </a:lnTo>
                  <a:lnTo>
                    <a:pt x="7696" y="572"/>
                  </a:lnTo>
                  <a:lnTo>
                    <a:pt x="7733" y="610"/>
                  </a:lnTo>
                  <a:lnTo>
                    <a:pt x="7753" y="610"/>
                  </a:lnTo>
                  <a:lnTo>
                    <a:pt x="7791" y="648"/>
                  </a:lnTo>
                  <a:lnTo>
                    <a:pt x="7810" y="667"/>
                  </a:lnTo>
                  <a:lnTo>
                    <a:pt x="7829" y="686"/>
                  </a:lnTo>
                  <a:lnTo>
                    <a:pt x="7848" y="686"/>
                  </a:lnTo>
                  <a:lnTo>
                    <a:pt x="7867" y="686"/>
                  </a:lnTo>
                  <a:lnTo>
                    <a:pt x="7886" y="686"/>
                  </a:lnTo>
                  <a:lnTo>
                    <a:pt x="7905" y="686"/>
                  </a:lnTo>
                  <a:lnTo>
                    <a:pt x="7924" y="686"/>
                  </a:lnTo>
                  <a:lnTo>
                    <a:pt x="7943" y="705"/>
                  </a:lnTo>
                  <a:lnTo>
                    <a:pt x="7982" y="725"/>
                  </a:lnTo>
                  <a:lnTo>
                    <a:pt x="8000" y="743"/>
                  </a:lnTo>
                  <a:lnTo>
                    <a:pt x="8038" y="781"/>
                  </a:lnTo>
                  <a:lnTo>
                    <a:pt x="8153" y="820"/>
                  </a:lnTo>
                  <a:lnTo>
                    <a:pt x="8172" y="839"/>
                  </a:lnTo>
                  <a:lnTo>
                    <a:pt x="8191" y="839"/>
                  </a:lnTo>
                  <a:lnTo>
                    <a:pt x="8248" y="857"/>
                  </a:lnTo>
                  <a:lnTo>
                    <a:pt x="8267" y="839"/>
                  </a:lnTo>
                  <a:lnTo>
                    <a:pt x="8286" y="857"/>
                  </a:lnTo>
                  <a:lnTo>
                    <a:pt x="8305" y="877"/>
                  </a:lnTo>
                  <a:lnTo>
                    <a:pt x="8324" y="877"/>
                  </a:lnTo>
                  <a:lnTo>
                    <a:pt x="8324" y="896"/>
                  </a:lnTo>
                  <a:lnTo>
                    <a:pt x="8343" y="896"/>
                  </a:lnTo>
                  <a:lnTo>
                    <a:pt x="8343" y="915"/>
                  </a:lnTo>
                  <a:lnTo>
                    <a:pt x="8363" y="915"/>
                  </a:lnTo>
                  <a:lnTo>
                    <a:pt x="8381" y="915"/>
                  </a:lnTo>
                  <a:lnTo>
                    <a:pt x="8400" y="915"/>
                  </a:lnTo>
                  <a:lnTo>
                    <a:pt x="8419" y="915"/>
                  </a:lnTo>
                  <a:lnTo>
                    <a:pt x="8439" y="896"/>
                  </a:lnTo>
                  <a:lnTo>
                    <a:pt x="8458" y="896"/>
                  </a:lnTo>
                  <a:lnTo>
                    <a:pt x="8476" y="915"/>
                  </a:lnTo>
                  <a:lnTo>
                    <a:pt x="8495" y="915"/>
                  </a:lnTo>
                  <a:lnTo>
                    <a:pt x="8515" y="896"/>
                  </a:lnTo>
                  <a:lnTo>
                    <a:pt x="8534" y="877"/>
                  </a:lnTo>
                  <a:lnTo>
                    <a:pt x="8553" y="877"/>
                  </a:lnTo>
                  <a:lnTo>
                    <a:pt x="8572" y="877"/>
                  </a:lnTo>
                  <a:lnTo>
                    <a:pt x="8572" y="857"/>
                  </a:lnTo>
                  <a:lnTo>
                    <a:pt x="8591" y="857"/>
                  </a:lnTo>
                  <a:lnTo>
                    <a:pt x="8610" y="857"/>
                  </a:lnTo>
                  <a:lnTo>
                    <a:pt x="8629" y="857"/>
                  </a:lnTo>
                  <a:lnTo>
                    <a:pt x="8896" y="1105"/>
                  </a:lnTo>
                  <a:lnTo>
                    <a:pt x="9029" y="1219"/>
                  </a:lnTo>
                  <a:lnTo>
                    <a:pt x="9067" y="1448"/>
                  </a:lnTo>
                  <a:lnTo>
                    <a:pt x="9067" y="1467"/>
                  </a:lnTo>
                  <a:lnTo>
                    <a:pt x="9105" y="1467"/>
                  </a:lnTo>
                  <a:lnTo>
                    <a:pt x="9143" y="1467"/>
                  </a:lnTo>
                  <a:lnTo>
                    <a:pt x="9181" y="1486"/>
                  </a:lnTo>
                  <a:lnTo>
                    <a:pt x="9201" y="1486"/>
                  </a:lnTo>
                  <a:lnTo>
                    <a:pt x="9220" y="1505"/>
                  </a:lnTo>
                  <a:lnTo>
                    <a:pt x="9238" y="1505"/>
                  </a:lnTo>
                  <a:lnTo>
                    <a:pt x="9277" y="1467"/>
                  </a:lnTo>
                  <a:lnTo>
                    <a:pt x="9315" y="1467"/>
                  </a:lnTo>
                  <a:lnTo>
                    <a:pt x="9353" y="1448"/>
                  </a:lnTo>
                  <a:lnTo>
                    <a:pt x="9372" y="1429"/>
                  </a:lnTo>
                  <a:lnTo>
                    <a:pt x="9391" y="1410"/>
                  </a:lnTo>
                  <a:lnTo>
                    <a:pt x="9410" y="1410"/>
                  </a:lnTo>
                  <a:lnTo>
                    <a:pt x="9410" y="1391"/>
                  </a:lnTo>
                  <a:lnTo>
                    <a:pt x="9429" y="1391"/>
                  </a:lnTo>
                  <a:lnTo>
                    <a:pt x="9448" y="1410"/>
                  </a:lnTo>
                  <a:lnTo>
                    <a:pt x="9467" y="1410"/>
                  </a:lnTo>
                  <a:lnTo>
                    <a:pt x="9486" y="1410"/>
                  </a:lnTo>
                  <a:lnTo>
                    <a:pt x="9505" y="1410"/>
                  </a:lnTo>
                  <a:lnTo>
                    <a:pt x="9524" y="1410"/>
                  </a:lnTo>
                  <a:lnTo>
                    <a:pt x="9543" y="1410"/>
                  </a:lnTo>
                  <a:lnTo>
                    <a:pt x="9562" y="1410"/>
                  </a:lnTo>
                  <a:lnTo>
                    <a:pt x="9562" y="1429"/>
                  </a:lnTo>
                  <a:lnTo>
                    <a:pt x="9582" y="1429"/>
                  </a:lnTo>
                  <a:lnTo>
                    <a:pt x="9600" y="1467"/>
                  </a:lnTo>
                  <a:lnTo>
                    <a:pt x="9619" y="1467"/>
                  </a:lnTo>
                  <a:lnTo>
                    <a:pt x="9638" y="1448"/>
                  </a:lnTo>
                  <a:lnTo>
                    <a:pt x="9658" y="1448"/>
                  </a:lnTo>
                  <a:lnTo>
                    <a:pt x="9677" y="1429"/>
                  </a:lnTo>
                  <a:lnTo>
                    <a:pt x="9696" y="1429"/>
                  </a:lnTo>
                  <a:lnTo>
                    <a:pt x="9696" y="1448"/>
                  </a:lnTo>
                  <a:lnTo>
                    <a:pt x="9714" y="1448"/>
                  </a:lnTo>
                  <a:lnTo>
                    <a:pt x="9753" y="1467"/>
                  </a:lnTo>
                  <a:lnTo>
                    <a:pt x="9772" y="1486"/>
                  </a:lnTo>
                  <a:lnTo>
                    <a:pt x="9791" y="1505"/>
                  </a:lnTo>
                  <a:lnTo>
                    <a:pt x="9791" y="1524"/>
                  </a:lnTo>
                  <a:lnTo>
                    <a:pt x="9810" y="1524"/>
                  </a:lnTo>
                  <a:lnTo>
                    <a:pt x="9810" y="1505"/>
                  </a:lnTo>
                  <a:lnTo>
                    <a:pt x="9829" y="1505"/>
                  </a:lnTo>
                  <a:lnTo>
                    <a:pt x="9848" y="1505"/>
                  </a:lnTo>
                  <a:lnTo>
                    <a:pt x="9867" y="1505"/>
                  </a:lnTo>
                  <a:lnTo>
                    <a:pt x="9867" y="1486"/>
                  </a:lnTo>
                  <a:lnTo>
                    <a:pt x="9867" y="1505"/>
                  </a:lnTo>
                  <a:lnTo>
                    <a:pt x="9943" y="1524"/>
                  </a:lnTo>
                  <a:lnTo>
                    <a:pt x="9981" y="1543"/>
                  </a:lnTo>
                  <a:lnTo>
                    <a:pt x="10000" y="1543"/>
                  </a:lnTo>
                  <a:lnTo>
                    <a:pt x="10019" y="1543"/>
                  </a:lnTo>
                  <a:lnTo>
                    <a:pt x="10039" y="1543"/>
                  </a:lnTo>
                  <a:lnTo>
                    <a:pt x="10077" y="1543"/>
                  </a:lnTo>
                  <a:lnTo>
                    <a:pt x="10095" y="1543"/>
                  </a:lnTo>
                  <a:lnTo>
                    <a:pt x="10115" y="1543"/>
                  </a:lnTo>
                  <a:lnTo>
                    <a:pt x="10115" y="1563"/>
                  </a:lnTo>
                  <a:lnTo>
                    <a:pt x="10115" y="1582"/>
                  </a:lnTo>
                  <a:lnTo>
                    <a:pt x="10134" y="1582"/>
                  </a:lnTo>
                  <a:lnTo>
                    <a:pt x="10153" y="1600"/>
                  </a:lnTo>
                  <a:lnTo>
                    <a:pt x="10134" y="1600"/>
                  </a:lnTo>
                  <a:lnTo>
                    <a:pt x="10153" y="1619"/>
                  </a:lnTo>
                  <a:lnTo>
                    <a:pt x="10172" y="1600"/>
                  </a:lnTo>
                  <a:lnTo>
                    <a:pt x="10191" y="1600"/>
                  </a:lnTo>
                  <a:lnTo>
                    <a:pt x="10191" y="1619"/>
                  </a:lnTo>
                  <a:lnTo>
                    <a:pt x="10210" y="1619"/>
                  </a:lnTo>
                  <a:lnTo>
                    <a:pt x="10229" y="1639"/>
                  </a:lnTo>
                  <a:lnTo>
                    <a:pt x="10248" y="1658"/>
                  </a:lnTo>
                  <a:lnTo>
                    <a:pt x="10267" y="1677"/>
                  </a:lnTo>
                  <a:lnTo>
                    <a:pt x="10267" y="1696"/>
                  </a:lnTo>
                  <a:lnTo>
                    <a:pt x="10305" y="1715"/>
                  </a:lnTo>
                  <a:lnTo>
                    <a:pt x="10324" y="1715"/>
                  </a:lnTo>
                  <a:lnTo>
                    <a:pt x="10344" y="1715"/>
                  </a:lnTo>
                  <a:lnTo>
                    <a:pt x="10362" y="1715"/>
                  </a:lnTo>
                  <a:lnTo>
                    <a:pt x="10381" y="1715"/>
                  </a:lnTo>
                  <a:lnTo>
                    <a:pt x="10381" y="1734"/>
                  </a:lnTo>
                  <a:lnTo>
                    <a:pt x="10381" y="1753"/>
                  </a:lnTo>
                  <a:lnTo>
                    <a:pt x="10400" y="1753"/>
                  </a:lnTo>
                  <a:lnTo>
                    <a:pt x="10400" y="1772"/>
                  </a:lnTo>
                  <a:lnTo>
                    <a:pt x="10420" y="1772"/>
                  </a:lnTo>
                  <a:lnTo>
                    <a:pt x="10420" y="1791"/>
                  </a:lnTo>
                  <a:lnTo>
                    <a:pt x="10420" y="1810"/>
                  </a:lnTo>
                  <a:lnTo>
                    <a:pt x="10439" y="1829"/>
                  </a:lnTo>
                  <a:lnTo>
                    <a:pt x="10439" y="1848"/>
                  </a:lnTo>
                  <a:lnTo>
                    <a:pt x="10420" y="1867"/>
                  </a:lnTo>
                  <a:lnTo>
                    <a:pt x="10400" y="1886"/>
                  </a:lnTo>
                  <a:lnTo>
                    <a:pt x="10400" y="1905"/>
                  </a:lnTo>
                  <a:lnTo>
                    <a:pt x="10381" y="1924"/>
                  </a:lnTo>
                  <a:lnTo>
                    <a:pt x="10381" y="1944"/>
                  </a:lnTo>
                  <a:lnTo>
                    <a:pt x="10381" y="1962"/>
                  </a:lnTo>
                  <a:lnTo>
                    <a:pt x="10381" y="1981"/>
                  </a:lnTo>
                  <a:lnTo>
                    <a:pt x="10381" y="2000"/>
                  </a:lnTo>
                  <a:lnTo>
                    <a:pt x="10362" y="2020"/>
                  </a:lnTo>
                  <a:lnTo>
                    <a:pt x="10344" y="2039"/>
                  </a:lnTo>
                  <a:lnTo>
                    <a:pt x="10324" y="2058"/>
                  </a:lnTo>
                  <a:lnTo>
                    <a:pt x="10248" y="2096"/>
                  </a:lnTo>
                  <a:lnTo>
                    <a:pt x="10191" y="2210"/>
                  </a:lnTo>
                  <a:lnTo>
                    <a:pt x="10172" y="2210"/>
                  </a:lnTo>
                  <a:lnTo>
                    <a:pt x="10172" y="2229"/>
                  </a:lnTo>
                  <a:lnTo>
                    <a:pt x="10172" y="2248"/>
                  </a:lnTo>
                  <a:lnTo>
                    <a:pt x="10153" y="2248"/>
                  </a:lnTo>
                  <a:lnTo>
                    <a:pt x="10134" y="2248"/>
                  </a:lnTo>
                  <a:lnTo>
                    <a:pt x="10115" y="2248"/>
                  </a:lnTo>
                  <a:lnTo>
                    <a:pt x="10077" y="2267"/>
                  </a:lnTo>
                  <a:lnTo>
                    <a:pt x="10058" y="2267"/>
                  </a:lnTo>
                  <a:lnTo>
                    <a:pt x="10058" y="2286"/>
                  </a:lnTo>
                  <a:lnTo>
                    <a:pt x="10058" y="2305"/>
                  </a:lnTo>
                  <a:lnTo>
                    <a:pt x="10058" y="2343"/>
                  </a:lnTo>
                  <a:lnTo>
                    <a:pt x="10058" y="2381"/>
                  </a:lnTo>
                  <a:lnTo>
                    <a:pt x="10039" y="2439"/>
                  </a:lnTo>
                  <a:lnTo>
                    <a:pt x="10039" y="2457"/>
                  </a:lnTo>
                  <a:lnTo>
                    <a:pt x="10058" y="2477"/>
                  </a:lnTo>
                  <a:lnTo>
                    <a:pt x="10077" y="2477"/>
                  </a:lnTo>
                  <a:lnTo>
                    <a:pt x="10077" y="2496"/>
                  </a:lnTo>
                  <a:lnTo>
                    <a:pt x="10077" y="2515"/>
                  </a:lnTo>
                  <a:lnTo>
                    <a:pt x="10077" y="2534"/>
                  </a:lnTo>
                  <a:lnTo>
                    <a:pt x="10058" y="2553"/>
                  </a:lnTo>
                  <a:lnTo>
                    <a:pt x="10039" y="2553"/>
                  </a:lnTo>
                  <a:lnTo>
                    <a:pt x="10039" y="2572"/>
                  </a:lnTo>
                  <a:lnTo>
                    <a:pt x="10019" y="2572"/>
                  </a:lnTo>
                  <a:lnTo>
                    <a:pt x="10000" y="2572"/>
                  </a:lnTo>
                  <a:lnTo>
                    <a:pt x="9924" y="2572"/>
                  </a:lnTo>
                  <a:lnTo>
                    <a:pt x="9886" y="2572"/>
                  </a:lnTo>
                  <a:lnTo>
                    <a:pt x="9867" y="2553"/>
                  </a:lnTo>
                  <a:lnTo>
                    <a:pt x="9867" y="2572"/>
                  </a:lnTo>
                  <a:lnTo>
                    <a:pt x="9848" y="2572"/>
                  </a:lnTo>
                  <a:lnTo>
                    <a:pt x="9848" y="2591"/>
                  </a:lnTo>
                  <a:lnTo>
                    <a:pt x="9829" y="2610"/>
                  </a:lnTo>
                  <a:lnTo>
                    <a:pt x="9810" y="2629"/>
                  </a:lnTo>
                  <a:lnTo>
                    <a:pt x="9791" y="2743"/>
                  </a:lnTo>
                  <a:lnTo>
                    <a:pt x="9772" y="2782"/>
                  </a:lnTo>
                  <a:lnTo>
                    <a:pt x="9772" y="2801"/>
                  </a:lnTo>
                  <a:lnTo>
                    <a:pt x="9772" y="2820"/>
                  </a:lnTo>
                  <a:lnTo>
                    <a:pt x="9772" y="2858"/>
                  </a:lnTo>
                  <a:lnTo>
                    <a:pt x="9791" y="2877"/>
                  </a:lnTo>
                  <a:lnTo>
                    <a:pt x="9772" y="2896"/>
                  </a:lnTo>
                  <a:lnTo>
                    <a:pt x="9772" y="2915"/>
                  </a:lnTo>
                  <a:lnTo>
                    <a:pt x="9772" y="2934"/>
                  </a:lnTo>
                  <a:lnTo>
                    <a:pt x="9772" y="2953"/>
                  </a:lnTo>
                  <a:lnTo>
                    <a:pt x="9753" y="2972"/>
                  </a:lnTo>
                  <a:lnTo>
                    <a:pt x="9753" y="2991"/>
                  </a:lnTo>
                  <a:lnTo>
                    <a:pt x="9734" y="2991"/>
                  </a:lnTo>
                  <a:lnTo>
                    <a:pt x="9734" y="3048"/>
                  </a:lnTo>
                  <a:lnTo>
                    <a:pt x="9734" y="3067"/>
                  </a:lnTo>
                  <a:lnTo>
                    <a:pt x="9734" y="3086"/>
                  </a:lnTo>
                  <a:lnTo>
                    <a:pt x="9753" y="3086"/>
                  </a:lnTo>
                  <a:lnTo>
                    <a:pt x="9772" y="3086"/>
                  </a:lnTo>
                  <a:lnTo>
                    <a:pt x="9772" y="3067"/>
                  </a:lnTo>
                  <a:lnTo>
                    <a:pt x="9791" y="3048"/>
                  </a:lnTo>
                  <a:lnTo>
                    <a:pt x="9810" y="3048"/>
                  </a:lnTo>
                  <a:lnTo>
                    <a:pt x="9829" y="3048"/>
                  </a:lnTo>
                  <a:lnTo>
                    <a:pt x="9829" y="3067"/>
                  </a:lnTo>
                  <a:lnTo>
                    <a:pt x="9810" y="3086"/>
                  </a:lnTo>
                  <a:lnTo>
                    <a:pt x="9810" y="3105"/>
                  </a:lnTo>
                  <a:lnTo>
                    <a:pt x="9829" y="3105"/>
                  </a:lnTo>
                  <a:lnTo>
                    <a:pt x="9848" y="3105"/>
                  </a:lnTo>
                  <a:lnTo>
                    <a:pt x="9848" y="3124"/>
                  </a:lnTo>
                  <a:lnTo>
                    <a:pt x="9867" y="3124"/>
                  </a:lnTo>
                  <a:lnTo>
                    <a:pt x="9867" y="3143"/>
                  </a:lnTo>
                  <a:lnTo>
                    <a:pt x="9848" y="3182"/>
                  </a:lnTo>
                  <a:lnTo>
                    <a:pt x="9848" y="3200"/>
                  </a:lnTo>
                  <a:lnTo>
                    <a:pt x="9848" y="3219"/>
                  </a:lnTo>
                  <a:lnTo>
                    <a:pt x="9848" y="3239"/>
                  </a:lnTo>
                  <a:lnTo>
                    <a:pt x="9867" y="3239"/>
                  </a:lnTo>
                  <a:lnTo>
                    <a:pt x="9886" y="3239"/>
                  </a:lnTo>
                  <a:lnTo>
                    <a:pt x="9905" y="3239"/>
                  </a:lnTo>
                  <a:lnTo>
                    <a:pt x="9924" y="3239"/>
                  </a:lnTo>
                  <a:lnTo>
                    <a:pt x="9943" y="3258"/>
                  </a:lnTo>
                  <a:lnTo>
                    <a:pt x="9943" y="3296"/>
                  </a:lnTo>
                  <a:lnTo>
                    <a:pt x="9963" y="3315"/>
                  </a:lnTo>
                  <a:lnTo>
                    <a:pt x="10000" y="3334"/>
                  </a:lnTo>
                  <a:lnTo>
                    <a:pt x="10019" y="3353"/>
                  </a:lnTo>
                  <a:lnTo>
                    <a:pt x="10019" y="3372"/>
                  </a:lnTo>
                  <a:lnTo>
                    <a:pt x="10039" y="3391"/>
                  </a:lnTo>
                  <a:lnTo>
                    <a:pt x="10077" y="3410"/>
                  </a:lnTo>
                  <a:lnTo>
                    <a:pt x="10095" y="3410"/>
                  </a:lnTo>
                  <a:lnTo>
                    <a:pt x="10115" y="3448"/>
                  </a:lnTo>
                  <a:lnTo>
                    <a:pt x="10134" y="3467"/>
                  </a:lnTo>
                  <a:lnTo>
                    <a:pt x="10134" y="3486"/>
                  </a:lnTo>
                  <a:lnTo>
                    <a:pt x="10134" y="3505"/>
                  </a:lnTo>
                  <a:lnTo>
                    <a:pt x="10134" y="3524"/>
                  </a:lnTo>
                  <a:lnTo>
                    <a:pt x="10115" y="3544"/>
                  </a:lnTo>
                  <a:lnTo>
                    <a:pt x="10095" y="3563"/>
                  </a:lnTo>
                  <a:lnTo>
                    <a:pt x="10095" y="3581"/>
                  </a:lnTo>
                  <a:lnTo>
                    <a:pt x="10095" y="3600"/>
                  </a:lnTo>
                  <a:lnTo>
                    <a:pt x="10115" y="3658"/>
                  </a:lnTo>
                  <a:lnTo>
                    <a:pt x="10095" y="3639"/>
                  </a:lnTo>
                  <a:lnTo>
                    <a:pt x="10077" y="3639"/>
                  </a:lnTo>
                  <a:lnTo>
                    <a:pt x="10077" y="3620"/>
                  </a:lnTo>
                  <a:lnTo>
                    <a:pt x="10058" y="3620"/>
                  </a:lnTo>
                  <a:lnTo>
                    <a:pt x="10039" y="3620"/>
                  </a:lnTo>
                  <a:lnTo>
                    <a:pt x="10019" y="3620"/>
                  </a:lnTo>
                  <a:lnTo>
                    <a:pt x="10000" y="3600"/>
                  </a:lnTo>
                  <a:lnTo>
                    <a:pt x="9981" y="3600"/>
                  </a:lnTo>
                  <a:lnTo>
                    <a:pt x="9963" y="3581"/>
                  </a:lnTo>
                  <a:lnTo>
                    <a:pt x="9924" y="3563"/>
                  </a:lnTo>
                  <a:lnTo>
                    <a:pt x="9905" y="3563"/>
                  </a:lnTo>
                  <a:lnTo>
                    <a:pt x="9905" y="3544"/>
                  </a:lnTo>
                  <a:lnTo>
                    <a:pt x="9886" y="3544"/>
                  </a:lnTo>
                  <a:lnTo>
                    <a:pt x="9886" y="3563"/>
                  </a:lnTo>
                  <a:lnTo>
                    <a:pt x="9886" y="3581"/>
                  </a:lnTo>
                  <a:lnTo>
                    <a:pt x="9886" y="3600"/>
                  </a:lnTo>
                  <a:lnTo>
                    <a:pt x="9867" y="3600"/>
                  </a:lnTo>
                  <a:lnTo>
                    <a:pt x="9848" y="3600"/>
                  </a:lnTo>
                  <a:lnTo>
                    <a:pt x="9829" y="3581"/>
                  </a:lnTo>
                  <a:lnTo>
                    <a:pt x="9829" y="3563"/>
                  </a:lnTo>
                  <a:lnTo>
                    <a:pt x="9810" y="3563"/>
                  </a:lnTo>
                  <a:lnTo>
                    <a:pt x="9772" y="3581"/>
                  </a:lnTo>
                  <a:lnTo>
                    <a:pt x="9753" y="3581"/>
                  </a:lnTo>
                  <a:lnTo>
                    <a:pt x="9714" y="3620"/>
                  </a:lnTo>
                  <a:lnTo>
                    <a:pt x="9696" y="3620"/>
                  </a:lnTo>
                  <a:lnTo>
                    <a:pt x="9677" y="3620"/>
                  </a:lnTo>
                  <a:lnTo>
                    <a:pt x="9658" y="3620"/>
                  </a:lnTo>
                  <a:lnTo>
                    <a:pt x="9638" y="3620"/>
                  </a:lnTo>
                  <a:lnTo>
                    <a:pt x="9619" y="3620"/>
                  </a:lnTo>
                  <a:lnTo>
                    <a:pt x="9600" y="3639"/>
                  </a:lnTo>
                  <a:lnTo>
                    <a:pt x="9582" y="3639"/>
                  </a:lnTo>
                  <a:lnTo>
                    <a:pt x="9562" y="3639"/>
                  </a:lnTo>
                  <a:lnTo>
                    <a:pt x="9543" y="3639"/>
                  </a:lnTo>
                  <a:lnTo>
                    <a:pt x="9524" y="3639"/>
                  </a:lnTo>
                  <a:lnTo>
                    <a:pt x="9505" y="3639"/>
                  </a:lnTo>
                  <a:lnTo>
                    <a:pt x="9486" y="3639"/>
                  </a:lnTo>
                  <a:lnTo>
                    <a:pt x="9467" y="3639"/>
                  </a:lnTo>
                  <a:lnTo>
                    <a:pt x="9467" y="3620"/>
                  </a:lnTo>
                  <a:lnTo>
                    <a:pt x="9448" y="3620"/>
                  </a:lnTo>
                  <a:lnTo>
                    <a:pt x="9448" y="3639"/>
                  </a:lnTo>
                  <a:lnTo>
                    <a:pt x="9582" y="3753"/>
                  </a:lnTo>
                  <a:lnTo>
                    <a:pt x="9582" y="3772"/>
                  </a:lnTo>
                  <a:lnTo>
                    <a:pt x="9582" y="3791"/>
                  </a:lnTo>
                  <a:lnTo>
                    <a:pt x="9582" y="3810"/>
                  </a:lnTo>
                  <a:lnTo>
                    <a:pt x="9582" y="3829"/>
                  </a:lnTo>
                  <a:lnTo>
                    <a:pt x="9562" y="3829"/>
                  </a:lnTo>
                  <a:lnTo>
                    <a:pt x="9562" y="3810"/>
                  </a:lnTo>
                  <a:lnTo>
                    <a:pt x="9524" y="3810"/>
                  </a:lnTo>
                  <a:lnTo>
                    <a:pt x="9505" y="3810"/>
                  </a:lnTo>
                  <a:lnTo>
                    <a:pt x="9486" y="3791"/>
                  </a:lnTo>
                  <a:lnTo>
                    <a:pt x="9467" y="3772"/>
                  </a:lnTo>
                  <a:lnTo>
                    <a:pt x="9448" y="3772"/>
                  </a:lnTo>
                  <a:lnTo>
                    <a:pt x="9429" y="3772"/>
                  </a:lnTo>
                  <a:lnTo>
                    <a:pt x="9410" y="3791"/>
                  </a:lnTo>
                  <a:lnTo>
                    <a:pt x="9353" y="3848"/>
                  </a:lnTo>
                  <a:lnTo>
                    <a:pt x="9334" y="3848"/>
                  </a:lnTo>
                  <a:lnTo>
                    <a:pt x="9315" y="3848"/>
                  </a:lnTo>
                  <a:lnTo>
                    <a:pt x="9296" y="3867"/>
                  </a:lnTo>
                  <a:lnTo>
                    <a:pt x="9277" y="3905"/>
                  </a:lnTo>
                  <a:lnTo>
                    <a:pt x="9257" y="3925"/>
                  </a:lnTo>
                  <a:lnTo>
                    <a:pt x="9238" y="3943"/>
                  </a:lnTo>
                  <a:lnTo>
                    <a:pt x="9238" y="3962"/>
                  </a:lnTo>
                  <a:lnTo>
                    <a:pt x="9238" y="3981"/>
                  </a:lnTo>
                  <a:lnTo>
                    <a:pt x="9257" y="4001"/>
                  </a:lnTo>
                  <a:lnTo>
                    <a:pt x="9257" y="4020"/>
                  </a:lnTo>
                  <a:lnTo>
                    <a:pt x="9238" y="4057"/>
                  </a:lnTo>
                  <a:lnTo>
                    <a:pt x="9257" y="4057"/>
                  </a:lnTo>
                  <a:lnTo>
                    <a:pt x="9296" y="4020"/>
                  </a:lnTo>
                  <a:lnTo>
                    <a:pt x="9296" y="4039"/>
                  </a:lnTo>
                  <a:lnTo>
                    <a:pt x="9315" y="4039"/>
                  </a:lnTo>
                  <a:lnTo>
                    <a:pt x="9334" y="4057"/>
                  </a:lnTo>
                  <a:lnTo>
                    <a:pt x="9353" y="4057"/>
                  </a:lnTo>
                  <a:lnTo>
                    <a:pt x="9353" y="4077"/>
                  </a:lnTo>
                  <a:lnTo>
                    <a:pt x="9372" y="4096"/>
                  </a:lnTo>
                  <a:lnTo>
                    <a:pt x="9372" y="4115"/>
                  </a:lnTo>
                  <a:lnTo>
                    <a:pt x="9372" y="4134"/>
                  </a:lnTo>
                  <a:lnTo>
                    <a:pt x="9372" y="4153"/>
                  </a:lnTo>
                  <a:lnTo>
                    <a:pt x="9372" y="4210"/>
                  </a:lnTo>
                  <a:lnTo>
                    <a:pt x="9353" y="4248"/>
                  </a:lnTo>
                  <a:lnTo>
                    <a:pt x="9353" y="4306"/>
                  </a:lnTo>
                  <a:lnTo>
                    <a:pt x="9353" y="4324"/>
                  </a:lnTo>
                  <a:lnTo>
                    <a:pt x="9372" y="4324"/>
                  </a:lnTo>
                  <a:lnTo>
                    <a:pt x="9410" y="4324"/>
                  </a:lnTo>
                  <a:lnTo>
                    <a:pt x="9429" y="4324"/>
                  </a:lnTo>
                  <a:lnTo>
                    <a:pt x="9429" y="4343"/>
                  </a:lnTo>
                  <a:lnTo>
                    <a:pt x="9448" y="4362"/>
                  </a:lnTo>
                  <a:lnTo>
                    <a:pt x="9448" y="4420"/>
                  </a:lnTo>
                  <a:lnTo>
                    <a:pt x="9448" y="4438"/>
                  </a:lnTo>
                  <a:lnTo>
                    <a:pt x="9448" y="4458"/>
                  </a:lnTo>
                  <a:lnTo>
                    <a:pt x="9429" y="4458"/>
                  </a:lnTo>
                  <a:lnTo>
                    <a:pt x="9429" y="4477"/>
                  </a:lnTo>
                  <a:lnTo>
                    <a:pt x="9410" y="4477"/>
                  </a:lnTo>
                  <a:lnTo>
                    <a:pt x="9391" y="4477"/>
                  </a:lnTo>
                  <a:lnTo>
                    <a:pt x="9296" y="4496"/>
                  </a:lnTo>
                  <a:lnTo>
                    <a:pt x="9277" y="4477"/>
                  </a:lnTo>
                  <a:lnTo>
                    <a:pt x="9277" y="4458"/>
                  </a:lnTo>
                  <a:lnTo>
                    <a:pt x="9257" y="4458"/>
                  </a:lnTo>
                  <a:lnTo>
                    <a:pt x="9238" y="4458"/>
                  </a:lnTo>
                  <a:lnTo>
                    <a:pt x="9220" y="4458"/>
                  </a:lnTo>
                  <a:lnTo>
                    <a:pt x="9181" y="4458"/>
                  </a:lnTo>
                  <a:lnTo>
                    <a:pt x="9181" y="4477"/>
                  </a:lnTo>
                  <a:lnTo>
                    <a:pt x="9162" y="4477"/>
                  </a:lnTo>
                  <a:lnTo>
                    <a:pt x="9162" y="4496"/>
                  </a:lnTo>
                  <a:lnTo>
                    <a:pt x="9143" y="4496"/>
                  </a:lnTo>
                  <a:lnTo>
                    <a:pt x="9143" y="4515"/>
                  </a:lnTo>
                  <a:lnTo>
                    <a:pt x="9162" y="4515"/>
                  </a:lnTo>
                  <a:lnTo>
                    <a:pt x="9181" y="4534"/>
                  </a:lnTo>
                  <a:lnTo>
                    <a:pt x="9181" y="4553"/>
                  </a:lnTo>
                  <a:lnTo>
                    <a:pt x="9201" y="4553"/>
                  </a:lnTo>
                  <a:lnTo>
                    <a:pt x="9220" y="4572"/>
                  </a:lnTo>
                  <a:lnTo>
                    <a:pt x="9220" y="4553"/>
                  </a:lnTo>
                  <a:lnTo>
                    <a:pt x="9238" y="4553"/>
                  </a:lnTo>
                  <a:lnTo>
                    <a:pt x="9257" y="4553"/>
                  </a:lnTo>
                  <a:lnTo>
                    <a:pt x="9277" y="4553"/>
                  </a:lnTo>
                  <a:lnTo>
                    <a:pt x="9296" y="4572"/>
                  </a:lnTo>
                  <a:lnTo>
                    <a:pt x="9315" y="4572"/>
                  </a:lnTo>
                  <a:lnTo>
                    <a:pt x="9315" y="4591"/>
                  </a:lnTo>
                  <a:lnTo>
                    <a:pt x="9315" y="4610"/>
                  </a:lnTo>
                  <a:lnTo>
                    <a:pt x="9334" y="4629"/>
                  </a:lnTo>
                  <a:lnTo>
                    <a:pt x="9353" y="4629"/>
                  </a:lnTo>
                  <a:lnTo>
                    <a:pt x="9334" y="4648"/>
                  </a:lnTo>
                  <a:lnTo>
                    <a:pt x="9315" y="4687"/>
                  </a:lnTo>
                  <a:lnTo>
                    <a:pt x="9315" y="4705"/>
                  </a:lnTo>
                  <a:lnTo>
                    <a:pt x="9334" y="4705"/>
                  </a:lnTo>
                  <a:lnTo>
                    <a:pt x="9353" y="4724"/>
                  </a:lnTo>
                  <a:lnTo>
                    <a:pt x="9410" y="4763"/>
                  </a:lnTo>
                  <a:lnTo>
                    <a:pt x="9410" y="4782"/>
                  </a:lnTo>
                  <a:lnTo>
                    <a:pt x="9429" y="4801"/>
                  </a:lnTo>
                  <a:lnTo>
                    <a:pt x="9429" y="4819"/>
                  </a:lnTo>
                  <a:lnTo>
                    <a:pt x="9429" y="4858"/>
                  </a:lnTo>
                  <a:lnTo>
                    <a:pt x="9429" y="4896"/>
                  </a:lnTo>
                  <a:lnTo>
                    <a:pt x="9429" y="4915"/>
                  </a:lnTo>
                  <a:lnTo>
                    <a:pt x="9429" y="4934"/>
                  </a:lnTo>
                  <a:lnTo>
                    <a:pt x="9448" y="4934"/>
                  </a:lnTo>
                  <a:lnTo>
                    <a:pt x="9448" y="4953"/>
                  </a:lnTo>
                  <a:lnTo>
                    <a:pt x="9429" y="4972"/>
                  </a:lnTo>
                  <a:lnTo>
                    <a:pt x="9429" y="5010"/>
                  </a:lnTo>
                  <a:lnTo>
                    <a:pt x="9410" y="5067"/>
                  </a:lnTo>
                  <a:lnTo>
                    <a:pt x="9410" y="5086"/>
                  </a:lnTo>
                  <a:lnTo>
                    <a:pt x="9410" y="5105"/>
                  </a:lnTo>
                  <a:lnTo>
                    <a:pt x="9410" y="5124"/>
                  </a:lnTo>
                  <a:lnTo>
                    <a:pt x="9391" y="5144"/>
                  </a:lnTo>
                  <a:lnTo>
                    <a:pt x="9372" y="5144"/>
                  </a:lnTo>
                  <a:lnTo>
                    <a:pt x="9372" y="5163"/>
                  </a:lnTo>
                  <a:lnTo>
                    <a:pt x="9353" y="5163"/>
                  </a:lnTo>
                  <a:lnTo>
                    <a:pt x="9353" y="5144"/>
                  </a:lnTo>
                  <a:lnTo>
                    <a:pt x="9334" y="5144"/>
                  </a:lnTo>
                  <a:lnTo>
                    <a:pt x="9334" y="5163"/>
                  </a:lnTo>
                  <a:lnTo>
                    <a:pt x="9334" y="5200"/>
                  </a:lnTo>
                  <a:lnTo>
                    <a:pt x="9353" y="5200"/>
                  </a:lnTo>
                  <a:lnTo>
                    <a:pt x="9334" y="5200"/>
                  </a:lnTo>
                  <a:lnTo>
                    <a:pt x="9334" y="5220"/>
                  </a:lnTo>
                  <a:lnTo>
                    <a:pt x="9315" y="5239"/>
                  </a:lnTo>
                  <a:lnTo>
                    <a:pt x="9296" y="5258"/>
                  </a:lnTo>
                  <a:lnTo>
                    <a:pt x="9277" y="5258"/>
                  </a:lnTo>
                  <a:lnTo>
                    <a:pt x="9277" y="5277"/>
                  </a:lnTo>
                  <a:lnTo>
                    <a:pt x="9257" y="5277"/>
                  </a:lnTo>
                  <a:lnTo>
                    <a:pt x="9238" y="5296"/>
                  </a:lnTo>
                  <a:lnTo>
                    <a:pt x="9220" y="5315"/>
                  </a:lnTo>
                  <a:lnTo>
                    <a:pt x="9220" y="5334"/>
                  </a:lnTo>
                  <a:lnTo>
                    <a:pt x="9201" y="5429"/>
                  </a:lnTo>
                  <a:lnTo>
                    <a:pt x="9201" y="5448"/>
                  </a:lnTo>
                  <a:lnTo>
                    <a:pt x="9201" y="5467"/>
                  </a:lnTo>
                  <a:lnTo>
                    <a:pt x="9201" y="5505"/>
                  </a:lnTo>
                  <a:lnTo>
                    <a:pt x="9201" y="5525"/>
                  </a:lnTo>
                  <a:lnTo>
                    <a:pt x="9181" y="5525"/>
                  </a:lnTo>
                  <a:lnTo>
                    <a:pt x="9162" y="5544"/>
                  </a:lnTo>
                  <a:lnTo>
                    <a:pt x="9143" y="5562"/>
                  </a:lnTo>
                  <a:lnTo>
                    <a:pt x="9124" y="5562"/>
                  </a:lnTo>
                  <a:lnTo>
                    <a:pt x="9105" y="5562"/>
                  </a:lnTo>
                  <a:lnTo>
                    <a:pt x="9105" y="5581"/>
                  </a:lnTo>
                  <a:lnTo>
                    <a:pt x="9086" y="5601"/>
                  </a:lnTo>
                  <a:lnTo>
                    <a:pt x="9086" y="5620"/>
                  </a:lnTo>
                  <a:lnTo>
                    <a:pt x="9086" y="5639"/>
                  </a:lnTo>
                  <a:lnTo>
                    <a:pt x="9086" y="5658"/>
                  </a:lnTo>
                  <a:lnTo>
                    <a:pt x="9067" y="5715"/>
                  </a:lnTo>
                  <a:lnTo>
                    <a:pt x="9048" y="5753"/>
                  </a:lnTo>
                  <a:lnTo>
                    <a:pt x="9048" y="5772"/>
                  </a:lnTo>
                  <a:lnTo>
                    <a:pt x="9029" y="5829"/>
                  </a:lnTo>
                  <a:lnTo>
                    <a:pt x="9029" y="5848"/>
                  </a:lnTo>
                  <a:lnTo>
                    <a:pt x="9010" y="5848"/>
                  </a:lnTo>
                  <a:lnTo>
                    <a:pt x="8991" y="5867"/>
                  </a:lnTo>
                  <a:lnTo>
                    <a:pt x="8972" y="5867"/>
                  </a:lnTo>
                  <a:lnTo>
                    <a:pt x="8705" y="5848"/>
                  </a:lnTo>
                  <a:lnTo>
                    <a:pt x="8686" y="5848"/>
                  </a:lnTo>
                  <a:lnTo>
                    <a:pt x="8686" y="5867"/>
                  </a:lnTo>
                  <a:lnTo>
                    <a:pt x="8667" y="5867"/>
                  </a:lnTo>
                  <a:lnTo>
                    <a:pt x="8667" y="5886"/>
                  </a:lnTo>
                  <a:lnTo>
                    <a:pt x="8648" y="5924"/>
                  </a:lnTo>
                  <a:lnTo>
                    <a:pt x="8648" y="5943"/>
                  </a:lnTo>
                  <a:lnTo>
                    <a:pt x="8610" y="5962"/>
                  </a:lnTo>
                  <a:lnTo>
                    <a:pt x="8591" y="5962"/>
                  </a:lnTo>
                  <a:lnTo>
                    <a:pt x="8591" y="5982"/>
                  </a:lnTo>
                  <a:lnTo>
                    <a:pt x="8572" y="5982"/>
                  </a:lnTo>
                  <a:lnTo>
                    <a:pt x="8572" y="6001"/>
                  </a:lnTo>
                  <a:lnTo>
                    <a:pt x="8572" y="6020"/>
                  </a:lnTo>
                  <a:lnTo>
                    <a:pt x="8572" y="6038"/>
                  </a:lnTo>
                  <a:lnTo>
                    <a:pt x="8591" y="6038"/>
                  </a:lnTo>
                  <a:lnTo>
                    <a:pt x="8591" y="6058"/>
                  </a:lnTo>
                  <a:lnTo>
                    <a:pt x="8629" y="6077"/>
                  </a:lnTo>
                  <a:lnTo>
                    <a:pt x="8610" y="6115"/>
                  </a:lnTo>
                  <a:lnTo>
                    <a:pt x="8610" y="6153"/>
                  </a:lnTo>
                  <a:lnTo>
                    <a:pt x="8629" y="6172"/>
                  </a:lnTo>
                  <a:lnTo>
                    <a:pt x="8629" y="6191"/>
                  </a:lnTo>
                  <a:lnTo>
                    <a:pt x="8610" y="6191"/>
                  </a:lnTo>
                  <a:lnTo>
                    <a:pt x="8610" y="6210"/>
                  </a:lnTo>
                  <a:lnTo>
                    <a:pt x="8591" y="6248"/>
                  </a:lnTo>
                  <a:lnTo>
                    <a:pt x="8572" y="6267"/>
                  </a:lnTo>
                  <a:lnTo>
                    <a:pt x="8572" y="6287"/>
                  </a:lnTo>
                  <a:lnTo>
                    <a:pt x="8591" y="6287"/>
                  </a:lnTo>
                  <a:lnTo>
                    <a:pt x="8591" y="6267"/>
                  </a:lnTo>
                  <a:lnTo>
                    <a:pt x="8610" y="6267"/>
                  </a:lnTo>
                  <a:lnTo>
                    <a:pt x="8610" y="6287"/>
                  </a:lnTo>
                  <a:lnTo>
                    <a:pt x="8591" y="6324"/>
                  </a:lnTo>
                  <a:lnTo>
                    <a:pt x="8591" y="6343"/>
                  </a:lnTo>
                  <a:lnTo>
                    <a:pt x="8572" y="6382"/>
                  </a:lnTo>
                  <a:lnTo>
                    <a:pt x="8553" y="6382"/>
                  </a:lnTo>
                  <a:lnTo>
                    <a:pt x="8553" y="6401"/>
                  </a:lnTo>
                  <a:lnTo>
                    <a:pt x="8553" y="6419"/>
                  </a:lnTo>
                  <a:lnTo>
                    <a:pt x="8572" y="6419"/>
                  </a:lnTo>
                  <a:lnTo>
                    <a:pt x="8553" y="6439"/>
                  </a:lnTo>
                  <a:lnTo>
                    <a:pt x="8534" y="6439"/>
                  </a:lnTo>
                  <a:lnTo>
                    <a:pt x="8515" y="6439"/>
                  </a:lnTo>
                  <a:lnTo>
                    <a:pt x="8515" y="6458"/>
                  </a:lnTo>
                  <a:lnTo>
                    <a:pt x="8495" y="6477"/>
                  </a:lnTo>
                  <a:lnTo>
                    <a:pt x="8515" y="6477"/>
                  </a:lnTo>
                  <a:lnTo>
                    <a:pt x="8495" y="6496"/>
                  </a:lnTo>
                  <a:lnTo>
                    <a:pt x="8495" y="6515"/>
                  </a:lnTo>
                  <a:lnTo>
                    <a:pt x="8476" y="6553"/>
                  </a:lnTo>
                  <a:lnTo>
                    <a:pt x="8458" y="6572"/>
                  </a:lnTo>
                  <a:lnTo>
                    <a:pt x="8439" y="6572"/>
                  </a:lnTo>
                  <a:lnTo>
                    <a:pt x="8419" y="6572"/>
                  </a:lnTo>
                  <a:lnTo>
                    <a:pt x="8400" y="6572"/>
                  </a:lnTo>
                  <a:lnTo>
                    <a:pt x="8381" y="6572"/>
                  </a:lnTo>
                  <a:lnTo>
                    <a:pt x="8363" y="6572"/>
                  </a:lnTo>
                  <a:lnTo>
                    <a:pt x="8343" y="6572"/>
                  </a:lnTo>
                  <a:lnTo>
                    <a:pt x="8324" y="6591"/>
                  </a:lnTo>
                  <a:lnTo>
                    <a:pt x="8305" y="6591"/>
                  </a:lnTo>
                  <a:lnTo>
                    <a:pt x="8305" y="6610"/>
                  </a:lnTo>
                  <a:lnTo>
                    <a:pt x="8305" y="6629"/>
                  </a:lnTo>
                  <a:lnTo>
                    <a:pt x="8324" y="6648"/>
                  </a:lnTo>
                  <a:lnTo>
                    <a:pt x="8343" y="6648"/>
                  </a:lnTo>
                  <a:lnTo>
                    <a:pt x="8343" y="6668"/>
                  </a:lnTo>
                  <a:lnTo>
                    <a:pt x="8324" y="6705"/>
                  </a:lnTo>
                  <a:lnTo>
                    <a:pt x="8305" y="6724"/>
                  </a:lnTo>
                  <a:lnTo>
                    <a:pt x="8305" y="6744"/>
                  </a:lnTo>
                  <a:lnTo>
                    <a:pt x="8286" y="6763"/>
                  </a:lnTo>
                  <a:lnTo>
                    <a:pt x="8286" y="6782"/>
                  </a:lnTo>
                  <a:lnTo>
                    <a:pt x="8267" y="6800"/>
                  </a:lnTo>
                  <a:lnTo>
                    <a:pt x="8267" y="6820"/>
                  </a:lnTo>
                  <a:lnTo>
                    <a:pt x="8267" y="6839"/>
                  </a:lnTo>
                  <a:lnTo>
                    <a:pt x="8267" y="6858"/>
                  </a:lnTo>
                  <a:lnTo>
                    <a:pt x="8248" y="6915"/>
                  </a:lnTo>
                  <a:lnTo>
                    <a:pt x="8229" y="6934"/>
                  </a:lnTo>
                  <a:lnTo>
                    <a:pt x="8229" y="6991"/>
                  </a:lnTo>
                  <a:lnTo>
                    <a:pt x="8172" y="7029"/>
                  </a:lnTo>
                  <a:lnTo>
                    <a:pt x="8153" y="7048"/>
                  </a:lnTo>
                  <a:lnTo>
                    <a:pt x="8153" y="7067"/>
                  </a:lnTo>
                  <a:lnTo>
                    <a:pt x="8153" y="7105"/>
                  </a:lnTo>
                  <a:lnTo>
                    <a:pt x="8153" y="7125"/>
                  </a:lnTo>
                  <a:lnTo>
                    <a:pt x="8153" y="7144"/>
                  </a:lnTo>
                  <a:lnTo>
                    <a:pt x="8114" y="7201"/>
                  </a:lnTo>
                  <a:lnTo>
                    <a:pt x="8096" y="7239"/>
                  </a:lnTo>
                  <a:lnTo>
                    <a:pt x="8096" y="7277"/>
                  </a:lnTo>
                  <a:lnTo>
                    <a:pt x="8114" y="7277"/>
                  </a:lnTo>
                  <a:lnTo>
                    <a:pt x="8114" y="7296"/>
                  </a:lnTo>
                  <a:lnTo>
                    <a:pt x="8134" y="7296"/>
                  </a:lnTo>
                  <a:lnTo>
                    <a:pt x="8153" y="7296"/>
                  </a:lnTo>
                  <a:lnTo>
                    <a:pt x="8172" y="7296"/>
                  </a:lnTo>
                  <a:lnTo>
                    <a:pt x="8191" y="7315"/>
                  </a:lnTo>
                  <a:lnTo>
                    <a:pt x="8191" y="7334"/>
                  </a:lnTo>
                  <a:lnTo>
                    <a:pt x="8172" y="7372"/>
                  </a:lnTo>
                  <a:lnTo>
                    <a:pt x="8153" y="7391"/>
                  </a:lnTo>
                  <a:lnTo>
                    <a:pt x="8134" y="7391"/>
                  </a:lnTo>
                  <a:lnTo>
                    <a:pt x="8114" y="7391"/>
                  </a:lnTo>
                  <a:lnTo>
                    <a:pt x="8096" y="7391"/>
                  </a:lnTo>
                  <a:lnTo>
                    <a:pt x="8077" y="7410"/>
                  </a:lnTo>
                  <a:lnTo>
                    <a:pt x="8058" y="7410"/>
                  </a:lnTo>
                  <a:lnTo>
                    <a:pt x="8000" y="7429"/>
                  </a:lnTo>
                  <a:lnTo>
                    <a:pt x="7924" y="7486"/>
                  </a:lnTo>
                  <a:lnTo>
                    <a:pt x="7810" y="7525"/>
                  </a:lnTo>
                  <a:lnTo>
                    <a:pt x="7733" y="7562"/>
                  </a:lnTo>
                  <a:lnTo>
                    <a:pt x="7601" y="7620"/>
                  </a:lnTo>
                  <a:lnTo>
                    <a:pt x="7562" y="7658"/>
                  </a:lnTo>
                  <a:lnTo>
                    <a:pt x="7543" y="7658"/>
                  </a:lnTo>
                  <a:lnTo>
                    <a:pt x="7486" y="7658"/>
                  </a:lnTo>
                  <a:lnTo>
                    <a:pt x="7467" y="7677"/>
                  </a:lnTo>
                  <a:lnTo>
                    <a:pt x="7467" y="7696"/>
                  </a:lnTo>
                  <a:lnTo>
                    <a:pt x="7448" y="7715"/>
                  </a:lnTo>
                  <a:lnTo>
                    <a:pt x="7448" y="7734"/>
                  </a:lnTo>
                  <a:lnTo>
                    <a:pt x="7429" y="7734"/>
                  </a:lnTo>
                  <a:lnTo>
                    <a:pt x="7410" y="7715"/>
                  </a:lnTo>
                  <a:lnTo>
                    <a:pt x="7391" y="7734"/>
                  </a:lnTo>
                  <a:lnTo>
                    <a:pt x="7391" y="7753"/>
                  </a:lnTo>
                  <a:lnTo>
                    <a:pt x="7372" y="7753"/>
                  </a:lnTo>
                  <a:lnTo>
                    <a:pt x="7372" y="7734"/>
                  </a:lnTo>
                  <a:lnTo>
                    <a:pt x="7372" y="7715"/>
                  </a:lnTo>
                  <a:lnTo>
                    <a:pt x="7372" y="7696"/>
                  </a:lnTo>
                  <a:lnTo>
                    <a:pt x="7372" y="7677"/>
                  </a:lnTo>
                  <a:lnTo>
                    <a:pt x="7352" y="7677"/>
                  </a:lnTo>
                  <a:lnTo>
                    <a:pt x="7315" y="7677"/>
                  </a:lnTo>
                  <a:lnTo>
                    <a:pt x="7296" y="7677"/>
                  </a:lnTo>
                  <a:lnTo>
                    <a:pt x="7276" y="7677"/>
                  </a:lnTo>
                  <a:lnTo>
                    <a:pt x="7276" y="7658"/>
                  </a:lnTo>
                  <a:lnTo>
                    <a:pt x="7257" y="7658"/>
                  </a:lnTo>
                  <a:lnTo>
                    <a:pt x="7220" y="7658"/>
                  </a:lnTo>
                  <a:lnTo>
                    <a:pt x="7200" y="7658"/>
                  </a:lnTo>
                  <a:lnTo>
                    <a:pt x="7181" y="7658"/>
                  </a:lnTo>
                  <a:lnTo>
                    <a:pt x="7162" y="7658"/>
                  </a:lnTo>
                  <a:lnTo>
                    <a:pt x="7086" y="7696"/>
                  </a:lnTo>
                  <a:lnTo>
                    <a:pt x="7067" y="7715"/>
                  </a:lnTo>
                  <a:lnTo>
                    <a:pt x="7048" y="7715"/>
                  </a:lnTo>
                  <a:lnTo>
                    <a:pt x="7029" y="7715"/>
                  </a:lnTo>
                  <a:lnTo>
                    <a:pt x="7010" y="7715"/>
                  </a:lnTo>
                  <a:lnTo>
                    <a:pt x="6991" y="7715"/>
                  </a:lnTo>
                  <a:lnTo>
                    <a:pt x="6972" y="7715"/>
                  </a:lnTo>
                  <a:lnTo>
                    <a:pt x="6953" y="7696"/>
                  </a:lnTo>
                  <a:lnTo>
                    <a:pt x="6934" y="7715"/>
                  </a:lnTo>
                  <a:lnTo>
                    <a:pt x="6915" y="7715"/>
                  </a:lnTo>
                  <a:lnTo>
                    <a:pt x="6895" y="7696"/>
                  </a:lnTo>
                  <a:lnTo>
                    <a:pt x="6895" y="7715"/>
                  </a:lnTo>
                  <a:lnTo>
                    <a:pt x="6876" y="7715"/>
                  </a:lnTo>
                  <a:lnTo>
                    <a:pt x="6858" y="7715"/>
                  </a:lnTo>
                  <a:lnTo>
                    <a:pt x="6839" y="7715"/>
                  </a:lnTo>
                  <a:lnTo>
                    <a:pt x="6819" y="7715"/>
                  </a:lnTo>
                  <a:lnTo>
                    <a:pt x="6819" y="7734"/>
                  </a:lnTo>
                  <a:lnTo>
                    <a:pt x="6800" y="7734"/>
                  </a:lnTo>
                  <a:lnTo>
                    <a:pt x="6800" y="7715"/>
                  </a:lnTo>
                  <a:lnTo>
                    <a:pt x="6781" y="7715"/>
                  </a:lnTo>
                  <a:lnTo>
                    <a:pt x="6762" y="7715"/>
                  </a:lnTo>
                  <a:lnTo>
                    <a:pt x="6743" y="7715"/>
                  </a:lnTo>
                  <a:lnTo>
                    <a:pt x="6686" y="7734"/>
                  </a:lnTo>
                  <a:lnTo>
                    <a:pt x="6667" y="7753"/>
                  </a:lnTo>
                  <a:lnTo>
                    <a:pt x="6648" y="7772"/>
                  </a:lnTo>
                  <a:lnTo>
                    <a:pt x="6610" y="7772"/>
                  </a:lnTo>
                  <a:lnTo>
                    <a:pt x="6514" y="7810"/>
                  </a:lnTo>
                  <a:lnTo>
                    <a:pt x="6495" y="7810"/>
                  </a:lnTo>
                  <a:lnTo>
                    <a:pt x="6495" y="7829"/>
                  </a:lnTo>
                  <a:lnTo>
                    <a:pt x="6477" y="7829"/>
                  </a:lnTo>
                  <a:lnTo>
                    <a:pt x="6458" y="7848"/>
                  </a:lnTo>
                  <a:lnTo>
                    <a:pt x="6362" y="7905"/>
                  </a:lnTo>
                  <a:lnTo>
                    <a:pt x="6343" y="7905"/>
                  </a:lnTo>
                  <a:lnTo>
                    <a:pt x="6324" y="7905"/>
                  </a:lnTo>
                  <a:lnTo>
                    <a:pt x="6305" y="7905"/>
                  </a:lnTo>
                  <a:lnTo>
                    <a:pt x="6305" y="7887"/>
                  </a:lnTo>
                  <a:lnTo>
                    <a:pt x="6286" y="7887"/>
                  </a:lnTo>
                  <a:lnTo>
                    <a:pt x="6248" y="7905"/>
                  </a:lnTo>
                  <a:lnTo>
                    <a:pt x="6191" y="7905"/>
                  </a:lnTo>
                  <a:lnTo>
                    <a:pt x="6172" y="7905"/>
                  </a:lnTo>
                  <a:lnTo>
                    <a:pt x="6153" y="7905"/>
                  </a:lnTo>
                  <a:lnTo>
                    <a:pt x="6077" y="7943"/>
                  </a:lnTo>
                  <a:lnTo>
                    <a:pt x="6077" y="7963"/>
                  </a:lnTo>
                  <a:lnTo>
                    <a:pt x="6057" y="7963"/>
                  </a:lnTo>
                  <a:lnTo>
                    <a:pt x="6038" y="7963"/>
                  </a:lnTo>
                  <a:lnTo>
                    <a:pt x="6001" y="7963"/>
                  </a:lnTo>
                  <a:lnTo>
                    <a:pt x="5981" y="7982"/>
                  </a:lnTo>
                  <a:lnTo>
                    <a:pt x="5962" y="8019"/>
                  </a:lnTo>
                  <a:lnTo>
                    <a:pt x="5943" y="8019"/>
                  </a:lnTo>
                  <a:lnTo>
                    <a:pt x="5924" y="8019"/>
                  </a:lnTo>
                  <a:lnTo>
                    <a:pt x="5905" y="8019"/>
                  </a:lnTo>
                  <a:lnTo>
                    <a:pt x="5886" y="8019"/>
                  </a:lnTo>
                  <a:lnTo>
                    <a:pt x="5848" y="8019"/>
                  </a:lnTo>
                  <a:lnTo>
                    <a:pt x="5829" y="8039"/>
                  </a:lnTo>
                  <a:lnTo>
                    <a:pt x="5791" y="8058"/>
                  </a:lnTo>
                  <a:lnTo>
                    <a:pt x="5734" y="8096"/>
                  </a:lnTo>
                  <a:lnTo>
                    <a:pt x="5696" y="8115"/>
                  </a:lnTo>
                  <a:lnTo>
                    <a:pt x="5676" y="8096"/>
                  </a:lnTo>
                  <a:lnTo>
                    <a:pt x="5657" y="8096"/>
                  </a:lnTo>
                  <a:lnTo>
                    <a:pt x="5638" y="8115"/>
                  </a:lnTo>
                  <a:lnTo>
                    <a:pt x="5620" y="8115"/>
                  </a:lnTo>
                  <a:lnTo>
                    <a:pt x="5600" y="8115"/>
                  </a:lnTo>
                  <a:lnTo>
                    <a:pt x="5581" y="8115"/>
                  </a:lnTo>
                  <a:lnTo>
                    <a:pt x="5524" y="8153"/>
                  </a:lnTo>
                  <a:lnTo>
                    <a:pt x="5505" y="8153"/>
                  </a:lnTo>
                  <a:lnTo>
                    <a:pt x="5467" y="8191"/>
                  </a:lnTo>
                  <a:lnTo>
                    <a:pt x="5448" y="8191"/>
                  </a:lnTo>
                  <a:lnTo>
                    <a:pt x="5448" y="8210"/>
                  </a:lnTo>
                  <a:lnTo>
                    <a:pt x="5429" y="8210"/>
                  </a:lnTo>
                  <a:lnTo>
                    <a:pt x="5410" y="8229"/>
                  </a:lnTo>
                  <a:lnTo>
                    <a:pt x="5391" y="8229"/>
                  </a:lnTo>
                  <a:lnTo>
                    <a:pt x="5391" y="8248"/>
                  </a:lnTo>
                  <a:lnTo>
                    <a:pt x="5391" y="8268"/>
                  </a:lnTo>
                  <a:lnTo>
                    <a:pt x="5371" y="8268"/>
                  </a:lnTo>
                  <a:lnTo>
                    <a:pt x="5315" y="8286"/>
                  </a:lnTo>
                  <a:lnTo>
                    <a:pt x="5276" y="8305"/>
                  </a:lnTo>
                  <a:lnTo>
                    <a:pt x="5257" y="8305"/>
                  </a:lnTo>
                  <a:lnTo>
                    <a:pt x="5239" y="8305"/>
                  </a:lnTo>
                  <a:lnTo>
                    <a:pt x="5239" y="8286"/>
                  </a:lnTo>
                  <a:lnTo>
                    <a:pt x="5239" y="8268"/>
                  </a:lnTo>
                  <a:lnTo>
                    <a:pt x="5219" y="8268"/>
                  </a:lnTo>
                  <a:lnTo>
                    <a:pt x="5219" y="8248"/>
                  </a:lnTo>
                  <a:lnTo>
                    <a:pt x="5200" y="8248"/>
                  </a:lnTo>
                  <a:lnTo>
                    <a:pt x="5200" y="8268"/>
                  </a:lnTo>
                  <a:lnTo>
                    <a:pt x="5181" y="8286"/>
                  </a:lnTo>
                  <a:lnTo>
                    <a:pt x="5162" y="8305"/>
                  </a:lnTo>
                  <a:lnTo>
                    <a:pt x="5143" y="8305"/>
                  </a:lnTo>
                  <a:lnTo>
                    <a:pt x="5105" y="8305"/>
                  </a:lnTo>
                  <a:lnTo>
                    <a:pt x="5105" y="8286"/>
                  </a:lnTo>
                  <a:lnTo>
                    <a:pt x="5086" y="8286"/>
                  </a:lnTo>
                  <a:lnTo>
                    <a:pt x="5086" y="8268"/>
                  </a:lnTo>
                  <a:lnTo>
                    <a:pt x="5067" y="8286"/>
                  </a:lnTo>
                  <a:lnTo>
                    <a:pt x="5029" y="8305"/>
                  </a:lnTo>
                  <a:lnTo>
                    <a:pt x="5010" y="8305"/>
                  </a:lnTo>
                  <a:lnTo>
                    <a:pt x="4990" y="8305"/>
                  </a:lnTo>
                  <a:lnTo>
                    <a:pt x="4990" y="8286"/>
                  </a:lnTo>
                  <a:lnTo>
                    <a:pt x="5010" y="8268"/>
                  </a:lnTo>
                  <a:lnTo>
                    <a:pt x="5029" y="8248"/>
                  </a:lnTo>
                  <a:lnTo>
                    <a:pt x="5010" y="8248"/>
                  </a:lnTo>
                  <a:lnTo>
                    <a:pt x="4972" y="8248"/>
                  </a:lnTo>
                  <a:lnTo>
                    <a:pt x="4953" y="8248"/>
                  </a:lnTo>
                  <a:lnTo>
                    <a:pt x="4953" y="8268"/>
                  </a:lnTo>
                  <a:lnTo>
                    <a:pt x="4953" y="8286"/>
                  </a:lnTo>
                  <a:lnTo>
                    <a:pt x="4972" y="8286"/>
                  </a:lnTo>
                  <a:lnTo>
                    <a:pt x="4972" y="8305"/>
                  </a:lnTo>
                  <a:lnTo>
                    <a:pt x="4953" y="8305"/>
                  </a:lnTo>
                  <a:lnTo>
                    <a:pt x="4877" y="8363"/>
                  </a:lnTo>
                  <a:lnTo>
                    <a:pt x="4877" y="8382"/>
                  </a:lnTo>
                  <a:lnTo>
                    <a:pt x="4895" y="8382"/>
                  </a:lnTo>
                  <a:lnTo>
                    <a:pt x="4914" y="8382"/>
                  </a:lnTo>
                  <a:lnTo>
                    <a:pt x="4934" y="8382"/>
                  </a:lnTo>
                  <a:lnTo>
                    <a:pt x="4953" y="8382"/>
                  </a:lnTo>
                  <a:lnTo>
                    <a:pt x="4953" y="8400"/>
                  </a:lnTo>
                  <a:lnTo>
                    <a:pt x="4953" y="8420"/>
                  </a:lnTo>
                  <a:lnTo>
                    <a:pt x="4953" y="8439"/>
                  </a:lnTo>
                  <a:lnTo>
                    <a:pt x="4934" y="8458"/>
                  </a:lnTo>
                  <a:lnTo>
                    <a:pt x="4914" y="8458"/>
                  </a:lnTo>
                  <a:lnTo>
                    <a:pt x="4914" y="8477"/>
                  </a:lnTo>
                  <a:lnTo>
                    <a:pt x="4914" y="8496"/>
                  </a:lnTo>
                  <a:lnTo>
                    <a:pt x="4895" y="8515"/>
                  </a:lnTo>
                  <a:lnTo>
                    <a:pt x="4877" y="8515"/>
                  </a:lnTo>
                  <a:lnTo>
                    <a:pt x="4877" y="8496"/>
                  </a:lnTo>
                  <a:lnTo>
                    <a:pt x="4858" y="8496"/>
                  </a:lnTo>
                  <a:lnTo>
                    <a:pt x="4838" y="8496"/>
                  </a:lnTo>
                  <a:lnTo>
                    <a:pt x="4838" y="8515"/>
                  </a:lnTo>
                  <a:lnTo>
                    <a:pt x="4819" y="8515"/>
                  </a:lnTo>
                  <a:lnTo>
                    <a:pt x="4800" y="8515"/>
                  </a:lnTo>
                  <a:lnTo>
                    <a:pt x="4800" y="8496"/>
                  </a:lnTo>
                  <a:lnTo>
                    <a:pt x="4781" y="8496"/>
                  </a:lnTo>
                  <a:lnTo>
                    <a:pt x="4781" y="8477"/>
                  </a:lnTo>
                  <a:lnTo>
                    <a:pt x="4762" y="8477"/>
                  </a:lnTo>
                  <a:lnTo>
                    <a:pt x="4762" y="8496"/>
                  </a:lnTo>
                  <a:lnTo>
                    <a:pt x="4743" y="8496"/>
                  </a:lnTo>
                  <a:lnTo>
                    <a:pt x="4724" y="8496"/>
                  </a:lnTo>
                  <a:lnTo>
                    <a:pt x="4724" y="8515"/>
                  </a:lnTo>
                  <a:lnTo>
                    <a:pt x="4705" y="8515"/>
                  </a:lnTo>
                  <a:lnTo>
                    <a:pt x="4686" y="8534"/>
                  </a:lnTo>
                  <a:lnTo>
                    <a:pt x="4648" y="8534"/>
                  </a:lnTo>
                  <a:lnTo>
                    <a:pt x="4572" y="8553"/>
                  </a:lnTo>
                  <a:lnTo>
                    <a:pt x="4553" y="8553"/>
                  </a:lnTo>
                  <a:lnTo>
                    <a:pt x="4553" y="8534"/>
                  </a:lnTo>
                  <a:lnTo>
                    <a:pt x="4572" y="8534"/>
                  </a:lnTo>
                  <a:lnTo>
                    <a:pt x="4572" y="8515"/>
                  </a:lnTo>
                  <a:lnTo>
                    <a:pt x="4553" y="8515"/>
                  </a:lnTo>
                  <a:lnTo>
                    <a:pt x="4514" y="8515"/>
                  </a:lnTo>
                  <a:lnTo>
                    <a:pt x="4496" y="8534"/>
                  </a:lnTo>
                  <a:lnTo>
                    <a:pt x="4477" y="8534"/>
                  </a:lnTo>
                  <a:lnTo>
                    <a:pt x="4457" y="8534"/>
                  </a:lnTo>
                  <a:lnTo>
                    <a:pt x="4438" y="8534"/>
                  </a:lnTo>
                  <a:lnTo>
                    <a:pt x="4438" y="8553"/>
                  </a:lnTo>
                  <a:lnTo>
                    <a:pt x="4419" y="8534"/>
                  </a:lnTo>
                  <a:lnTo>
                    <a:pt x="4400" y="8534"/>
                  </a:lnTo>
                  <a:lnTo>
                    <a:pt x="4381" y="8534"/>
                  </a:lnTo>
                  <a:lnTo>
                    <a:pt x="4362" y="8534"/>
                  </a:lnTo>
                  <a:lnTo>
                    <a:pt x="4362" y="8515"/>
                  </a:lnTo>
                  <a:lnTo>
                    <a:pt x="4362" y="8496"/>
                  </a:lnTo>
                  <a:lnTo>
                    <a:pt x="4362" y="8477"/>
                  </a:lnTo>
                  <a:lnTo>
                    <a:pt x="4362" y="8458"/>
                  </a:lnTo>
                  <a:lnTo>
                    <a:pt x="4362" y="8439"/>
                  </a:lnTo>
                  <a:lnTo>
                    <a:pt x="4362" y="8420"/>
                  </a:lnTo>
                  <a:lnTo>
                    <a:pt x="4343" y="8400"/>
                  </a:lnTo>
                  <a:lnTo>
                    <a:pt x="4305" y="8382"/>
                  </a:lnTo>
                  <a:lnTo>
                    <a:pt x="4286" y="8363"/>
                  </a:lnTo>
                  <a:lnTo>
                    <a:pt x="4248" y="8344"/>
                  </a:lnTo>
                  <a:lnTo>
                    <a:pt x="4248" y="8324"/>
                  </a:lnTo>
                  <a:lnTo>
                    <a:pt x="4267" y="8324"/>
                  </a:lnTo>
                  <a:lnTo>
                    <a:pt x="4267" y="8305"/>
                  </a:lnTo>
                  <a:lnTo>
                    <a:pt x="4305" y="8286"/>
                  </a:lnTo>
                  <a:lnTo>
                    <a:pt x="4324" y="8286"/>
                  </a:lnTo>
                  <a:lnTo>
                    <a:pt x="4324" y="8268"/>
                  </a:lnTo>
                  <a:lnTo>
                    <a:pt x="4305" y="8248"/>
                  </a:lnTo>
                  <a:lnTo>
                    <a:pt x="4305" y="8229"/>
                  </a:lnTo>
                  <a:lnTo>
                    <a:pt x="4305" y="8210"/>
                  </a:lnTo>
                  <a:lnTo>
                    <a:pt x="4324" y="8210"/>
                  </a:lnTo>
                  <a:lnTo>
                    <a:pt x="4324" y="8191"/>
                  </a:lnTo>
                  <a:lnTo>
                    <a:pt x="4343" y="8191"/>
                  </a:lnTo>
                  <a:lnTo>
                    <a:pt x="4324" y="8191"/>
                  </a:lnTo>
                  <a:lnTo>
                    <a:pt x="4305" y="8191"/>
                  </a:lnTo>
                  <a:lnTo>
                    <a:pt x="4286" y="8172"/>
                  </a:lnTo>
                  <a:lnTo>
                    <a:pt x="4267" y="8172"/>
                  </a:lnTo>
                  <a:lnTo>
                    <a:pt x="4229" y="8153"/>
                  </a:lnTo>
                  <a:lnTo>
                    <a:pt x="4210" y="8134"/>
                  </a:lnTo>
                  <a:lnTo>
                    <a:pt x="4191" y="8134"/>
                  </a:lnTo>
                  <a:lnTo>
                    <a:pt x="4191" y="8115"/>
                  </a:lnTo>
                  <a:lnTo>
                    <a:pt x="4191" y="8096"/>
                  </a:lnTo>
                  <a:lnTo>
                    <a:pt x="4172" y="8096"/>
                  </a:lnTo>
                  <a:lnTo>
                    <a:pt x="4133" y="8077"/>
                  </a:lnTo>
                  <a:lnTo>
                    <a:pt x="4096" y="8058"/>
                  </a:lnTo>
                  <a:lnTo>
                    <a:pt x="4076" y="8058"/>
                  </a:lnTo>
                  <a:lnTo>
                    <a:pt x="4076" y="8039"/>
                  </a:lnTo>
                  <a:lnTo>
                    <a:pt x="4076" y="8019"/>
                  </a:lnTo>
                  <a:lnTo>
                    <a:pt x="4038" y="7982"/>
                  </a:lnTo>
                  <a:lnTo>
                    <a:pt x="4038" y="7963"/>
                  </a:lnTo>
                  <a:lnTo>
                    <a:pt x="4038" y="7943"/>
                  </a:lnTo>
                  <a:lnTo>
                    <a:pt x="4076" y="7867"/>
                  </a:lnTo>
                  <a:lnTo>
                    <a:pt x="4096" y="7829"/>
                  </a:lnTo>
                  <a:lnTo>
                    <a:pt x="4133" y="7791"/>
                  </a:lnTo>
                  <a:lnTo>
                    <a:pt x="4115" y="7753"/>
                  </a:lnTo>
                  <a:lnTo>
                    <a:pt x="4096" y="7753"/>
                  </a:lnTo>
                  <a:lnTo>
                    <a:pt x="4057" y="7734"/>
                  </a:lnTo>
                  <a:lnTo>
                    <a:pt x="4038" y="7734"/>
                  </a:lnTo>
                  <a:lnTo>
                    <a:pt x="4038" y="7715"/>
                  </a:lnTo>
                  <a:lnTo>
                    <a:pt x="4057" y="7715"/>
                  </a:lnTo>
                  <a:lnTo>
                    <a:pt x="4076" y="7715"/>
                  </a:lnTo>
                  <a:lnTo>
                    <a:pt x="4076" y="7696"/>
                  </a:lnTo>
                  <a:lnTo>
                    <a:pt x="4076" y="7677"/>
                  </a:lnTo>
                  <a:lnTo>
                    <a:pt x="4076" y="7658"/>
                  </a:lnTo>
                  <a:lnTo>
                    <a:pt x="4096" y="7658"/>
                  </a:lnTo>
                  <a:lnTo>
                    <a:pt x="4115" y="7658"/>
                  </a:lnTo>
                  <a:lnTo>
                    <a:pt x="4115" y="7639"/>
                  </a:lnTo>
                  <a:lnTo>
                    <a:pt x="4096" y="7620"/>
                  </a:lnTo>
                  <a:lnTo>
                    <a:pt x="4076" y="7562"/>
                  </a:lnTo>
                  <a:lnTo>
                    <a:pt x="4076" y="7543"/>
                  </a:lnTo>
                  <a:lnTo>
                    <a:pt x="4096" y="7525"/>
                  </a:lnTo>
                  <a:lnTo>
                    <a:pt x="4096" y="7506"/>
                  </a:lnTo>
                  <a:lnTo>
                    <a:pt x="4076" y="7506"/>
                  </a:lnTo>
                  <a:lnTo>
                    <a:pt x="4076" y="7486"/>
                  </a:lnTo>
                  <a:lnTo>
                    <a:pt x="4076" y="7467"/>
                  </a:lnTo>
                  <a:lnTo>
                    <a:pt x="4076" y="7448"/>
                  </a:lnTo>
                  <a:lnTo>
                    <a:pt x="4096" y="7429"/>
                  </a:lnTo>
                  <a:lnTo>
                    <a:pt x="4115" y="7429"/>
                  </a:lnTo>
                  <a:lnTo>
                    <a:pt x="4133" y="7334"/>
                  </a:lnTo>
                  <a:lnTo>
                    <a:pt x="4152" y="7334"/>
                  </a:lnTo>
                  <a:lnTo>
                    <a:pt x="4172" y="7334"/>
                  </a:lnTo>
                  <a:lnTo>
                    <a:pt x="4172" y="7315"/>
                  </a:lnTo>
                  <a:lnTo>
                    <a:pt x="4191" y="7277"/>
                  </a:lnTo>
                  <a:lnTo>
                    <a:pt x="4191" y="7258"/>
                  </a:lnTo>
                  <a:lnTo>
                    <a:pt x="4210" y="7258"/>
                  </a:lnTo>
                  <a:lnTo>
                    <a:pt x="4210" y="7239"/>
                  </a:lnTo>
                  <a:lnTo>
                    <a:pt x="4210" y="7220"/>
                  </a:lnTo>
                  <a:lnTo>
                    <a:pt x="4210" y="7201"/>
                  </a:lnTo>
                  <a:lnTo>
                    <a:pt x="4210" y="7181"/>
                  </a:lnTo>
                  <a:lnTo>
                    <a:pt x="4229" y="7181"/>
                  </a:lnTo>
                  <a:lnTo>
                    <a:pt x="4229" y="7162"/>
                  </a:lnTo>
                  <a:lnTo>
                    <a:pt x="4229" y="7144"/>
                  </a:lnTo>
                  <a:lnTo>
                    <a:pt x="4229" y="7105"/>
                  </a:lnTo>
                  <a:lnTo>
                    <a:pt x="4210" y="7105"/>
                  </a:lnTo>
                  <a:lnTo>
                    <a:pt x="4210" y="7086"/>
                  </a:lnTo>
                  <a:lnTo>
                    <a:pt x="4191" y="7086"/>
                  </a:lnTo>
                  <a:lnTo>
                    <a:pt x="4172" y="7067"/>
                  </a:lnTo>
                  <a:lnTo>
                    <a:pt x="4152" y="7067"/>
                  </a:lnTo>
                  <a:lnTo>
                    <a:pt x="4152" y="7086"/>
                  </a:lnTo>
                  <a:lnTo>
                    <a:pt x="4133" y="7086"/>
                  </a:lnTo>
                  <a:lnTo>
                    <a:pt x="4133" y="7067"/>
                  </a:lnTo>
                  <a:lnTo>
                    <a:pt x="4115" y="7067"/>
                  </a:lnTo>
                  <a:lnTo>
                    <a:pt x="4115" y="7048"/>
                  </a:lnTo>
                  <a:lnTo>
                    <a:pt x="4096" y="7048"/>
                  </a:lnTo>
                  <a:lnTo>
                    <a:pt x="4096" y="7029"/>
                  </a:lnTo>
                  <a:lnTo>
                    <a:pt x="4096" y="7010"/>
                  </a:lnTo>
                  <a:lnTo>
                    <a:pt x="4076" y="7029"/>
                  </a:lnTo>
                  <a:lnTo>
                    <a:pt x="4057" y="7048"/>
                  </a:lnTo>
                  <a:lnTo>
                    <a:pt x="4038" y="7048"/>
                  </a:lnTo>
                  <a:lnTo>
                    <a:pt x="4019" y="7029"/>
                  </a:lnTo>
                  <a:lnTo>
                    <a:pt x="4000" y="7010"/>
                  </a:lnTo>
                  <a:lnTo>
                    <a:pt x="3981" y="7010"/>
                  </a:lnTo>
                  <a:lnTo>
                    <a:pt x="3962" y="7010"/>
                  </a:lnTo>
                  <a:lnTo>
                    <a:pt x="3943" y="7010"/>
                  </a:lnTo>
                  <a:lnTo>
                    <a:pt x="3924" y="7010"/>
                  </a:lnTo>
                  <a:lnTo>
                    <a:pt x="3924" y="7029"/>
                  </a:lnTo>
                  <a:lnTo>
                    <a:pt x="3905" y="7029"/>
                  </a:lnTo>
                  <a:lnTo>
                    <a:pt x="3886" y="7029"/>
                  </a:lnTo>
                  <a:lnTo>
                    <a:pt x="3886" y="7048"/>
                  </a:lnTo>
                  <a:lnTo>
                    <a:pt x="3867" y="7048"/>
                  </a:lnTo>
                  <a:lnTo>
                    <a:pt x="3791" y="7067"/>
                  </a:lnTo>
                  <a:lnTo>
                    <a:pt x="3771" y="7048"/>
                  </a:lnTo>
                  <a:lnTo>
                    <a:pt x="3752" y="7048"/>
                  </a:lnTo>
                  <a:lnTo>
                    <a:pt x="3771" y="7010"/>
                  </a:lnTo>
                  <a:lnTo>
                    <a:pt x="3771" y="6991"/>
                  </a:lnTo>
                  <a:lnTo>
                    <a:pt x="3752" y="6953"/>
                  </a:lnTo>
                  <a:lnTo>
                    <a:pt x="3734" y="6934"/>
                  </a:lnTo>
                  <a:lnTo>
                    <a:pt x="3734" y="6915"/>
                  </a:lnTo>
                  <a:lnTo>
                    <a:pt x="3715" y="6877"/>
                  </a:lnTo>
                  <a:lnTo>
                    <a:pt x="3715" y="6858"/>
                  </a:lnTo>
                  <a:lnTo>
                    <a:pt x="3715" y="6839"/>
                  </a:lnTo>
                  <a:lnTo>
                    <a:pt x="3695" y="6839"/>
                  </a:lnTo>
                  <a:lnTo>
                    <a:pt x="3639" y="6782"/>
                  </a:lnTo>
                  <a:lnTo>
                    <a:pt x="3639" y="6763"/>
                  </a:lnTo>
                  <a:lnTo>
                    <a:pt x="3639" y="6724"/>
                  </a:lnTo>
                  <a:lnTo>
                    <a:pt x="3619" y="6668"/>
                  </a:lnTo>
                  <a:lnTo>
                    <a:pt x="3619" y="6648"/>
                  </a:lnTo>
                  <a:lnTo>
                    <a:pt x="3619" y="6629"/>
                  </a:lnTo>
                  <a:lnTo>
                    <a:pt x="3619" y="6610"/>
                  </a:lnTo>
                  <a:lnTo>
                    <a:pt x="3600" y="6610"/>
                  </a:lnTo>
                  <a:lnTo>
                    <a:pt x="3600" y="6591"/>
                  </a:lnTo>
                  <a:lnTo>
                    <a:pt x="3581" y="6572"/>
                  </a:lnTo>
                  <a:lnTo>
                    <a:pt x="3562" y="6572"/>
                  </a:lnTo>
                  <a:lnTo>
                    <a:pt x="3562" y="6553"/>
                  </a:lnTo>
                  <a:lnTo>
                    <a:pt x="3543" y="6553"/>
                  </a:lnTo>
                  <a:lnTo>
                    <a:pt x="3562" y="6534"/>
                  </a:lnTo>
                  <a:lnTo>
                    <a:pt x="3562" y="6458"/>
                  </a:lnTo>
                  <a:lnTo>
                    <a:pt x="3562" y="6439"/>
                  </a:lnTo>
                  <a:lnTo>
                    <a:pt x="3581" y="6419"/>
                  </a:lnTo>
                  <a:lnTo>
                    <a:pt x="3600" y="6419"/>
                  </a:lnTo>
                  <a:lnTo>
                    <a:pt x="3600" y="6401"/>
                  </a:lnTo>
                  <a:lnTo>
                    <a:pt x="3600" y="6382"/>
                  </a:lnTo>
                  <a:lnTo>
                    <a:pt x="3619" y="6382"/>
                  </a:lnTo>
                  <a:lnTo>
                    <a:pt x="3619" y="6343"/>
                  </a:lnTo>
                  <a:lnTo>
                    <a:pt x="3639" y="6343"/>
                  </a:lnTo>
                  <a:lnTo>
                    <a:pt x="3639" y="6324"/>
                  </a:lnTo>
                  <a:lnTo>
                    <a:pt x="3657" y="6324"/>
                  </a:lnTo>
                  <a:lnTo>
                    <a:pt x="3657" y="6305"/>
                  </a:lnTo>
                  <a:lnTo>
                    <a:pt x="3657" y="6287"/>
                  </a:lnTo>
                  <a:lnTo>
                    <a:pt x="3639" y="6191"/>
                  </a:lnTo>
                  <a:lnTo>
                    <a:pt x="3619" y="6191"/>
                  </a:lnTo>
                  <a:lnTo>
                    <a:pt x="3619" y="6172"/>
                  </a:lnTo>
                  <a:lnTo>
                    <a:pt x="3524" y="6134"/>
                  </a:lnTo>
                  <a:lnTo>
                    <a:pt x="3524" y="6115"/>
                  </a:lnTo>
                  <a:lnTo>
                    <a:pt x="3486" y="6096"/>
                  </a:lnTo>
                  <a:lnTo>
                    <a:pt x="3486" y="6077"/>
                  </a:lnTo>
                  <a:lnTo>
                    <a:pt x="3486" y="6058"/>
                  </a:lnTo>
                  <a:lnTo>
                    <a:pt x="3505" y="6020"/>
                  </a:lnTo>
                  <a:lnTo>
                    <a:pt x="3505" y="5962"/>
                  </a:lnTo>
                  <a:lnTo>
                    <a:pt x="3505" y="5943"/>
                  </a:lnTo>
                  <a:lnTo>
                    <a:pt x="3505" y="5924"/>
                  </a:lnTo>
                  <a:lnTo>
                    <a:pt x="3524" y="5924"/>
                  </a:lnTo>
                  <a:lnTo>
                    <a:pt x="3524" y="5906"/>
                  </a:lnTo>
                  <a:lnTo>
                    <a:pt x="3543" y="5906"/>
                  </a:lnTo>
                  <a:lnTo>
                    <a:pt x="3543" y="5886"/>
                  </a:lnTo>
                  <a:lnTo>
                    <a:pt x="3543" y="5867"/>
                  </a:lnTo>
                  <a:lnTo>
                    <a:pt x="3543" y="5848"/>
                  </a:lnTo>
                  <a:lnTo>
                    <a:pt x="3524" y="5829"/>
                  </a:lnTo>
                  <a:lnTo>
                    <a:pt x="3524" y="5810"/>
                  </a:lnTo>
                  <a:lnTo>
                    <a:pt x="3486" y="5791"/>
                  </a:lnTo>
                  <a:lnTo>
                    <a:pt x="3467" y="5772"/>
                  </a:lnTo>
                  <a:lnTo>
                    <a:pt x="3410" y="5715"/>
                  </a:lnTo>
                  <a:lnTo>
                    <a:pt x="3390" y="5715"/>
                  </a:lnTo>
                  <a:lnTo>
                    <a:pt x="3372" y="5715"/>
                  </a:lnTo>
                  <a:lnTo>
                    <a:pt x="3353" y="5677"/>
                  </a:lnTo>
                  <a:lnTo>
                    <a:pt x="3353" y="5658"/>
                  </a:lnTo>
                  <a:lnTo>
                    <a:pt x="3353" y="5639"/>
                  </a:lnTo>
                  <a:lnTo>
                    <a:pt x="3353" y="5620"/>
                  </a:lnTo>
                  <a:lnTo>
                    <a:pt x="3334" y="5620"/>
                  </a:lnTo>
                  <a:lnTo>
                    <a:pt x="3314" y="5601"/>
                  </a:lnTo>
                  <a:lnTo>
                    <a:pt x="3295" y="5620"/>
                  </a:lnTo>
                  <a:lnTo>
                    <a:pt x="3276" y="5620"/>
                  </a:lnTo>
                  <a:lnTo>
                    <a:pt x="3258" y="5639"/>
                  </a:lnTo>
                  <a:lnTo>
                    <a:pt x="3238" y="5639"/>
                  </a:lnTo>
                  <a:lnTo>
                    <a:pt x="3219" y="5639"/>
                  </a:lnTo>
                  <a:lnTo>
                    <a:pt x="3200" y="5658"/>
                  </a:lnTo>
                  <a:lnTo>
                    <a:pt x="3200" y="5677"/>
                  </a:lnTo>
                  <a:lnTo>
                    <a:pt x="3181" y="5677"/>
                  </a:lnTo>
                  <a:lnTo>
                    <a:pt x="3162" y="5696"/>
                  </a:lnTo>
                  <a:lnTo>
                    <a:pt x="3143" y="5677"/>
                  </a:lnTo>
                  <a:lnTo>
                    <a:pt x="3124" y="5639"/>
                  </a:lnTo>
                  <a:lnTo>
                    <a:pt x="3105" y="5620"/>
                  </a:lnTo>
                  <a:lnTo>
                    <a:pt x="3086" y="5620"/>
                  </a:lnTo>
                  <a:lnTo>
                    <a:pt x="2972" y="5620"/>
                  </a:lnTo>
                  <a:lnTo>
                    <a:pt x="2972" y="5639"/>
                  </a:lnTo>
                  <a:lnTo>
                    <a:pt x="2953" y="5639"/>
                  </a:lnTo>
                  <a:lnTo>
                    <a:pt x="2933" y="5658"/>
                  </a:lnTo>
                  <a:lnTo>
                    <a:pt x="2953" y="5677"/>
                  </a:lnTo>
                  <a:lnTo>
                    <a:pt x="2953" y="5696"/>
                  </a:lnTo>
                  <a:lnTo>
                    <a:pt x="2953" y="5734"/>
                  </a:lnTo>
                  <a:lnTo>
                    <a:pt x="2933" y="5753"/>
                  </a:lnTo>
                  <a:lnTo>
                    <a:pt x="2914" y="5753"/>
                  </a:lnTo>
                  <a:lnTo>
                    <a:pt x="2895" y="5753"/>
                  </a:lnTo>
                  <a:lnTo>
                    <a:pt x="2877" y="5753"/>
                  </a:lnTo>
                  <a:lnTo>
                    <a:pt x="2877" y="5734"/>
                  </a:lnTo>
                  <a:lnTo>
                    <a:pt x="2877" y="5715"/>
                  </a:lnTo>
                  <a:lnTo>
                    <a:pt x="2857" y="5696"/>
                  </a:lnTo>
                  <a:lnTo>
                    <a:pt x="2838" y="5677"/>
                  </a:lnTo>
                  <a:lnTo>
                    <a:pt x="2838" y="5715"/>
                  </a:lnTo>
                  <a:lnTo>
                    <a:pt x="2838" y="5734"/>
                  </a:lnTo>
                  <a:lnTo>
                    <a:pt x="2819" y="5753"/>
                  </a:lnTo>
                  <a:lnTo>
                    <a:pt x="2819" y="5772"/>
                  </a:lnTo>
                  <a:lnTo>
                    <a:pt x="2800" y="5772"/>
                  </a:lnTo>
                  <a:lnTo>
                    <a:pt x="2781" y="5791"/>
                  </a:lnTo>
                  <a:lnTo>
                    <a:pt x="2762" y="5791"/>
                  </a:lnTo>
                  <a:lnTo>
                    <a:pt x="2743" y="5791"/>
                  </a:lnTo>
                  <a:lnTo>
                    <a:pt x="2724" y="5772"/>
                  </a:lnTo>
                  <a:lnTo>
                    <a:pt x="2686" y="5772"/>
                  </a:lnTo>
                  <a:lnTo>
                    <a:pt x="2667" y="5753"/>
                  </a:lnTo>
                  <a:lnTo>
                    <a:pt x="2648" y="5734"/>
                  </a:lnTo>
                  <a:lnTo>
                    <a:pt x="2648" y="5696"/>
                  </a:lnTo>
                  <a:lnTo>
                    <a:pt x="2628" y="5677"/>
                  </a:lnTo>
                  <a:lnTo>
                    <a:pt x="2610" y="5658"/>
                  </a:lnTo>
                  <a:lnTo>
                    <a:pt x="2591" y="5696"/>
                  </a:lnTo>
                  <a:lnTo>
                    <a:pt x="2628" y="5753"/>
                  </a:lnTo>
                  <a:lnTo>
                    <a:pt x="2591" y="5791"/>
                  </a:lnTo>
                  <a:lnTo>
                    <a:pt x="2572" y="5791"/>
                  </a:lnTo>
                  <a:lnTo>
                    <a:pt x="2552" y="5772"/>
                  </a:lnTo>
                  <a:lnTo>
                    <a:pt x="2533" y="5753"/>
                  </a:lnTo>
                  <a:lnTo>
                    <a:pt x="2457" y="5753"/>
                  </a:lnTo>
                  <a:lnTo>
                    <a:pt x="2419" y="5772"/>
                  </a:lnTo>
                  <a:lnTo>
                    <a:pt x="2381" y="5772"/>
                  </a:lnTo>
                  <a:lnTo>
                    <a:pt x="2362" y="5772"/>
                  </a:lnTo>
                  <a:lnTo>
                    <a:pt x="2305" y="5772"/>
                  </a:lnTo>
                  <a:lnTo>
                    <a:pt x="2286" y="5772"/>
                  </a:lnTo>
                  <a:lnTo>
                    <a:pt x="2248" y="5791"/>
                  </a:lnTo>
                  <a:lnTo>
                    <a:pt x="2229" y="5810"/>
                  </a:lnTo>
                  <a:lnTo>
                    <a:pt x="2210" y="5810"/>
                  </a:lnTo>
                  <a:lnTo>
                    <a:pt x="2152" y="5791"/>
                  </a:lnTo>
                  <a:lnTo>
                    <a:pt x="2134" y="5791"/>
                  </a:lnTo>
                  <a:lnTo>
                    <a:pt x="2095" y="5791"/>
                  </a:lnTo>
                  <a:lnTo>
                    <a:pt x="2057" y="5791"/>
                  </a:lnTo>
                  <a:lnTo>
                    <a:pt x="2038" y="5810"/>
                  </a:lnTo>
                  <a:lnTo>
                    <a:pt x="2019" y="5829"/>
                  </a:lnTo>
                  <a:lnTo>
                    <a:pt x="2019" y="5867"/>
                  </a:lnTo>
                  <a:lnTo>
                    <a:pt x="2000" y="5886"/>
                  </a:lnTo>
                  <a:lnTo>
                    <a:pt x="2000" y="5906"/>
                  </a:lnTo>
                  <a:lnTo>
                    <a:pt x="2000" y="5924"/>
                  </a:lnTo>
                  <a:lnTo>
                    <a:pt x="2000" y="5943"/>
                  </a:lnTo>
                  <a:lnTo>
                    <a:pt x="2000" y="6001"/>
                  </a:lnTo>
                  <a:lnTo>
                    <a:pt x="2000" y="6020"/>
                  </a:lnTo>
                  <a:lnTo>
                    <a:pt x="2019" y="6038"/>
                  </a:lnTo>
                  <a:lnTo>
                    <a:pt x="2019" y="6058"/>
                  </a:lnTo>
                  <a:lnTo>
                    <a:pt x="1981" y="6077"/>
                  </a:lnTo>
                  <a:lnTo>
                    <a:pt x="1962" y="6077"/>
                  </a:lnTo>
                  <a:lnTo>
                    <a:pt x="1924" y="6058"/>
                  </a:lnTo>
                  <a:lnTo>
                    <a:pt x="1924" y="6038"/>
                  </a:lnTo>
                  <a:lnTo>
                    <a:pt x="1905" y="5962"/>
                  </a:lnTo>
                  <a:lnTo>
                    <a:pt x="1924" y="5886"/>
                  </a:lnTo>
                  <a:lnTo>
                    <a:pt x="1905" y="5829"/>
                  </a:lnTo>
                  <a:lnTo>
                    <a:pt x="1886" y="5791"/>
                  </a:lnTo>
                  <a:lnTo>
                    <a:pt x="1848" y="5791"/>
                  </a:lnTo>
                  <a:lnTo>
                    <a:pt x="1829" y="5810"/>
                  </a:lnTo>
                  <a:lnTo>
                    <a:pt x="1790" y="5886"/>
                  </a:lnTo>
                  <a:lnTo>
                    <a:pt x="1771" y="5924"/>
                  </a:lnTo>
                  <a:lnTo>
                    <a:pt x="1753" y="5943"/>
                  </a:lnTo>
                  <a:lnTo>
                    <a:pt x="1714" y="5962"/>
                  </a:lnTo>
                  <a:lnTo>
                    <a:pt x="1695" y="5943"/>
                  </a:lnTo>
                  <a:lnTo>
                    <a:pt x="1676" y="5924"/>
                  </a:lnTo>
                  <a:lnTo>
                    <a:pt x="1657" y="5886"/>
                  </a:lnTo>
                  <a:lnTo>
                    <a:pt x="1638" y="5867"/>
                  </a:lnTo>
                  <a:lnTo>
                    <a:pt x="1619" y="5810"/>
                  </a:lnTo>
                  <a:lnTo>
                    <a:pt x="1619" y="5791"/>
                  </a:lnTo>
                  <a:lnTo>
                    <a:pt x="1600" y="5753"/>
                  </a:lnTo>
                  <a:lnTo>
                    <a:pt x="1600" y="5715"/>
                  </a:lnTo>
                  <a:lnTo>
                    <a:pt x="1619" y="5696"/>
                  </a:lnTo>
                  <a:lnTo>
                    <a:pt x="1619" y="5677"/>
                  </a:lnTo>
                  <a:lnTo>
                    <a:pt x="1619" y="5658"/>
                  </a:lnTo>
                  <a:lnTo>
                    <a:pt x="1657" y="5658"/>
                  </a:lnTo>
                  <a:lnTo>
                    <a:pt x="1657" y="5639"/>
                  </a:lnTo>
                  <a:lnTo>
                    <a:pt x="1657" y="5620"/>
                  </a:lnTo>
                  <a:lnTo>
                    <a:pt x="1638" y="5620"/>
                  </a:lnTo>
                  <a:lnTo>
                    <a:pt x="1619" y="5620"/>
                  </a:lnTo>
                  <a:lnTo>
                    <a:pt x="1600" y="5620"/>
                  </a:lnTo>
                  <a:lnTo>
                    <a:pt x="1524" y="5620"/>
                  </a:lnTo>
                  <a:lnTo>
                    <a:pt x="1505" y="5620"/>
                  </a:lnTo>
                  <a:lnTo>
                    <a:pt x="1429" y="5581"/>
                  </a:lnTo>
                  <a:lnTo>
                    <a:pt x="1372" y="5581"/>
                  </a:lnTo>
                  <a:lnTo>
                    <a:pt x="1067" y="5581"/>
                  </a:lnTo>
                  <a:lnTo>
                    <a:pt x="933" y="5562"/>
                  </a:lnTo>
                  <a:lnTo>
                    <a:pt x="647" y="5525"/>
                  </a:lnTo>
                  <a:lnTo>
                    <a:pt x="610" y="5505"/>
                  </a:lnTo>
                  <a:lnTo>
                    <a:pt x="571" y="5467"/>
                  </a:lnTo>
                  <a:lnTo>
                    <a:pt x="552" y="5448"/>
                  </a:lnTo>
                  <a:lnTo>
                    <a:pt x="533" y="5429"/>
                  </a:lnTo>
                  <a:lnTo>
                    <a:pt x="495" y="5429"/>
                  </a:lnTo>
                  <a:lnTo>
                    <a:pt x="457" y="5448"/>
                  </a:lnTo>
                  <a:lnTo>
                    <a:pt x="438" y="5448"/>
                  </a:lnTo>
                  <a:lnTo>
                    <a:pt x="419" y="5486"/>
                  </a:lnTo>
                  <a:lnTo>
                    <a:pt x="343" y="5562"/>
                  </a:lnTo>
                  <a:lnTo>
                    <a:pt x="324" y="5581"/>
                  </a:lnTo>
                  <a:lnTo>
                    <a:pt x="305" y="5581"/>
                  </a:lnTo>
                  <a:lnTo>
                    <a:pt x="134" y="5639"/>
                  </a:lnTo>
                  <a:lnTo>
                    <a:pt x="114" y="5658"/>
                  </a:lnTo>
                  <a:lnTo>
                    <a:pt x="57" y="5696"/>
                  </a:lnTo>
                  <a:lnTo>
                    <a:pt x="19" y="5753"/>
                  </a:lnTo>
                  <a:lnTo>
                    <a:pt x="19" y="5677"/>
                  </a:lnTo>
                  <a:lnTo>
                    <a:pt x="19" y="5562"/>
                  </a:lnTo>
                  <a:lnTo>
                    <a:pt x="0" y="5410"/>
                  </a:lnTo>
                  <a:lnTo>
                    <a:pt x="0" y="5372"/>
                  </a:lnTo>
                  <a:lnTo>
                    <a:pt x="0" y="5353"/>
                  </a:lnTo>
                  <a:lnTo>
                    <a:pt x="19" y="5315"/>
                  </a:lnTo>
                  <a:lnTo>
                    <a:pt x="19" y="5296"/>
                  </a:lnTo>
                  <a:lnTo>
                    <a:pt x="19" y="5239"/>
                  </a:lnTo>
                  <a:lnTo>
                    <a:pt x="38" y="5239"/>
                  </a:lnTo>
                  <a:lnTo>
                    <a:pt x="38" y="5220"/>
                  </a:lnTo>
                  <a:lnTo>
                    <a:pt x="57" y="5220"/>
                  </a:lnTo>
                  <a:lnTo>
                    <a:pt x="76" y="5200"/>
                  </a:lnTo>
                  <a:lnTo>
                    <a:pt x="76" y="5181"/>
                  </a:lnTo>
                  <a:lnTo>
                    <a:pt x="57" y="5163"/>
                  </a:lnTo>
                  <a:lnTo>
                    <a:pt x="57" y="5144"/>
                  </a:lnTo>
                  <a:lnTo>
                    <a:pt x="57" y="5124"/>
                  </a:lnTo>
                  <a:lnTo>
                    <a:pt x="57" y="5105"/>
                  </a:lnTo>
                  <a:lnTo>
                    <a:pt x="76" y="5105"/>
                  </a:lnTo>
                  <a:lnTo>
                    <a:pt x="95" y="5105"/>
                  </a:lnTo>
                  <a:lnTo>
                    <a:pt x="114" y="5124"/>
                  </a:lnTo>
                  <a:lnTo>
                    <a:pt x="134" y="5124"/>
                  </a:lnTo>
                  <a:lnTo>
                    <a:pt x="134" y="5144"/>
                  </a:lnTo>
                  <a:lnTo>
                    <a:pt x="153" y="5144"/>
                  </a:lnTo>
                  <a:lnTo>
                    <a:pt x="153" y="5124"/>
                  </a:lnTo>
                  <a:lnTo>
                    <a:pt x="171" y="5105"/>
                  </a:lnTo>
                  <a:lnTo>
                    <a:pt x="153" y="5086"/>
                  </a:lnTo>
                  <a:lnTo>
                    <a:pt x="134" y="5067"/>
                  </a:lnTo>
                  <a:lnTo>
                    <a:pt x="134" y="5048"/>
                  </a:lnTo>
                  <a:lnTo>
                    <a:pt x="153" y="5010"/>
                  </a:lnTo>
                  <a:lnTo>
                    <a:pt x="153" y="4991"/>
                  </a:lnTo>
                  <a:lnTo>
                    <a:pt x="153" y="4972"/>
                  </a:lnTo>
                  <a:lnTo>
                    <a:pt x="171" y="4953"/>
                  </a:lnTo>
                  <a:lnTo>
                    <a:pt x="171" y="4934"/>
                  </a:lnTo>
                  <a:lnTo>
                    <a:pt x="190" y="4915"/>
                  </a:lnTo>
                  <a:lnTo>
                    <a:pt x="229" y="4896"/>
                  </a:lnTo>
                  <a:lnTo>
                    <a:pt x="248" y="4877"/>
                  </a:lnTo>
                  <a:lnTo>
                    <a:pt x="248" y="4858"/>
                  </a:lnTo>
                  <a:lnTo>
                    <a:pt x="248" y="4839"/>
                  </a:lnTo>
                  <a:lnTo>
                    <a:pt x="267" y="4819"/>
                  </a:lnTo>
                  <a:lnTo>
                    <a:pt x="286" y="4819"/>
                  </a:lnTo>
                  <a:lnTo>
                    <a:pt x="305" y="4801"/>
                  </a:lnTo>
                  <a:lnTo>
                    <a:pt x="324" y="4782"/>
                  </a:lnTo>
                  <a:lnTo>
                    <a:pt x="343" y="4763"/>
                  </a:lnTo>
                  <a:lnTo>
                    <a:pt x="381" y="4782"/>
                  </a:lnTo>
                  <a:lnTo>
                    <a:pt x="400" y="4782"/>
                  </a:lnTo>
                  <a:lnTo>
                    <a:pt x="438" y="4763"/>
                  </a:lnTo>
                  <a:lnTo>
                    <a:pt x="457" y="4743"/>
                  </a:lnTo>
                  <a:lnTo>
                    <a:pt x="476" y="4705"/>
                  </a:lnTo>
                  <a:lnTo>
                    <a:pt x="495" y="4705"/>
                  </a:lnTo>
                  <a:lnTo>
                    <a:pt x="495" y="4687"/>
                  </a:lnTo>
                  <a:lnTo>
                    <a:pt x="495" y="4667"/>
                  </a:lnTo>
                  <a:lnTo>
                    <a:pt x="495" y="4648"/>
                  </a:lnTo>
                  <a:lnTo>
                    <a:pt x="495" y="4629"/>
                  </a:lnTo>
                  <a:lnTo>
                    <a:pt x="476" y="4610"/>
                  </a:lnTo>
                  <a:lnTo>
                    <a:pt x="476" y="4591"/>
                  </a:lnTo>
                  <a:lnTo>
                    <a:pt x="495" y="4591"/>
                  </a:lnTo>
                  <a:lnTo>
                    <a:pt x="515" y="4572"/>
                  </a:lnTo>
                  <a:lnTo>
                    <a:pt x="533" y="4534"/>
                  </a:lnTo>
                  <a:lnTo>
                    <a:pt x="647" y="4382"/>
                  </a:lnTo>
                  <a:lnTo>
                    <a:pt x="686" y="4362"/>
                  </a:lnTo>
                  <a:lnTo>
                    <a:pt x="705" y="4343"/>
                  </a:lnTo>
                  <a:lnTo>
                    <a:pt x="857" y="4324"/>
                  </a:lnTo>
                  <a:lnTo>
                    <a:pt x="876" y="4324"/>
                  </a:lnTo>
                  <a:lnTo>
                    <a:pt x="896" y="4306"/>
                  </a:lnTo>
                  <a:lnTo>
                    <a:pt x="914" y="4286"/>
                  </a:lnTo>
                  <a:lnTo>
                    <a:pt x="933" y="4286"/>
                  </a:lnTo>
                  <a:lnTo>
                    <a:pt x="972" y="4267"/>
                  </a:lnTo>
                  <a:lnTo>
                    <a:pt x="1048" y="4286"/>
                  </a:lnTo>
                  <a:lnTo>
                    <a:pt x="1105" y="4286"/>
                  </a:lnTo>
                  <a:lnTo>
                    <a:pt x="1143" y="4286"/>
                  </a:lnTo>
                  <a:lnTo>
                    <a:pt x="1333" y="4210"/>
                  </a:lnTo>
                  <a:lnTo>
                    <a:pt x="1353" y="4191"/>
                  </a:lnTo>
                  <a:lnTo>
                    <a:pt x="1372" y="4191"/>
                  </a:lnTo>
                  <a:lnTo>
                    <a:pt x="1391" y="4172"/>
                  </a:lnTo>
                  <a:lnTo>
                    <a:pt x="1409" y="4153"/>
                  </a:lnTo>
                  <a:lnTo>
                    <a:pt x="1429" y="4153"/>
                  </a:lnTo>
                  <a:lnTo>
                    <a:pt x="1429" y="4172"/>
                  </a:lnTo>
                  <a:lnTo>
                    <a:pt x="1448" y="4172"/>
                  </a:lnTo>
                  <a:lnTo>
                    <a:pt x="1448" y="4210"/>
                  </a:lnTo>
                  <a:lnTo>
                    <a:pt x="1467" y="4229"/>
                  </a:lnTo>
                  <a:lnTo>
                    <a:pt x="1486" y="4267"/>
                  </a:lnTo>
                  <a:lnTo>
                    <a:pt x="1505" y="4286"/>
                  </a:lnTo>
                  <a:lnTo>
                    <a:pt x="1524" y="4286"/>
                  </a:lnTo>
                  <a:lnTo>
                    <a:pt x="1543" y="4286"/>
                  </a:lnTo>
                  <a:lnTo>
                    <a:pt x="1714" y="4134"/>
                  </a:lnTo>
                  <a:lnTo>
                    <a:pt x="1734" y="4096"/>
                  </a:lnTo>
                  <a:lnTo>
                    <a:pt x="1753" y="4077"/>
                  </a:lnTo>
                  <a:lnTo>
                    <a:pt x="1771" y="4077"/>
                  </a:lnTo>
                  <a:lnTo>
                    <a:pt x="1867" y="4039"/>
                  </a:lnTo>
                  <a:lnTo>
                    <a:pt x="1943" y="4001"/>
                  </a:lnTo>
                  <a:lnTo>
                    <a:pt x="1962" y="4001"/>
                  </a:lnTo>
                  <a:lnTo>
                    <a:pt x="2019" y="4020"/>
                  </a:lnTo>
                  <a:lnTo>
                    <a:pt x="2057" y="4020"/>
                  </a:lnTo>
                  <a:lnTo>
                    <a:pt x="2248" y="4001"/>
                  </a:lnTo>
                  <a:lnTo>
                    <a:pt x="2476" y="4020"/>
                  </a:lnTo>
                  <a:lnTo>
                    <a:pt x="2552" y="4020"/>
                  </a:lnTo>
                  <a:lnTo>
                    <a:pt x="2591" y="4020"/>
                  </a:lnTo>
                  <a:lnTo>
                    <a:pt x="2628" y="4020"/>
                  </a:lnTo>
                  <a:lnTo>
                    <a:pt x="2667" y="4039"/>
                  </a:lnTo>
                  <a:lnTo>
                    <a:pt x="2686" y="4057"/>
                  </a:lnTo>
                  <a:lnTo>
                    <a:pt x="2705" y="4077"/>
                  </a:lnTo>
                  <a:lnTo>
                    <a:pt x="2724" y="4077"/>
                  </a:lnTo>
                  <a:lnTo>
                    <a:pt x="2743" y="4077"/>
                  </a:lnTo>
                  <a:lnTo>
                    <a:pt x="2762" y="4077"/>
                  </a:lnTo>
                  <a:lnTo>
                    <a:pt x="2781" y="4077"/>
                  </a:lnTo>
                  <a:lnTo>
                    <a:pt x="2781" y="4096"/>
                  </a:lnTo>
                  <a:lnTo>
                    <a:pt x="2800" y="4096"/>
                  </a:lnTo>
                  <a:lnTo>
                    <a:pt x="2819" y="4096"/>
                  </a:lnTo>
                  <a:lnTo>
                    <a:pt x="2857" y="4096"/>
                  </a:lnTo>
                  <a:lnTo>
                    <a:pt x="2877" y="4115"/>
                  </a:lnTo>
                  <a:lnTo>
                    <a:pt x="2895" y="4115"/>
                  </a:lnTo>
                  <a:lnTo>
                    <a:pt x="2914" y="4115"/>
                  </a:lnTo>
                  <a:lnTo>
                    <a:pt x="3143" y="3981"/>
                  </a:lnTo>
                  <a:lnTo>
                    <a:pt x="3162" y="3981"/>
                  </a:lnTo>
                  <a:lnTo>
                    <a:pt x="3181" y="3962"/>
                  </a:lnTo>
                  <a:lnTo>
                    <a:pt x="3200" y="3925"/>
                  </a:lnTo>
                  <a:lnTo>
                    <a:pt x="3200" y="3905"/>
                  </a:lnTo>
                  <a:lnTo>
                    <a:pt x="3219" y="3886"/>
                  </a:lnTo>
                  <a:lnTo>
                    <a:pt x="3238" y="3867"/>
                  </a:lnTo>
                  <a:lnTo>
                    <a:pt x="3353" y="3829"/>
                  </a:lnTo>
                  <a:lnTo>
                    <a:pt x="3372" y="3810"/>
                  </a:lnTo>
                  <a:lnTo>
                    <a:pt x="3390" y="3810"/>
                  </a:lnTo>
                  <a:lnTo>
                    <a:pt x="3390" y="3791"/>
                  </a:lnTo>
                  <a:lnTo>
                    <a:pt x="3410" y="3791"/>
                  </a:lnTo>
                  <a:lnTo>
                    <a:pt x="3429" y="3791"/>
                  </a:lnTo>
                  <a:lnTo>
                    <a:pt x="3429" y="3772"/>
                  </a:lnTo>
                  <a:lnTo>
                    <a:pt x="3448" y="3753"/>
                  </a:lnTo>
                  <a:lnTo>
                    <a:pt x="3467" y="3734"/>
                  </a:lnTo>
                  <a:lnTo>
                    <a:pt x="3486" y="3734"/>
                  </a:lnTo>
                  <a:lnTo>
                    <a:pt x="3505" y="3734"/>
                  </a:lnTo>
                  <a:lnTo>
                    <a:pt x="3486" y="3677"/>
                  </a:lnTo>
                  <a:lnTo>
                    <a:pt x="3467" y="3658"/>
                  </a:lnTo>
                  <a:lnTo>
                    <a:pt x="3467" y="3639"/>
                  </a:lnTo>
                  <a:lnTo>
                    <a:pt x="3467" y="3620"/>
                  </a:lnTo>
                  <a:lnTo>
                    <a:pt x="3448" y="3620"/>
                  </a:lnTo>
                  <a:lnTo>
                    <a:pt x="3448" y="3600"/>
                  </a:lnTo>
                  <a:lnTo>
                    <a:pt x="3448" y="3581"/>
                  </a:lnTo>
                  <a:lnTo>
                    <a:pt x="3448" y="3563"/>
                  </a:lnTo>
                  <a:lnTo>
                    <a:pt x="3429" y="3544"/>
                  </a:lnTo>
                  <a:lnTo>
                    <a:pt x="3429" y="3524"/>
                  </a:lnTo>
                  <a:lnTo>
                    <a:pt x="3429" y="3505"/>
                  </a:lnTo>
                  <a:lnTo>
                    <a:pt x="3429" y="3486"/>
                  </a:lnTo>
                  <a:lnTo>
                    <a:pt x="3448" y="3467"/>
                  </a:lnTo>
                  <a:lnTo>
                    <a:pt x="3448" y="3448"/>
                  </a:lnTo>
                  <a:lnTo>
                    <a:pt x="3448" y="3429"/>
                  </a:lnTo>
                  <a:lnTo>
                    <a:pt x="3448" y="3410"/>
                  </a:lnTo>
                  <a:lnTo>
                    <a:pt x="3467" y="3410"/>
                  </a:lnTo>
                  <a:lnTo>
                    <a:pt x="3467" y="3391"/>
                  </a:lnTo>
                  <a:lnTo>
                    <a:pt x="3486" y="3372"/>
                  </a:lnTo>
                  <a:lnTo>
                    <a:pt x="3486" y="3353"/>
                  </a:lnTo>
                  <a:lnTo>
                    <a:pt x="3505" y="3353"/>
                  </a:lnTo>
                  <a:lnTo>
                    <a:pt x="3505" y="3334"/>
                  </a:lnTo>
                  <a:lnTo>
                    <a:pt x="3505" y="3296"/>
                  </a:lnTo>
                  <a:lnTo>
                    <a:pt x="3505" y="3277"/>
                  </a:lnTo>
                  <a:lnTo>
                    <a:pt x="3505" y="3258"/>
                  </a:lnTo>
                  <a:lnTo>
                    <a:pt x="3505" y="3239"/>
                  </a:lnTo>
                  <a:lnTo>
                    <a:pt x="3486" y="3219"/>
                  </a:lnTo>
                  <a:lnTo>
                    <a:pt x="3467" y="3219"/>
                  </a:lnTo>
                  <a:lnTo>
                    <a:pt x="3448" y="3200"/>
                  </a:lnTo>
                  <a:lnTo>
                    <a:pt x="3429" y="3200"/>
                  </a:lnTo>
                  <a:lnTo>
                    <a:pt x="3410" y="3200"/>
                  </a:lnTo>
                  <a:lnTo>
                    <a:pt x="3410" y="3182"/>
                  </a:lnTo>
                  <a:lnTo>
                    <a:pt x="3390" y="3182"/>
                  </a:lnTo>
                  <a:lnTo>
                    <a:pt x="3372" y="3182"/>
                  </a:lnTo>
                  <a:lnTo>
                    <a:pt x="3353" y="3182"/>
                  </a:lnTo>
                  <a:lnTo>
                    <a:pt x="3353" y="3200"/>
                  </a:lnTo>
                  <a:lnTo>
                    <a:pt x="3334" y="3200"/>
                  </a:lnTo>
                  <a:lnTo>
                    <a:pt x="3314" y="3200"/>
                  </a:lnTo>
                  <a:lnTo>
                    <a:pt x="3295" y="3200"/>
                  </a:lnTo>
                  <a:lnTo>
                    <a:pt x="3276" y="3163"/>
                  </a:lnTo>
                  <a:lnTo>
                    <a:pt x="3276" y="3143"/>
                  </a:lnTo>
                  <a:lnTo>
                    <a:pt x="3258" y="3143"/>
                  </a:lnTo>
                  <a:lnTo>
                    <a:pt x="3258" y="3105"/>
                  </a:lnTo>
                  <a:lnTo>
                    <a:pt x="3276" y="3086"/>
                  </a:lnTo>
                  <a:lnTo>
                    <a:pt x="3276" y="3067"/>
                  </a:lnTo>
                  <a:lnTo>
                    <a:pt x="3276" y="3048"/>
                  </a:lnTo>
                  <a:lnTo>
                    <a:pt x="3276" y="3029"/>
                  </a:lnTo>
                  <a:lnTo>
                    <a:pt x="3295" y="3010"/>
                  </a:lnTo>
                  <a:lnTo>
                    <a:pt x="3314" y="3010"/>
                  </a:lnTo>
                  <a:lnTo>
                    <a:pt x="3314" y="3029"/>
                  </a:lnTo>
                  <a:lnTo>
                    <a:pt x="3334" y="3029"/>
                  </a:lnTo>
                  <a:lnTo>
                    <a:pt x="3353" y="3029"/>
                  </a:lnTo>
                  <a:lnTo>
                    <a:pt x="3353" y="3010"/>
                  </a:lnTo>
                  <a:lnTo>
                    <a:pt x="3353" y="2991"/>
                  </a:lnTo>
                  <a:lnTo>
                    <a:pt x="3372" y="2991"/>
                  </a:lnTo>
                  <a:lnTo>
                    <a:pt x="3372" y="2972"/>
                  </a:lnTo>
                  <a:lnTo>
                    <a:pt x="3372" y="2953"/>
                  </a:lnTo>
                  <a:lnTo>
                    <a:pt x="3372" y="2934"/>
                  </a:lnTo>
                  <a:lnTo>
                    <a:pt x="3390" y="2934"/>
                  </a:lnTo>
                  <a:lnTo>
                    <a:pt x="3390" y="2915"/>
                  </a:lnTo>
                  <a:lnTo>
                    <a:pt x="3410" y="2915"/>
                  </a:lnTo>
                  <a:lnTo>
                    <a:pt x="3410" y="2896"/>
                  </a:lnTo>
                  <a:lnTo>
                    <a:pt x="3429" y="2896"/>
                  </a:lnTo>
                  <a:lnTo>
                    <a:pt x="3448" y="2877"/>
                  </a:lnTo>
                  <a:lnTo>
                    <a:pt x="3429" y="2858"/>
                  </a:lnTo>
                  <a:lnTo>
                    <a:pt x="3448" y="2858"/>
                  </a:lnTo>
                  <a:lnTo>
                    <a:pt x="3448" y="2838"/>
                  </a:lnTo>
                  <a:lnTo>
                    <a:pt x="3467" y="2838"/>
                  </a:lnTo>
                  <a:lnTo>
                    <a:pt x="3467" y="2820"/>
                  </a:lnTo>
                  <a:lnTo>
                    <a:pt x="3486" y="2820"/>
                  </a:lnTo>
                  <a:lnTo>
                    <a:pt x="3486" y="2838"/>
                  </a:lnTo>
                  <a:lnTo>
                    <a:pt x="3505" y="2820"/>
                  </a:lnTo>
                  <a:lnTo>
                    <a:pt x="3505" y="2801"/>
                  </a:lnTo>
                  <a:lnTo>
                    <a:pt x="3524" y="2801"/>
                  </a:lnTo>
                  <a:lnTo>
                    <a:pt x="3524" y="2782"/>
                  </a:lnTo>
                  <a:lnTo>
                    <a:pt x="3543" y="2782"/>
                  </a:lnTo>
                  <a:lnTo>
                    <a:pt x="3543" y="2762"/>
                  </a:lnTo>
                  <a:lnTo>
                    <a:pt x="3562" y="2762"/>
                  </a:lnTo>
                  <a:lnTo>
                    <a:pt x="3543" y="2724"/>
                  </a:lnTo>
                  <a:lnTo>
                    <a:pt x="3543" y="2706"/>
                  </a:lnTo>
                  <a:lnTo>
                    <a:pt x="3562" y="2686"/>
                  </a:lnTo>
                  <a:lnTo>
                    <a:pt x="3581" y="2686"/>
                  </a:lnTo>
                  <a:lnTo>
                    <a:pt x="3581" y="2667"/>
                  </a:lnTo>
                  <a:lnTo>
                    <a:pt x="3600" y="2686"/>
                  </a:lnTo>
                  <a:lnTo>
                    <a:pt x="3619" y="2686"/>
                  </a:lnTo>
                  <a:lnTo>
                    <a:pt x="3619" y="2667"/>
                  </a:lnTo>
                  <a:lnTo>
                    <a:pt x="3619" y="2648"/>
                  </a:lnTo>
                  <a:lnTo>
                    <a:pt x="3600" y="2610"/>
                  </a:lnTo>
                  <a:lnTo>
                    <a:pt x="3600" y="2591"/>
                  </a:lnTo>
                  <a:lnTo>
                    <a:pt x="3600" y="2572"/>
                  </a:lnTo>
                  <a:lnTo>
                    <a:pt x="3581" y="2534"/>
                  </a:lnTo>
                  <a:lnTo>
                    <a:pt x="3581" y="2515"/>
                  </a:lnTo>
                  <a:lnTo>
                    <a:pt x="3562" y="2515"/>
                  </a:lnTo>
                  <a:lnTo>
                    <a:pt x="3562" y="2496"/>
                  </a:lnTo>
                  <a:lnTo>
                    <a:pt x="3543" y="2420"/>
                  </a:lnTo>
                  <a:lnTo>
                    <a:pt x="3524" y="2401"/>
                  </a:lnTo>
                  <a:lnTo>
                    <a:pt x="3524" y="2381"/>
                  </a:lnTo>
                  <a:lnTo>
                    <a:pt x="3505" y="2362"/>
                  </a:lnTo>
                  <a:lnTo>
                    <a:pt x="3505" y="2343"/>
                  </a:lnTo>
                  <a:lnTo>
                    <a:pt x="3486" y="2343"/>
                  </a:lnTo>
                  <a:lnTo>
                    <a:pt x="3486" y="2325"/>
                  </a:lnTo>
                  <a:lnTo>
                    <a:pt x="3467" y="2325"/>
                  </a:lnTo>
                  <a:lnTo>
                    <a:pt x="3448" y="2305"/>
                  </a:lnTo>
                  <a:lnTo>
                    <a:pt x="3429" y="2286"/>
                  </a:lnTo>
                  <a:lnTo>
                    <a:pt x="3410" y="2286"/>
                  </a:lnTo>
                  <a:lnTo>
                    <a:pt x="3390" y="2267"/>
                  </a:lnTo>
                  <a:lnTo>
                    <a:pt x="3353" y="2229"/>
                  </a:lnTo>
                  <a:lnTo>
                    <a:pt x="3334" y="2210"/>
                  </a:lnTo>
                  <a:lnTo>
                    <a:pt x="3334" y="2191"/>
                  </a:lnTo>
                  <a:lnTo>
                    <a:pt x="3353" y="2115"/>
                  </a:lnTo>
                  <a:lnTo>
                    <a:pt x="3390" y="2076"/>
                  </a:lnTo>
                  <a:lnTo>
                    <a:pt x="3410" y="2058"/>
                  </a:lnTo>
                  <a:lnTo>
                    <a:pt x="3410" y="2039"/>
                  </a:lnTo>
                  <a:lnTo>
                    <a:pt x="3429" y="2000"/>
                  </a:lnTo>
                  <a:lnTo>
                    <a:pt x="3448" y="1962"/>
                  </a:lnTo>
                  <a:lnTo>
                    <a:pt x="3448" y="1944"/>
                  </a:lnTo>
                  <a:lnTo>
                    <a:pt x="3467" y="1944"/>
                  </a:lnTo>
                  <a:lnTo>
                    <a:pt x="3448" y="1848"/>
                  </a:lnTo>
                  <a:lnTo>
                    <a:pt x="3448" y="1829"/>
                  </a:lnTo>
                  <a:lnTo>
                    <a:pt x="3467" y="1791"/>
                  </a:lnTo>
                  <a:lnTo>
                    <a:pt x="3486" y="1753"/>
                  </a:lnTo>
                </a:path>
              </a:pathLst>
            </a:custGeom>
            <a:solidFill>
              <a:srgbClr val="D6E1D3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E71CB26F-67AB-0C69-9C2C-160FB45D5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0" y="2400300"/>
              <a:ext cx="836613" cy="1403350"/>
            </a:xfrm>
            <a:custGeom>
              <a:avLst/>
              <a:gdLst>
                <a:gd name="T0" fmla="*/ 2147483646 w 4648"/>
                <a:gd name="T1" fmla="*/ 2147483646 h 7791"/>
                <a:gd name="T2" fmla="*/ 2147483646 w 4648"/>
                <a:gd name="T3" fmla="*/ 2147483646 h 7791"/>
                <a:gd name="T4" fmla="*/ 2147483646 w 4648"/>
                <a:gd name="T5" fmla="*/ 2147483646 h 7791"/>
                <a:gd name="T6" fmla="*/ 2147483646 w 4648"/>
                <a:gd name="T7" fmla="*/ 2147483646 h 7791"/>
                <a:gd name="T8" fmla="*/ 2147483646 w 4648"/>
                <a:gd name="T9" fmla="*/ 2147483646 h 7791"/>
                <a:gd name="T10" fmla="*/ 2147483646 w 4648"/>
                <a:gd name="T11" fmla="*/ 2147483646 h 7791"/>
                <a:gd name="T12" fmla="*/ 2147483646 w 4648"/>
                <a:gd name="T13" fmla="*/ 2147483646 h 7791"/>
                <a:gd name="T14" fmla="*/ 2147483646 w 4648"/>
                <a:gd name="T15" fmla="*/ 2147483646 h 7791"/>
                <a:gd name="T16" fmla="*/ 2147483646 w 4648"/>
                <a:gd name="T17" fmla="*/ 2147483646 h 7791"/>
                <a:gd name="T18" fmla="*/ 2147483646 w 4648"/>
                <a:gd name="T19" fmla="*/ 2147483646 h 7791"/>
                <a:gd name="T20" fmla="*/ 2147483646 w 4648"/>
                <a:gd name="T21" fmla="*/ 2147483646 h 7791"/>
                <a:gd name="T22" fmla="*/ 2147483646 w 4648"/>
                <a:gd name="T23" fmla="*/ 2147483646 h 7791"/>
                <a:gd name="T24" fmla="*/ 2147483646 w 4648"/>
                <a:gd name="T25" fmla="*/ 2147483646 h 7791"/>
                <a:gd name="T26" fmla="*/ 2147483646 w 4648"/>
                <a:gd name="T27" fmla="*/ 2147483646 h 7791"/>
                <a:gd name="T28" fmla="*/ 2147483646 w 4648"/>
                <a:gd name="T29" fmla="*/ 2147483646 h 7791"/>
                <a:gd name="T30" fmla="*/ 2147483646 w 4648"/>
                <a:gd name="T31" fmla="*/ 2147483646 h 7791"/>
                <a:gd name="T32" fmla="*/ 2147483646 w 4648"/>
                <a:gd name="T33" fmla="*/ 2147483646 h 7791"/>
                <a:gd name="T34" fmla="*/ 2147483646 w 4648"/>
                <a:gd name="T35" fmla="*/ 2147483646 h 7791"/>
                <a:gd name="T36" fmla="*/ 2147483646 w 4648"/>
                <a:gd name="T37" fmla="*/ 2147483646 h 7791"/>
                <a:gd name="T38" fmla="*/ 2147483646 w 4648"/>
                <a:gd name="T39" fmla="*/ 2147483646 h 7791"/>
                <a:gd name="T40" fmla="*/ 2147483646 w 4648"/>
                <a:gd name="T41" fmla="*/ 2147483646 h 7791"/>
                <a:gd name="T42" fmla="*/ 2147483646 w 4648"/>
                <a:gd name="T43" fmla="*/ 2147483646 h 7791"/>
                <a:gd name="T44" fmla="*/ 2147483646 w 4648"/>
                <a:gd name="T45" fmla="*/ 2147483646 h 7791"/>
                <a:gd name="T46" fmla="*/ 2147483646 w 4648"/>
                <a:gd name="T47" fmla="*/ 2147483646 h 7791"/>
                <a:gd name="T48" fmla="*/ 2147483646 w 4648"/>
                <a:gd name="T49" fmla="*/ 2147483646 h 7791"/>
                <a:gd name="T50" fmla="*/ 2147483646 w 4648"/>
                <a:gd name="T51" fmla="*/ 2147483646 h 7791"/>
                <a:gd name="T52" fmla="*/ 2147483646 w 4648"/>
                <a:gd name="T53" fmla="*/ 2147483646 h 7791"/>
                <a:gd name="T54" fmla="*/ 2147483646 w 4648"/>
                <a:gd name="T55" fmla="*/ 2147483646 h 7791"/>
                <a:gd name="T56" fmla="*/ 2147483646 w 4648"/>
                <a:gd name="T57" fmla="*/ 2147483646 h 7791"/>
                <a:gd name="T58" fmla="*/ 2147483646 w 4648"/>
                <a:gd name="T59" fmla="*/ 2147483646 h 7791"/>
                <a:gd name="T60" fmla="*/ 2147483646 w 4648"/>
                <a:gd name="T61" fmla="*/ 2147483646 h 7791"/>
                <a:gd name="T62" fmla="*/ 2147483646 w 4648"/>
                <a:gd name="T63" fmla="*/ 2147483646 h 7791"/>
                <a:gd name="T64" fmla="*/ 2147483646 w 4648"/>
                <a:gd name="T65" fmla="*/ 2147483646 h 7791"/>
                <a:gd name="T66" fmla="*/ 2147483646 w 4648"/>
                <a:gd name="T67" fmla="*/ 2147483646 h 7791"/>
                <a:gd name="T68" fmla="*/ 2147483646 w 4648"/>
                <a:gd name="T69" fmla="*/ 2147483646 h 7791"/>
                <a:gd name="T70" fmla="*/ 2147483646 w 4648"/>
                <a:gd name="T71" fmla="*/ 2147483646 h 7791"/>
                <a:gd name="T72" fmla="*/ 2147483646 w 4648"/>
                <a:gd name="T73" fmla="*/ 2147483646 h 7791"/>
                <a:gd name="T74" fmla="*/ 2147483646 w 4648"/>
                <a:gd name="T75" fmla="*/ 2147483646 h 7791"/>
                <a:gd name="T76" fmla="*/ 2147483646 w 4648"/>
                <a:gd name="T77" fmla="*/ 2147483646 h 7791"/>
                <a:gd name="T78" fmla="*/ 2147483646 w 4648"/>
                <a:gd name="T79" fmla="*/ 2147483646 h 7791"/>
                <a:gd name="T80" fmla="*/ 2147483646 w 4648"/>
                <a:gd name="T81" fmla="*/ 2147483646 h 7791"/>
                <a:gd name="T82" fmla="*/ 2147483646 w 4648"/>
                <a:gd name="T83" fmla="*/ 2147483646 h 7791"/>
                <a:gd name="T84" fmla="*/ 2147483646 w 4648"/>
                <a:gd name="T85" fmla="*/ 2147483646 h 7791"/>
                <a:gd name="T86" fmla="*/ 2147483646 w 4648"/>
                <a:gd name="T87" fmla="*/ 2147483646 h 7791"/>
                <a:gd name="T88" fmla="*/ 2147483646 w 4648"/>
                <a:gd name="T89" fmla="*/ 2147483646 h 7791"/>
                <a:gd name="T90" fmla="*/ 2147483646 w 4648"/>
                <a:gd name="T91" fmla="*/ 2147483646 h 7791"/>
                <a:gd name="T92" fmla="*/ 2147483646 w 4648"/>
                <a:gd name="T93" fmla="*/ 2147483646 h 7791"/>
                <a:gd name="T94" fmla="*/ 2147483646 w 4648"/>
                <a:gd name="T95" fmla="*/ 2147483646 h 7791"/>
                <a:gd name="T96" fmla="*/ 2147483646 w 4648"/>
                <a:gd name="T97" fmla="*/ 2147483646 h 7791"/>
                <a:gd name="T98" fmla="*/ 2147483646 w 4648"/>
                <a:gd name="T99" fmla="*/ 2147483646 h 7791"/>
                <a:gd name="T100" fmla="*/ 2147483646 w 4648"/>
                <a:gd name="T101" fmla="*/ 2147483646 h 7791"/>
                <a:gd name="T102" fmla="*/ 2147483646 w 4648"/>
                <a:gd name="T103" fmla="*/ 2147483646 h 7791"/>
                <a:gd name="T104" fmla="*/ 2147483646 w 4648"/>
                <a:gd name="T105" fmla="*/ 2147483646 h 7791"/>
                <a:gd name="T106" fmla="*/ 2147483646 w 4648"/>
                <a:gd name="T107" fmla="*/ 2147483646 h 7791"/>
                <a:gd name="T108" fmla="*/ 2147483646 w 4648"/>
                <a:gd name="T109" fmla="*/ 2147483646 h 7791"/>
                <a:gd name="T110" fmla="*/ 2147483646 w 4648"/>
                <a:gd name="T111" fmla="*/ 2147483646 h 7791"/>
                <a:gd name="T112" fmla="*/ 2147483646 w 4648"/>
                <a:gd name="T113" fmla="*/ 2147483646 h 7791"/>
                <a:gd name="T114" fmla="*/ 2147483646 w 4648"/>
                <a:gd name="T115" fmla="*/ 2147483646 h 7791"/>
                <a:gd name="T116" fmla="*/ 2147483646 w 4648"/>
                <a:gd name="T117" fmla="*/ 2147483646 h 7791"/>
                <a:gd name="T118" fmla="*/ 2147483646 w 4648"/>
                <a:gd name="T119" fmla="*/ 2147483646 h 7791"/>
                <a:gd name="T120" fmla="*/ 2147483646 w 4648"/>
                <a:gd name="T121" fmla="*/ 2147483646 h 7791"/>
                <a:gd name="T122" fmla="*/ 2147483646 w 4648"/>
                <a:gd name="T123" fmla="*/ 2147483646 h 7791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48" h="7791">
                  <a:moveTo>
                    <a:pt x="4647" y="4876"/>
                  </a:moveTo>
                  <a:lnTo>
                    <a:pt x="4647" y="4876"/>
                  </a:lnTo>
                  <a:lnTo>
                    <a:pt x="4628" y="4876"/>
                  </a:lnTo>
                  <a:lnTo>
                    <a:pt x="4628" y="4895"/>
                  </a:lnTo>
                  <a:lnTo>
                    <a:pt x="4610" y="4914"/>
                  </a:lnTo>
                  <a:lnTo>
                    <a:pt x="4610" y="4933"/>
                  </a:lnTo>
                  <a:lnTo>
                    <a:pt x="4610" y="4952"/>
                  </a:lnTo>
                  <a:lnTo>
                    <a:pt x="4610" y="4971"/>
                  </a:lnTo>
                  <a:lnTo>
                    <a:pt x="4591" y="4971"/>
                  </a:lnTo>
                  <a:lnTo>
                    <a:pt x="4571" y="4991"/>
                  </a:lnTo>
                  <a:lnTo>
                    <a:pt x="4571" y="5009"/>
                  </a:lnTo>
                  <a:lnTo>
                    <a:pt x="4552" y="5009"/>
                  </a:lnTo>
                  <a:lnTo>
                    <a:pt x="4533" y="5028"/>
                  </a:lnTo>
                  <a:lnTo>
                    <a:pt x="4495" y="5028"/>
                  </a:lnTo>
                  <a:lnTo>
                    <a:pt x="4495" y="5047"/>
                  </a:lnTo>
                  <a:lnTo>
                    <a:pt x="4476" y="5067"/>
                  </a:lnTo>
                  <a:lnTo>
                    <a:pt x="4419" y="5086"/>
                  </a:lnTo>
                  <a:lnTo>
                    <a:pt x="4400" y="5105"/>
                  </a:lnTo>
                  <a:lnTo>
                    <a:pt x="4381" y="5105"/>
                  </a:lnTo>
                  <a:lnTo>
                    <a:pt x="4362" y="5105"/>
                  </a:lnTo>
                  <a:lnTo>
                    <a:pt x="4343" y="5123"/>
                  </a:lnTo>
                  <a:lnTo>
                    <a:pt x="4305" y="5162"/>
                  </a:lnTo>
                  <a:lnTo>
                    <a:pt x="4247" y="5181"/>
                  </a:lnTo>
                  <a:lnTo>
                    <a:pt x="4247" y="5200"/>
                  </a:lnTo>
                  <a:lnTo>
                    <a:pt x="4210" y="5238"/>
                  </a:lnTo>
                  <a:lnTo>
                    <a:pt x="4190" y="5257"/>
                  </a:lnTo>
                  <a:lnTo>
                    <a:pt x="4171" y="5257"/>
                  </a:lnTo>
                  <a:lnTo>
                    <a:pt x="4152" y="5276"/>
                  </a:lnTo>
                  <a:lnTo>
                    <a:pt x="4133" y="5295"/>
                  </a:lnTo>
                  <a:lnTo>
                    <a:pt x="4133" y="5314"/>
                  </a:lnTo>
                  <a:lnTo>
                    <a:pt x="4152" y="5314"/>
                  </a:lnTo>
                  <a:lnTo>
                    <a:pt x="4171" y="5314"/>
                  </a:lnTo>
                  <a:lnTo>
                    <a:pt x="4171" y="5333"/>
                  </a:lnTo>
                  <a:lnTo>
                    <a:pt x="4171" y="5352"/>
                  </a:lnTo>
                  <a:lnTo>
                    <a:pt x="4210" y="5409"/>
                  </a:lnTo>
                  <a:lnTo>
                    <a:pt x="4210" y="5428"/>
                  </a:lnTo>
                  <a:lnTo>
                    <a:pt x="4190" y="5428"/>
                  </a:lnTo>
                  <a:lnTo>
                    <a:pt x="4171" y="5448"/>
                  </a:lnTo>
                  <a:lnTo>
                    <a:pt x="4133" y="5448"/>
                  </a:lnTo>
                  <a:lnTo>
                    <a:pt x="4114" y="5467"/>
                  </a:lnTo>
                  <a:lnTo>
                    <a:pt x="4095" y="5486"/>
                  </a:lnTo>
                  <a:lnTo>
                    <a:pt x="4076" y="5486"/>
                  </a:lnTo>
                  <a:lnTo>
                    <a:pt x="4076" y="5504"/>
                  </a:lnTo>
                  <a:lnTo>
                    <a:pt x="4019" y="5600"/>
                  </a:lnTo>
                  <a:lnTo>
                    <a:pt x="4000" y="5676"/>
                  </a:lnTo>
                  <a:lnTo>
                    <a:pt x="3981" y="5695"/>
                  </a:lnTo>
                  <a:lnTo>
                    <a:pt x="3962" y="5714"/>
                  </a:lnTo>
                  <a:lnTo>
                    <a:pt x="3943" y="5733"/>
                  </a:lnTo>
                  <a:lnTo>
                    <a:pt x="3924" y="5733"/>
                  </a:lnTo>
                  <a:lnTo>
                    <a:pt x="3905" y="5771"/>
                  </a:lnTo>
                  <a:lnTo>
                    <a:pt x="3905" y="5790"/>
                  </a:lnTo>
                  <a:lnTo>
                    <a:pt x="3885" y="5809"/>
                  </a:lnTo>
                  <a:lnTo>
                    <a:pt x="3885" y="5829"/>
                  </a:lnTo>
                  <a:lnTo>
                    <a:pt x="3905" y="5848"/>
                  </a:lnTo>
                  <a:lnTo>
                    <a:pt x="3905" y="5866"/>
                  </a:lnTo>
                  <a:lnTo>
                    <a:pt x="3924" y="5885"/>
                  </a:lnTo>
                  <a:lnTo>
                    <a:pt x="3962" y="5905"/>
                  </a:lnTo>
                  <a:lnTo>
                    <a:pt x="3981" y="5905"/>
                  </a:lnTo>
                  <a:lnTo>
                    <a:pt x="3981" y="5924"/>
                  </a:lnTo>
                  <a:lnTo>
                    <a:pt x="3981" y="5943"/>
                  </a:lnTo>
                  <a:lnTo>
                    <a:pt x="4000" y="5962"/>
                  </a:lnTo>
                  <a:lnTo>
                    <a:pt x="4000" y="5981"/>
                  </a:lnTo>
                  <a:lnTo>
                    <a:pt x="4019" y="5981"/>
                  </a:lnTo>
                  <a:lnTo>
                    <a:pt x="4038" y="5981"/>
                  </a:lnTo>
                  <a:lnTo>
                    <a:pt x="4171" y="6000"/>
                  </a:lnTo>
                  <a:lnTo>
                    <a:pt x="4247" y="6038"/>
                  </a:lnTo>
                  <a:lnTo>
                    <a:pt x="4324" y="6057"/>
                  </a:lnTo>
                  <a:lnTo>
                    <a:pt x="4324" y="6076"/>
                  </a:lnTo>
                  <a:lnTo>
                    <a:pt x="4343" y="6076"/>
                  </a:lnTo>
                  <a:lnTo>
                    <a:pt x="4343" y="6095"/>
                  </a:lnTo>
                  <a:lnTo>
                    <a:pt x="4343" y="6114"/>
                  </a:lnTo>
                  <a:lnTo>
                    <a:pt x="4343" y="6133"/>
                  </a:lnTo>
                  <a:lnTo>
                    <a:pt x="4324" y="6152"/>
                  </a:lnTo>
                  <a:lnTo>
                    <a:pt x="4305" y="6171"/>
                  </a:lnTo>
                  <a:lnTo>
                    <a:pt x="4247" y="6190"/>
                  </a:lnTo>
                  <a:lnTo>
                    <a:pt x="4190" y="6210"/>
                  </a:lnTo>
                  <a:lnTo>
                    <a:pt x="4171" y="6229"/>
                  </a:lnTo>
                  <a:lnTo>
                    <a:pt x="4171" y="6247"/>
                  </a:lnTo>
                  <a:lnTo>
                    <a:pt x="4171" y="6286"/>
                  </a:lnTo>
                  <a:lnTo>
                    <a:pt x="4171" y="6305"/>
                  </a:lnTo>
                  <a:lnTo>
                    <a:pt x="4190" y="6324"/>
                  </a:lnTo>
                  <a:lnTo>
                    <a:pt x="4210" y="6324"/>
                  </a:lnTo>
                  <a:lnTo>
                    <a:pt x="4229" y="6305"/>
                  </a:lnTo>
                  <a:lnTo>
                    <a:pt x="4247" y="6305"/>
                  </a:lnTo>
                  <a:lnTo>
                    <a:pt x="4266" y="6305"/>
                  </a:lnTo>
                  <a:lnTo>
                    <a:pt x="4286" y="6305"/>
                  </a:lnTo>
                  <a:lnTo>
                    <a:pt x="4305" y="6324"/>
                  </a:lnTo>
                  <a:lnTo>
                    <a:pt x="4324" y="6324"/>
                  </a:lnTo>
                  <a:lnTo>
                    <a:pt x="4324" y="6343"/>
                  </a:lnTo>
                  <a:lnTo>
                    <a:pt x="4343" y="6343"/>
                  </a:lnTo>
                  <a:lnTo>
                    <a:pt x="4362" y="6381"/>
                  </a:lnTo>
                  <a:lnTo>
                    <a:pt x="4362" y="6400"/>
                  </a:lnTo>
                  <a:lnTo>
                    <a:pt x="4343" y="6400"/>
                  </a:lnTo>
                  <a:lnTo>
                    <a:pt x="4324" y="6419"/>
                  </a:lnTo>
                  <a:lnTo>
                    <a:pt x="4305" y="6438"/>
                  </a:lnTo>
                  <a:lnTo>
                    <a:pt x="4247" y="6457"/>
                  </a:lnTo>
                  <a:lnTo>
                    <a:pt x="4229" y="6457"/>
                  </a:lnTo>
                  <a:lnTo>
                    <a:pt x="4229" y="6476"/>
                  </a:lnTo>
                  <a:lnTo>
                    <a:pt x="4190" y="6514"/>
                  </a:lnTo>
                  <a:lnTo>
                    <a:pt x="4171" y="6533"/>
                  </a:lnTo>
                  <a:lnTo>
                    <a:pt x="4133" y="6552"/>
                  </a:lnTo>
                  <a:lnTo>
                    <a:pt x="4114" y="6552"/>
                  </a:lnTo>
                  <a:lnTo>
                    <a:pt x="4114" y="6571"/>
                  </a:lnTo>
                  <a:lnTo>
                    <a:pt x="4114" y="6591"/>
                  </a:lnTo>
                  <a:lnTo>
                    <a:pt x="4114" y="6800"/>
                  </a:lnTo>
                  <a:lnTo>
                    <a:pt x="4114" y="6857"/>
                  </a:lnTo>
                  <a:lnTo>
                    <a:pt x="4133" y="6876"/>
                  </a:lnTo>
                  <a:lnTo>
                    <a:pt x="4152" y="6876"/>
                  </a:lnTo>
                  <a:lnTo>
                    <a:pt x="4190" y="6895"/>
                  </a:lnTo>
                  <a:lnTo>
                    <a:pt x="4247" y="6914"/>
                  </a:lnTo>
                  <a:lnTo>
                    <a:pt x="4266" y="6933"/>
                  </a:lnTo>
                  <a:lnTo>
                    <a:pt x="4286" y="6933"/>
                  </a:lnTo>
                  <a:lnTo>
                    <a:pt x="4286" y="6952"/>
                  </a:lnTo>
                  <a:lnTo>
                    <a:pt x="4286" y="7028"/>
                  </a:lnTo>
                  <a:lnTo>
                    <a:pt x="4286" y="7048"/>
                  </a:lnTo>
                  <a:lnTo>
                    <a:pt x="4210" y="7143"/>
                  </a:lnTo>
                  <a:lnTo>
                    <a:pt x="4210" y="7162"/>
                  </a:lnTo>
                  <a:lnTo>
                    <a:pt x="4190" y="7181"/>
                  </a:lnTo>
                  <a:lnTo>
                    <a:pt x="4190" y="7200"/>
                  </a:lnTo>
                  <a:lnTo>
                    <a:pt x="4210" y="7219"/>
                  </a:lnTo>
                  <a:lnTo>
                    <a:pt x="4210" y="7238"/>
                  </a:lnTo>
                  <a:lnTo>
                    <a:pt x="4152" y="7257"/>
                  </a:lnTo>
                  <a:lnTo>
                    <a:pt x="4095" y="7276"/>
                  </a:lnTo>
                  <a:lnTo>
                    <a:pt x="4019" y="7276"/>
                  </a:lnTo>
                  <a:lnTo>
                    <a:pt x="4000" y="7276"/>
                  </a:lnTo>
                  <a:lnTo>
                    <a:pt x="3962" y="7295"/>
                  </a:lnTo>
                  <a:lnTo>
                    <a:pt x="3943" y="7314"/>
                  </a:lnTo>
                  <a:lnTo>
                    <a:pt x="3866" y="7314"/>
                  </a:lnTo>
                  <a:lnTo>
                    <a:pt x="3848" y="7333"/>
                  </a:lnTo>
                  <a:lnTo>
                    <a:pt x="3829" y="7353"/>
                  </a:lnTo>
                  <a:lnTo>
                    <a:pt x="3733" y="7467"/>
                  </a:lnTo>
                  <a:lnTo>
                    <a:pt x="3714" y="7467"/>
                  </a:lnTo>
                  <a:lnTo>
                    <a:pt x="3695" y="7485"/>
                  </a:lnTo>
                  <a:lnTo>
                    <a:pt x="3676" y="7485"/>
                  </a:lnTo>
                  <a:lnTo>
                    <a:pt x="3657" y="7485"/>
                  </a:lnTo>
                  <a:lnTo>
                    <a:pt x="3600" y="7505"/>
                  </a:lnTo>
                  <a:lnTo>
                    <a:pt x="3562" y="7505"/>
                  </a:lnTo>
                  <a:lnTo>
                    <a:pt x="3543" y="7485"/>
                  </a:lnTo>
                  <a:lnTo>
                    <a:pt x="3524" y="7485"/>
                  </a:lnTo>
                  <a:lnTo>
                    <a:pt x="3448" y="7505"/>
                  </a:lnTo>
                  <a:lnTo>
                    <a:pt x="3409" y="7524"/>
                  </a:lnTo>
                  <a:lnTo>
                    <a:pt x="3238" y="7600"/>
                  </a:lnTo>
                  <a:lnTo>
                    <a:pt x="3238" y="7619"/>
                  </a:lnTo>
                  <a:lnTo>
                    <a:pt x="3219" y="7619"/>
                  </a:lnTo>
                  <a:lnTo>
                    <a:pt x="3200" y="7619"/>
                  </a:lnTo>
                  <a:lnTo>
                    <a:pt x="3181" y="7619"/>
                  </a:lnTo>
                  <a:lnTo>
                    <a:pt x="3123" y="7638"/>
                  </a:lnTo>
                  <a:lnTo>
                    <a:pt x="3105" y="7657"/>
                  </a:lnTo>
                  <a:lnTo>
                    <a:pt x="3086" y="7657"/>
                  </a:lnTo>
                  <a:lnTo>
                    <a:pt x="3009" y="7676"/>
                  </a:lnTo>
                  <a:lnTo>
                    <a:pt x="3009" y="7695"/>
                  </a:lnTo>
                  <a:lnTo>
                    <a:pt x="2991" y="7714"/>
                  </a:lnTo>
                  <a:lnTo>
                    <a:pt x="2971" y="7676"/>
                  </a:lnTo>
                  <a:lnTo>
                    <a:pt x="2971" y="7657"/>
                  </a:lnTo>
                  <a:lnTo>
                    <a:pt x="2952" y="7619"/>
                  </a:lnTo>
                  <a:lnTo>
                    <a:pt x="2933" y="7619"/>
                  </a:lnTo>
                  <a:lnTo>
                    <a:pt x="2933" y="7600"/>
                  </a:lnTo>
                  <a:lnTo>
                    <a:pt x="2914" y="7562"/>
                  </a:lnTo>
                  <a:lnTo>
                    <a:pt x="2895" y="7562"/>
                  </a:lnTo>
                  <a:lnTo>
                    <a:pt x="2895" y="7543"/>
                  </a:lnTo>
                  <a:lnTo>
                    <a:pt x="2895" y="7524"/>
                  </a:lnTo>
                  <a:lnTo>
                    <a:pt x="2876" y="7524"/>
                  </a:lnTo>
                  <a:lnTo>
                    <a:pt x="2819" y="7562"/>
                  </a:lnTo>
                  <a:lnTo>
                    <a:pt x="2819" y="7581"/>
                  </a:lnTo>
                  <a:lnTo>
                    <a:pt x="2819" y="7600"/>
                  </a:lnTo>
                  <a:lnTo>
                    <a:pt x="2819" y="7619"/>
                  </a:lnTo>
                  <a:lnTo>
                    <a:pt x="2876" y="7733"/>
                  </a:lnTo>
                  <a:lnTo>
                    <a:pt x="2876" y="7752"/>
                  </a:lnTo>
                  <a:lnTo>
                    <a:pt x="2876" y="7771"/>
                  </a:lnTo>
                  <a:lnTo>
                    <a:pt x="2857" y="7771"/>
                  </a:lnTo>
                  <a:lnTo>
                    <a:pt x="2686" y="7714"/>
                  </a:lnTo>
                  <a:lnTo>
                    <a:pt x="2647" y="7676"/>
                  </a:lnTo>
                  <a:lnTo>
                    <a:pt x="2628" y="7657"/>
                  </a:lnTo>
                  <a:lnTo>
                    <a:pt x="2610" y="7657"/>
                  </a:lnTo>
                  <a:lnTo>
                    <a:pt x="2590" y="7676"/>
                  </a:lnTo>
                  <a:lnTo>
                    <a:pt x="2571" y="7676"/>
                  </a:lnTo>
                  <a:lnTo>
                    <a:pt x="2552" y="7657"/>
                  </a:lnTo>
                  <a:lnTo>
                    <a:pt x="2514" y="7638"/>
                  </a:lnTo>
                  <a:lnTo>
                    <a:pt x="2495" y="7619"/>
                  </a:lnTo>
                  <a:lnTo>
                    <a:pt x="2457" y="7600"/>
                  </a:lnTo>
                  <a:lnTo>
                    <a:pt x="2438" y="7600"/>
                  </a:lnTo>
                  <a:lnTo>
                    <a:pt x="2419" y="7600"/>
                  </a:lnTo>
                  <a:lnTo>
                    <a:pt x="2400" y="7600"/>
                  </a:lnTo>
                  <a:lnTo>
                    <a:pt x="2400" y="7581"/>
                  </a:lnTo>
                  <a:lnTo>
                    <a:pt x="2400" y="7562"/>
                  </a:lnTo>
                  <a:lnTo>
                    <a:pt x="2419" y="7524"/>
                  </a:lnTo>
                  <a:lnTo>
                    <a:pt x="2419" y="7505"/>
                  </a:lnTo>
                  <a:lnTo>
                    <a:pt x="2419" y="7485"/>
                  </a:lnTo>
                  <a:lnTo>
                    <a:pt x="2400" y="7485"/>
                  </a:lnTo>
                  <a:lnTo>
                    <a:pt x="2361" y="7505"/>
                  </a:lnTo>
                  <a:lnTo>
                    <a:pt x="2343" y="7524"/>
                  </a:lnTo>
                  <a:lnTo>
                    <a:pt x="2248" y="7581"/>
                  </a:lnTo>
                  <a:lnTo>
                    <a:pt x="2229" y="7600"/>
                  </a:lnTo>
                  <a:lnTo>
                    <a:pt x="2209" y="7600"/>
                  </a:lnTo>
                  <a:lnTo>
                    <a:pt x="2190" y="7600"/>
                  </a:lnTo>
                  <a:lnTo>
                    <a:pt x="2171" y="7619"/>
                  </a:lnTo>
                  <a:lnTo>
                    <a:pt x="2114" y="7619"/>
                  </a:lnTo>
                  <a:lnTo>
                    <a:pt x="2076" y="7600"/>
                  </a:lnTo>
                  <a:lnTo>
                    <a:pt x="2019" y="7581"/>
                  </a:lnTo>
                  <a:lnTo>
                    <a:pt x="2000" y="7581"/>
                  </a:lnTo>
                  <a:lnTo>
                    <a:pt x="1981" y="7581"/>
                  </a:lnTo>
                  <a:lnTo>
                    <a:pt x="1962" y="7581"/>
                  </a:lnTo>
                  <a:lnTo>
                    <a:pt x="1943" y="7581"/>
                  </a:lnTo>
                  <a:lnTo>
                    <a:pt x="1943" y="7600"/>
                  </a:lnTo>
                  <a:lnTo>
                    <a:pt x="1943" y="7638"/>
                  </a:lnTo>
                  <a:lnTo>
                    <a:pt x="1924" y="7676"/>
                  </a:lnTo>
                  <a:lnTo>
                    <a:pt x="1924" y="7733"/>
                  </a:lnTo>
                  <a:lnTo>
                    <a:pt x="1924" y="7752"/>
                  </a:lnTo>
                  <a:lnTo>
                    <a:pt x="1904" y="7752"/>
                  </a:lnTo>
                  <a:lnTo>
                    <a:pt x="1904" y="7771"/>
                  </a:lnTo>
                  <a:lnTo>
                    <a:pt x="1867" y="7790"/>
                  </a:lnTo>
                  <a:lnTo>
                    <a:pt x="1848" y="7790"/>
                  </a:lnTo>
                  <a:lnTo>
                    <a:pt x="1848" y="7771"/>
                  </a:lnTo>
                  <a:lnTo>
                    <a:pt x="1828" y="7771"/>
                  </a:lnTo>
                  <a:lnTo>
                    <a:pt x="1828" y="7733"/>
                  </a:lnTo>
                  <a:lnTo>
                    <a:pt x="1828" y="7714"/>
                  </a:lnTo>
                  <a:lnTo>
                    <a:pt x="1828" y="7695"/>
                  </a:lnTo>
                  <a:lnTo>
                    <a:pt x="1848" y="7619"/>
                  </a:lnTo>
                  <a:lnTo>
                    <a:pt x="1848" y="7524"/>
                  </a:lnTo>
                  <a:lnTo>
                    <a:pt x="1828" y="7505"/>
                  </a:lnTo>
                  <a:lnTo>
                    <a:pt x="1809" y="7467"/>
                  </a:lnTo>
                  <a:lnTo>
                    <a:pt x="1809" y="7448"/>
                  </a:lnTo>
                  <a:lnTo>
                    <a:pt x="1809" y="7429"/>
                  </a:lnTo>
                  <a:lnTo>
                    <a:pt x="1809" y="7390"/>
                  </a:lnTo>
                  <a:lnTo>
                    <a:pt x="1809" y="7371"/>
                  </a:lnTo>
                  <a:lnTo>
                    <a:pt x="1809" y="7353"/>
                  </a:lnTo>
                  <a:lnTo>
                    <a:pt x="1809" y="7333"/>
                  </a:lnTo>
                  <a:lnTo>
                    <a:pt x="1790" y="7295"/>
                  </a:lnTo>
                  <a:lnTo>
                    <a:pt x="1771" y="7276"/>
                  </a:lnTo>
                  <a:lnTo>
                    <a:pt x="1752" y="7257"/>
                  </a:lnTo>
                  <a:lnTo>
                    <a:pt x="1695" y="7219"/>
                  </a:lnTo>
                  <a:lnTo>
                    <a:pt x="1619" y="7181"/>
                  </a:lnTo>
                  <a:lnTo>
                    <a:pt x="1619" y="7162"/>
                  </a:lnTo>
                  <a:lnTo>
                    <a:pt x="1619" y="7143"/>
                  </a:lnTo>
                  <a:lnTo>
                    <a:pt x="1619" y="7104"/>
                  </a:lnTo>
                  <a:lnTo>
                    <a:pt x="1619" y="7086"/>
                  </a:lnTo>
                  <a:lnTo>
                    <a:pt x="1600" y="7086"/>
                  </a:lnTo>
                  <a:lnTo>
                    <a:pt x="1562" y="7124"/>
                  </a:lnTo>
                  <a:lnTo>
                    <a:pt x="1486" y="7162"/>
                  </a:lnTo>
                  <a:lnTo>
                    <a:pt x="1352" y="7429"/>
                  </a:lnTo>
                  <a:lnTo>
                    <a:pt x="1295" y="7562"/>
                  </a:lnTo>
                  <a:lnTo>
                    <a:pt x="1276" y="7581"/>
                  </a:lnTo>
                  <a:lnTo>
                    <a:pt x="1276" y="7600"/>
                  </a:lnTo>
                  <a:lnTo>
                    <a:pt x="1276" y="7638"/>
                  </a:lnTo>
                  <a:lnTo>
                    <a:pt x="1276" y="7657"/>
                  </a:lnTo>
                  <a:lnTo>
                    <a:pt x="1257" y="7657"/>
                  </a:lnTo>
                  <a:lnTo>
                    <a:pt x="1238" y="7657"/>
                  </a:lnTo>
                  <a:lnTo>
                    <a:pt x="1142" y="7619"/>
                  </a:lnTo>
                  <a:lnTo>
                    <a:pt x="1086" y="7600"/>
                  </a:lnTo>
                  <a:lnTo>
                    <a:pt x="990" y="7600"/>
                  </a:lnTo>
                  <a:lnTo>
                    <a:pt x="761" y="7485"/>
                  </a:lnTo>
                  <a:lnTo>
                    <a:pt x="724" y="7448"/>
                  </a:lnTo>
                  <a:lnTo>
                    <a:pt x="705" y="7448"/>
                  </a:lnTo>
                  <a:lnTo>
                    <a:pt x="685" y="7448"/>
                  </a:lnTo>
                  <a:lnTo>
                    <a:pt x="647" y="7448"/>
                  </a:lnTo>
                  <a:lnTo>
                    <a:pt x="457" y="7353"/>
                  </a:lnTo>
                  <a:lnTo>
                    <a:pt x="438" y="7353"/>
                  </a:lnTo>
                  <a:lnTo>
                    <a:pt x="438" y="7333"/>
                  </a:lnTo>
                  <a:lnTo>
                    <a:pt x="438" y="7314"/>
                  </a:lnTo>
                  <a:lnTo>
                    <a:pt x="438" y="7219"/>
                  </a:lnTo>
                  <a:lnTo>
                    <a:pt x="438" y="7200"/>
                  </a:lnTo>
                  <a:lnTo>
                    <a:pt x="438" y="7181"/>
                  </a:lnTo>
                  <a:lnTo>
                    <a:pt x="495" y="7104"/>
                  </a:lnTo>
                  <a:lnTo>
                    <a:pt x="495" y="7086"/>
                  </a:lnTo>
                  <a:lnTo>
                    <a:pt x="495" y="7067"/>
                  </a:lnTo>
                  <a:lnTo>
                    <a:pt x="495" y="7009"/>
                  </a:lnTo>
                  <a:lnTo>
                    <a:pt x="495" y="6990"/>
                  </a:lnTo>
                  <a:lnTo>
                    <a:pt x="514" y="6990"/>
                  </a:lnTo>
                  <a:lnTo>
                    <a:pt x="514" y="6972"/>
                  </a:lnTo>
                  <a:lnTo>
                    <a:pt x="552" y="6933"/>
                  </a:lnTo>
                  <a:lnTo>
                    <a:pt x="571" y="6914"/>
                  </a:lnTo>
                  <a:lnTo>
                    <a:pt x="571" y="6895"/>
                  </a:lnTo>
                  <a:lnTo>
                    <a:pt x="571" y="6876"/>
                  </a:lnTo>
                  <a:lnTo>
                    <a:pt x="552" y="6857"/>
                  </a:lnTo>
                  <a:lnTo>
                    <a:pt x="476" y="6895"/>
                  </a:lnTo>
                  <a:lnTo>
                    <a:pt x="457" y="6914"/>
                  </a:lnTo>
                  <a:lnTo>
                    <a:pt x="419" y="6933"/>
                  </a:lnTo>
                  <a:lnTo>
                    <a:pt x="400" y="6952"/>
                  </a:lnTo>
                  <a:lnTo>
                    <a:pt x="380" y="6952"/>
                  </a:lnTo>
                  <a:lnTo>
                    <a:pt x="380" y="6972"/>
                  </a:lnTo>
                  <a:lnTo>
                    <a:pt x="362" y="6972"/>
                  </a:lnTo>
                  <a:lnTo>
                    <a:pt x="362" y="6990"/>
                  </a:lnTo>
                  <a:lnTo>
                    <a:pt x="362" y="7009"/>
                  </a:lnTo>
                  <a:lnTo>
                    <a:pt x="343" y="7009"/>
                  </a:lnTo>
                  <a:lnTo>
                    <a:pt x="343" y="7028"/>
                  </a:lnTo>
                  <a:lnTo>
                    <a:pt x="324" y="7048"/>
                  </a:lnTo>
                  <a:lnTo>
                    <a:pt x="304" y="7067"/>
                  </a:lnTo>
                  <a:lnTo>
                    <a:pt x="304" y="7086"/>
                  </a:lnTo>
                  <a:lnTo>
                    <a:pt x="304" y="7104"/>
                  </a:lnTo>
                  <a:lnTo>
                    <a:pt x="304" y="7124"/>
                  </a:lnTo>
                  <a:lnTo>
                    <a:pt x="285" y="7124"/>
                  </a:lnTo>
                  <a:lnTo>
                    <a:pt x="266" y="7143"/>
                  </a:lnTo>
                  <a:lnTo>
                    <a:pt x="266" y="7162"/>
                  </a:lnTo>
                  <a:lnTo>
                    <a:pt x="266" y="7181"/>
                  </a:lnTo>
                  <a:lnTo>
                    <a:pt x="266" y="7200"/>
                  </a:lnTo>
                  <a:lnTo>
                    <a:pt x="266" y="7219"/>
                  </a:lnTo>
                  <a:lnTo>
                    <a:pt x="248" y="7238"/>
                  </a:lnTo>
                  <a:lnTo>
                    <a:pt x="228" y="7276"/>
                  </a:lnTo>
                  <a:lnTo>
                    <a:pt x="190" y="7276"/>
                  </a:lnTo>
                  <a:lnTo>
                    <a:pt x="171" y="7257"/>
                  </a:lnTo>
                  <a:lnTo>
                    <a:pt x="152" y="7257"/>
                  </a:lnTo>
                  <a:lnTo>
                    <a:pt x="152" y="7238"/>
                  </a:lnTo>
                  <a:lnTo>
                    <a:pt x="133" y="7238"/>
                  </a:lnTo>
                  <a:lnTo>
                    <a:pt x="133" y="7219"/>
                  </a:lnTo>
                  <a:lnTo>
                    <a:pt x="114" y="7219"/>
                  </a:lnTo>
                  <a:lnTo>
                    <a:pt x="114" y="7200"/>
                  </a:lnTo>
                  <a:lnTo>
                    <a:pt x="114" y="7181"/>
                  </a:lnTo>
                  <a:lnTo>
                    <a:pt x="114" y="7162"/>
                  </a:lnTo>
                  <a:lnTo>
                    <a:pt x="114" y="7143"/>
                  </a:lnTo>
                  <a:lnTo>
                    <a:pt x="114" y="7124"/>
                  </a:lnTo>
                  <a:lnTo>
                    <a:pt x="95" y="7124"/>
                  </a:lnTo>
                  <a:lnTo>
                    <a:pt x="95" y="7104"/>
                  </a:lnTo>
                  <a:lnTo>
                    <a:pt x="95" y="7086"/>
                  </a:lnTo>
                  <a:lnTo>
                    <a:pt x="76" y="7086"/>
                  </a:lnTo>
                  <a:lnTo>
                    <a:pt x="57" y="7067"/>
                  </a:lnTo>
                  <a:lnTo>
                    <a:pt x="57" y="7048"/>
                  </a:lnTo>
                  <a:lnTo>
                    <a:pt x="76" y="7048"/>
                  </a:lnTo>
                  <a:lnTo>
                    <a:pt x="76" y="7028"/>
                  </a:lnTo>
                  <a:lnTo>
                    <a:pt x="76" y="7009"/>
                  </a:lnTo>
                  <a:lnTo>
                    <a:pt x="76" y="6990"/>
                  </a:lnTo>
                  <a:lnTo>
                    <a:pt x="95" y="6972"/>
                  </a:lnTo>
                  <a:lnTo>
                    <a:pt x="95" y="6952"/>
                  </a:lnTo>
                  <a:lnTo>
                    <a:pt x="95" y="6933"/>
                  </a:lnTo>
                  <a:lnTo>
                    <a:pt x="95" y="6914"/>
                  </a:lnTo>
                  <a:lnTo>
                    <a:pt x="95" y="6895"/>
                  </a:lnTo>
                  <a:lnTo>
                    <a:pt x="114" y="6895"/>
                  </a:lnTo>
                  <a:lnTo>
                    <a:pt x="114" y="6876"/>
                  </a:lnTo>
                  <a:lnTo>
                    <a:pt x="95" y="6762"/>
                  </a:lnTo>
                  <a:lnTo>
                    <a:pt x="95" y="6743"/>
                  </a:lnTo>
                  <a:lnTo>
                    <a:pt x="114" y="6743"/>
                  </a:lnTo>
                  <a:lnTo>
                    <a:pt x="95" y="6723"/>
                  </a:lnTo>
                  <a:lnTo>
                    <a:pt x="95" y="6686"/>
                  </a:lnTo>
                  <a:lnTo>
                    <a:pt x="76" y="6667"/>
                  </a:lnTo>
                  <a:lnTo>
                    <a:pt x="57" y="6667"/>
                  </a:lnTo>
                  <a:lnTo>
                    <a:pt x="57" y="6647"/>
                  </a:lnTo>
                  <a:lnTo>
                    <a:pt x="57" y="6514"/>
                  </a:lnTo>
                  <a:lnTo>
                    <a:pt x="57" y="6495"/>
                  </a:lnTo>
                  <a:lnTo>
                    <a:pt x="57" y="6476"/>
                  </a:lnTo>
                  <a:lnTo>
                    <a:pt x="57" y="6457"/>
                  </a:lnTo>
                  <a:lnTo>
                    <a:pt x="76" y="6457"/>
                  </a:lnTo>
                  <a:lnTo>
                    <a:pt x="76" y="6438"/>
                  </a:lnTo>
                  <a:lnTo>
                    <a:pt x="76" y="6419"/>
                  </a:lnTo>
                  <a:lnTo>
                    <a:pt x="57" y="6400"/>
                  </a:lnTo>
                  <a:lnTo>
                    <a:pt x="76" y="6400"/>
                  </a:lnTo>
                  <a:lnTo>
                    <a:pt x="76" y="6381"/>
                  </a:lnTo>
                  <a:lnTo>
                    <a:pt x="76" y="6362"/>
                  </a:lnTo>
                  <a:lnTo>
                    <a:pt x="76" y="6343"/>
                  </a:lnTo>
                  <a:lnTo>
                    <a:pt x="57" y="6343"/>
                  </a:lnTo>
                  <a:lnTo>
                    <a:pt x="57" y="6324"/>
                  </a:lnTo>
                  <a:lnTo>
                    <a:pt x="57" y="6305"/>
                  </a:lnTo>
                  <a:lnTo>
                    <a:pt x="38" y="6286"/>
                  </a:lnTo>
                  <a:lnTo>
                    <a:pt x="38" y="6266"/>
                  </a:lnTo>
                  <a:lnTo>
                    <a:pt x="38" y="6247"/>
                  </a:lnTo>
                  <a:lnTo>
                    <a:pt x="19" y="6229"/>
                  </a:lnTo>
                  <a:lnTo>
                    <a:pt x="19" y="6210"/>
                  </a:lnTo>
                  <a:lnTo>
                    <a:pt x="19" y="6190"/>
                  </a:lnTo>
                  <a:lnTo>
                    <a:pt x="38" y="6171"/>
                  </a:lnTo>
                  <a:lnTo>
                    <a:pt x="57" y="6171"/>
                  </a:lnTo>
                  <a:lnTo>
                    <a:pt x="57" y="6152"/>
                  </a:lnTo>
                  <a:lnTo>
                    <a:pt x="76" y="6152"/>
                  </a:lnTo>
                  <a:lnTo>
                    <a:pt x="76" y="6133"/>
                  </a:lnTo>
                  <a:lnTo>
                    <a:pt x="76" y="6095"/>
                  </a:lnTo>
                  <a:lnTo>
                    <a:pt x="76" y="6076"/>
                  </a:lnTo>
                  <a:lnTo>
                    <a:pt x="38" y="6057"/>
                  </a:lnTo>
                  <a:lnTo>
                    <a:pt x="19" y="6038"/>
                  </a:lnTo>
                  <a:lnTo>
                    <a:pt x="0" y="6019"/>
                  </a:lnTo>
                  <a:lnTo>
                    <a:pt x="0" y="6000"/>
                  </a:lnTo>
                  <a:lnTo>
                    <a:pt x="0" y="5962"/>
                  </a:lnTo>
                  <a:lnTo>
                    <a:pt x="0" y="5943"/>
                  </a:lnTo>
                  <a:lnTo>
                    <a:pt x="0" y="5924"/>
                  </a:lnTo>
                  <a:lnTo>
                    <a:pt x="0" y="5905"/>
                  </a:lnTo>
                  <a:lnTo>
                    <a:pt x="38" y="5809"/>
                  </a:lnTo>
                  <a:lnTo>
                    <a:pt x="38" y="5790"/>
                  </a:lnTo>
                  <a:lnTo>
                    <a:pt x="57" y="5790"/>
                  </a:lnTo>
                  <a:lnTo>
                    <a:pt x="57" y="5771"/>
                  </a:lnTo>
                  <a:lnTo>
                    <a:pt x="57" y="5752"/>
                  </a:lnTo>
                  <a:lnTo>
                    <a:pt x="57" y="5733"/>
                  </a:lnTo>
                  <a:lnTo>
                    <a:pt x="76" y="5657"/>
                  </a:lnTo>
                  <a:lnTo>
                    <a:pt x="76" y="5638"/>
                  </a:lnTo>
                  <a:lnTo>
                    <a:pt x="76" y="5619"/>
                  </a:lnTo>
                  <a:lnTo>
                    <a:pt x="95" y="5619"/>
                  </a:lnTo>
                  <a:lnTo>
                    <a:pt x="95" y="5600"/>
                  </a:lnTo>
                  <a:lnTo>
                    <a:pt x="114" y="5600"/>
                  </a:lnTo>
                  <a:lnTo>
                    <a:pt x="114" y="5581"/>
                  </a:lnTo>
                  <a:lnTo>
                    <a:pt x="114" y="5562"/>
                  </a:lnTo>
                  <a:lnTo>
                    <a:pt x="114" y="5543"/>
                  </a:lnTo>
                  <a:lnTo>
                    <a:pt x="114" y="5524"/>
                  </a:lnTo>
                  <a:lnTo>
                    <a:pt x="95" y="5486"/>
                  </a:lnTo>
                  <a:lnTo>
                    <a:pt x="95" y="5448"/>
                  </a:lnTo>
                  <a:lnTo>
                    <a:pt x="114" y="5428"/>
                  </a:lnTo>
                  <a:lnTo>
                    <a:pt x="114" y="5409"/>
                  </a:lnTo>
                  <a:lnTo>
                    <a:pt x="114" y="5390"/>
                  </a:lnTo>
                  <a:lnTo>
                    <a:pt x="114" y="5372"/>
                  </a:lnTo>
                  <a:lnTo>
                    <a:pt x="95" y="5352"/>
                  </a:lnTo>
                  <a:lnTo>
                    <a:pt x="114" y="5333"/>
                  </a:lnTo>
                  <a:lnTo>
                    <a:pt x="114" y="5314"/>
                  </a:lnTo>
                  <a:lnTo>
                    <a:pt x="133" y="5314"/>
                  </a:lnTo>
                  <a:lnTo>
                    <a:pt x="133" y="5295"/>
                  </a:lnTo>
                  <a:lnTo>
                    <a:pt x="133" y="5276"/>
                  </a:lnTo>
                  <a:lnTo>
                    <a:pt x="133" y="5238"/>
                  </a:lnTo>
                  <a:lnTo>
                    <a:pt x="133" y="5200"/>
                  </a:lnTo>
                  <a:lnTo>
                    <a:pt x="133" y="5181"/>
                  </a:lnTo>
                  <a:lnTo>
                    <a:pt x="133" y="5162"/>
                  </a:lnTo>
                  <a:lnTo>
                    <a:pt x="152" y="5162"/>
                  </a:lnTo>
                  <a:lnTo>
                    <a:pt x="152" y="5143"/>
                  </a:lnTo>
                  <a:lnTo>
                    <a:pt x="171" y="5143"/>
                  </a:lnTo>
                  <a:lnTo>
                    <a:pt x="190" y="5105"/>
                  </a:lnTo>
                  <a:lnTo>
                    <a:pt x="209" y="5086"/>
                  </a:lnTo>
                  <a:lnTo>
                    <a:pt x="190" y="5067"/>
                  </a:lnTo>
                  <a:lnTo>
                    <a:pt x="209" y="5047"/>
                  </a:lnTo>
                  <a:lnTo>
                    <a:pt x="209" y="5028"/>
                  </a:lnTo>
                  <a:lnTo>
                    <a:pt x="228" y="5028"/>
                  </a:lnTo>
                  <a:lnTo>
                    <a:pt x="228" y="5009"/>
                  </a:lnTo>
                  <a:lnTo>
                    <a:pt x="228" y="4971"/>
                  </a:lnTo>
                  <a:lnTo>
                    <a:pt x="228" y="4952"/>
                  </a:lnTo>
                  <a:lnTo>
                    <a:pt x="228" y="4933"/>
                  </a:lnTo>
                  <a:lnTo>
                    <a:pt x="266" y="4914"/>
                  </a:lnTo>
                  <a:lnTo>
                    <a:pt x="285" y="4876"/>
                  </a:lnTo>
                  <a:lnTo>
                    <a:pt x="304" y="4838"/>
                  </a:lnTo>
                  <a:lnTo>
                    <a:pt x="324" y="4800"/>
                  </a:lnTo>
                  <a:lnTo>
                    <a:pt x="324" y="4762"/>
                  </a:lnTo>
                  <a:lnTo>
                    <a:pt x="324" y="4724"/>
                  </a:lnTo>
                  <a:lnTo>
                    <a:pt x="324" y="4705"/>
                  </a:lnTo>
                  <a:lnTo>
                    <a:pt x="324" y="4686"/>
                  </a:lnTo>
                  <a:lnTo>
                    <a:pt x="343" y="4666"/>
                  </a:lnTo>
                  <a:lnTo>
                    <a:pt x="343" y="4647"/>
                  </a:lnTo>
                  <a:lnTo>
                    <a:pt x="400" y="4590"/>
                  </a:lnTo>
                  <a:lnTo>
                    <a:pt x="400" y="4571"/>
                  </a:lnTo>
                  <a:lnTo>
                    <a:pt x="419" y="4552"/>
                  </a:lnTo>
                  <a:lnTo>
                    <a:pt x="419" y="4476"/>
                  </a:lnTo>
                  <a:lnTo>
                    <a:pt x="438" y="4457"/>
                  </a:lnTo>
                  <a:lnTo>
                    <a:pt x="476" y="4419"/>
                  </a:lnTo>
                  <a:lnTo>
                    <a:pt x="476" y="4381"/>
                  </a:lnTo>
                  <a:lnTo>
                    <a:pt x="495" y="4362"/>
                  </a:lnTo>
                  <a:lnTo>
                    <a:pt x="514" y="4324"/>
                  </a:lnTo>
                  <a:lnTo>
                    <a:pt x="514" y="4305"/>
                  </a:lnTo>
                  <a:lnTo>
                    <a:pt x="533" y="4305"/>
                  </a:lnTo>
                  <a:lnTo>
                    <a:pt x="533" y="4285"/>
                  </a:lnTo>
                  <a:lnTo>
                    <a:pt x="552" y="4285"/>
                  </a:lnTo>
                  <a:lnTo>
                    <a:pt x="552" y="4266"/>
                  </a:lnTo>
                  <a:lnTo>
                    <a:pt x="552" y="4248"/>
                  </a:lnTo>
                  <a:lnTo>
                    <a:pt x="552" y="4229"/>
                  </a:lnTo>
                  <a:lnTo>
                    <a:pt x="571" y="4209"/>
                  </a:lnTo>
                  <a:lnTo>
                    <a:pt x="590" y="4171"/>
                  </a:lnTo>
                  <a:lnTo>
                    <a:pt x="590" y="4152"/>
                  </a:lnTo>
                  <a:lnTo>
                    <a:pt x="590" y="4076"/>
                  </a:lnTo>
                  <a:lnTo>
                    <a:pt x="609" y="4000"/>
                  </a:lnTo>
                  <a:lnTo>
                    <a:pt x="629" y="3981"/>
                  </a:lnTo>
                  <a:lnTo>
                    <a:pt x="629" y="3962"/>
                  </a:lnTo>
                  <a:lnTo>
                    <a:pt x="629" y="3943"/>
                  </a:lnTo>
                  <a:lnTo>
                    <a:pt x="629" y="3924"/>
                  </a:lnTo>
                  <a:lnTo>
                    <a:pt x="666" y="3885"/>
                  </a:lnTo>
                  <a:lnTo>
                    <a:pt x="685" y="3867"/>
                  </a:lnTo>
                  <a:lnTo>
                    <a:pt x="685" y="3848"/>
                  </a:lnTo>
                  <a:lnTo>
                    <a:pt x="705" y="3828"/>
                  </a:lnTo>
                  <a:lnTo>
                    <a:pt x="705" y="3809"/>
                  </a:lnTo>
                  <a:lnTo>
                    <a:pt x="743" y="3790"/>
                  </a:lnTo>
                  <a:lnTo>
                    <a:pt x="761" y="3771"/>
                  </a:lnTo>
                  <a:lnTo>
                    <a:pt x="819" y="3695"/>
                  </a:lnTo>
                  <a:lnTo>
                    <a:pt x="838" y="3657"/>
                  </a:lnTo>
                  <a:lnTo>
                    <a:pt x="857" y="3638"/>
                  </a:lnTo>
                  <a:lnTo>
                    <a:pt x="857" y="3619"/>
                  </a:lnTo>
                  <a:lnTo>
                    <a:pt x="876" y="3600"/>
                  </a:lnTo>
                  <a:lnTo>
                    <a:pt x="895" y="3581"/>
                  </a:lnTo>
                  <a:lnTo>
                    <a:pt x="895" y="3562"/>
                  </a:lnTo>
                  <a:lnTo>
                    <a:pt x="914" y="3543"/>
                  </a:lnTo>
                  <a:lnTo>
                    <a:pt x="971" y="3505"/>
                  </a:lnTo>
                  <a:lnTo>
                    <a:pt x="990" y="3486"/>
                  </a:lnTo>
                  <a:lnTo>
                    <a:pt x="1047" y="3486"/>
                  </a:lnTo>
                  <a:lnTo>
                    <a:pt x="1066" y="3467"/>
                  </a:lnTo>
                  <a:lnTo>
                    <a:pt x="1086" y="3447"/>
                  </a:lnTo>
                  <a:lnTo>
                    <a:pt x="1086" y="3428"/>
                  </a:lnTo>
                  <a:lnTo>
                    <a:pt x="1105" y="3409"/>
                  </a:lnTo>
                  <a:lnTo>
                    <a:pt x="1142" y="3333"/>
                  </a:lnTo>
                  <a:lnTo>
                    <a:pt x="1162" y="3333"/>
                  </a:lnTo>
                  <a:lnTo>
                    <a:pt x="1162" y="3314"/>
                  </a:lnTo>
                  <a:lnTo>
                    <a:pt x="1142" y="3295"/>
                  </a:lnTo>
                  <a:lnTo>
                    <a:pt x="1181" y="3257"/>
                  </a:lnTo>
                  <a:lnTo>
                    <a:pt x="1181" y="3238"/>
                  </a:lnTo>
                  <a:lnTo>
                    <a:pt x="1219" y="3181"/>
                  </a:lnTo>
                  <a:lnTo>
                    <a:pt x="1257" y="3105"/>
                  </a:lnTo>
                  <a:lnTo>
                    <a:pt x="1276" y="3086"/>
                  </a:lnTo>
                  <a:lnTo>
                    <a:pt x="1295" y="3066"/>
                  </a:lnTo>
                  <a:lnTo>
                    <a:pt x="1314" y="3047"/>
                  </a:lnTo>
                  <a:lnTo>
                    <a:pt x="1333" y="3028"/>
                  </a:lnTo>
                  <a:lnTo>
                    <a:pt x="1333" y="3010"/>
                  </a:lnTo>
                  <a:lnTo>
                    <a:pt x="1333" y="2990"/>
                  </a:lnTo>
                  <a:lnTo>
                    <a:pt x="1409" y="2781"/>
                  </a:lnTo>
                  <a:lnTo>
                    <a:pt x="1409" y="2761"/>
                  </a:lnTo>
                  <a:lnTo>
                    <a:pt x="1409" y="2743"/>
                  </a:lnTo>
                  <a:lnTo>
                    <a:pt x="1428" y="2743"/>
                  </a:lnTo>
                  <a:lnTo>
                    <a:pt x="1428" y="2724"/>
                  </a:lnTo>
                  <a:lnTo>
                    <a:pt x="1447" y="2705"/>
                  </a:lnTo>
                  <a:lnTo>
                    <a:pt x="1447" y="2647"/>
                  </a:lnTo>
                  <a:lnTo>
                    <a:pt x="1447" y="2629"/>
                  </a:lnTo>
                  <a:lnTo>
                    <a:pt x="1467" y="2590"/>
                  </a:lnTo>
                  <a:lnTo>
                    <a:pt x="1467" y="2571"/>
                  </a:lnTo>
                  <a:lnTo>
                    <a:pt x="1467" y="2552"/>
                  </a:lnTo>
                  <a:lnTo>
                    <a:pt x="1467" y="2514"/>
                  </a:lnTo>
                  <a:lnTo>
                    <a:pt x="1467" y="2495"/>
                  </a:lnTo>
                  <a:lnTo>
                    <a:pt x="1467" y="2476"/>
                  </a:lnTo>
                  <a:lnTo>
                    <a:pt x="1447" y="2457"/>
                  </a:lnTo>
                  <a:lnTo>
                    <a:pt x="1409" y="2457"/>
                  </a:lnTo>
                  <a:lnTo>
                    <a:pt x="1333" y="2400"/>
                  </a:lnTo>
                  <a:lnTo>
                    <a:pt x="1295" y="2362"/>
                  </a:lnTo>
                  <a:lnTo>
                    <a:pt x="1276" y="2324"/>
                  </a:lnTo>
                  <a:lnTo>
                    <a:pt x="1257" y="2285"/>
                  </a:lnTo>
                  <a:lnTo>
                    <a:pt x="1257" y="2248"/>
                  </a:lnTo>
                  <a:lnTo>
                    <a:pt x="1257" y="2209"/>
                  </a:lnTo>
                  <a:lnTo>
                    <a:pt x="1276" y="2190"/>
                  </a:lnTo>
                  <a:lnTo>
                    <a:pt x="1409" y="2019"/>
                  </a:lnTo>
                  <a:lnTo>
                    <a:pt x="1447" y="1962"/>
                  </a:lnTo>
                  <a:lnTo>
                    <a:pt x="1447" y="1943"/>
                  </a:lnTo>
                  <a:lnTo>
                    <a:pt x="1447" y="1809"/>
                  </a:lnTo>
                  <a:lnTo>
                    <a:pt x="1409" y="1695"/>
                  </a:lnTo>
                  <a:lnTo>
                    <a:pt x="1428" y="1657"/>
                  </a:lnTo>
                  <a:lnTo>
                    <a:pt x="1428" y="1638"/>
                  </a:lnTo>
                  <a:lnTo>
                    <a:pt x="1581" y="1542"/>
                  </a:lnTo>
                  <a:lnTo>
                    <a:pt x="1600" y="1524"/>
                  </a:lnTo>
                  <a:lnTo>
                    <a:pt x="1619" y="1524"/>
                  </a:lnTo>
                  <a:lnTo>
                    <a:pt x="1714" y="1486"/>
                  </a:lnTo>
                  <a:lnTo>
                    <a:pt x="1752" y="1486"/>
                  </a:lnTo>
                  <a:lnTo>
                    <a:pt x="1771" y="1486"/>
                  </a:lnTo>
                  <a:lnTo>
                    <a:pt x="1790" y="1466"/>
                  </a:lnTo>
                  <a:lnTo>
                    <a:pt x="1924" y="1410"/>
                  </a:lnTo>
                  <a:lnTo>
                    <a:pt x="1943" y="1390"/>
                  </a:lnTo>
                  <a:lnTo>
                    <a:pt x="1943" y="1371"/>
                  </a:lnTo>
                  <a:lnTo>
                    <a:pt x="1943" y="1352"/>
                  </a:lnTo>
                  <a:lnTo>
                    <a:pt x="1943" y="1314"/>
                  </a:lnTo>
                  <a:lnTo>
                    <a:pt x="1943" y="1295"/>
                  </a:lnTo>
                  <a:lnTo>
                    <a:pt x="1943" y="1276"/>
                  </a:lnTo>
                  <a:lnTo>
                    <a:pt x="1943" y="1257"/>
                  </a:lnTo>
                  <a:lnTo>
                    <a:pt x="1981" y="1219"/>
                  </a:lnTo>
                  <a:lnTo>
                    <a:pt x="1981" y="1200"/>
                  </a:lnTo>
                  <a:lnTo>
                    <a:pt x="2000" y="1200"/>
                  </a:lnTo>
                  <a:lnTo>
                    <a:pt x="2019" y="1181"/>
                  </a:lnTo>
                  <a:lnTo>
                    <a:pt x="2057" y="1124"/>
                  </a:lnTo>
                  <a:lnTo>
                    <a:pt x="2095" y="1105"/>
                  </a:lnTo>
                  <a:lnTo>
                    <a:pt x="2133" y="1105"/>
                  </a:lnTo>
                  <a:lnTo>
                    <a:pt x="2190" y="1124"/>
                  </a:lnTo>
                  <a:lnTo>
                    <a:pt x="2209" y="1124"/>
                  </a:lnTo>
                  <a:lnTo>
                    <a:pt x="2209" y="1105"/>
                  </a:lnTo>
                  <a:lnTo>
                    <a:pt x="2209" y="1085"/>
                  </a:lnTo>
                  <a:lnTo>
                    <a:pt x="2190" y="1085"/>
                  </a:lnTo>
                  <a:lnTo>
                    <a:pt x="2190" y="1066"/>
                  </a:lnTo>
                  <a:lnTo>
                    <a:pt x="2171" y="1066"/>
                  </a:lnTo>
                  <a:lnTo>
                    <a:pt x="2171" y="1047"/>
                  </a:lnTo>
                  <a:lnTo>
                    <a:pt x="2171" y="1009"/>
                  </a:lnTo>
                  <a:lnTo>
                    <a:pt x="2152" y="952"/>
                  </a:lnTo>
                  <a:lnTo>
                    <a:pt x="2152" y="933"/>
                  </a:lnTo>
                  <a:lnTo>
                    <a:pt x="2171" y="914"/>
                  </a:lnTo>
                  <a:lnTo>
                    <a:pt x="2248" y="895"/>
                  </a:lnTo>
                  <a:lnTo>
                    <a:pt x="2285" y="876"/>
                  </a:lnTo>
                  <a:lnTo>
                    <a:pt x="2285" y="838"/>
                  </a:lnTo>
                  <a:lnTo>
                    <a:pt x="2266" y="819"/>
                  </a:lnTo>
                  <a:lnTo>
                    <a:pt x="2248" y="800"/>
                  </a:lnTo>
                  <a:lnTo>
                    <a:pt x="2248" y="780"/>
                  </a:lnTo>
                  <a:lnTo>
                    <a:pt x="2248" y="762"/>
                  </a:lnTo>
                  <a:lnTo>
                    <a:pt x="2266" y="743"/>
                  </a:lnTo>
                  <a:lnTo>
                    <a:pt x="2324" y="724"/>
                  </a:lnTo>
                  <a:lnTo>
                    <a:pt x="2343" y="724"/>
                  </a:lnTo>
                  <a:lnTo>
                    <a:pt x="2343" y="704"/>
                  </a:lnTo>
                  <a:lnTo>
                    <a:pt x="2343" y="685"/>
                  </a:lnTo>
                  <a:lnTo>
                    <a:pt x="2305" y="648"/>
                  </a:lnTo>
                  <a:lnTo>
                    <a:pt x="2285" y="628"/>
                  </a:lnTo>
                  <a:lnTo>
                    <a:pt x="2285" y="609"/>
                  </a:lnTo>
                  <a:lnTo>
                    <a:pt x="2285" y="552"/>
                  </a:lnTo>
                  <a:lnTo>
                    <a:pt x="2285" y="533"/>
                  </a:lnTo>
                  <a:lnTo>
                    <a:pt x="2305" y="514"/>
                  </a:lnTo>
                  <a:lnTo>
                    <a:pt x="2343" y="514"/>
                  </a:lnTo>
                  <a:lnTo>
                    <a:pt x="2361" y="514"/>
                  </a:lnTo>
                  <a:lnTo>
                    <a:pt x="2381" y="495"/>
                  </a:lnTo>
                  <a:lnTo>
                    <a:pt x="2419" y="476"/>
                  </a:lnTo>
                  <a:lnTo>
                    <a:pt x="2419" y="457"/>
                  </a:lnTo>
                  <a:lnTo>
                    <a:pt x="2419" y="438"/>
                  </a:lnTo>
                  <a:lnTo>
                    <a:pt x="2419" y="419"/>
                  </a:lnTo>
                  <a:lnTo>
                    <a:pt x="2400" y="400"/>
                  </a:lnTo>
                  <a:lnTo>
                    <a:pt x="2381" y="381"/>
                  </a:lnTo>
                  <a:lnTo>
                    <a:pt x="2361" y="362"/>
                  </a:lnTo>
                  <a:lnTo>
                    <a:pt x="2361" y="343"/>
                  </a:lnTo>
                  <a:lnTo>
                    <a:pt x="2343" y="343"/>
                  </a:lnTo>
                  <a:lnTo>
                    <a:pt x="2324" y="343"/>
                  </a:lnTo>
                  <a:lnTo>
                    <a:pt x="2305" y="343"/>
                  </a:lnTo>
                  <a:lnTo>
                    <a:pt x="2285" y="323"/>
                  </a:lnTo>
                  <a:lnTo>
                    <a:pt x="2266" y="304"/>
                  </a:lnTo>
                  <a:lnTo>
                    <a:pt x="2209" y="228"/>
                  </a:lnTo>
                  <a:lnTo>
                    <a:pt x="2209" y="209"/>
                  </a:lnTo>
                  <a:lnTo>
                    <a:pt x="2190" y="209"/>
                  </a:lnTo>
                  <a:lnTo>
                    <a:pt x="2057" y="228"/>
                  </a:lnTo>
                  <a:lnTo>
                    <a:pt x="2038" y="228"/>
                  </a:lnTo>
                  <a:lnTo>
                    <a:pt x="2019" y="228"/>
                  </a:lnTo>
                  <a:lnTo>
                    <a:pt x="2000" y="228"/>
                  </a:lnTo>
                  <a:lnTo>
                    <a:pt x="1962" y="209"/>
                  </a:lnTo>
                  <a:lnTo>
                    <a:pt x="1924" y="171"/>
                  </a:lnTo>
                  <a:lnTo>
                    <a:pt x="1885" y="171"/>
                  </a:lnTo>
                  <a:lnTo>
                    <a:pt x="1924" y="133"/>
                  </a:lnTo>
                  <a:lnTo>
                    <a:pt x="1962" y="133"/>
                  </a:lnTo>
                  <a:lnTo>
                    <a:pt x="1981" y="133"/>
                  </a:lnTo>
                  <a:lnTo>
                    <a:pt x="1981" y="152"/>
                  </a:lnTo>
                  <a:lnTo>
                    <a:pt x="2000" y="152"/>
                  </a:lnTo>
                  <a:lnTo>
                    <a:pt x="2019" y="133"/>
                  </a:lnTo>
                  <a:lnTo>
                    <a:pt x="2038" y="57"/>
                  </a:lnTo>
                  <a:lnTo>
                    <a:pt x="2057" y="57"/>
                  </a:lnTo>
                  <a:lnTo>
                    <a:pt x="2057" y="38"/>
                  </a:lnTo>
                  <a:lnTo>
                    <a:pt x="2095" y="19"/>
                  </a:lnTo>
                  <a:lnTo>
                    <a:pt x="2133" y="0"/>
                  </a:lnTo>
                  <a:lnTo>
                    <a:pt x="2171" y="0"/>
                  </a:lnTo>
                  <a:lnTo>
                    <a:pt x="2248" y="0"/>
                  </a:lnTo>
                  <a:lnTo>
                    <a:pt x="2266" y="19"/>
                  </a:lnTo>
                  <a:lnTo>
                    <a:pt x="2419" y="76"/>
                  </a:lnTo>
                  <a:lnTo>
                    <a:pt x="2457" y="95"/>
                  </a:lnTo>
                  <a:lnTo>
                    <a:pt x="2495" y="95"/>
                  </a:lnTo>
                  <a:lnTo>
                    <a:pt x="2514" y="95"/>
                  </a:lnTo>
                  <a:lnTo>
                    <a:pt x="2533" y="76"/>
                  </a:lnTo>
                  <a:lnTo>
                    <a:pt x="2552" y="57"/>
                  </a:lnTo>
                  <a:lnTo>
                    <a:pt x="2571" y="57"/>
                  </a:lnTo>
                  <a:lnTo>
                    <a:pt x="2610" y="76"/>
                  </a:lnTo>
                  <a:lnTo>
                    <a:pt x="2647" y="76"/>
                  </a:lnTo>
                  <a:lnTo>
                    <a:pt x="2666" y="95"/>
                  </a:lnTo>
                  <a:lnTo>
                    <a:pt x="2686" y="114"/>
                  </a:lnTo>
                  <a:lnTo>
                    <a:pt x="2686" y="133"/>
                  </a:lnTo>
                  <a:lnTo>
                    <a:pt x="2686" y="171"/>
                  </a:lnTo>
                  <a:lnTo>
                    <a:pt x="2705" y="190"/>
                  </a:lnTo>
                  <a:lnTo>
                    <a:pt x="2705" y="209"/>
                  </a:lnTo>
                  <a:lnTo>
                    <a:pt x="2724" y="209"/>
                  </a:lnTo>
                  <a:lnTo>
                    <a:pt x="2742" y="209"/>
                  </a:lnTo>
                  <a:lnTo>
                    <a:pt x="2781" y="209"/>
                  </a:lnTo>
                  <a:lnTo>
                    <a:pt x="2800" y="209"/>
                  </a:lnTo>
                  <a:lnTo>
                    <a:pt x="2819" y="209"/>
                  </a:lnTo>
                  <a:lnTo>
                    <a:pt x="2914" y="267"/>
                  </a:lnTo>
                  <a:lnTo>
                    <a:pt x="2933" y="286"/>
                  </a:lnTo>
                  <a:lnTo>
                    <a:pt x="2971" y="286"/>
                  </a:lnTo>
                  <a:lnTo>
                    <a:pt x="2991" y="286"/>
                  </a:lnTo>
                  <a:lnTo>
                    <a:pt x="3009" y="304"/>
                  </a:lnTo>
                  <a:lnTo>
                    <a:pt x="3028" y="343"/>
                  </a:lnTo>
                  <a:lnTo>
                    <a:pt x="3047" y="400"/>
                  </a:lnTo>
                  <a:lnTo>
                    <a:pt x="3047" y="533"/>
                  </a:lnTo>
                  <a:lnTo>
                    <a:pt x="3047" y="552"/>
                  </a:lnTo>
                  <a:lnTo>
                    <a:pt x="3067" y="571"/>
                  </a:lnTo>
                  <a:lnTo>
                    <a:pt x="3086" y="590"/>
                  </a:lnTo>
                  <a:lnTo>
                    <a:pt x="3086" y="609"/>
                  </a:lnTo>
                  <a:lnTo>
                    <a:pt x="3086" y="628"/>
                  </a:lnTo>
                  <a:lnTo>
                    <a:pt x="3086" y="648"/>
                  </a:lnTo>
                  <a:lnTo>
                    <a:pt x="3105" y="648"/>
                  </a:lnTo>
                  <a:lnTo>
                    <a:pt x="3105" y="666"/>
                  </a:lnTo>
                  <a:lnTo>
                    <a:pt x="3105" y="704"/>
                  </a:lnTo>
                  <a:lnTo>
                    <a:pt x="3086" y="762"/>
                  </a:lnTo>
                  <a:lnTo>
                    <a:pt x="3105" y="876"/>
                  </a:lnTo>
                  <a:lnTo>
                    <a:pt x="3105" y="914"/>
                  </a:lnTo>
                  <a:lnTo>
                    <a:pt x="3105" y="933"/>
                  </a:lnTo>
                  <a:lnTo>
                    <a:pt x="3105" y="952"/>
                  </a:lnTo>
                  <a:lnTo>
                    <a:pt x="3143" y="990"/>
                  </a:lnTo>
                  <a:lnTo>
                    <a:pt x="3143" y="1009"/>
                  </a:lnTo>
                  <a:lnTo>
                    <a:pt x="3143" y="1047"/>
                  </a:lnTo>
                  <a:lnTo>
                    <a:pt x="3105" y="1105"/>
                  </a:lnTo>
                  <a:lnTo>
                    <a:pt x="3123" y="1143"/>
                  </a:lnTo>
                  <a:lnTo>
                    <a:pt x="3105" y="1200"/>
                  </a:lnTo>
                  <a:lnTo>
                    <a:pt x="3105" y="1219"/>
                  </a:lnTo>
                  <a:lnTo>
                    <a:pt x="3105" y="1238"/>
                  </a:lnTo>
                  <a:lnTo>
                    <a:pt x="3105" y="1257"/>
                  </a:lnTo>
                  <a:lnTo>
                    <a:pt x="3086" y="1276"/>
                  </a:lnTo>
                  <a:lnTo>
                    <a:pt x="3067" y="1295"/>
                  </a:lnTo>
                  <a:lnTo>
                    <a:pt x="3067" y="1314"/>
                  </a:lnTo>
                  <a:lnTo>
                    <a:pt x="3067" y="1352"/>
                  </a:lnTo>
                  <a:lnTo>
                    <a:pt x="3047" y="1410"/>
                  </a:lnTo>
                  <a:lnTo>
                    <a:pt x="3028" y="1447"/>
                  </a:lnTo>
                  <a:lnTo>
                    <a:pt x="3047" y="1466"/>
                  </a:lnTo>
                  <a:lnTo>
                    <a:pt x="3028" y="1505"/>
                  </a:lnTo>
                  <a:lnTo>
                    <a:pt x="3028" y="1524"/>
                  </a:lnTo>
                  <a:lnTo>
                    <a:pt x="3028" y="1581"/>
                  </a:lnTo>
                  <a:lnTo>
                    <a:pt x="3028" y="1600"/>
                  </a:lnTo>
                  <a:lnTo>
                    <a:pt x="3047" y="1619"/>
                  </a:lnTo>
                  <a:lnTo>
                    <a:pt x="3028" y="1638"/>
                  </a:lnTo>
                  <a:lnTo>
                    <a:pt x="3028" y="1695"/>
                  </a:lnTo>
                  <a:lnTo>
                    <a:pt x="3028" y="1714"/>
                  </a:lnTo>
                  <a:lnTo>
                    <a:pt x="3009" y="1733"/>
                  </a:lnTo>
                  <a:lnTo>
                    <a:pt x="2952" y="1790"/>
                  </a:lnTo>
                  <a:lnTo>
                    <a:pt x="2895" y="1867"/>
                  </a:lnTo>
                  <a:lnTo>
                    <a:pt x="2857" y="1867"/>
                  </a:lnTo>
                  <a:lnTo>
                    <a:pt x="2819" y="1886"/>
                  </a:lnTo>
                  <a:lnTo>
                    <a:pt x="2800" y="1904"/>
                  </a:lnTo>
                  <a:lnTo>
                    <a:pt x="2819" y="1943"/>
                  </a:lnTo>
                  <a:lnTo>
                    <a:pt x="2857" y="1962"/>
                  </a:lnTo>
                  <a:lnTo>
                    <a:pt x="2876" y="1981"/>
                  </a:lnTo>
                  <a:lnTo>
                    <a:pt x="2895" y="2019"/>
                  </a:lnTo>
                  <a:lnTo>
                    <a:pt x="2914" y="2000"/>
                  </a:lnTo>
                  <a:lnTo>
                    <a:pt x="2933" y="1981"/>
                  </a:lnTo>
                  <a:lnTo>
                    <a:pt x="2952" y="1981"/>
                  </a:lnTo>
                  <a:lnTo>
                    <a:pt x="2971" y="1981"/>
                  </a:lnTo>
                  <a:lnTo>
                    <a:pt x="3009" y="1981"/>
                  </a:lnTo>
                  <a:lnTo>
                    <a:pt x="3047" y="2019"/>
                  </a:lnTo>
                  <a:lnTo>
                    <a:pt x="3047" y="2038"/>
                  </a:lnTo>
                  <a:lnTo>
                    <a:pt x="3028" y="2076"/>
                  </a:lnTo>
                  <a:lnTo>
                    <a:pt x="3009" y="2095"/>
                  </a:lnTo>
                  <a:lnTo>
                    <a:pt x="2971" y="2114"/>
                  </a:lnTo>
                  <a:lnTo>
                    <a:pt x="2933" y="2152"/>
                  </a:lnTo>
                  <a:lnTo>
                    <a:pt x="2952" y="2152"/>
                  </a:lnTo>
                  <a:lnTo>
                    <a:pt x="2971" y="2152"/>
                  </a:lnTo>
                  <a:lnTo>
                    <a:pt x="2991" y="2152"/>
                  </a:lnTo>
                  <a:lnTo>
                    <a:pt x="3009" y="2152"/>
                  </a:lnTo>
                  <a:lnTo>
                    <a:pt x="3028" y="2152"/>
                  </a:lnTo>
                  <a:lnTo>
                    <a:pt x="3028" y="2190"/>
                  </a:lnTo>
                  <a:lnTo>
                    <a:pt x="3047" y="2209"/>
                  </a:lnTo>
                  <a:lnTo>
                    <a:pt x="3047" y="2228"/>
                  </a:lnTo>
                  <a:lnTo>
                    <a:pt x="3067" y="2228"/>
                  </a:lnTo>
                  <a:lnTo>
                    <a:pt x="3086" y="2228"/>
                  </a:lnTo>
                  <a:lnTo>
                    <a:pt x="3105" y="2228"/>
                  </a:lnTo>
                  <a:lnTo>
                    <a:pt x="3123" y="2228"/>
                  </a:lnTo>
                  <a:lnTo>
                    <a:pt x="3123" y="2248"/>
                  </a:lnTo>
                  <a:lnTo>
                    <a:pt x="3123" y="2267"/>
                  </a:lnTo>
                  <a:lnTo>
                    <a:pt x="3143" y="2267"/>
                  </a:lnTo>
                  <a:lnTo>
                    <a:pt x="3143" y="2285"/>
                  </a:lnTo>
                  <a:lnTo>
                    <a:pt x="3162" y="2285"/>
                  </a:lnTo>
                  <a:lnTo>
                    <a:pt x="3162" y="2324"/>
                  </a:lnTo>
                  <a:lnTo>
                    <a:pt x="3162" y="2343"/>
                  </a:lnTo>
                  <a:lnTo>
                    <a:pt x="3181" y="2343"/>
                  </a:lnTo>
                  <a:lnTo>
                    <a:pt x="3181" y="2324"/>
                  </a:lnTo>
                  <a:lnTo>
                    <a:pt x="3200" y="2324"/>
                  </a:lnTo>
                  <a:lnTo>
                    <a:pt x="3219" y="2343"/>
                  </a:lnTo>
                  <a:lnTo>
                    <a:pt x="3219" y="2362"/>
                  </a:lnTo>
                  <a:lnTo>
                    <a:pt x="3219" y="2381"/>
                  </a:lnTo>
                  <a:lnTo>
                    <a:pt x="3238" y="2381"/>
                  </a:lnTo>
                  <a:lnTo>
                    <a:pt x="3238" y="2400"/>
                  </a:lnTo>
                  <a:lnTo>
                    <a:pt x="3238" y="2419"/>
                  </a:lnTo>
                  <a:lnTo>
                    <a:pt x="3257" y="2419"/>
                  </a:lnTo>
                  <a:lnTo>
                    <a:pt x="3257" y="2438"/>
                  </a:lnTo>
                  <a:lnTo>
                    <a:pt x="3276" y="2438"/>
                  </a:lnTo>
                  <a:lnTo>
                    <a:pt x="3276" y="2457"/>
                  </a:lnTo>
                  <a:lnTo>
                    <a:pt x="3295" y="2495"/>
                  </a:lnTo>
                  <a:lnTo>
                    <a:pt x="3314" y="2514"/>
                  </a:lnTo>
                  <a:lnTo>
                    <a:pt x="3333" y="2514"/>
                  </a:lnTo>
                  <a:lnTo>
                    <a:pt x="3352" y="2533"/>
                  </a:lnTo>
                  <a:lnTo>
                    <a:pt x="3409" y="2609"/>
                  </a:lnTo>
                  <a:lnTo>
                    <a:pt x="3409" y="2629"/>
                  </a:lnTo>
                  <a:lnTo>
                    <a:pt x="3428" y="2647"/>
                  </a:lnTo>
                  <a:lnTo>
                    <a:pt x="3448" y="2647"/>
                  </a:lnTo>
                  <a:lnTo>
                    <a:pt x="3448" y="2666"/>
                  </a:lnTo>
                  <a:lnTo>
                    <a:pt x="3467" y="2685"/>
                  </a:lnTo>
                  <a:lnTo>
                    <a:pt x="3467" y="2705"/>
                  </a:lnTo>
                  <a:lnTo>
                    <a:pt x="3485" y="2705"/>
                  </a:lnTo>
                  <a:lnTo>
                    <a:pt x="3504" y="2705"/>
                  </a:lnTo>
                  <a:lnTo>
                    <a:pt x="3524" y="2705"/>
                  </a:lnTo>
                  <a:lnTo>
                    <a:pt x="3524" y="2685"/>
                  </a:lnTo>
                  <a:lnTo>
                    <a:pt x="3543" y="2685"/>
                  </a:lnTo>
                  <a:lnTo>
                    <a:pt x="3543" y="2666"/>
                  </a:lnTo>
                  <a:lnTo>
                    <a:pt x="3562" y="2666"/>
                  </a:lnTo>
                  <a:lnTo>
                    <a:pt x="3581" y="2647"/>
                  </a:lnTo>
                  <a:lnTo>
                    <a:pt x="3600" y="2647"/>
                  </a:lnTo>
                  <a:lnTo>
                    <a:pt x="3600" y="2629"/>
                  </a:lnTo>
                  <a:lnTo>
                    <a:pt x="3619" y="2629"/>
                  </a:lnTo>
                  <a:lnTo>
                    <a:pt x="3638" y="2629"/>
                  </a:lnTo>
                  <a:lnTo>
                    <a:pt x="3657" y="2629"/>
                  </a:lnTo>
                  <a:lnTo>
                    <a:pt x="3695" y="2609"/>
                  </a:lnTo>
                  <a:lnTo>
                    <a:pt x="3714" y="2609"/>
                  </a:lnTo>
                  <a:lnTo>
                    <a:pt x="3733" y="2590"/>
                  </a:lnTo>
                  <a:lnTo>
                    <a:pt x="3771" y="2590"/>
                  </a:lnTo>
                  <a:lnTo>
                    <a:pt x="3829" y="2590"/>
                  </a:lnTo>
                  <a:lnTo>
                    <a:pt x="3848" y="2590"/>
                  </a:lnTo>
                  <a:lnTo>
                    <a:pt x="3848" y="2571"/>
                  </a:lnTo>
                  <a:lnTo>
                    <a:pt x="3866" y="2571"/>
                  </a:lnTo>
                  <a:lnTo>
                    <a:pt x="3885" y="2571"/>
                  </a:lnTo>
                  <a:lnTo>
                    <a:pt x="3905" y="2590"/>
                  </a:lnTo>
                  <a:lnTo>
                    <a:pt x="3905" y="2609"/>
                  </a:lnTo>
                  <a:lnTo>
                    <a:pt x="3924" y="2609"/>
                  </a:lnTo>
                  <a:lnTo>
                    <a:pt x="3962" y="2629"/>
                  </a:lnTo>
                  <a:lnTo>
                    <a:pt x="3981" y="2647"/>
                  </a:lnTo>
                  <a:lnTo>
                    <a:pt x="3981" y="2685"/>
                  </a:lnTo>
                  <a:lnTo>
                    <a:pt x="3981" y="2705"/>
                  </a:lnTo>
                  <a:lnTo>
                    <a:pt x="4000" y="2724"/>
                  </a:lnTo>
                  <a:lnTo>
                    <a:pt x="4000" y="2743"/>
                  </a:lnTo>
                  <a:lnTo>
                    <a:pt x="3981" y="2743"/>
                  </a:lnTo>
                  <a:lnTo>
                    <a:pt x="3981" y="2761"/>
                  </a:lnTo>
                  <a:lnTo>
                    <a:pt x="3981" y="2781"/>
                  </a:lnTo>
                  <a:lnTo>
                    <a:pt x="3962" y="2800"/>
                  </a:lnTo>
                  <a:lnTo>
                    <a:pt x="3962" y="2819"/>
                  </a:lnTo>
                  <a:lnTo>
                    <a:pt x="3962" y="2838"/>
                  </a:lnTo>
                  <a:lnTo>
                    <a:pt x="3962" y="2857"/>
                  </a:lnTo>
                  <a:lnTo>
                    <a:pt x="3962" y="2895"/>
                  </a:lnTo>
                  <a:lnTo>
                    <a:pt x="3962" y="2933"/>
                  </a:lnTo>
                  <a:lnTo>
                    <a:pt x="3943" y="2933"/>
                  </a:lnTo>
                  <a:lnTo>
                    <a:pt x="3943" y="2952"/>
                  </a:lnTo>
                  <a:lnTo>
                    <a:pt x="3924" y="2952"/>
                  </a:lnTo>
                  <a:lnTo>
                    <a:pt x="3924" y="2971"/>
                  </a:lnTo>
                  <a:lnTo>
                    <a:pt x="3943" y="2990"/>
                  </a:lnTo>
                  <a:lnTo>
                    <a:pt x="3943" y="3010"/>
                  </a:lnTo>
                  <a:lnTo>
                    <a:pt x="3962" y="3028"/>
                  </a:lnTo>
                  <a:lnTo>
                    <a:pt x="3962" y="3047"/>
                  </a:lnTo>
                  <a:lnTo>
                    <a:pt x="3866" y="3047"/>
                  </a:lnTo>
                  <a:lnTo>
                    <a:pt x="3848" y="3047"/>
                  </a:lnTo>
                  <a:lnTo>
                    <a:pt x="3809" y="3047"/>
                  </a:lnTo>
                  <a:lnTo>
                    <a:pt x="3752" y="3047"/>
                  </a:lnTo>
                  <a:lnTo>
                    <a:pt x="3695" y="3086"/>
                  </a:lnTo>
                  <a:lnTo>
                    <a:pt x="3676" y="3086"/>
                  </a:lnTo>
                  <a:lnTo>
                    <a:pt x="3657" y="3105"/>
                  </a:lnTo>
                  <a:lnTo>
                    <a:pt x="3657" y="3124"/>
                  </a:lnTo>
                  <a:lnTo>
                    <a:pt x="3638" y="3124"/>
                  </a:lnTo>
                  <a:lnTo>
                    <a:pt x="3638" y="3142"/>
                  </a:lnTo>
                  <a:lnTo>
                    <a:pt x="3619" y="3181"/>
                  </a:lnTo>
                  <a:lnTo>
                    <a:pt x="3600" y="3219"/>
                  </a:lnTo>
                  <a:lnTo>
                    <a:pt x="3600" y="3257"/>
                  </a:lnTo>
                  <a:lnTo>
                    <a:pt x="3600" y="3276"/>
                  </a:lnTo>
                  <a:lnTo>
                    <a:pt x="3600" y="3295"/>
                  </a:lnTo>
                  <a:lnTo>
                    <a:pt x="3581" y="3295"/>
                  </a:lnTo>
                  <a:lnTo>
                    <a:pt x="3581" y="3314"/>
                  </a:lnTo>
                  <a:lnTo>
                    <a:pt x="3581" y="3333"/>
                  </a:lnTo>
                  <a:lnTo>
                    <a:pt x="3562" y="3352"/>
                  </a:lnTo>
                  <a:lnTo>
                    <a:pt x="3562" y="3371"/>
                  </a:lnTo>
                  <a:lnTo>
                    <a:pt x="3581" y="3428"/>
                  </a:lnTo>
                  <a:lnTo>
                    <a:pt x="3581" y="3447"/>
                  </a:lnTo>
                  <a:lnTo>
                    <a:pt x="3581" y="3467"/>
                  </a:lnTo>
                  <a:lnTo>
                    <a:pt x="3562" y="3486"/>
                  </a:lnTo>
                  <a:lnTo>
                    <a:pt x="3543" y="3486"/>
                  </a:lnTo>
                  <a:lnTo>
                    <a:pt x="3524" y="3486"/>
                  </a:lnTo>
                  <a:lnTo>
                    <a:pt x="3504" y="3505"/>
                  </a:lnTo>
                  <a:lnTo>
                    <a:pt x="3504" y="3523"/>
                  </a:lnTo>
                  <a:lnTo>
                    <a:pt x="3485" y="3523"/>
                  </a:lnTo>
                  <a:lnTo>
                    <a:pt x="3485" y="3543"/>
                  </a:lnTo>
                  <a:lnTo>
                    <a:pt x="3467" y="3562"/>
                  </a:lnTo>
                  <a:lnTo>
                    <a:pt x="3448" y="3581"/>
                  </a:lnTo>
                  <a:lnTo>
                    <a:pt x="3428" y="3600"/>
                  </a:lnTo>
                  <a:lnTo>
                    <a:pt x="3428" y="3619"/>
                  </a:lnTo>
                  <a:lnTo>
                    <a:pt x="3409" y="3619"/>
                  </a:lnTo>
                  <a:lnTo>
                    <a:pt x="3409" y="3638"/>
                  </a:lnTo>
                  <a:lnTo>
                    <a:pt x="3428" y="3657"/>
                  </a:lnTo>
                  <a:lnTo>
                    <a:pt x="3448" y="3676"/>
                  </a:lnTo>
                  <a:lnTo>
                    <a:pt x="3467" y="3676"/>
                  </a:lnTo>
                  <a:lnTo>
                    <a:pt x="3485" y="3676"/>
                  </a:lnTo>
                  <a:lnTo>
                    <a:pt x="3524" y="3676"/>
                  </a:lnTo>
                  <a:lnTo>
                    <a:pt x="3543" y="3676"/>
                  </a:lnTo>
                  <a:lnTo>
                    <a:pt x="3600" y="3714"/>
                  </a:lnTo>
                  <a:lnTo>
                    <a:pt x="3638" y="3771"/>
                  </a:lnTo>
                  <a:lnTo>
                    <a:pt x="3638" y="3790"/>
                  </a:lnTo>
                  <a:lnTo>
                    <a:pt x="3657" y="3828"/>
                  </a:lnTo>
                  <a:lnTo>
                    <a:pt x="3657" y="3848"/>
                  </a:lnTo>
                  <a:lnTo>
                    <a:pt x="3657" y="3885"/>
                  </a:lnTo>
                  <a:lnTo>
                    <a:pt x="3657" y="3904"/>
                  </a:lnTo>
                  <a:lnTo>
                    <a:pt x="3657" y="3924"/>
                  </a:lnTo>
                  <a:lnTo>
                    <a:pt x="3676" y="3962"/>
                  </a:lnTo>
                  <a:lnTo>
                    <a:pt x="3695" y="3981"/>
                  </a:lnTo>
                  <a:lnTo>
                    <a:pt x="3733" y="4000"/>
                  </a:lnTo>
                  <a:lnTo>
                    <a:pt x="3809" y="4038"/>
                  </a:lnTo>
                  <a:lnTo>
                    <a:pt x="3885" y="4076"/>
                  </a:lnTo>
                  <a:lnTo>
                    <a:pt x="3905" y="4076"/>
                  </a:lnTo>
                  <a:lnTo>
                    <a:pt x="3924" y="4095"/>
                  </a:lnTo>
                  <a:lnTo>
                    <a:pt x="3924" y="4114"/>
                  </a:lnTo>
                  <a:lnTo>
                    <a:pt x="3924" y="4133"/>
                  </a:lnTo>
                  <a:lnTo>
                    <a:pt x="3924" y="4152"/>
                  </a:lnTo>
                  <a:lnTo>
                    <a:pt x="3905" y="4152"/>
                  </a:lnTo>
                  <a:lnTo>
                    <a:pt x="3885" y="4171"/>
                  </a:lnTo>
                  <a:lnTo>
                    <a:pt x="3885" y="4190"/>
                  </a:lnTo>
                  <a:lnTo>
                    <a:pt x="3866" y="4229"/>
                  </a:lnTo>
                  <a:lnTo>
                    <a:pt x="3848" y="4248"/>
                  </a:lnTo>
                  <a:lnTo>
                    <a:pt x="3829" y="4248"/>
                  </a:lnTo>
                  <a:lnTo>
                    <a:pt x="3809" y="4248"/>
                  </a:lnTo>
                  <a:lnTo>
                    <a:pt x="3809" y="4266"/>
                  </a:lnTo>
                  <a:lnTo>
                    <a:pt x="3790" y="4285"/>
                  </a:lnTo>
                  <a:lnTo>
                    <a:pt x="3790" y="4305"/>
                  </a:lnTo>
                  <a:lnTo>
                    <a:pt x="3809" y="4324"/>
                  </a:lnTo>
                  <a:lnTo>
                    <a:pt x="3829" y="4343"/>
                  </a:lnTo>
                  <a:lnTo>
                    <a:pt x="3848" y="4343"/>
                  </a:lnTo>
                  <a:lnTo>
                    <a:pt x="3885" y="4381"/>
                  </a:lnTo>
                  <a:lnTo>
                    <a:pt x="3962" y="4419"/>
                  </a:lnTo>
                  <a:lnTo>
                    <a:pt x="3962" y="4438"/>
                  </a:lnTo>
                  <a:lnTo>
                    <a:pt x="3981" y="4457"/>
                  </a:lnTo>
                  <a:lnTo>
                    <a:pt x="4000" y="4476"/>
                  </a:lnTo>
                  <a:lnTo>
                    <a:pt x="4000" y="4495"/>
                  </a:lnTo>
                  <a:lnTo>
                    <a:pt x="4000" y="4514"/>
                  </a:lnTo>
                  <a:lnTo>
                    <a:pt x="4000" y="4533"/>
                  </a:lnTo>
                  <a:lnTo>
                    <a:pt x="3981" y="4552"/>
                  </a:lnTo>
                  <a:lnTo>
                    <a:pt x="3981" y="4571"/>
                  </a:lnTo>
                  <a:lnTo>
                    <a:pt x="4000" y="4571"/>
                  </a:lnTo>
                  <a:lnTo>
                    <a:pt x="4019" y="4610"/>
                  </a:lnTo>
                  <a:lnTo>
                    <a:pt x="4038" y="4610"/>
                  </a:lnTo>
                  <a:lnTo>
                    <a:pt x="4038" y="4647"/>
                  </a:lnTo>
                  <a:lnTo>
                    <a:pt x="4057" y="4666"/>
                  </a:lnTo>
                  <a:lnTo>
                    <a:pt x="4076" y="4666"/>
                  </a:lnTo>
                  <a:lnTo>
                    <a:pt x="4095" y="4686"/>
                  </a:lnTo>
                  <a:lnTo>
                    <a:pt x="4095" y="4724"/>
                  </a:lnTo>
                  <a:lnTo>
                    <a:pt x="4114" y="4724"/>
                  </a:lnTo>
                  <a:lnTo>
                    <a:pt x="4152" y="4742"/>
                  </a:lnTo>
                  <a:lnTo>
                    <a:pt x="4171" y="4742"/>
                  </a:lnTo>
                  <a:lnTo>
                    <a:pt x="4229" y="4724"/>
                  </a:lnTo>
                  <a:lnTo>
                    <a:pt x="4247" y="4724"/>
                  </a:lnTo>
                  <a:lnTo>
                    <a:pt x="4343" y="4762"/>
                  </a:lnTo>
                  <a:lnTo>
                    <a:pt x="4362" y="4781"/>
                  </a:lnTo>
                  <a:lnTo>
                    <a:pt x="4400" y="4819"/>
                  </a:lnTo>
                  <a:lnTo>
                    <a:pt x="4419" y="4838"/>
                  </a:lnTo>
                  <a:lnTo>
                    <a:pt x="4476" y="4857"/>
                  </a:lnTo>
                  <a:lnTo>
                    <a:pt x="4591" y="4876"/>
                  </a:lnTo>
                  <a:lnTo>
                    <a:pt x="4647" y="4876"/>
                  </a:lnTo>
                </a:path>
              </a:pathLst>
            </a:custGeom>
            <a:solidFill>
              <a:srgbClr val="698F6E"/>
            </a:solidFill>
            <a:ln w="9525" cap="flat">
              <a:solidFill>
                <a:srgbClr val="FFFFFF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380985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761970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142954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1523939" algn="l" defTabSz="380985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1904924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6pPr>
              <a:lvl7pPr marL="2285909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7pPr>
              <a:lvl8pPr marL="2666893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8pPr>
              <a:lvl9pPr marL="3047878" algn="l" defTabSz="76197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9pPr>
            </a:lstStyle>
            <a:p>
              <a:endParaRPr lang="en-UA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25EF4D4-933F-A75F-D5A2-5869C711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>
                <a:solidFill>
                  <a:srgbClr val="F0F6FC"/>
                </a:solidFill>
              </a:rPr>
              <a:t>O IVS mede a vulnerabilidade social dos territórios brasileiros</a:t>
            </a:r>
            <a:endParaRPr lang="pt-BR" b="1" i="0">
              <a:solidFill>
                <a:srgbClr val="F0F6FC"/>
              </a:solidFill>
              <a:effectLst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D095647-E4D0-B27B-A7CE-724089BCDC83}"/>
              </a:ext>
            </a:extLst>
          </p:cNvPr>
          <p:cNvSpPr txBox="1">
            <a:spLocks/>
          </p:cNvSpPr>
          <p:nvPr/>
        </p:nvSpPr>
        <p:spPr>
          <a:xfrm>
            <a:off x="96400" y="718808"/>
            <a:ext cx="8234800" cy="301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I. O IVS resume a vulnerabilidade social em três dimensões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4631625-2C86-C8D4-7771-6879EB1133CE}"/>
              </a:ext>
            </a:extLst>
          </p:cNvPr>
          <p:cNvSpPr txBox="1">
            <a:spLocks/>
          </p:cNvSpPr>
          <p:nvPr/>
        </p:nvSpPr>
        <p:spPr>
          <a:xfrm>
            <a:off x="96400" y="992262"/>
            <a:ext cx="5593565" cy="197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/>
              <a:t>Índice de Vulnerabilidade Social (0 a 1), Por UF – Ipea, 2010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584C9-F7E1-E9D4-047F-9F73944D6E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747384" y="6477362"/>
            <a:ext cx="360000" cy="360000"/>
          </a:xfrm>
        </p:spPr>
        <p:txBody>
          <a:bodyPr anchor="ctr">
            <a:normAutofit/>
          </a:bodyPr>
          <a:lstStyle/>
          <a:p>
            <a:pPr algn="ctr"/>
            <a:r>
              <a:rPr lang="pt-BR" sz="1400" b="1">
                <a:solidFill>
                  <a:srgbClr val="BFBFBF"/>
                </a:solidFill>
              </a:rPr>
              <a:t>21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675E731D-634D-4B76-D0BA-3BD9C275E024}"/>
              </a:ext>
            </a:extLst>
          </p:cNvPr>
          <p:cNvSpPr txBox="1"/>
          <p:nvPr/>
        </p:nvSpPr>
        <p:spPr>
          <a:xfrm>
            <a:off x="196860" y="6626548"/>
            <a:ext cx="9223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rgbClr val="114719"/>
                </a:solidFill>
                <a:latin typeface="Montserrat" panose="00000500000000000000" pitchFamily="2" charset="0"/>
              </a:rPr>
              <a:t>Motivação</a:t>
            </a:r>
            <a:r>
              <a:rPr lang="pt-BR" sz="1100">
                <a:latin typeface="Montserrat" panose="00000500000000000000" pitchFamily="2" charset="0"/>
              </a:rPr>
              <a:t>  I  Pergunta  I  Literatura  I  Hipótese  I  Viabilidade Empírica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56F68A-E66C-4BB9-7564-E16AFDC1EBBB}"/>
              </a:ext>
            </a:extLst>
          </p:cNvPr>
          <p:cNvGrpSpPr/>
          <p:nvPr/>
        </p:nvGrpSpPr>
        <p:grpSpPr>
          <a:xfrm>
            <a:off x="8114607" y="1298448"/>
            <a:ext cx="3291840" cy="384048"/>
            <a:chOff x="8099298" y="1298448"/>
            <a:chExt cx="3291840" cy="384048"/>
          </a:xfrm>
        </p:grpSpPr>
        <p:sp>
          <p:nvSpPr>
            <p:cNvPr id="7" name="Shape 40">
              <a:extLst>
                <a:ext uri="{FF2B5EF4-FFF2-40B4-BE49-F238E27FC236}">
                  <a16:creationId xmlns:a16="http://schemas.microsoft.com/office/drawing/2014/main" id="{EE6F8429-62C3-2A3B-6E47-6199AA39A7A7}"/>
                </a:ext>
              </a:extLst>
            </p:cNvPr>
            <p:cNvSpPr/>
            <p:nvPr/>
          </p:nvSpPr>
          <p:spPr>
            <a:xfrm>
              <a:off x="8099298" y="1298448"/>
              <a:ext cx="658368" cy="155448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Shape 41">
              <a:extLst>
                <a:ext uri="{FF2B5EF4-FFF2-40B4-BE49-F238E27FC236}">
                  <a16:creationId xmlns:a16="http://schemas.microsoft.com/office/drawing/2014/main" id="{97AA86FD-5F0B-BB66-6746-F85D794A73BD}"/>
                </a:ext>
              </a:extLst>
            </p:cNvPr>
            <p:cNvSpPr/>
            <p:nvPr/>
          </p:nvSpPr>
          <p:spPr>
            <a:xfrm>
              <a:off x="8757666" y="1298448"/>
              <a:ext cx="658368" cy="155448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42">
              <a:extLst>
                <a:ext uri="{FF2B5EF4-FFF2-40B4-BE49-F238E27FC236}">
                  <a16:creationId xmlns:a16="http://schemas.microsoft.com/office/drawing/2014/main" id="{74EFC84B-6C38-3FCB-59BE-7B1AE97741D1}"/>
                </a:ext>
              </a:extLst>
            </p:cNvPr>
            <p:cNvSpPr/>
            <p:nvPr/>
          </p:nvSpPr>
          <p:spPr>
            <a:xfrm>
              <a:off x="9416034" y="1298448"/>
              <a:ext cx="658368" cy="155448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Shape 43">
              <a:extLst>
                <a:ext uri="{FF2B5EF4-FFF2-40B4-BE49-F238E27FC236}">
                  <a16:creationId xmlns:a16="http://schemas.microsoft.com/office/drawing/2014/main" id="{14843313-10A5-A849-3658-64B78275CFBA}"/>
                </a:ext>
              </a:extLst>
            </p:cNvPr>
            <p:cNvSpPr/>
            <p:nvPr/>
          </p:nvSpPr>
          <p:spPr>
            <a:xfrm>
              <a:off x="10074402" y="1298448"/>
              <a:ext cx="658368" cy="155448"/>
            </a:xfrm>
            <a:prstGeom prst="rect">
              <a:avLst/>
            </a:prstGeom>
            <a:solidFill>
              <a:srgbClr val="396445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44">
              <a:extLst>
                <a:ext uri="{FF2B5EF4-FFF2-40B4-BE49-F238E27FC236}">
                  <a16:creationId xmlns:a16="http://schemas.microsoft.com/office/drawing/2014/main" id="{1A2819C1-3C09-80D6-E96D-8B0956B99A86}"/>
                </a:ext>
              </a:extLst>
            </p:cNvPr>
            <p:cNvSpPr/>
            <p:nvPr/>
          </p:nvSpPr>
          <p:spPr>
            <a:xfrm>
              <a:off x="10732770" y="1298448"/>
              <a:ext cx="658368" cy="155448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45">
              <a:extLst>
                <a:ext uri="{FF2B5EF4-FFF2-40B4-BE49-F238E27FC236}">
                  <a16:creationId xmlns:a16="http://schemas.microsoft.com/office/drawing/2014/main" id="{C8D4ED20-EB1E-5980-BEB1-D4E675669C61}"/>
                </a:ext>
              </a:extLst>
            </p:cNvPr>
            <p:cNvSpPr txBox="1"/>
            <p:nvPr/>
          </p:nvSpPr>
          <p:spPr>
            <a:xfrm>
              <a:off x="809929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Menor vulnerabilidade</a:t>
              </a:r>
              <a:endParaRPr lang="en-US" sz="900"/>
            </a:p>
          </p:txBody>
        </p:sp>
        <p:sp>
          <p:nvSpPr>
            <p:cNvPr id="21" name="Text 46">
              <a:extLst>
                <a:ext uri="{FF2B5EF4-FFF2-40B4-BE49-F238E27FC236}">
                  <a16:creationId xmlns:a16="http://schemas.microsoft.com/office/drawing/2014/main" id="{CF4EEF54-3BA7-FF0F-50E5-08A25D3766FF}"/>
                </a:ext>
              </a:extLst>
            </p:cNvPr>
            <p:cNvSpPr txBox="1"/>
            <p:nvPr/>
          </p:nvSpPr>
          <p:spPr>
            <a:xfrm>
              <a:off x="9745218" y="149961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Maior vulnerabilidade</a:t>
              </a:r>
              <a:endParaRPr lang="en-US" sz="9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78AC84-2773-A277-A61B-305BD14E15B4}"/>
              </a:ext>
            </a:extLst>
          </p:cNvPr>
          <p:cNvGrpSpPr/>
          <p:nvPr/>
        </p:nvGrpSpPr>
        <p:grpSpPr>
          <a:xfrm>
            <a:off x="192024" y="1897208"/>
            <a:ext cx="6711696" cy="2651760"/>
            <a:chOff x="192024" y="1417320"/>
            <a:chExt cx="6711696" cy="26517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678DA31-3BB0-DFEA-48F2-E67463403928}"/>
                </a:ext>
              </a:extLst>
            </p:cNvPr>
            <p:cNvSpPr/>
            <p:nvPr/>
          </p:nvSpPr>
          <p:spPr>
            <a:xfrm>
              <a:off x="192024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D83207D-3922-3DFE-8CE4-7821D12F7489}"/>
                </a:ext>
              </a:extLst>
            </p:cNvPr>
            <p:cNvSpPr txBox="1"/>
            <p:nvPr/>
          </p:nvSpPr>
          <p:spPr>
            <a:xfrm>
              <a:off x="192024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Infraestrutura urbana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Abastecimento de água e esgoto inadequados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Domicílios urbanos sem coleta de lixo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Vulneráveis à pobreza com mais de 1 hora até o trabalho</a:t>
              </a:r>
              <a:endParaRPr lang="en-US" sz="120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3E0C97DF-4723-D794-0BE1-C94A061EFA01}"/>
                </a:ext>
              </a:extLst>
            </p:cNvPr>
            <p:cNvSpPr txBox="1"/>
            <p:nvPr/>
          </p:nvSpPr>
          <p:spPr>
            <a:xfrm>
              <a:off x="2258568" y="1417320"/>
              <a:ext cx="256032" cy="2651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2200"/>
            </a:p>
          </p:txBody>
        </p:sp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2CF9107D-5A77-E6F4-C5E8-2CF16F1A7187}"/>
                </a:ext>
              </a:extLst>
            </p:cNvPr>
            <p:cNvSpPr/>
            <p:nvPr/>
          </p:nvSpPr>
          <p:spPr>
            <a:xfrm>
              <a:off x="2514600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C76546F3-4ACF-048B-EA0C-04B0F24D1C51}"/>
                </a:ext>
              </a:extLst>
            </p:cNvPr>
            <p:cNvSpPr txBox="1"/>
            <p:nvPr/>
          </p:nvSpPr>
          <p:spPr>
            <a:xfrm>
              <a:off x="2514600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Capital humano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8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Mortalidade infantil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Fora da escola: 0 a 5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Fora da escola: 6 a 14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Mães de 10 a 17 anos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Mães chefes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Analfabetismo adulto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Crianças em domicílio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Jovens sem estudo nem trabalho</a:t>
              </a:r>
              <a:endParaRPr lang="en-US" sz="1200"/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BC8CD39C-4F0C-DFFA-CB2A-F214BD11D440}"/>
                </a:ext>
              </a:extLst>
            </p:cNvPr>
            <p:cNvSpPr txBox="1"/>
            <p:nvPr/>
          </p:nvSpPr>
          <p:spPr>
            <a:xfrm>
              <a:off x="4581144" y="1417320"/>
              <a:ext cx="256032" cy="2651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+</a:t>
              </a:r>
              <a:endParaRPr lang="en-US" sz="2200"/>
            </a:p>
          </p:txBody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7A3757B-3D23-CC99-C609-93EA175E5E1C}"/>
                </a:ext>
              </a:extLst>
            </p:cNvPr>
            <p:cNvSpPr/>
            <p:nvPr/>
          </p:nvSpPr>
          <p:spPr>
            <a:xfrm>
              <a:off x="4837176" y="1417320"/>
              <a:ext cx="2066544" cy="2651760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6088F753-4FD4-5A34-C195-06791D3D6C13}"/>
                </a:ext>
              </a:extLst>
            </p:cNvPr>
            <p:cNvSpPr txBox="1"/>
            <p:nvPr/>
          </p:nvSpPr>
          <p:spPr>
            <a:xfrm>
              <a:off x="4837176" y="1417320"/>
              <a:ext cx="2066544" cy="2651760"/>
            </a:xfrm>
            <a:prstGeom prst="rect">
              <a:avLst/>
            </a:prstGeom>
            <a:noFill/>
            <a:ln/>
          </p:spPr>
          <p:txBody>
            <a:bodyPr wrap="square" lIns="127000" tIns="127000" rIns="101600" bIns="76200" rtlCol="0" anchor="t"/>
            <a:lstStyle/>
            <a:p>
              <a:pPr marL="0" indent="0">
                <a:spcAft>
                  <a:spcPts val="200"/>
                </a:spcAft>
                <a:buNone/>
              </a:pPr>
              <a:r>
                <a:rPr lang="en-US" sz="12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 e trabalho</a:t>
              </a:r>
              <a:endParaRPr lang="en-US" sz="1200"/>
            </a:p>
            <a:p>
              <a:pPr marL="0" indent="0">
                <a:spcAft>
                  <a:spcPts val="700"/>
                </a:spcAft>
                <a:buNone/>
              </a:pPr>
              <a:r>
                <a:rPr lang="en-US" sz="1000" b="1">
                  <a:solidFill>
                    <a:srgbClr val="39644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indicadores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 de até 1/2 salário mínimo per capita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Desocupação, 18 anos ou mais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Informalidade entre adultos sem fundamental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Dependência de renda de idosos</a:t>
              </a:r>
              <a:endParaRPr lang="en-US" sz="1200"/>
            </a:p>
            <a:p>
              <a:pPr marL="127000" indent="-127000">
                <a:spcAft>
                  <a:spcPts val="350"/>
                </a:spcAft>
                <a:buSzPct val="100000"/>
                <a:buChar char="•"/>
              </a:pPr>
              <a:r>
                <a:rPr lang="en-US" sz="950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Trabalho infantil</a:t>
              </a:r>
              <a:endParaRPr lang="en-US" sz="120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9F9C9B5-1EA6-E5CC-7A31-BEA9D0901C41}"/>
              </a:ext>
            </a:extLst>
          </p:cNvPr>
          <p:cNvGrpSpPr/>
          <p:nvPr/>
        </p:nvGrpSpPr>
        <p:grpSpPr>
          <a:xfrm>
            <a:off x="192024" y="4722376"/>
            <a:ext cx="6711696" cy="502920"/>
            <a:chOff x="192024" y="4206240"/>
            <a:chExt cx="6711696" cy="502920"/>
          </a:xfrm>
        </p:grpSpPr>
        <p:sp>
          <p:nvSpPr>
            <p:cNvPr id="39" name="Shape 11">
              <a:extLst>
                <a:ext uri="{FF2B5EF4-FFF2-40B4-BE49-F238E27FC236}">
                  <a16:creationId xmlns:a16="http://schemas.microsoft.com/office/drawing/2014/main" id="{AEAC7FCF-A270-3DDA-9CBD-2FBC3897C461}"/>
                </a:ext>
              </a:extLst>
            </p:cNvPr>
            <p:cNvSpPr/>
            <p:nvPr/>
          </p:nvSpPr>
          <p:spPr>
            <a:xfrm>
              <a:off x="192024" y="4206240"/>
              <a:ext cx="6711696" cy="502920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68EC1178-B3E0-683C-0C89-8459BC3D1055}"/>
                </a:ext>
              </a:extLst>
            </p:cNvPr>
            <p:cNvSpPr txBox="1"/>
            <p:nvPr/>
          </p:nvSpPr>
          <p:spPr>
            <a:xfrm>
              <a:off x="192024" y="4206240"/>
              <a:ext cx="6711696" cy="502920"/>
            </a:xfrm>
            <a:prstGeom prst="rect">
              <a:avLst/>
            </a:prstGeom>
            <a:noFill/>
            <a:ln/>
          </p:spPr>
          <p:txBody>
            <a:bodyPr wrap="square" lIns="203200" tIns="0" rIns="203200" bIns="0" rtlCol="0" anchor="ctr"/>
            <a:lstStyle/>
            <a:p>
              <a:pPr marL="0" indent="0">
                <a:buNone/>
              </a:pPr>
              <a:r>
                <a:rPr lang="en-US" sz="125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IVS</a:t>
              </a:r>
              <a:r>
                <a:rPr lang="en-US" sz="125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= média simples das três dimensões, com o mesmo peso (1/3 cada)</a:t>
              </a:r>
              <a:endParaRPr lang="en-US" sz="12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723C95C8-FB99-08ED-6037-EDC5931F5FD1}"/>
              </a:ext>
            </a:extLst>
          </p:cNvPr>
          <p:cNvGrpSpPr/>
          <p:nvPr/>
        </p:nvGrpSpPr>
        <p:grpSpPr>
          <a:xfrm>
            <a:off x="192024" y="5398705"/>
            <a:ext cx="6711696" cy="932688"/>
            <a:chOff x="192024" y="4846320"/>
            <a:chExt cx="6711696" cy="932688"/>
          </a:xfrm>
        </p:grpSpPr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E94064C7-BA11-7737-396D-8E263430C145}"/>
                </a:ext>
              </a:extLst>
            </p:cNvPr>
            <p:cNvSpPr txBox="1"/>
            <p:nvPr/>
          </p:nvSpPr>
          <p:spPr>
            <a:xfrm>
              <a:off x="192024" y="4846320"/>
              <a:ext cx="671169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Quanto mais perto de 1, maior a vulnerabilidade. Classificação oficial:</a:t>
              </a:r>
              <a:endParaRPr lang="en-US" sz="1100"/>
            </a:p>
          </p:txBody>
        </p:sp>
        <p:sp>
          <p:nvSpPr>
            <p:cNvPr id="47" name="Shape 14">
              <a:extLst>
                <a:ext uri="{FF2B5EF4-FFF2-40B4-BE49-F238E27FC236}">
                  <a16:creationId xmlns:a16="http://schemas.microsoft.com/office/drawing/2014/main" id="{FF28408C-6E49-C75A-9151-9938FC1DB6C6}"/>
                </a:ext>
              </a:extLst>
            </p:cNvPr>
            <p:cNvSpPr/>
            <p:nvPr/>
          </p:nvSpPr>
          <p:spPr>
            <a:xfrm>
              <a:off x="192024" y="5093208"/>
              <a:ext cx="1305763" cy="256032"/>
            </a:xfrm>
            <a:prstGeom prst="rect">
              <a:avLst/>
            </a:prstGeom>
            <a:solidFill>
              <a:srgbClr val="D6E1D3"/>
            </a:solidFill>
            <a:ln w="12700">
              <a:solidFill>
                <a:srgbClr val="D6E1D3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A1265641-DD71-F7E4-D3C9-AA684D31DBE8}"/>
                </a:ext>
              </a:extLst>
            </p:cNvPr>
            <p:cNvSpPr txBox="1"/>
            <p:nvPr/>
          </p:nvSpPr>
          <p:spPr>
            <a:xfrm>
              <a:off x="192024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baixa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até 0,200</a:t>
              </a:r>
              <a:endParaRPr lang="en-US" sz="1100"/>
            </a:p>
          </p:txBody>
        </p:sp>
        <p:sp>
          <p:nvSpPr>
            <p:cNvPr id="55" name="Shape 16">
              <a:extLst>
                <a:ext uri="{FF2B5EF4-FFF2-40B4-BE49-F238E27FC236}">
                  <a16:creationId xmlns:a16="http://schemas.microsoft.com/office/drawing/2014/main" id="{36A6CB95-61FE-E222-18B8-BC8694108F29}"/>
                </a:ext>
              </a:extLst>
            </p:cNvPr>
            <p:cNvSpPr/>
            <p:nvPr/>
          </p:nvSpPr>
          <p:spPr>
            <a:xfrm>
              <a:off x="1543507" y="5093208"/>
              <a:ext cx="1305763" cy="256032"/>
            </a:xfrm>
            <a:prstGeom prst="rect">
              <a:avLst/>
            </a:prstGeom>
            <a:solidFill>
              <a:srgbClr val="A9C0A7"/>
            </a:solidFill>
            <a:ln w="12700">
              <a:solidFill>
                <a:srgbClr val="A9C0A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Text 17">
              <a:extLst>
                <a:ext uri="{FF2B5EF4-FFF2-40B4-BE49-F238E27FC236}">
                  <a16:creationId xmlns:a16="http://schemas.microsoft.com/office/drawing/2014/main" id="{4C0C3975-5F73-3056-5DB8-EC9CEA09306D}"/>
                </a:ext>
              </a:extLst>
            </p:cNvPr>
            <p:cNvSpPr txBox="1"/>
            <p:nvPr/>
          </p:nvSpPr>
          <p:spPr>
            <a:xfrm>
              <a:off x="1543507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Baixa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0,201 a 0,300</a:t>
              </a:r>
              <a:endParaRPr lang="en-US" sz="1100"/>
            </a:p>
          </p:txBody>
        </p:sp>
        <p:sp>
          <p:nvSpPr>
            <p:cNvPr id="63" name="Shape 18">
              <a:extLst>
                <a:ext uri="{FF2B5EF4-FFF2-40B4-BE49-F238E27FC236}">
                  <a16:creationId xmlns:a16="http://schemas.microsoft.com/office/drawing/2014/main" id="{636112A7-D697-73A3-257D-EF8D0D399C21}"/>
                </a:ext>
              </a:extLst>
            </p:cNvPr>
            <p:cNvSpPr/>
            <p:nvPr/>
          </p:nvSpPr>
          <p:spPr>
            <a:xfrm>
              <a:off x="2894990" y="5093208"/>
              <a:ext cx="1305763" cy="256032"/>
            </a:xfrm>
            <a:prstGeom prst="rect">
              <a:avLst/>
            </a:prstGeom>
            <a:solidFill>
              <a:srgbClr val="698F6E"/>
            </a:solidFill>
            <a:ln w="12700">
              <a:solidFill>
                <a:srgbClr val="698F6E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 19">
              <a:extLst>
                <a:ext uri="{FF2B5EF4-FFF2-40B4-BE49-F238E27FC236}">
                  <a16:creationId xmlns:a16="http://schemas.microsoft.com/office/drawing/2014/main" id="{3E972387-1627-E2C1-A646-D1878B3A7814}"/>
                </a:ext>
              </a:extLst>
            </p:cNvPr>
            <p:cNvSpPr txBox="1"/>
            <p:nvPr/>
          </p:nvSpPr>
          <p:spPr>
            <a:xfrm>
              <a:off x="2894990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Média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0,301 a 0,400</a:t>
              </a:r>
              <a:endParaRPr lang="en-US" sz="1100"/>
            </a:p>
          </p:txBody>
        </p:sp>
        <p:sp>
          <p:nvSpPr>
            <p:cNvPr id="71" name="Shape 20">
              <a:extLst>
                <a:ext uri="{FF2B5EF4-FFF2-40B4-BE49-F238E27FC236}">
                  <a16:creationId xmlns:a16="http://schemas.microsoft.com/office/drawing/2014/main" id="{298126D2-CB5A-1E16-283A-C4F682298DAA}"/>
                </a:ext>
              </a:extLst>
            </p:cNvPr>
            <p:cNvSpPr/>
            <p:nvPr/>
          </p:nvSpPr>
          <p:spPr>
            <a:xfrm>
              <a:off x="4246474" y="5093208"/>
              <a:ext cx="1305763" cy="256032"/>
            </a:xfrm>
            <a:prstGeom prst="rect">
              <a:avLst/>
            </a:prstGeom>
            <a:solidFill>
              <a:srgbClr val="396444"/>
            </a:solidFill>
            <a:ln w="12700">
              <a:solidFill>
                <a:srgbClr val="396444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Text 21">
              <a:extLst>
                <a:ext uri="{FF2B5EF4-FFF2-40B4-BE49-F238E27FC236}">
                  <a16:creationId xmlns:a16="http://schemas.microsoft.com/office/drawing/2014/main" id="{486654E4-AB2D-4093-A331-A607C862D102}"/>
                </a:ext>
              </a:extLst>
            </p:cNvPr>
            <p:cNvSpPr txBox="1"/>
            <p:nvPr/>
          </p:nvSpPr>
          <p:spPr>
            <a:xfrm>
              <a:off x="4246474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Alta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0,401 a 0,500</a:t>
              </a:r>
              <a:endParaRPr lang="en-US" sz="1100"/>
            </a:p>
          </p:txBody>
        </p:sp>
        <p:sp>
          <p:nvSpPr>
            <p:cNvPr id="82" name="Shape 22">
              <a:extLst>
                <a:ext uri="{FF2B5EF4-FFF2-40B4-BE49-F238E27FC236}">
                  <a16:creationId xmlns:a16="http://schemas.microsoft.com/office/drawing/2014/main" id="{0F0F0484-D426-7493-11AB-F6E6012B5930}"/>
                </a:ext>
              </a:extLst>
            </p:cNvPr>
            <p:cNvSpPr/>
            <p:nvPr/>
          </p:nvSpPr>
          <p:spPr>
            <a:xfrm>
              <a:off x="5597957" y="5093208"/>
              <a:ext cx="1305763" cy="256032"/>
            </a:xfrm>
            <a:prstGeom prst="rect">
              <a:avLst/>
            </a:prstGeom>
            <a:solidFill>
              <a:srgbClr val="1B3A20"/>
            </a:solidFill>
            <a:ln w="12700">
              <a:solidFill>
                <a:srgbClr val="1B3A20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6" name="Text 23">
              <a:extLst>
                <a:ext uri="{FF2B5EF4-FFF2-40B4-BE49-F238E27FC236}">
                  <a16:creationId xmlns:a16="http://schemas.microsoft.com/office/drawing/2014/main" id="{23DF7A25-76B3-21BA-E668-9F9E982247AF}"/>
                </a:ext>
              </a:extLst>
            </p:cNvPr>
            <p:cNvSpPr txBox="1"/>
            <p:nvPr/>
          </p:nvSpPr>
          <p:spPr>
            <a:xfrm>
              <a:off x="5597957" y="5394960"/>
              <a:ext cx="1305763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100" b="1">
                  <a:solidFill>
                    <a:srgbClr val="1F1F1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Muito alta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000">
                  <a:solidFill>
                    <a:srgbClr val="59595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acima de 0,500</a:t>
              </a:r>
              <a:endParaRPr lang="en-US" sz="1100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12C7FBF-C156-B397-C6CD-DB70574B0437}"/>
              </a:ext>
            </a:extLst>
          </p:cNvPr>
          <p:cNvGrpSpPr/>
          <p:nvPr/>
        </p:nvGrpSpPr>
        <p:grpSpPr>
          <a:xfrm>
            <a:off x="192024" y="1248312"/>
            <a:ext cx="6711696" cy="475488"/>
            <a:chOff x="192024" y="5897880"/>
            <a:chExt cx="6711696" cy="475488"/>
          </a:xfrm>
        </p:grpSpPr>
        <p:sp>
          <p:nvSpPr>
            <p:cNvPr id="90" name="Shape 24">
              <a:extLst>
                <a:ext uri="{FF2B5EF4-FFF2-40B4-BE49-F238E27FC236}">
                  <a16:creationId xmlns:a16="http://schemas.microsoft.com/office/drawing/2014/main" id="{E976D4D9-95A2-B4BA-379D-6481F2053AE3}"/>
                </a:ext>
              </a:extLst>
            </p:cNvPr>
            <p:cNvSpPr/>
            <p:nvPr/>
          </p:nvSpPr>
          <p:spPr>
            <a:xfrm>
              <a:off x="192024" y="5897880"/>
              <a:ext cx="6711696" cy="475488"/>
            </a:xfrm>
            <a:prstGeom prst="rect">
              <a:avLst/>
            </a:prstGeom>
            <a:solidFill>
              <a:srgbClr val="EEF3ED"/>
            </a:solidFill>
            <a:ln w="12700">
              <a:solidFill>
                <a:srgbClr val="EEF3E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4" name="Text 25">
              <a:extLst>
                <a:ext uri="{FF2B5EF4-FFF2-40B4-BE49-F238E27FC236}">
                  <a16:creationId xmlns:a16="http://schemas.microsoft.com/office/drawing/2014/main" id="{B95565A2-4882-2370-46D5-D12E0B486C40}"/>
                </a:ext>
              </a:extLst>
            </p:cNvPr>
            <p:cNvSpPr txBox="1"/>
            <p:nvPr/>
          </p:nvSpPr>
          <p:spPr>
            <a:xfrm>
              <a:off x="192024" y="5897880"/>
              <a:ext cx="6711696" cy="475488"/>
            </a:xfrm>
            <a:prstGeom prst="rect">
              <a:avLst/>
            </a:prstGeom>
            <a:noFill/>
            <a:ln/>
          </p:spPr>
          <p:txBody>
            <a:bodyPr wrap="square" lIns="152400" tIns="0" rIns="152400" bIns="0" rtlCol="0" anchor="ctr"/>
            <a:lstStyle/>
            <a:p>
              <a:pPr marL="0" indent="0">
                <a:buNone/>
              </a:pPr>
              <a:r>
                <a:rPr lang="en-US" sz="1000" b="1" err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Vulnerabilidade</a:t>
              </a:r>
              <a:r>
                <a:rPr lang="en-US" sz="1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social: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fragilidades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condições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de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vida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de um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território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ligadas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a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renda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trabalho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educação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saúde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trasnporte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</a:t>
              </a:r>
              <a:r>
                <a:rPr lang="en-US" sz="1000" err="1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moradia</a:t>
              </a:r>
              <a:r>
                <a:rPr lang="en-US" sz="1000"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 saneamento. </a:t>
              </a:r>
              <a:r>
                <a:rPr lang="en-US" sz="1000" b="1">
                  <a:solidFill>
                    <a:srgbClr val="1B3A2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endParaRPr lang="en-US" sz="1000"/>
            </a:p>
          </p:txBody>
        </p:sp>
      </p:grpSp>
      <p:sp>
        <p:nvSpPr>
          <p:cNvPr id="162" name="Text 34">
            <a:extLst>
              <a:ext uri="{FF2B5EF4-FFF2-40B4-BE49-F238E27FC236}">
                <a16:creationId xmlns:a16="http://schemas.microsoft.com/office/drawing/2014/main" id="{83BDBE20-A294-593C-5A26-21488A7BD3DE}"/>
              </a:ext>
            </a:extLst>
          </p:cNvPr>
          <p:cNvSpPr txBox="1"/>
          <p:nvPr/>
        </p:nvSpPr>
        <p:spPr>
          <a:xfrm>
            <a:off x="192024" y="644652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7A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Fontes: Ipea, Atlas da Vulnerabilidade Social; Edital SGTES/MS nº 3/2025 (item 11.1.4).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17026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Da regra da bolsa à saúde: teoria da mudança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Literatura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Hipótese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A_numero_R1"/>
          <p:cNvSpPr/>
          <p:nvPr/>
        </p:nvSpPr>
        <p:spPr>
          <a:xfrm>
            <a:off x="301752" y="813816"/>
            <a:ext cx="310896" cy="310896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2" name="A_rotulo_R1"/>
          <p:cNvSpPr txBox="1"/>
          <p:nvPr/>
        </p:nvSpPr>
        <p:spPr>
          <a:xfrm>
            <a:off x="256032" y="117043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60" dirty="0">
                <a:solidFill>
                  <a:srgbClr val="056429"/>
                </a:solidFill>
                <a:latin typeface="Montserrat"/>
              </a:rPr>
              <a:t>REGRA</a:t>
            </a:r>
          </a:p>
        </p:txBody>
      </p:sp>
      <p:sp>
        <p:nvSpPr>
          <p:cNvPr id="103" name="A_numero_R2"/>
          <p:cNvSpPr/>
          <p:nvPr/>
        </p:nvSpPr>
        <p:spPr>
          <a:xfrm>
            <a:off x="301752" y="2852928"/>
            <a:ext cx="310896" cy="310896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4" name="A_rotulo_R2"/>
          <p:cNvSpPr txBox="1"/>
          <p:nvPr/>
        </p:nvSpPr>
        <p:spPr>
          <a:xfrm>
            <a:off x="256032" y="320954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60" dirty="0">
                <a:solidFill>
                  <a:srgbClr val="056429"/>
                </a:solidFill>
                <a:latin typeface="Montserrat"/>
              </a:rPr>
              <a:t>ESCOLHA DO MÉDICO</a:t>
            </a:r>
          </a:p>
        </p:txBody>
      </p:sp>
      <p:sp>
        <p:nvSpPr>
          <p:cNvPr id="105" name="A_numero_R3"/>
          <p:cNvSpPr/>
          <p:nvPr/>
        </p:nvSpPr>
        <p:spPr>
          <a:xfrm>
            <a:off x="301752" y="4992624"/>
            <a:ext cx="310896" cy="310896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06" name="A_rotulo_R3"/>
          <p:cNvSpPr txBox="1"/>
          <p:nvPr/>
        </p:nvSpPr>
        <p:spPr>
          <a:xfrm>
            <a:off x="256032" y="534924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60" dirty="0">
                <a:solidFill>
                  <a:srgbClr val="056429"/>
                </a:solidFill>
                <a:latin typeface="Montserrat"/>
              </a:rPr>
              <a:t>DA VAGA À SAÚDE</a:t>
            </a:r>
          </a:p>
        </p:txBody>
      </p:sp>
      <p:sp>
        <p:nvSpPr>
          <p:cNvPr id="107" name="A_no_IVS"/>
          <p:cNvSpPr/>
          <p:nvPr/>
        </p:nvSpPr>
        <p:spPr>
          <a:xfrm>
            <a:off x="1828800" y="804672"/>
            <a:ext cx="2194560" cy="950976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28016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IVS 2010 oficial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IPEA, ATLAS IVS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3A3A3A"/>
                </a:solidFill>
                <a:latin typeface="Montserrat"/>
              </a:rPr>
              <a:t>Vulnerabilidade social do município.</a:t>
            </a:r>
          </a:p>
        </p:txBody>
      </p:sp>
      <p:sp>
        <p:nvSpPr>
          <p:cNvPr id="108" name="A_no_faixa"/>
          <p:cNvSpPr/>
          <p:nvPr/>
        </p:nvSpPr>
        <p:spPr>
          <a:xfrm>
            <a:off x="4480560" y="804672"/>
            <a:ext cx="4663440" cy="950976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28016" tIns="6400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Faixa da bolsa</a:t>
            </a:r>
            <a:r>
              <a:rPr lang="pt-BR" sz="1050" b="0" dirty="0">
                <a:solidFill>
                  <a:srgbClr val="6B6B6B"/>
                </a:solidFill>
                <a:latin typeface="Montserrat"/>
              </a:rPr>
              <a:t>  ·  Cortes do IVS em 0,300 e 0,400.</a:t>
            </a:r>
          </a:p>
        </p:txBody>
      </p:sp>
      <p:sp>
        <p:nvSpPr>
          <p:cNvPr id="109" name="A_faixa_1"/>
          <p:cNvSpPr/>
          <p:nvPr/>
        </p:nvSpPr>
        <p:spPr>
          <a:xfrm>
            <a:off x="4608576" y="1225296"/>
            <a:ext cx="13959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27432" tIns="18288" rIns="27432" bIns="18288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até 0,300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R$ 10 mil</a:t>
            </a:r>
          </a:p>
        </p:txBody>
      </p:sp>
      <p:sp>
        <p:nvSpPr>
          <p:cNvPr id="110" name="A_faixa_2"/>
          <p:cNvSpPr/>
          <p:nvPr/>
        </p:nvSpPr>
        <p:spPr>
          <a:xfrm>
            <a:off x="6114288" y="1225296"/>
            <a:ext cx="13959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27432" tIns="18288" rIns="27432" bIns="18288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0,301 a 0,400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R$ 15 mil</a:t>
            </a:r>
          </a:p>
        </p:txBody>
      </p:sp>
      <p:sp>
        <p:nvSpPr>
          <p:cNvPr id="111" name="A_faixa_3"/>
          <p:cNvSpPr/>
          <p:nvPr/>
        </p:nvSpPr>
        <p:spPr>
          <a:xfrm>
            <a:off x="7620000" y="1225296"/>
            <a:ext cx="13959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ED1"/>
            </a:solidFill>
          </a:ln>
        </p:spPr>
        <p:txBody>
          <a:bodyPr wrap="square" lIns="27432" tIns="18288" rIns="27432" bIns="18288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acima de 0,400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R$ 20 mil</a:t>
            </a:r>
          </a:p>
        </p:txBody>
      </p:sp>
      <p:cxnSp>
        <p:nvCxnSpPr>
          <p:cNvPr id="112" name="A_seta_IVS_faixa"/>
          <p:cNvCxnSpPr>
            <a:stCxn id="107" idx="3"/>
            <a:endCxn id="108" idx="1"/>
          </p:cNvCxnSpPr>
          <p:nvPr/>
        </p:nvCxnSpPr>
        <p:spPr>
          <a:xfrm>
            <a:off x="4023360" y="1280160"/>
            <a:ext cx="45720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13" name="A_no_A4"/>
          <p:cNvSpPr/>
          <p:nvPr/>
        </p:nvSpPr>
        <p:spPr>
          <a:xfrm>
            <a:off x="1828800" y="2103120"/>
            <a:ext cx="3200400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46304" tIns="457200" rIns="128016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Custo de viver ali (geográfico)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REDDING &amp; ROSSI-HANSBERG (2017)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3A3A3A"/>
                </a:solidFill>
                <a:latin typeface="Montserrat"/>
              </a:rPr>
              <a:t>Moradia, deslocamento, amenidades e distância da origem.</a:t>
            </a:r>
          </a:p>
        </p:txBody>
      </p:sp>
      <p:sp>
        <p:nvSpPr>
          <p:cNvPr id="114" name="A_pilula_A4"/>
          <p:cNvSpPr/>
          <p:nvPr/>
        </p:nvSpPr>
        <p:spPr>
          <a:xfrm>
            <a:off x="1975104" y="2231136"/>
            <a:ext cx="1325880" cy="219456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60" dirty="0">
                <a:solidFill>
                  <a:srgbClr val="3A3A3A"/>
                </a:solidFill>
                <a:latin typeface="Montserrat"/>
              </a:rPr>
              <a:t>REDUZ O VALOR</a:t>
            </a:r>
          </a:p>
        </p:txBody>
      </p:sp>
      <p:sp>
        <p:nvSpPr>
          <p:cNvPr id="115" name="A_no_A3"/>
          <p:cNvSpPr/>
          <p:nvPr/>
        </p:nvSpPr>
        <p:spPr>
          <a:xfrm>
            <a:off x="5212080" y="2103120"/>
            <a:ext cx="3200400" cy="1481328"/>
          </a:xfrm>
          <a:prstGeom prst="roundRect">
            <a:avLst>
              <a:gd name="adj" fmla="val 8000"/>
            </a:avLst>
          </a:prstGeom>
          <a:solidFill>
            <a:srgbClr val="056429"/>
          </a:solidFill>
          <a:ln>
            <a:noFill/>
          </a:ln>
        </p:spPr>
        <p:txBody>
          <a:bodyPr wrap="square" lIns="146304" tIns="457200" rIns="128016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Montserrat"/>
              </a:rPr>
              <a:t>A bolsa eleva o salário esperado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900" b="1" spc="40" dirty="0">
                <a:solidFill>
                  <a:srgbClr val="A4F09A"/>
                </a:solidFill>
                <a:latin typeface="Montserrat"/>
              </a:rPr>
              <a:t>MOEHLING et al. (2020)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FFFFFF"/>
                </a:solidFill>
                <a:latin typeface="Montserrat"/>
              </a:rPr>
              <a:t>E(w | B) sobe com a faixa. Rende mais onde a vida é barata.</a:t>
            </a:r>
          </a:p>
        </p:txBody>
      </p:sp>
      <p:sp>
        <p:nvSpPr>
          <p:cNvPr id="116" name="A_pilula_A3"/>
          <p:cNvSpPr/>
          <p:nvPr/>
        </p:nvSpPr>
        <p:spPr>
          <a:xfrm>
            <a:off x="5358384" y="2231136"/>
            <a:ext cx="1325880" cy="219456"/>
          </a:xfrm>
          <a:prstGeom prst="roundRect">
            <a:avLst>
              <a:gd name="adj" fmla="val 26000"/>
            </a:avLst>
          </a:prstGeom>
          <a:solidFill>
            <a:srgbClr val="A4F09A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60" dirty="0">
                <a:solidFill>
                  <a:srgbClr val="056429"/>
                </a:solidFill>
                <a:latin typeface="Montserrat"/>
              </a:rPr>
              <a:t>ELEVA O VALOR</a:t>
            </a:r>
          </a:p>
        </p:txBody>
      </p:sp>
      <p:sp>
        <p:nvSpPr>
          <p:cNvPr id="117" name="A_no_A5"/>
          <p:cNvSpPr/>
          <p:nvPr/>
        </p:nvSpPr>
        <p:spPr>
          <a:xfrm>
            <a:off x="8595360" y="2103120"/>
            <a:ext cx="3200400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146304" tIns="457200" rIns="128016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1" dirty="0">
                <a:solidFill>
                  <a:srgbClr val="114719"/>
                </a:solidFill>
                <a:latin typeface="Montserrat"/>
              </a:rPr>
              <a:t>Custo de trabalhar ali (laboral)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CHONÉ &amp; MA (2011)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dirty="0">
                <a:solidFill>
                  <a:srgbClr val="3A3A3A"/>
                </a:solidFill>
                <a:latin typeface="Montserrat"/>
              </a:rPr>
              <a:t>Equipe, capital, esforço e altruísmo do médico.</a:t>
            </a:r>
          </a:p>
        </p:txBody>
      </p:sp>
      <p:sp>
        <p:nvSpPr>
          <p:cNvPr id="118" name="A_pilula_A5"/>
          <p:cNvSpPr/>
          <p:nvPr/>
        </p:nvSpPr>
        <p:spPr>
          <a:xfrm>
            <a:off x="8741664" y="2231136"/>
            <a:ext cx="1325880" cy="219456"/>
          </a:xfrm>
          <a:prstGeom prst="roundRect">
            <a:avLst>
              <a:gd name="adj" fmla="val 26000"/>
            </a:avLst>
          </a:prstGeom>
          <a:solidFill>
            <a:srgbClr val="FE888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60" dirty="0">
                <a:solidFill>
                  <a:srgbClr val="3A3A3A"/>
                </a:solidFill>
                <a:latin typeface="Montserrat"/>
              </a:rPr>
              <a:t>REDUZ O VALOR</a:t>
            </a:r>
          </a:p>
        </p:txBody>
      </p:sp>
      <p:cxnSp>
        <p:nvCxnSpPr>
          <p:cNvPr id="119" name="A_seta_faixa_bolsa"/>
          <p:cNvCxnSpPr>
            <a:stCxn id="108" idx="2"/>
            <a:endCxn id="115" idx="0"/>
          </p:cNvCxnSpPr>
          <p:nvPr/>
        </p:nvCxnSpPr>
        <p:spPr>
          <a:xfrm>
            <a:off x="6812280" y="1755648"/>
            <a:ext cx="0" cy="347472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20" name="A_no_A6"/>
          <p:cNvSpPr/>
          <p:nvPr/>
        </p:nvSpPr>
        <p:spPr>
          <a:xfrm>
            <a:off x="1828800" y="3931920"/>
            <a:ext cx="9966960" cy="603504"/>
          </a:xfrm>
          <a:prstGeom prst="roundRect">
            <a:avLst>
              <a:gd name="adj" fmla="val 8000"/>
            </a:avLst>
          </a:prstGeom>
          <a:solidFill>
            <a:srgbClr val="114719"/>
          </a:solidFill>
          <a:ln>
            <a:noFill/>
          </a:ln>
        </p:spPr>
        <p:txBody>
          <a:bodyPr wrap="square" lIns="182880" tIns="36576" rIns="182880" bIns="36576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Montserrat"/>
              </a:rPr>
              <a:t>Valor da vaga para o médico</a:t>
            </a:r>
            <a:r>
              <a:rPr lang="pt-BR" sz="1200" b="0" dirty="0">
                <a:solidFill>
                  <a:srgbClr val="FFFFFF"/>
                </a:solidFill>
                <a:latin typeface="Montserrat"/>
              </a:rPr>
              <a:t>   ·   Valor presente da renda real menos o custo do lugar.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spc="40" dirty="0">
                <a:solidFill>
                  <a:srgbClr val="A4F09A"/>
                </a:solidFill>
                <a:latin typeface="Montserrat"/>
              </a:rPr>
              <a:t>MOEHLING et al. (2020)</a:t>
            </a:r>
          </a:p>
        </p:txBody>
      </p:sp>
      <p:cxnSp>
        <p:nvCxnSpPr>
          <p:cNvPr id="121" name="A_seta_A4_A6"/>
          <p:cNvCxnSpPr>
            <a:stCxn id="113" idx="2"/>
          </p:cNvCxnSpPr>
          <p:nvPr/>
        </p:nvCxnSpPr>
        <p:spPr>
          <a:xfrm>
            <a:off x="3429000" y="3584448"/>
            <a:ext cx="0" cy="347472"/>
          </a:xfrm>
          <a:prstGeom prst="straightConnector1">
            <a:avLst/>
          </a:prstGeom>
          <a:ln w="28575">
            <a:solidFill>
              <a:srgbClr val="C23B33"/>
            </a:solidFill>
            <a:tailEnd type="triangle" w="med" len="med"/>
          </a:ln>
        </p:spPr>
      </p:cxnSp>
      <p:cxnSp>
        <p:nvCxnSpPr>
          <p:cNvPr id="122" name="A_seta_A3_A6"/>
          <p:cNvCxnSpPr>
            <a:stCxn id="115" idx="2"/>
          </p:cNvCxnSpPr>
          <p:nvPr/>
        </p:nvCxnSpPr>
        <p:spPr>
          <a:xfrm>
            <a:off x="6812280" y="3584448"/>
            <a:ext cx="0" cy="347472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cxnSp>
        <p:nvCxnSpPr>
          <p:cNvPr id="123" name="A_seta_A5_A6"/>
          <p:cNvCxnSpPr>
            <a:stCxn id="117" idx="2"/>
          </p:cNvCxnSpPr>
          <p:nvPr/>
        </p:nvCxnSpPr>
        <p:spPr>
          <a:xfrm>
            <a:off x="10195560" y="3584448"/>
            <a:ext cx="0" cy="347472"/>
          </a:xfrm>
          <a:prstGeom prst="straightConnector1">
            <a:avLst/>
          </a:prstGeom>
          <a:ln w="28575">
            <a:solidFill>
              <a:srgbClr val="C23B33"/>
            </a:solidFill>
            <a:tailEnd type="triangle" w="med" len="med"/>
          </a:ln>
        </p:spPr>
      </p:cxnSp>
      <p:sp>
        <p:nvSpPr>
          <p:cNvPr id="124" name="A_no_A7"/>
          <p:cNvSpPr/>
          <p:nvPr/>
        </p:nvSpPr>
        <p:spPr>
          <a:xfrm>
            <a:off x="1828800" y="4864608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E7F1EA"/>
          </a:solidFill>
          <a:ln>
            <a:noFill/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Parcela de médicos que a escolhe (π)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Médicos diferem em curso, vínculos e preferências.</a:t>
            </a:r>
          </a:p>
        </p:txBody>
      </p:sp>
      <p:sp>
        <p:nvSpPr>
          <p:cNvPr id="125" name="A_no_A8"/>
          <p:cNvSpPr/>
          <p:nvPr/>
        </p:nvSpPr>
        <p:spPr>
          <a:xfrm>
            <a:off x="4133088" y="4864608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E7F1EA"/>
          </a:solidFill>
          <a:ln>
            <a:noFill/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Vaga preenchida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Chance de a vaga receber ao menos um médico.</a:t>
            </a:r>
          </a:p>
        </p:txBody>
      </p:sp>
      <p:sp>
        <p:nvSpPr>
          <p:cNvPr id="126" name="A_no_A9"/>
          <p:cNvSpPr/>
          <p:nvPr/>
        </p:nvSpPr>
        <p:spPr>
          <a:xfrm>
            <a:off x="6437376" y="4864608"/>
            <a:ext cx="1691640" cy="118872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Capacidade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Vínculos e horas de especialistas.</a:t>
            </a:r>
          </a:p>
        </p:txBody>
      </p:sp>
      <p:sp>
        <p:nvSpPr>
          <p:cNvPr id="127" name="A_no_A10"/>
          <p:cNvSpPr/>
          <p:nvPr/>
        </p:nvSpPr>
        <p:spPr>
          <a:xfrm>
            <a:off x="8330184" y="4864608"/>
            <a:ext cx="1691640" cy="118872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Produção e acesso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Consultas, exames e cirurgias.</a:t>
            </a:r>
          </a:p>
        </p:txBody>
      </p:sp>
      <p:sp>
        <p:nvSpPr>
          <p:cNvPr id="128" name="A_no_A11"/>
          <p:cNvSpPr/>
          <p:nvPr/>
        </p:nvSpPr>
        <p:spPr>
          <a:xfrm>
            <a:off x="10222992" y="4864608"/>
            <a:ext cx="1691640" cy="118872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28016" tIns="109728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50" b="1" dirty="0">
                <a:solidFill>
                  <a:srgbClr val="114719"/>
                </a:solidFill>
                <a:latin typeface="Montserrat"/>
              </a:rPr>
              <a:t>Saúde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Espera e internações dos moradores.</a:t>
            </a:r>
          </a:p>
        </p:txBody>
      </p:sp>
      <p:cxnSp>
        <p:nvCxnSpPr>
          <p:cNvPr id="129" name="A_seta_A6_A7"/>
          <p:cNvCxnSpPr>
            <a:endCxn id="124" idx="0"/>
          </p:cNvCxnSpPr>
          <p:nvPr/>
        </p:nvCxnSpPr>
        <p:spPr>
          <a:xfrm>
            <a:off x="2880360" y="4535424"/>
            <a:ext cx="0" cy="329184"/>
          </a:xfrm>
          <a:prstGeom prst="straightConnector1">
            <a:avLst/>
          </a:prstGeom>
          <a:ln w="28575">
            <a:solidFill>
              <a:srgbClr val="056429"/>
            </a:solidFill>
            <a:tailEnd type="triangle" w="med" len="med"/>
          </a:ln>
        </p:spPr>
      </p:cxnSp>
      <p:cxnSp>
        <p:nvCxnSpPr>
          <p:cNvPr id="130" name="A_seta_A7_A8"/>
          <p:cNvCxnSpPr>
            <a:stCxn id="124" idx="3"/>
            <a:endCxn id="125" idx="1"/>
          </p:cNvCxnSpPr>
          <p:nvPr/>
        </p:nvCxnSpPr>
        <p:spPr>
          <a:xfrm>
            <a:off x="3931920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1" name="A_seta_A8_A9"/>
          <p:cNvCxnSpPr>
            <a:stCxn id="125" idx="3"/>
            <a:endCxn id="126" idx="1"/>
          </p:cNvCxnSpPr>
          <p:nvPr/>
        </p:nvCxnSpPr>
        <p:spPr>
          <a:xfrm>
            <a:off x="6236208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2" name="A_seta_A9_A10"/>
          <p:cNvCxnSpPr>
            <a:stCxn id="126" idx="3"/>
            <a:endCxn id="127" idx="1"/>
          </p:cNvCxnSpPr>
          <p:nvPr/>
        </p:nvCxnSpPr>
        <p:spPr>
          <a:xfrm>
            <a:off x="8129016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3" name="A_seta_A10_A11"/>
          <p:cNvCxnSpPr>
            <a:stCxn id="127" idx="3"/>
            <a:endCxn id="128" idx="1"/>
          </p:cNvCxnSpPr>
          <p:nvPr/>
        </p:nvCxnSpPr>
        <p:spPr>
          <a:xfrm>
            <a:off x="10021824" y="5458968"/>
            <a:ext cx="201168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34" name="A_colchete_G1"/>
          <p:cNvCxnSpPr/>
          <p:nvPr/>
        </p:nvCxnSpPr>
        <p:spPr>
          <a:xfrm>
            <a:off x="1828800" y="6144768"/>
            <a:ext cx="4407408" cy="0"/>
          </a:xfrm>
          <a:prstGeom prst="straightConnector1">
            <a:avLst/>
          </a:prstGeom>
          <a:ln w="19050">
            <a:solidFill>
              <a:srgbClr val="C9DED1"/>
            </a:solidFill>
          </a:ln>
        </p:spPr>
      </p:cxnSp>
      <p:sp>
        <p:nvSpPr>
          <p:cNvPr id="135" name="A_grupo_G1"/>
          <p:cNvSpPr txBox="1"/>
          <p:nvPr/>
        </p:nvSpPr>
        <p:spPr>
          <a:xfrm>
            <a:off x="1828800" y="6208776"/>
            <a:ext cx="440740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AGREGAÇÃO · BURDETT, SHI &amp; WRIGHT (2001)</a:t>
            </a:r>
          </a:p>
        </p:txBody>
      </p:sp>
      <p:cxnSp>
        <p:nvCxnSpPr>
          <p:cNvPr id="136" name="A_colchete_G2"/>
          <p:cNvCxnSpPr/>
          <p:nvPr/>
        </p:nvCxnSpPr>
        <p:spPr>
          <a:xfrm>
            <a:off x="6437376" y="6144768"/>
            <a:ext cx="5477256" cy="0"/>
          </a:xfrm>
          <a:prstGeom prst="straightConnector1">
            <a:avLst/>
          </a:prstGeom>
          <a:ln w="19050">
            <a:solidFill>
              <a:srgbClr val="C9DED1"/>
            </a:solidFill>
          </a:ln>
        </p:spPr>
      </p:cxnSp>
      <p:sp>
        <p:nvSpPr>
          <p:cNvPr id="137" name="A_grupo_G2"/>
          <p:cNvSpPr txBox="1"/>
          <p:nvPr/>
        </p:nvSpPr>
        <p:spPr>
          <a:xfrm>
            <a:off x="6437376" y="6208776"/>
            <a:ext cx="54772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spc="40" dirty="0">
                <a:solidFill>
                  <a:srgbClr val="056429"/>
                </a:solidFill>
                <a:latin typeface="Montserrat"/>
              </a:rPr>
              <a:t>ELOS DA POLÍTICA: DO PROVIMENTO À SAÚDE</a:t>
            </a:r>
          </a:p>
        </p:txBody>
      </p:sp>
      <p:sp>
        <p:nvSpPr>
          <p:cNvPr id="138" name="A_nota"/>
          <p:cNvSpPr txBox="1"/>
          <p:nvPr/>
        </p:nvSpPr>
        <p:spPr>
          <a:xfrm>
            <a:off x="1828800" y="6382512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0" i="1" dirty="0">
                <a:solidFill>
                  <a:srgbClr val="6B6B6B"/>
                </a:solidFill>
                <a:latin typeface="Montserrat"/>
              </a:rPr>
              <a:t>Diagrama teórico: as setas dizem o que o modelo prevê, não o que foi estimado.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FFFF"/>
                </a:solidFill>
                <a:latin typeface="Montserrat"/>
              </a:rPr>
              <a:t>A hipótese e onde a identificação é fraca</a:t>
            </a:r>
          </a:p>
        </p:txBody>
      </p:sp>
      <p:sp>
        <p:nvSpPr>
          <p:cNvPr id="3" name="Número da página"/>
          <p:cNvSpPr>
            <a:spLocks noGrp="1"/>
          </p:cNvSpPr>
          <p:nvPr>
            <p:ph type="body" sz="quarter" idx="18"/>
          </p:nvPr>
        </p:nvSpPr>
        <p:spPr>
          <a:xfrm>
            <a:off x="11706744" y="6457042"/>
            <a:ext cx="492080" cy="400640"/>
          </a:xfrm>
        </p:spPr>
        <p:txBody>
          <a:bodyPr anchor="ctr">
            <a:normAutofit/>
          </a:bodyPr>
          <a:lstStyle/>
          <a:p>
            <a:pPr algn="ctr"/>
            <a:fld id="{B1A5E0C2-5F3A-4C7E-9D11-7A2E6C0F4B01}" type="slidenum">
              <a:rPr lang="pt-BR" sz="1400" b="1">
                <a:solidFill>
                  <a:srgbClr val="BFBFBF"/>
                </a:solidFill>
                <a:latin typeface="Montserrat"/>
              </a:rPr>
              <a:t>‹#›</a:t>
            </a:fld>
            <a:endParaRPr lang="pt-BR" sz="1400" b="1">
              <a:solidFill>
                <a:srgbClr val="BFBFBF"/>
              </a:solidFill>
            </a:endParaRPr>
          </a:p>
        </p:txBody>
      </p:sp>
      <p:sp>
        <p:nvSpPr>
          <p:cNvPr id="4" name="Navegação do rodapé"/>
          <p:cNvSpPr txBox="1"/>
          <p:nvPr/>
        </p:nvSpPr>
        <p:spPr>
          <a:xfrm>
            <a:off x="196860" y="6639248"/>
            <a:ext cx="9223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Montserrat"/>
              </a:rPr>
              <a:t>Motivação  |  </a:t>
            </a:r>
            <a:r>
              <a:rPr lang="pt-BR" sz="1000" dirty="0">
                <a:latin typeface="Montserrat"/>
              </a:rPr>
              <a:t>Pergunta  |  </a:t>
            </a:r>
            <a:r>
              <a:rPr lang="pt-BR" sz="1000" dirty="0">
                <a:latin typeface="Montserrat"/>
              </a:rPr>
              <a:t>Literatura  |  </a:t>
            </a:r>
            <a:r>
              <a:rPr lang="pt-BR" sz="1000" b="1" dirty="0">
                <a:solidFill>
                  <a:srgbClr val="114719"/>
                </a:solidFill>
                <a:latin typeface="Montserrat"/>
              </a:rPr>
              <a:t>Hipótese</a:t>
            </a:r>
            <a:r>
              <a:rPr lang="pt-BR" sz="1000" dirty="0">
                <a:latin typeface="Montserrat"/>
              </a:rPr>
              <a:t>  |  </a:t>
            </a:r>
            <a:r>
              <a:rPr lang="pt-BR" sz="1000" dirty="0">
                <a:latin typeface="Montserrat"/>
              </a:rPr>
              <a:t>Base de Dados  |  </a:t>
            </a:r>
            <a:r>
              <a:rPr lang="pt-BR" sz="1000" dirty="0">
                <a:latin typeface="Montserrat"/>
              </a:rPr>
              <a:t>Metodologia  |  </a:t>
            </a:r>
            <a:r>
              <a:rPr lang="pt-BR" sz="1000" dirty="0">
                <a:latin typeface="Montserrat"/>
              </a:rPr>
              <a:t>Resultados</a:t>
            </a:r>
          </a:p>
        </p:txBody>
      </p:sp>
      <p:sp>
        <p:nvSpPr>
          <p:cNvPr id="101" name="B_hipotese"/>
          <p:cNvSpPr/>
          <p:nvPr/>
        </p:nvSpPr>
        <p:spPr>
          <a:xfrm>
            <a:off x="228600" y="804672"/>
            <a:ext cx="11731752" cy="786384"/>
          </a:xfrm>
          <a:prstGeom prst="roundRect">
            <a:avLst>
              <a:gd name="adj" fmla="val 8000"/>
            </a:avLst>
          </a:prstGeom>
          <a:solidFill>
            <a:srgbClr val="114719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950" b="1" spc="80" dirty="0">
                <a:solidFill>
                  <a:srgbClr val="A4F09A"/>
                </a:solidFill>
                <a:latin typeface="Montserrat"/>
              </a:rPr>
              <a:t>HIPÓTESE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dirty="0">
                <a:solidFill>
                  <a:srgbClr val="FFFFFF"/>
                </a:solidFill>
                <a:latin typeface="Montserrat"/>
              </a:rPr>
              <a:t>Municípios com maior remuneração oferecida pelo PMM-E têm maior probabilidade de preenchimento de vagas.</a:t>
            </a:r>
          </a:p>
        </p:txBody>
      </p:sp>
      <p:sp>
        <p:nvSpPr>
          <p:cNvPr id="102" name="B_no_B1"/>
          <p:cNvSpPr/>
          <p:nvPr/>
        </p:nvSpPr>
        <p:spPr>
          <a:xfrm>
            <a:off x="228600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Regra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IVS 2010 define a faixa da bolsa.</a:t>
            </a:r>
          </a:p>
        </p:txBody>
      </p:sp>
      <p:sp>
        <p:nvSpPr>
          <p:cNvPr id="103" name="B_passo_B1"/>
          <p:cNvSpPr/>
          <p:nvPr/>
        </p:nvSpPr>
        <p:spPr>
          <a:xfrm>
            <a:off x="365760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104" name="B_no_B2"/>
          <p:cNvSpPr/>
          <p:nvPr/>
        </p:nvSpPr>
        <p:spPr>
          <a:xfrm>
            <a:off x="1929384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Abertura de vagas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Gestor propõe, SGTES decide.</a:t>
            </a:r>
          </a:p>
        </p:txBody>
      </p:sp>
      <p:sp>
        <p:nvSpPr>
          <p:cNvPr id="105" name="B_passo_B2"/>
          <p:cNvSpPr/>
          <p:nvPr/>
        </p:nvSpPr>
        <p:spPr>
          <a:xfrm>
            <a:off x="2066544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6" name="B_no_B3"/>
          <p:cNvSpPr/>
          <p:nvPr/>
        </p:nvSpPr>
        <p:spPr>
          <a:xfrm>
            <a:off x="3630168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056429"/>
          </a:solidFill>
          <a:ln>
            <a:noFill/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Escolha do médico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FFFFFF"/>
                </a:solidFill>
                <a:latin typeface="Montserrat"/>
              </a:rPr>
              <a:t>Valor da vaga define quem a escolhe.</a:t>
            </a:r>
          </a:p>
        </p:txBody>
      </p:sp>
      <p:sp>
        <p:nvSpPr>
          <p:cNvPr id="107" name="B_passo_B3"/>
          <p:cNvSpPr/>
          <p:nvPr/>
        </p:nvSpPr>
        <p:spPr>
          <a:xfrm>
            <a:off x="3767328" y="2322576"/>
            <a:ext cx="274320" cy="274320"/>
          </a:xfrm>
          <a:prstGeom prst="ellipse">
            <a:avLst/>
          </a:prstGeom>
          <a:solidFill>
            <a:srgbClr val="A4F09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056429"/>
                </a:solidFill>
                <a:latin typeface="Montserrat"/>
              </a:rPr>
              <a:t>2</a:t>
            </a:r>
          </a:p>
        </p:txBody>
      </p:sp>
      <p:sp>
        <p:nvSpPr>
          <p:cNvPr id="108" name="B_no_B4"/>
          <p:cNvSpPr/>
          <p:nvPr/>
        </p:nvSpPr>
        <p:spPr>
          <a:xfrm>
            <a:off x="5330952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Vaga preenchida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Ao menos um médico a escolhe.</a:t>
            </a:r>
          </a:p>
        </p:txBody>
      </p:sp>
      <p:sp>
        <p:nvSpPr>
          <p:cNvPr id="109" name="B_passo_B4"/>
          <p:cNvSpPr/>
          <p:nvPr/>
        </p:nvSpPr>
        <p:spPr>
          <a:xfrm>
            <a:off x="5468112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10" name="B_no_B5"/>
          <p:cNvSpPr/>
          <p:nvPr/>
        </p:nvSpPr>
        <p:spPr>
          <a:xfrm>
            <a:off x="7031736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Capacidade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Vínculos e horas de especialistas.</a:t>
            </a:r>
          </a:p>
        </p:txBody>
      </p:sp>
      <p:sp>
        <p:nvSpPr>
          <p:cNvPr id="111" name="B_passo_B5"/>
          <p:cNvSpPr/>
          <p:nvPr/>
        </p:nvSpPr>
        <p:spPr>
          <a:xfrm>
            <a:off x="7168896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12" name="B_no_B6"/>
          <p:cNvSpPr/>
          <p:nvPr/>
        </p:nvSpPr>
        <p:spPr>
          <a:xfrm>
            <a:off x="8732520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Produção e acesso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Consultas, exames e cirurgias.</a:t>
            </a:r>
          </a:p>
        </p:txBody>
      </p:sp>
      <p:sp>
        <p:nvSpPr>
          <p:cNvPr id="113" name="B_passo_B6"/>
          <p:cNvSpPr/>
          <p:nvPr/>
        </p:nvSpPr>
        <p:spPr>
          <a:xfrm>
            <a:off x="8869680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14" name="B_no_B7"/>
          <p:cNvSpPr/>
          <p:nvPr/>
        </p:nvSpPr>
        <p:spPr>
          <a:xfrm>
            <a:off x="10433304" y="2212848"/>
            <a:ext cx="1426464" cy="1481328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 w="12700">
            <a:solidFill>
              <a:srgbClr val="C9DED1"/>
            </a:solidFill>
          </a:ln>
        </p:spPr>
        <p:txBody>
          <a:bodyPr wrap="square" lIns="109728" tIns="45720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114719"/>
                </a:solidFill>
                <a:latin typeface="Montserrat"/>
              </a:rPr>
              <a:t>Saúde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dirty="0">
                <a:solidFill>
                  <a:srgbClr val="3A3A3A"/>
                </a:solidFill>
                <a:latin typeface="Montserrat"/>
              </a:rPr>
              <a:t>Espera e internações dos moradores.</a:t>
            </a:r>
          </a:p>
        </p:txBody>
      </p:sp>
      <p:sp>
        <p:nvSpPr>
          <p:cNvPr id="115" name="B_passo_B7"/>
          <p:cNvSpPr/>
          <p:nvPr/>
        </p:nvSpPr>
        <p:spPr>
          <a:xfrm>
            <a:off x="10570464" y="2322576"/>
            <a:ext cx="274320" cy="274320"/>
          </a:xfrm>
          <a:prstGeom prst="ellipse">
            <a:avLst/>
          </a:prstGeom>
          <a:solidFill>
            <a:srgbClr val="11471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cxnSp>
        <p:nvCxnSpPr>
          <p:cNvPr id="116" name="B_seta_B1_B2"/>
          <p:cNvCxnSpPr>
            <a:stCxn id="102" idx="3"/>
            <a:endCxn id="104" idx="1"/>
          </p:cNvCxnSpPr>
          <p:nvPr/>
        </p:nvCxnSpPr>
        <p:spPr>
          <a:xfrm>
            <a:off x="1655064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17" name="B_seta_B2_B3"/>
          <p:cNvCxnSpPr>
            <a:stCxn id="104" idx="3"/>
            <a:endCxn id="106" idx="1"/>
          </p:cNvCxnSpPr>
          <p:nvPr/>
        </p:nvCxnSpPr>
        <p:spPr>
          <a:xfrm>
            <a:off x="3355848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18" name="B_seta_B3_B4"/>
          <p:cNvCxnSpPr>
            <a:stCxn id="106" idx="3"/>
            <a:endCxn id="108" idx="1"/>
          </p:cNvCxnSpPr>
          <p:nvPr/>
        </p:nvCxnSpPr>
        <p:spPr>
          <a:xfrm>
            <a:off x="5056632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19" name="B_seta_B4_B5"/>
          <p:cNvCxnSpPr>
            <a:stCxn id="108" idx="3"/>
            <a:endCxn id="110" idx="1"/>
          </p:cNvCxnSpPr>
          <p:nvPr/>
        </p:nvCxnSpPr>
        <p:spPr>
          <a:xfrm>
            <a:off x="6757416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20" name="B_seta_B5_B6"/>
          <p:cNvCxnSpPr>
            <a:stCxn id="110" idx="3"/>
            <a:endCxn id="112" idx="1"/>
          </p:cNvCxnSpPr>
          <p:nvPr/>
        </p:nvCxnSpPr>
        <p:spPr>
          <a:xfrm>
            <a:off x="8458200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cxnSp>
        <p:nvCxnSpPr>
          <p:cNvPr id="121" name="B_seta_B6_B7"/>
          <p:cNvCxnSpPr>
            <a:stCxn id="112" idx="3"/>
            <a:endCxn id="114" idx="1"/>
          </p:cNvCxnSpPr>
          <p:nvPr/>
        </p:nvCxnSpPr>
        <p:spPr>
          <a:xfrm>
            <a:off x="10158984" y="2953512"/>
            <a:ext cx="274320" cy="0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22" name="B_pilula_bolsa"/>
          <p:cNvSpPr/>
          <p:nvPr/>
        </p:nvSpPr>
        <p:spPr>
          <a:xfrm>
            <a:off x="3474720" y="1847088"/>
            <a:ext cx="1737360" cy="256032"/>
          </a:xfrm>
          <a:prstGeom prst="roundRect">
            <a:avLst>
              <a:gd name="adj" fmla="val 26000"/>
            </a:avLst>
          </a:prstGeom>
          <a:solidFill>
            <a:srgbClr val="A4F09A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spc="60" dirty="0">
                <a:solidFill>
                  <a:srgbClr val="056429"/>
                </a:solidFill>
                <a:latin typeface="Montserrat"/>
              </a:rPr>
              <a:t>A BOLSA AGE AQUI</a:t>
            </a:r>
          </a:p>
        </p:txBody>
      </p:sp>
      <p:cxnSp>
        <p:nvCxnSpPr>
          <p:cNvPr id="123" name="B_seta_pilula"/>
          <p:cNvCxnSpPr/>
          <p:nvPr/>
        </p:nvCxnSpPr>
        <p:spPr>
          <a:xfrm>
            <a:off x="4343400" y="2103120"/>
            <a:ext cx="0" cy="109728"/>
          </a:xfrm>
          <a:prstGeom prst="straightConnector1">
            <a:avLst/>
          </a:prstGeom>
          <a:ln w="25400">
            <a:solidFill>
              <a:srgbClr val="056429"/>
            </a:solidFill>
            <a:tailEnd type="triangle" w="med" len="med"/>
          </a:ln>
        </p:spPr>
      </p:cxnSp>
      <p:sp>
        <p:nvSpPr>
          <p:cNvPr id="124" name="B_marca_A"/>
          <p:cNvSpPr/>
          <p:nvPr/>
        </p:nvSpPr>
        <p:spPr>
          <a:xfrm>
            <a:off x="1490472" y="2084832"/>
            <a:ext cx="292608" cy="292608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25" name="B_marca_B"/>
          <p:cNvSpPr/>
          <p:nvPr/>
        </p:nvSpPr>
        <p:spPr>
          <a:xfrm>
            <a:off x="3191256" y="2084832"/>
            <a:ext cx="292608" cy="292608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26" name="B_marca_C"/>
          <p:cNvSpPr/>
          <p:nvPr/>
        </p:nvSpPr>
        <p:spPr>
          <a:xfrm>
            <a:off x="8293608" y="2084832"/>
            <a:ext cx="292608" cy="292608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cxnSp>
        <p:nvCxnSpPr>
          <p:cNvPr id="127" name="B_colchete_hipotese"/>
          <p:cNvCxnSpPr/>
          <p:nvPr/>
        </p:nvCxnSpPr>
        <p:spPr>
          <a:xfrm>
            <a:off x="3630168" y="3785616"/>
            <a:ext cx="3127248" cy="0"/>
          </a:xfrm>
          <a:prstGeom prst="straightConnector1">
            <a:avLst/>
          </a:prstGeom>
          <a:ln w="19050">
            <a:solidFill>
              <a:srgbClr val="056429"/>
            </a:solidFill>
          </a:ln>
        </p:spPr>
      </p:cxnSp>
      <p:sp>
        <p:nvSpPr>
          <p:cNvPr id="128" name="B_rotulo_hipotese"/>
          <p:cNvSpPr txBox="1"/>
          <p:nvPr/>
        </p:nvSpPr>
        <p:spPr>
          <a:xfrm>
            <a:off x="3630168" y="3840480"/>
            <a:ext cx="31272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 spc="40" dirty="0">
                <a:solidFill>
                  <a:srgbClr val="056429"/>
                </a:solidFill>
                <a:latin typeface="Montserrat"/>
              </a:rPr>
              <a:t>HIPÓTESE: BOLSA → PREENCHIMENTO</a:t>
            </a:r>
          </a:p>
        </p:txBody>
      </p:sp>
      <p:sp>
        <p:nvSpPr>
          <p:cNvPr id="129" name="B_cab_avisos"/>
          <p:cNvSpPr txBox="1"/>
          <p:nvPr/>
        </p:nvSpPr>
        <p:spPr>
          <a:xfrm>
            <a:off x="228600" y="422452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spc="80" dirty="0">
                <a:solidFill>
                  <a:srgbClr val="056429"/>
                </a:solidFill>
                <a:latin typeface="Montserrat"/>
              </a:rPr>
              <a:t>ONDE A LEITURA É FRÁGIL</a:t>
            </a:r>
          </a:p>
        </p:txBody>
      </p:sp>
      <p:sp>
        <p:nvSpPr>
          <p:cNvPr id="130" name="B_aviso_A"/>
          <p:cNvSpPr/>
          <p:nvPr/>
        </p:nvSpPr>
        <p:spPr>
          <a:xfrm>
            <a:off x="228600" y="4526280"/>
            <a:ext cx="3749040" cy="132588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566928" tIns="128016" rIns="146304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350" b="1" dirty="0">
                <a:solidFill>
                  <a:srgbClr val="114719"/>
                </a:solidFill>
                <a:latin typeface="Montserrat"/>
              </a:rPr>
              <a:t>Outras políticas nos mesmos cortes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dirty="0">
                <a:solidFill>
                  <a:srgbClr val="3A3A3A"/>
                </a:solidFill>
                <a:latin typeface="Montserrat"/>
              </a:rPr>
              <a:t>Em 0,300 e 0,400 mudam também outras regras federais. O salto mede um pacote, não só a bolsa.</a:t>
            </a:r>
          </a:p>
        </p:txBody>
      </p:sp>
      <p:sp>
        <p:nvSpPr>
          <p:cNvPr id="131" name="B_aviso_marca_A"/>
          <p:cNvSpPr/>
          <p:nvPr/>
        </p:nvSpPr>
        <p:spPr>
          <a:xfrm>
            <a:off x="374904" y="4663440"/>
            <a:ext cx="310896" cy="310896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32" name="B_aviso_B"/>
          <p:cNvSpPr/>
          <p:nvPr/>
        </p:nvSpPr>
        <p:spPr>
          <a:xfrm>
            <a:off x="4219956" y="4526280"/>
            <a:ext cx="3749040" cy="132588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566928" tIns="128016" rIns="146304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350" b="1" dirty="0">
                <a:solidFill>
                  <a:srgbClr val="114719"/>
                </a:solidFill>
                <a:latin typeface="Montserrat"/>
              </a:rPr>
              <a:t>A vaga abre antes da escolha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dirty="0">
                <a:solidFill>
                  <a:srgbClr val="3A3A3A"/>
                </a:solidFill>
                <a:latin typeface="Montserrat"/>
              </a:rPr>
              <a:t>O gestor propõe e a SGTES prioriza, sem fórmula publicada. Contar vagas preenchidas mistura abrir com atrair.</a:t>
            </a:r>
          </a:p>
        </p:txBody>
      </p:sp>
      <p:sp>
        <p:nvSpPr>
          <p:cNvPr id="133" name="B_aviso_marca_B"/>
          <p:cNvSpPr/>
          <p:nvPr/>
        </p:nvSpPr>
        <p:spPr>
          <a:xfrm>
            <a:off x="4366260" y="4663440"/>
            <a:ext cx="310896" cy="310896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34" name="B_aviso_C"/>
          <p:cNvSpPr/>
          <p:nvPr/>
        </p:nvSpPr>
        <p:spPr>
          <a:xfrm>
            <a:off x="8211312" y="4526280"/>
            <a:ext cx="3749040" cy="1325880"/>
          </a:xfrm>
          <a:prstGeom prst="roundRect">
            <a:avLst>
              <a:gd name="adj" fmla="val 8000"/>
            </a:avLst>
          </a:prstGeom>
          <a:solidFill>
            <a:srgbClr val="F3F7F3"/>
          </a:solidFill>
          <a:ln>
            <a:noFill/>
          </a:ln>
        </p:spPr>
        <p:txBody>
          <a:bodyPr wrap="square" lIns="566928" tIns="128016" rIns="146304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350" b="1" dirty="0">
                <a:solidFill>
                  <a:srgbClr val="114719"/>
                </a:solidFill>
                <a:latin typeface="Montserrat"/>
              </a:rPr>
              <a:t>Substituição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dirty="0">
                <a:solidFill>
                  <a:srgbClr val="3A3A3A"/>
                </a:solidFill>
                <a:latin typeface="Montserrat"/>
              </a:rPr>
              <a:t>Parte dos médicos já estava no município. Chegada pode ser troca de vínculo, não oferta nova.</a:t>
            </a:r>
          </a:p>
        </p:txBody>
      </p:sp>
      <p:sp>
        <p:nvSpPr>
          <p:cNvPr id="135" name="B_aviso_marca_C"/>
          <p:cNvSpPr/>
          <p:nvPr/>
        </p:nvSpPr>
        <p:spPr>
          <a:xfrm>
            <a:off x="8357616" y="4663440"/>
            <a:ext cx="310896" cy="310896"/>
          </a:xfrm>
          <a:prstGeom prst="ellipse">
            <a:avLst/>
          </a:prstGeom>
          <a:solidFill>
            <a:srgbClr val="C23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36" name="B_identifica"/>
          <p:cNvSpPr/>
          <p:nvPr/>
        </p:nvSpPr>
        <p:spPr>
          <a:xfrm>
            <a:off x="228600" y="5961888"/>
            <a:ext cx="11731752" cy="548640"/>
          </a:xfrm>
          <a:prstGeom prst="roundRect">
            <a:avLst>
              <a:gd name="adj" fmla="val 8000"/>
            </a:avLst>
          </a:prstGeom>
          <a:solidFill>
            <a:srgbClr val="E7F1EA"/>
          </a:solidFill>
          <a:ln>
            <a:noFill/>
          </a:ln>
        </p:spPr>
        <p:txBody>
          <a:bodyPr wrap="square" lIns="182880" tIns="27432" rIns="182880" bIns="2743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114719"/>
                </a:solidFill>
                <a:latin typeface="Montserrat"/>
              </a:rPr>
              <a:t>O que o corte identifica: </a:t>
            </a:r>
            <a:r>
              <a:rPr lang="pt-BR" sz="1150" b="0" dirty="0">
                <a:solidFill>
                  <a:srgbClr val="3A3A3A"/>
                </a:solidFill>
                <a:latin typeface="Montserrat"/>
              </a:rPr>
              <a:t>o incentivo marginal de R$ 5 mil, dentro de um pacote de regras. Não é participação no PMM-E nem o efeito do Agora Tem Especialistas.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553001-6307-0648-A07B-CCACFB8D8DAB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c5ac6b1-f68a-4f11-a502-6011a988e64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f3eb3e-0d9a-437c-860c-69ce48f2cd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C8786BE86CB408D96F421BBC77521" ma:contentTypeVersion="5" ma:contentTypeDescription="Create a new document." ma:contentTypeScope="" ma:versionID="5da4dd9addb67677410ddfb5845d64f7">
  <xsd:schema xmlns:xsd="http://www.w3.org/2001/XMLSchema" xmlns:xs="http://www.w3.org/2001/XMLSchema" xmlns:p="http://schemas.microsoft.com/office/2006/metadata/properties" xmlns:ns3="6bf3eb3e-0d9a-437c-860c-69ce48f2cdf0" targetNamespace="http://schemas.microsoft.com/office/2006/metadata/properties" ma:root="true" ma:fieldsID="fb40ab77a2ad640a954feaa1eb039dd4" ns3:_="">
    <xsd:import namespace="6bf3eb3e-0d9a-437c-860c-69ce48f2cdf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3eb3e-0d9a-437c-860c-69ce48f2cdf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9A4F2D-BA7A-420A-859C-AF67393E28D2}">
  <ds:schemaRefs>
    <ds:schemaRef ds:uri="6bf3eb3e-0d9a-437c-860c-69ce48f2cdf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5D4C76-7C3B-451C-A6D4-FBDF882EB00F}">
  <ds:schemaRefs>
    <ds:schemaRef ds:uri="6bf3eb3e-0d9a-437c-860c-69ce48f2cd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42ECBC-5C73-45EC-9763-C55A66CE0F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22</Notes>
  <HiddenSlides>8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1_Office Theme</vt:lpstr>
      <vt:lpstr>Tema do Office 2013 - 2022</vt:lpstr>
      <vt:lpstr>PowerPoint Presentation</vt:lpstr>
      <vt:lpstr>PowerPoint Presentation</vt:lpstr>
      <vt:lpstr>A escassez de especialistas já é tratada como urgência sanitária</vt:lpstr>
      <vt:lpstr>A escassez de especialistas já é tratada como urgência sanitária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A vulnerabilidade social define o piso da bolsa do PMM-E</vt:lpstr>
      <vt:lpstr>Política direciona incentivos aos territórios mais vulneráveis</vt:lpstr>
      <vt:lpstr>Política direciona incentivos aos territórios mais vulneráveis</vt:lpstr>
      <vt:lpstr>O programa é importante, e há indícios de efetividade</vt:lpstr>
      <vt:lpstr>PowerPoint Presentation</vt:lpstr>
      <vt:lpstr>Política direciona incentivos aos territórios mais vulneráveis</vt:lpstr>
      <vt:lpstr>Presença de especialistas cresceu em todos os níveis sociais</vt:lpstr>
      <vt:lpstr>PowerPoint Presentation</vt:lpstr>
      <vt:lpstr>O modelo combina três elementos da teoria</vt:lpstr>
      <vt:lpstr>A escolha locacional maximiza a utilidade</vt:lpstr>
      <vt:lpstr>Da escolha individual ao preenchimento agregado</vt:lpstr>
      <vt:lpstr>A escolha locacional maximiza a renda real líquida</vt:lpstr>
      <vt:lpstr>Literatura divide o custo em dois tipos: geográfico e laboral</vt:lpstr>
      <vt:lpstr>Da escolha individual ao preenchimento agregado</vt:lpstr>
      <vt:lpstr>PowerPoint Presentation</vt:lpstr>
      <vt:lpstr>Da condição de aceitação, sai nossa hipótese econômica</vt:lpstr>
      <vt:lpstr>PowerPoint Presentation</vt:lpstr>
      <vt:lpstr>X</vt:lpstr>
      <vt:lpstr>PowerPoint Presentation</vt:lpstr>
      <vt:lpstr>X</vt:lpstr>
      <vt:lpstr>PowerPoint Presentation</vt:lpstr>
      <vt:lpstr>X</vt:lpstr>
      <vt:lpstr>PowerPoint Presentation</vt:lpstr>
      <vt:lpstr>PowerPoint Presentation</vt:lpstr>
      <vt:lpstr>PowerPoint Presentation</vt:lpstr>
      <vt:lpstr>PowerPoint Presentation</vt:lpstr>
      <vt:lpstr>O desafio é separar o efeito da bolsa do efeito da vulnerabilidade</vt:lpstr>
      <vt:lpstr>O desafio é separar o efeito da bolsa do efeito da vulnerabilidade</vt:lpstr>
      <vt:lpstr>O IVS mede a vulnerabilidade social dos territórios brasileiros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benegra.rg@gmail.com</dc:creator>
  <cp:revision>1</cp:revision>
  <dcterms:created xsi:type="dcterms:W3CDTF">2026-08-31T13:12:19Z</dcterms:created>
  <dcterms:modified xsi:type="dcterms:W3CDTF">2026-10-19T14:29:23Z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0x010100038C8786BE86CB408D96F421BBC77521</vt:lpwstr>
  </property>
</Properties>
</file>