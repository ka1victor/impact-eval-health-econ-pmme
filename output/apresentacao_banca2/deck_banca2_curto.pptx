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7.xml" ContentType="application/vnd.openxmlformats-officedocument.presentationml.slide+xml"/>
  <Override PartName="/ppt/notesSlides/notesSlide23.xml" ContentType="application/vnd.openxmlformats-officedocument.presentationml.notesSlide+xml"/>
  <Override PartName="/ppt/slides/slide38.xml" ContentType="application/vnd.openxmlformats-officedocument.presentationml.slide+xml"/>
  <Override PartName="/ppt/notesSlides/notesSlide24.xml" ContentType="application/vnd.openxmlformats-officedocument.presentationml.notesSlide+xml"/>
  <Override PartName="/ppt/slides/slide39.xml" ContentType="application/vnd.openxmlformats-officedocument.presentationml.slide+xml"/>
  <Override PartName="/ppt/notesSlides/notesSlide25.xml" ContentType="application/vnd.openxmlformats-officedocument.presentationml.notesSlide+xml"/>
  <Override PartName="/ppt/slides/slide40.xml" ContentType="application/vnd.openxmlformats-officedocument.presentationml.slide+xml"/>
  <Override PartName="/ppt/notesSlides/notesSlide26.xml" ContentType="application/vnd.openxmlformats-officedocument.presentationml.notesSlide+xml"/>
  <Override PartName="/ppt/slides/slide41.xml" ContentType="application/vnd.openxmlformats-officedocument.presentationml.slide+xml"/>
  <Override PartName="/ppt/notesSlides/notesSlide27.xml" ContentType="application/vnd.openxmlformats-officedocument.presentationml.notesSlide+xml"/>
  <Override PartName="/ppt/slides/slide42.xml" ContentType="application/vnd.openxmlformats-officedocument.presentationml.slide+xml"/>
  <Override PartName="/ppt/notesSlides/notesSlide28.xml" ContentType="application/vnd.openxmlformats-officedocument.presentationml.notesSlide+xml"/>
  <Override PartName="/ppt/slides/slide43.xml" ContentType="application/vnd.openxmlformats-officedocument.presentationml.slide+xml"/>
  <Override PartName="/ppt/notesSlides/notesSlide29.xml" ContentType="application/vnd.openxmlformats-officedocument.presentationml.notesSlide+xml"/>
  <Override PartName="/ppt/slides/slide44.xml" ContentType="application/vnd.openxmlformats-officedocument.presentationml.slide+xml"/>
  <Override PartName="/ppt/notesSlides/notesSlide30.xml" ContentType="application/vnd.openxmlformats-officedocument.presentationml.notesSlide+xml"/>
  <Override PartName="/ppt/slides/slide45.xml" ContentType="application/vnd.openxmlformats-officedocument.presentationml.slide+xml"/>
  <Override PartName="/ppt/notesSlides/notesSlide31.xml" ContentType="application/vnd.openxmlformats-officedocument.presentationml.notesSlide+xml"/>
  <Override PartName="/ppt/slides/slide46.xml" ContentType="application/vnd.openxmlformats-officedocument.presentationml.slide+xml"/>
  <Override PartName="/ppt/notesSlides/notesSlide32.xml" ContentType="application/vnd.openxmlformats-officedocument.presentationml.notesSlide+xml"/>
  <Override PartName="/ppt/slides/slide47.xml" ContentType="application/vnd.openxmlformats-officedocument.presentationml.slide+xml"/>
  <Override PartName="/ppt/notesSlides/notesSlide33.xml" ContentType="application/vnd.openxmlformats-officedocument.presentationml.notesSlide+xml"/>
  <Override PartName="/ppt/slides/slide48.xml" ContentType="application/vnd.openxmlformats-officedocument.presentationml.slide+xml"/>
  <Override PartName="/ppt/notesSlides/notesSlide34.xml" ContentType="application/vnd.openxmlformats-officedocument.presentationml.notesSlide+xml"/>
  <Override PartName="/ppt/slides/slide49.xml" ContentType="application/vnd.openxmlformats-officedocument.presentationml.slide+xml"/>
  <Override PartName="/ppt/notesSlides/notesSlide35.xml" ContentType="application/vnd.openxmlformats-officedocument.presentationml.notesSlide+xml"/>
  <Override PartName="/ppt/slides/slide50.xml" ContentType="application/vnd.openxmlformats-officedocument.presentationml.slide+xml"/>
  <Override PartName="/ppt/notesSlides/notesSlide36.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0" r:id="rId4"/>
    <p:sldMasterId id="2147483654" r:id="rId5"/>
  </p:sldMasterIdLst>
  <p:notesMasterIdLst>
    <p:notesMasterId r:id="rId42"/>
  </p:notesMasterIdLst>
  <p:sldIdLst>
    <p:sldId id="402" r:id="rId49"/>
    <p:sldId id="403" r:id="rId50"/>
    <p:sldId id="404" r:id="rId51"/>
    <p:sldId id="405" r:id="rId52"/>
    <p:sldId id="406" r:id="rId53"/>
    <p:sldId id="407" r:id="rId54"/>
    <p:sldId id="408" r:id="rId55"/>
    <p:sldId id="409" r:id="rId56"/>
    <p:sldId id="410" r:id="rId57"/>
    <p:sldId id="411" r:id="rId58"/>
    <p:sldId id="412" r:id="rId59"/>
    <p:sldId id="413" r:id="rId60"/>
    <p:sldId id="414" r:id="rId61"/>
    <p:sldId id="415"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33" userDrawn="1">
          <p15:clr>
            <a:srgbClr val="A4A3A4"/>
          </p15:clr>
        </p15:guide>
        <p15:guide id="2" pos="3840" userDrawn="1">
          <p15:clr>
            <a:srgbClr val="A4A3A4"/>
          </p15:clr>
        </p15:guide>
        <p15:guide id="3" orient="horz" pos="4088" userDrawn="1">
          <p15:clr>
            <a:srgbClr val="A4A3A4"/>
          </p15:clr>
        </p15:guide>
        <p15:guide id="4" orient="horz" pos="1820" userDrawn="1">
          <p15:clr>
            <a:srgbClr val="A4A3A4"/>
          </p15:clr>
        </p15:guide>
        <p15:guide id="5" orient="horz" pos="935" userDrawn="1">
          <p15:clr>
            <a:srgbClr val="A4A3A4"/>
          </p15:clr>
        </p15:guide>
        <p15:guide id="7" pos="3613" userDrawn="1">
          <p15:clr>
            <a:srgbClr val="A4A3A4"/>
          </p15:clr>
        </p15:guide>
        <p15:guide id="8" pos="3772" userDrawn="1">
          <p15:clr>
            <a:srgbClr val="A4A3A4"/>
          </p15:clr>
        </p15:guide>
        <p15:guide id="9" pos="7333" userDrawn="1">
          <p15:clr>
            <a:srgbClr val="A4A3A4"/>
          </p15:clr>
        </p15:guide>
        <p15:guide id="10" pos="12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4719"/>
    <a:srgbClr val="7F7F7F"/>
    <a:srgbClr val="EEF3ED"/>
    <a:srgbClr val="1B3A20"/>
    <a:srgbClr val="A9C0A7"/>
    <a:srgbClr val="698F6E"/>
    <a:srgbClr val="396444"/>
    <a:srgbClr val="D6E1D3"/>
    <a:srgbClr val="797979"/>
    <a:srgbClr val="396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306FF0-EBC5-4939-8C28-FB7939CB6E19}" v="179" dt="2026-10-19T13:28:16.949"/>
    <p1510:client id="{9F336FA0-0749-4B81-93D9-F595834F8A4D}" v="11036" dt="2026-10-19T14:29:08.239"/>
    <p1510:client id="{F73E5D69-B8CD-4751-88D7-3AED7A889B2D}" v="29" dt="2026-10-19T13:08:18.8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1933"/>
        <p:guide pos="3840"/>
        <p:guide orient="horz" pos="4088"/>
        <p:guide orient="horz" pos="1820"/>
        <p:guide orient="horz" pos="935"/>
        <p:guide pos="3613"/>
        <p:guide pos="3772"/>
        <p:guide pos="7333"/>
        <p:guide pos="121"/>
      </p:guideLst>
    </p:cSldViewPr>
  </p:slideViewPr>
  <p:gridSpacing cx="76200" cy="76200"/>
</p:viewPr>
</file>

<file path=ppt/_rels/presentation.xml.rels><?xml version="1.0" encoding="UTF-8" standalone="yes"?>
<Relationships xmlns="http://schemas.openxmlformats.org/package/2006/relationships"><Relationship Id="rId42" Type="http://schemas.openxmlformats.org/officeDocument/2006/relationships/notesMaster" Target="notesMasters/notesMaster1.xml"/><Relationship Id="rId47"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45" Type="http://schemas.openxmlformats.org/officeDocument/2006/relationships/theme" Target="theme/theme1.xml"/><Relationship Id="rId5" Type="http://schemas.openxmlformats.org/officeDocument/2006/relationships/slideMaster" Target="slideMasters/slideMaster2.xml"/><Relationship Id="rId44" Type="http://schemas.openxmlformats.org/officeDocument/2006/relationships/viewProps" Target="viewProps.xml"/><Relationship Id="rId4" Type="http://schemas.openxmlformats.org/officeDocument/2006/relationships/slideMaster" Target="slideMasters/slideMaster1.xml"/><Relationship Id="rId43" Type="http://schemas.openxmlformats.org/officeDocument/2006/relationships/presProps" Target="presProps.xml"/><Relationship Id="rId48" Type="http://schemas.microsoft.com/office/2015/10/relationships/revisionInfo" Target="revisionInfo.xml"/><Relationship Id="rId3" Type="http://schemas.openxmlformats.org/officeDocument/2006/relationships/customXml" Target="../customXml/item3.xml"/><Relationship Id="rId46" Type="http://schemas.openxmlformats.org/officeDocument/2006/relationships/tableStyles" Target="tableStyles.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Rodrigues Benegra" userId="15951f17-e43d-4387-8d23-f76792a6730a" providerId="ADAL" clId="{20306FF0-EBC5-4939-8C28-FB7939CB6E19}"/>
    <pc:docChg chg="undo custSel addSld delSld modSld sldOrd">
      <pc:chgData name="Gabriel Rodrigues Benegra" userId="15951f17-e43d-4387-8d23-f76792a6730a" providerId="ADAL" clId="{20306FF0-EBC5-4939-8C28-FB7939CB6E19}" dt="2026-10-19T13:06:24.286" v="8341"/>
      <pc:docMkLst>
        <pc:docMk/>
      </pc:docMkLst>
      <pc:sldChg chg="modSp mod">
        <pc:chgData name="Gabriel Rodrigues Benegra" userId="15951f17-e43d-4387-8d23-f76792a6730a" providerId="ADAL" clId="{20306FF0-EBC5-4939-8C28-FB7939CB6E19}" dt="2026-09-09T14:05:59.312" v="2" actId="1036"/>
        <pc:sldMkLst>
          <pc:docMk/>
          <pc:sldMk cId="940414154" sldId="272"/>
        </pc:sldMkLst>
        <pc:spChg chg="mod">
          <ac:chgData name="Gabriel Rodrigues Benegra" userId="15951f17-e43d-4387-8d23-f76792a6730a" providerId="ADAL" clId="{20306FF0-EBC5-4939-8C28-FB7939CB6E19}" dt="2026-09-09T14:05:59.312" v="2" actId="1036"/>
          <ac:spMkLst>
            <pc:docMk/>
            <pc:sldMk cId="940414154" sldId="272"/>
            <ac:spMk id="3" creationId="{F33F0DF1-831B-C8EE-9529-7A1584C93111}"/>
          </ac:spMkLst>
        </pc:spChg>
      </pc:sldChg>
      <pc:sldChg chg="addSp delSp modSp mod">
        <pc:chgData name="Gabriel Rodrigues Benegra" userId="15951f17-e43d-4387-8d23-f76792a6730a" providerId="ADAL" clId="{20306FF0-EBC5-4939-8C28-FB7939CB6E19}" dt="2026-10-14T13:44:35.441" v="6280" actId="20577"/>
        <pc:sldMkLst>
          <pc:docMk/>
          <pc:sldMk cId="1653737069" sldId="286"/>
        </pc:sldMkLst>
        <pc:spChg chg="add del">
          <ac:chgData name="Gabriel Rodrigues Benegra" userId="15951f17-e43d-4387-8d23-f76792a6730a" providerId="ADAL" clId="{20306FF0-EBC5-4939-8C28-FB7939CB6E19}" dt="2026-10-14T13:38:22.570" v="6042"/>
          <ac:spMkLst>
            <pc:docMk/>
            <pc:sldMk cId="1653737069" sldId="286"/>
            <ac:spMk id="2" creationId="{292C61EF-2F82-7EDD-DE6A-DE6F5C630AFE}"/>
          </ac:spMkLst>
        </pc:spChg>
        <pc:spChg chg="add mod">
          <ac:chgData name="Gabriel Rodrigues Benegra" userId="15951f17-e43d-4387-8d23-f76792a6730a" providerId="ADAL" clId="{20306FF0-EBC5-4939-8C28-FB7939CB6E19}" dt="2026-10-14T13:44:00.991" v="6257" actId="1037"/>
          <ac:spMkLst>
            <pc:docMk/>
            <pc:sldMk cId="1653737069" sldId="286"/>
            <ac:spMk id="3" creationId="{E5C901EA-882B-3D2D-09C3-FA69B71CFE96}"/>
          </ac:spMkLst>
        </pc:spChg>
        <pc:spChg chg="mod">
          <ac:chgData name="Gabriel Rodrigues Benegra" userId="15951f17-e43d-4387-8d23-f76792a6730a" providerId="ADAL" clId="{20306FF0-EBC5-4939-8C28-FB7939CB6E19}" dt="2026-10-14T13:28:54.686" v="5952" actId="1076"/>
          <ac:spMkLst>
            <pc:docMk/>
            <pc:sldMk cId="1653737069" sldId="286"/>
            <ac:spMk id="10" creationId="{A36FEEF8-9FBC-1A65-A14B-698DF8CD4BDC}"/>
          </ac:spMkLst>
        </pc:spChg>
        <pc:spChg chg="mod">
          <ac:chgData name="Gabriel Rodrigues Benegra" userId="15951f17-e43d-4387-8d23-f76792a6730a" providerId="ADAL" clId="{20306FF0-EBC5-4939-8C28-FB7939CB6E19}" dt="2026-09-14T12:56:35.391" v="510" actId="14100"/>
          <ac:spMkLst>
            <pc:docMk/>
            <pc:sldMk cId="1653737069" sldId="286"/>
            <ac:spMk id="23" creationId="{6082F17A-5AD1-3FD3-DA0A-419F8FF9FB79}"/>
          </ac:spMkLst>
        </pc:spChg>
        <pc:spChg chg="mod">
          <ac:chgData name="Gabriel Rodrigues Benegra" userId="15951f17-e43d-4387-8d23-f76792a6730a" providerId="ADAL" clId="{20306FF0-EBC5-4939-8C28-FB7939CB6E19}" dt="2026-10-14T13:30:29.456" v="5964" actId="14100"/>
          <ac:spMkLst>
            <pc:docMk/>
            <pc:sldMk cId="1653737069" sldId="286"/>
            <ac:spMk id="27" creationId="{218C7C74-E83A-F4E0-4177-356EC2DF102D}"/>
          </ac:spMkLst>
        </pc:spChg>
        <pc:spChg chg="mod">
          <ac:chgData name="Gabriel Rodrigues Benegra" userId="15951f17-e43d-4387-8d23-f76792a6730a" providerId="ADAL" clId="{20306FF0-EBC5-4939-8C28-FB7939CB6E19}" dt="2026-10-14T13:35:10.614" v="6040" actId="113"/>
          <ac:spMkLst>
            <pc:docMk/>
            <pc:sldMk cId="1653737069" sldId="286"/>
            <ac:spMk id="29" creationId="{83C33592-ACE8-F0DA-616D-FA66348FEDAC}"/>
          </ac:spMkLst>
        </pc:spChg>
        <pc:spChg chg="mod">
          <ac:chgData name="Gabriel Rodrigues Benegra" userId="15951f17-e43d-4387-8d23-f76792a6730a" providerId="ADAL" clId="{20306FF0-EBC5-4939-8C28-FB7939CB6E19}" dt="2026-10-14T13:44:35.441" v="6280" actId="20577"/>
          <ac:spMkLst>
            <pc:docMk/>
            <pc:sldMk cId="1653737069" sldId="286"/>
            <ac:spMk id="31" creationId="{9A3C1FB9-EF03-8156-3CA8-3AD211DC54DF}"/>
          </ac:spMkLst>
        </pc:spChg>
        <pc:spChg chg="mod">
          <ac:chgData name="Gabriel Rodrigues Benegra" userId="15951f17-e43d-4387-8d23-f76792a6730a" providerId="ADAL" clId="{20306FF0-EBC5-4939-8C28-FB7939CB6E19}" dt="2026-10-14T13:40:03.600" v="6124" actId="113"/>
          <ac:spMkLst>
            <pc:docMk/>
            <pc:sldMk cId="1653737069" sldId="286"/>
            <ac:spMk id="33" creationId="{69298370-0554-BCED-4107-E00D640B8A3D}"/>
          </ac:spMkLst>
        </pc:spChg>
        <pc:spChg chg="mod">
          <ac:chgData name="Gabriel Rodrigues Benegra" userId="15951f17-e43d-4387-8d23-f76792a6730a" providerId="ADAL" clId="{20306FF0-EBC5-4939-8C28-FB7939CB6E19}" dt="2026-09-14T12:57:23.688" v="516" actId="2711"/>
          <ac:spMkLst>
            <pc:docMk/>
            <pc:sldMk cId="1653737069" sldId="286"/>
            <ac:spMk id="35" creationId="{7B731846-CEF9-5650-39A6-B2C0A98D9FDD}"/>
          </ac:spMkLst>
        </pc:spChg>
        <pc:spChg chg="mod">
          <ac:chgData name="Gabriel Rodrigues Benegra" userId="15951f17-e43d-4387-8d23-f76792a6730a" providerId="ADAL" clId="{20306FF0-EBC5-4939-8C28-FB7939CB6E19}" dt="2026-09-14T12:57:30.993" v="517" actId="2711"/>
          <ac:spMkLst>
            <pc:docMk/>
            <pc:sldMk cId="1653737069" sldId="286"/>
            <ac:spMk id="37" creationId="{A624A51B-1F6F-9EA0-D1CD-DC9A17C5D3F4}"/>
          </ac:spMkLst>
        </pc:spChg>
        <pc:spChg chg="mod">
          <ac:chgData name="Gabriel Rodrigues Benegra" userId="15951f17-e43d-4387-8d23-f76792a6730a" providerId="ADAL" clId="{20306FF0-EBC5-4939-8C28-FB7939CB6E19}" dt="2026-10-14T13:43:50.083" v="6247" actId="20577"/>
          <ac:spMkLst>
            <pc:docMk/>
            <pc:sldMk cId="1653737069" sldId="286"/>
            <ac:spMk id="39" creationId="{AE9B93B8-0E29-8838-E977-6FD99BAD27E0}"/>
          </ac:spMkLst>
        </pc:spChg>
        <pc:spChg chg="mod">
          <ac:chgData name="Gabriel Rodrigues Benegra" userId="15951f17-e43d-4387-8d23-f76792a6730a" providerId="ADAL" clId="{20306FF0-EBC5-4939-8C28-FB7939CB6E19}" dt="2026-09-14T12:58:53.445" v="580" actId="1038"/>
          <ac:spMkLst>
            <pc:docMk/>
            <pc:sldMk cId="1653737069" sldId="286"/>
            <ac:spMk id="202" creationId="{1F49769F-0CAA-EDF0-F6B0-D2E574D7340F}"/>
          </ac:spMkLst>
        </pc:spChg>
        <pc:spChg chg="mod">
          <ac:chgData name="Gabriel Rodrigues Benegra" userId="15951f17-e43d-4387-8d23-f76792a6730a" providerId="ADAL" clId="{20306FF0-EBC5-4939-8C28-FB7939CB6E19}" dt="2026-09-14T12:58:28.053" v="547" actId="1038"/>
          <ac:spMkLst>
            <pc:docMk/>
            <pc:sldMk cId="1653737069" sldId="286"/>
            <ac:spMk id="203" creationId="{98486FDE-B2DC-E786-85CA-360D8BC9A86E}"/>
          </ac:spMkLst>
        </pc:spChg>
        <pc:spChg chg="mod">
          <ac:chgData name="Gabriel Rodrigues Benegra" userId="15951f17-e43d-4387-8d23-f76792a6730a" providerId="ADAL" clId="{20306FF0-EBC5-4939-8C28-FB7939CB6E19}" dt="2026-09-14T12:58:35.915" v="562" actId="1037"/>
          <ac:spMkLst>
            <pc:docMk/>
            <pc:sldMk cId="1653737069" sldId="286"/>
            <ac:spMk id="204" creationId="{9DA9C8DC-B4D9-7D00-C1CD-1794968EFD08}"/>
          </ac:spMkLst>
        </pc:spChg>
      </pc:sldChg>
      <pc:sldChg chg="addSp delSp modSp add mod">
        <pc:chgData name="Gabriel Rodrigues Benegra" userId="15951f17-e43d-4387-8d23-f76792a6730a" providerId="ADAL" clId="{20306FF0-EBC5-4939-8C28-FB7939CB6E19}" dt="2026-09-16T12:58:33.820" v="932" actId="1036"/>
        <pc:sldMkLst>
          <pc:docMk/>
          <pc:sldMk cId="1695601358" sldId="317"/>
        </pc:sldMkLst>
        <pc:spChg chg="add mod">
          <ac:chgData name="Gabriel Rodrigues Benegra" userId="15951f17-e43d-4387-8d23-f76792a6730a" providerId="ADAL" clId="{20306FF0-EBC5-4939-8C28-FB7939CB6E19}" dt="2026-09-16T12:57:53.937" v="895"/>
          <ac:spMkLst>
            <pc:docMk/>
            <pc:sldMk cId="1695601358" sldId="317"/>
            <ac:spMk id="7" creationId="{72BC5D49-81F0-36D0-0DA9-FD55B01A1D55}"/>
          </ac:spMkLst>
        </pc:spChg>
        <pc:spChg chg="add mod">
          <ac:chgData name="Gabriel Rodrigues Benegra" userId="15951f17-e43d-4387-8d23-f76792a6730a" providerId="ADAL" clId="{20306FF0-EBC5-4939-8C28-FB7939CB6E19}" dt="2026-09-16T12:58:33.820" v="932" actId="1036"/>
          <ac:spMkLst>
            <pc:docMk/>
            <pc:sldMk cId="1695601358" sldId="317"/>
            <ac:spMk id="8" creationId="{00BC5D0C-9282-390D-6D6E-1B02823708B5}"/>
          </ac:spMkLst>
        </pc:spChg>
        <pc:picChg chg="add mod">
          <ac:chgData name="Gabriel Rodrigues Benegra" userId="15951f17-e43d-4387-8d23-f76792a6730a" providerId="ADAL" clId="{20306FF0-EBC5-4939-8C28-FB7939CB6E19}" dt="2026-09-16T12:57:46.159" v="894" actId="14100"/>
          <ac:picMkLst>
            <pc:docMk/>
            <pc:sldMk cId="1695601358" sldId="317"/>
            <ac:picMk id="3" creationId="{51C0B4CC-5D89-60B0-E0CE-8509F42F988E}"/>
          </ac:picMkLst>
        </pc:picChg>
      </pc:sldChg>
      <pc:sldChg chg="addSp delSp modSp add mod ord modNotesTx">
        <pc:chgData name="Gabriel Rodrigues Benegra" userId="15951f17-e43d-4387-8d23-f76792a6730a" providerId="ADAL" clId="{20306FF0-EBC5-4939-8C28-FB7939CB6E19}" dt="2026-10-19T13:06:24.286" v="8341"/>
        <pc:sldMkLst>
          <pc:docMk/>
          <pc:sldMk cId="2721456284" sldId="328"/>
        </pc:sldMkLst>
        <pc:spChg chg="add mod">
          <ac:chgData name="Gabriel Rodrigues Benegra" userId="15951f17-e43d-4387-8d23-f76792a6730a" providerId="ADAL" clId="{20306FF0-EBC5-4939-8C28-FB7939CB6E19}" dt="2026-09-16T13:53:16.601" v="3590" actId="207"/>
          <ac:spMkLst>
            <pc:docMk/>
            <pc:sldMk cId="2721456284" sldId="328"/>
            <ac:spMk id="5" creationId="{985978EA-62E5-5444-25C9-1E5117C7568B}"/>
          </ac:spMkLst>
        </pc:spChg>
        <pc:spChg chg="mod">
          <ac:chgData name="Gabriel Rodrigues Benegra" userId="15951f17-e43d-4387-8d23-f76792a6730a" providerId="ADAL" clId="{20306FF0-EBC5-4939-8C28-FB7939CB6E19}" dt="2026-09-20T21:33:36.128" v="5262" actId="20577"/>
          <ac:spMkLst>
            <pc:docMk/>
            <pc:sldMk cId="2721456284" sldId="328"/>
            <ac:spMk id="6" creationId="{71A78142-FD64-C970-A9AC-CEFCC745BDF7}"/>
          </ac:spMkLst>
        </pc:spChg>
        <pc:spChg chg="add mod">
          <ac:chgData name="Gabriel Rodrigues Benegra" userId="15951f17-e43d-4387-8d23-f76792a6730a" providerId="ADAL" clId="{20306FF0-EBC5-4939-8C28-FB7939CB6E19}" dt="2026-09-16T14:36:24.393" v="4728" actId="1037"/>
          <ac:spMkLst>
            <pc:docMk/>
            <pc:sldMk cId="2721456284" sldId="328"/>
            <ac:spMk id="8" creationId="{85F5A5DC-0139-79BC-99F1-5BC2742958CB}"/>
          </ac:spMkLst>
        </pc:spChg>
        <pc:spChg chg="mod ord">
          <ac:chgData name="Gabriel Rodrigues Benegra" userId="15951f17-e43d-4387-8d23-f76792a6730a" providerId="ADAL" clId="{20306FF0-EBC5-4939-8C28-FB7939CB6E19}" dt="2026-09-20T21:50:02.611" v="5770" actId="1036"/>
          <ac:spMkLst>
            <pc:docMk/>
            <pc:sldMk cId="2721456284" sldId="328"/>
            <ac:spMk id="13" creationId="{E7F8ADC8-BF58-2DED-8774-D99E4527AB78}"/>
          </ac:spMkLst>
        </pc:spChg>
        <pc:spChg chg="add mod">
          <ac:chgData name="Gabriel Rodrigues Benegra" userId="15951f17-e43d-4387-8d23-f76792a6730a" providerId="ADAL" clId="{20306FF0-EBC5-4939-8C28-FB7939CB6E19}" dt="2026-09-20T21:51:03.197" v="5773" actId="1035"/>
          <ac:spMkLst>
            <pc:docMk/>
            <pc:sldMk cId="2721456284" sldId="328"/>
            <ac:spMk id="21" creationId="{E2F180CF-09D1-B73C-EF67-A17E37AED802}"/>
          </ac:spMkLst>
        </pc:spChg>
        <pc:spChg chg="add mod">
          <ac:chgData name="Gabriel Rodrigues Benegra" userId="15951f17-e43d-4387-8d23-f76792a6730a" providerId="ADAL" clId="{20306FF0-EBC5-4939-8C28-FB7939CB6E19}" dt="2026-09-20T21:33:03.256" v="5251" actId="113"/>
          <ac:spMkLst>
            <pc:docMk/>
            <pc:sldMk cId="2721456284" sldId="328"/>
            <ac:spMk id="25" creationId="{C06B81C7-0D37-807B-27F3-BDE4E2100DF2}"/>
          </ac:spMkLst>
        </pc:spChg>
        <pc:spChg chg="mod">
          <ac:chgData name="Gabriel Rodrigues Benegra" userId="15951f17-e43d-4387-8d23-f76792a6730a" providerId="ADAL" clId="{20306FF0-EBC5-4939-8C28-FB7939CB6E19}" dt="2026-09-20T21:38:40.272" v="5752" actId="1038"/>
          <ac:spMkLst>
            <pc:docMk/>
            <pc:sldMk cId="2721456284" sldId="328"/>
            <ac:spMk id="30" creationId="{88E05A83-BA15-E84C-39E1-3EE09D018190}"/>
          </ac:spMkLst>
        </pc:spChg>
        <pc:spChg chg="mod">
          <ac:chgData name="Gabriel Rodrigues Benegra" userId="15951f17-e43d-4387-8d23-f76792a6730a" providerId="ADAL" clId="{20306FF0-EBC5-4939-8C28-FB7939CB6E19}" dt="2026-09-20T21:38:40.272" v="5752" actId="1038"/>
          <ac:spMkLst>
            <pc:docMk/>
            <pc:sldMk cId="2721456284" sldId="328"/>
            <ac:spMk id="31" creationId="{4C3A937A-A972-E90A-0457-474C926F09FA}"/>
          </ac:spMkLst>
        </pc:spChg>
        <pc:spChg chg="mod">
          <ac:chgData name="Gabriel Rodrigues Benegra" userId="15951f17-e43d-4387-8d23-f76792a6730a" providerId="ADAL" clId="{20306FF0-EBC5-4939-8C28-FB7939CB6E19}" dt="2026-09-20T21:38:40.272" v="5752" actId="1038"/>
          <ac:spMkLst>
            <pc:docMk/>
            <pc:sldMk cId="2721456284" sldId="328"/>
            <ac:spMk id="33" creationId="{CAEC2B22-F8E2-F5DE-CD1F-BDA55B5C0067}"/>
          </ac:spMkLst>
        </pc:spChg>
        <pc:spChg chg="mod">
          <ac:chgData name="Gabriel Rodrigues Benegra" userId="15951f17-e43d-4387-8d23-f76792a6730a" providerId="ADAL" clId="{20306FF0-EBC5-4939-8C28-FB7939CB6E19}" dt="2026-09-20T21:38:40.272" v="5752" actId="1038"/>
          <ac:spMkLst>
            <pc:docMk/>
            <pc:sldMk cId="2721456284" sldId="328"/>
            <ac:spMk id="34" creationId="{3BE9C572-D2E6-86CB-1587-EA01C3F96FC8}"/>
          </ac:spMkLst>
        </pc:spChg>
        <pc:spChg chg="mod">
          <ac:chgData name="Gabriel Rodrigues Benegra" userId="15951f17-e43d-4387-8d23-f76792a6730a" providerId="ADAL" clId="{20306FF0-EBC5-4939-8C28-FB7939CB6E19}" dt="2026-09-20T21:38:40.272" v="5752" actId="1038"/>
          <ac:spMkLst>
            <pc:docMk/>
            <pc:sldMk cId="2721456284" sldId="328"/>
            <ac:spMk id="37" creationId="{1195DBA2-0282-37A6-3A35-079C9B8C375F}"/>
          </ac:spMkLst>
        </pc:spChg>
        <pc:spChg chg="mod">
          <ac:chgData name="Gabriel Rodrigues Benegra" userId="15951f17-e43d-4387-8d23-f76792a6730a" providerId="ADAL" clId="{20306FF0-EBC5-4939-8C28-FB7939CB6E19}" dt="2026-09-20T21:38:40.272" v="5752" actId="1038"/>
          <ac:spMkLst>
            <pc:docMk/>
            <pc:sldMk cId="2721456284" sldId="328"/>
            <ac:spMk id="38" creationId="{D2260992-2D44-499E-3CD3-D390D3EBE176}"/>
          </ac:spMkLst>
        </pc:spChg>
        <pc:spChg chg="mod">
          <ac:chgData name="Gabriel Rodrigues Benegra" userId="15951f17-e43d-4387-8d23-f76792a6730a" providerId="ADAL" clId="{20306FF0-EBC5-4939-8C28-FB7939CB6E19}" dt="2026-09-20T21:38:40.272" v="5752" actId="1038"/>
          <ac:spMkLst>
            <pc:docMk/>
            <pc:sldMk cId="2721456284" sldId="328"/>
            <ac:spMk id="40" creationId="{34E5FE27-ED12-5830-04CE-79BFAB8BD152}"/>
          </ac:spMkLst>
        </pc:spChg>
        <pc:spChg chg="mod">
          <ac:chgData name="Gabriel Rodrigues Benegra" userId="15951f17-e43d-4387-8d23-f76792a6730a" providerId="ADAL" clId="{20306FF0-EBC5-4939-8C28-FB7939CB6E19}" dt="2026-09-20T21:38:40.272" v="5752" actId="1038"/>
          <ac:spMkLst>
            <pc:docMk/>
            <pc:sldMk cId="2721456284" sldId="328"/>
            <ac:spMk id="41" creationId="{E5AFCA71-4556-0927-CC18-E35AF9C15E52}"/>
          </ac:spMkLst>
        </pc:spChg>
        <pc:spChg chg="mod">
          <ac:chgData name="Gabriel Rodrigues Benegra" userId="15951f17-e43d-4387-8d23-f76792a6730a" providerId="ADAL" clId="{20306FF0-EBC5-4939-8C28-FB7939CB6E19}" dt="2026-09-20T21:38:40.272" v="5752" actId="1038"/>
          <ac:spMkLst>
            <pc:docMk/>
            <pc:sldMk cId="2721456284" sldId="328"/>
            <ac:spMk id="42" creationId="{ADAF658A-EE6C-9A45-8A24-555F1FCC921A}"/>
          </ac:spMkLst>
        </pc:spChg>
        <pc:spChg chg="mod">
          <ac:chgData name="Gabriel Rodrigues Benegra" userId="15951f17-e43d-4387-8d23-f76792a6730a" providerId="ADAL" clId="{20306FF0-EBC5-4939-8C28-FB7939CB6E19}" dt="2026-09-20T21:38:40.272" v="5752" actId="1038"/>
          <ac:spMkLst>
            <pc:docMk/>
            <pc:sldMk cId="2721456284" sldId="328"/>
            <ac:spMk id="43" creationId="{81960EB9-61E3-A17B-4175-8B5388BAD1B5}"/>
          </ac:spMkLst>
        </pc:spChg>
        <pc:spChg chg="mod">
          <ac:chgData name="Gabriel Rodrigues Benegra" userId="15951f17-e43d-4387-8d23-f76792a6730a" providerId="ADAL" clId="{20306FF0-EBC5-4939-8C28-FB7939CB6E19}" dt="2026-09-20T21:38:40.272" v="5752" actId="1038"/>
          <ac:spMkLst>
            <pc:docMk/>
            <pc:sldMk cId="2721456284" sldId="328"/>
            <ac:spMk id="44" creationId="{E184A842-2B88-F602-EAE5-7847EB80A204}"/>
          </ac:spMkLst>
        </pc:spChg>
        <pc:spChg chg="mod">
          <ac:chgData name="Gabriel Rodrigues Benegra" userId="15951f17-e43d-4387-8d23-f76792a6730a" providerId="ADAL" clId="{20306FF0-EBC5-4939-8C28-FB7939CB6E19}" dt="2026-09-20T21:38:40.272" v="5752" actId="1038"/>
          <ac:spMkLst>
            <pc:docMk/>
            <pc:sldMk cId="2721456284" sldId="328"/>
            <ac:spMk id="45" creationId="{A75846B6-9F47-2ADE-B15A-A71A703DA040}"/>
          </ac:spMkLst>
        </pc:spChg>
        <pc:spChg chg="mod">
          <ac:chgData name="Gabriel Rodrigues Benegra" userId="15951f17-e43d-4387-8d23-f76792a6730a" providerId="ADAL" clId="{20306FF0-EBC5-4939-8C28-FB7939CB6E19}" dt="2026-09-20T21:38:40.272" v="5752" actId="1038"/>
          <ac:spMkLst>
            <pc:docMk/>
            <pc:sldMk cId="2721456284" sldId="328"/>
            <ac:spMk id="46" creationId="{AE5B36C9-ABD5-3D75-DA64-00090FA3FA1A}"/>
          </ac:spMkLst>
        </pc:spChg>
        <pc:spChg chg="mod">
          <ac:chgData name="Gabriel Rodrigues Benegra" userId="15951f17-e43d-4387-8d23-f76792a6730a" providerId="ADAL" clId="{20306FF0-EBC5-4939-8C28-FB7939CB6E19}" dt="2026-09-20T21:38:40.272" v="5752" actId="1038"/>
          <ac:spMkLst>
            <pc:docMk/>
            <pc:sldMk cId="2721456284" sldId="328"/>
            <ac:spMk id="47" creationId="{4CAD3348-C567-15A4-2830-0E7FD9C98CD8}"/>
          </ac:spMkLst>
        </pc:spChg>
        <pc:spChg chg="mod">
          <ac:chgData name="Gabriel Rodrigues Benegra" userId="15951f17-e43d-4387-8d23-f76792a6730a" providerId="ADAL" clId="{20306FF0-EBC5-4939-8C28-FB7939CB6E19}" dt="2026-09-20T21:38:40.272" v="5752" actId="1038"/>
          <ac:spMkLst>
            <pc:docMk/>
            <pc:sldMk cId="2721456284" sldId="328"/>
            <ac:spMk id="48" creationId="{BDF4B993-62BB-5286-C676-C926520E9A3A}"/>
          </ac:spMkLst>
        </pc:spChg>
        <pc:spChg chg="mod">
          <ac:chgData name="Gabriel Rodrigues Benegra" userId="15951f17-e43d-4387-8d23-f76792a6730a" providerId="ADAL" clId="{20306FF0-EBC5-4939-8C28-FB7939CB6E19}" dt="2026-09-20T21:38:40.272" v="5752" actId="1038"/>
          <ac:spMkLst>
            <pc:docMk/>
            <pc:sldMk cId="2721456284" sldId="328"/>
            <ac:spMk id="49" creationId="{95472DE3-CF2C-A176-3DFC-C3CAF98C651E}"/>
          </ac:spMkLst>
        </pc:spChg>
        <pc:spChg chg="mod">
          <ac:chgData name="Gabriel Rodrigues Benegra" userId="15951f17-e43d-4387-8d23-f76792a6730a" providerId="ADAL" clId="{20306FF0-EBC5-4939-8C28-FB7939CB6E19}" dt="2026-09-20T21:38:40.272" v="5752" actId="1038"/>
          <ac:spMkLst>
            <pc:docMk/>
            <pc:sldMk cId="2721456284" sldId="328"/>
            <ac:spMk id="50" creationId="{8EDAC523-3440-F5E1-3B09-3E46F6FB1180}"/>
          </ac:spMkLst>
        </pc:spChg>
        <pc:spChg chg="mod">
          <ac:chgData name="Gabriel Rodrigues Benegra" userId="15951f17-e43d-4387-8d23-f76792a6730a" providerId="ADAL" clId="{20306FF0-EBC5-4939-8C28-FB7939CB6E19}" dt="2026-09-20T21:38:40.272" v="5752" actId="1038"/>
          <ac:spMkLst>
            <pc:docMk/>
            <pc:sldMk cId="2721456284" sldId="328"/>
            <ac:spMk id="51" creationId="{A19E2BBC-2364-42E7-8697-C2ED4F6B41F6}"/>
          </ac:spMkLst>
        </pc:spChg>
        <pc:spChg chg="mod">
          <ac:chgData name="Gabriel Rodrigues Benegra" userId="15951f17-e43d-4387-8d23-f76792a6730a" providerId="ADAL" clId="{20306FF0-EBC5-4939-8C28-FB7939CB6E19}" dt="2026-09-20T21:38:40.272" v="5752" actId="1038"/>
          <ac:spMkLst>
            <pc:docMk/>
            <pc:sldMk cId="2721456284" sldId="328"/>
            <ac:spMk id="52" creationId="{2EEF50C7-B3BC-4B0D-5EB2-2A4755C30980}"/>
          </ac:spMkLst>
        </pc:spChg>
        <pc:spChg chg="mod">
          <ac:chgData name="Gabriel Rodrigues Benegra" userId="15951f17-e43d-4387-8d23-f76792a6730a" providerId="ADAL" clId="{20306FF0-EBC5-4939-8C28-FB7939CB6E19}" dt="2026-09-20T21:38:40.272" v="5752" actId="1038"/>
          <ac:spMkLst>
            <pc:docMk/>
            <pc:sldMk cId="2721456284" sldId="328"/>
            <ac:spMk id="53" creationId="{A686153D-87F0-673A-12E0-7132437CD2B7}"/>
          </ac:spMkLst>
        </pc:spChg>
        <pc:spChg chg="mod">
          <ac:chgData name="Gabriel Rodrigues Benegra" userId="15951f17-e43d-4387-8d23-f76792a6730a" providerId="ADAL" clId="{20306FF0-EBC5-4939-8C28-FB7939CB6E19}" dt="2026-09-20T21:38:40.272" v="5752" actId="1038"/>
          <ac:spMkLst>
            <pc:docMk/>
            <pc:sldMk cId="2721456284" sldId="328"/>
            <ac:spMk id="54" creationId="{EB013C36-223E-DC9C-CE24-E43A4271C1F3}"/>
          </ac:spMkLst>
        </pc:spChg>
        <pc:spChg chg="mod">
          <ac:chgData name="Gabriel Rodrigues Benegra" userId="15951f17-e43d-4387-8d23-f76792a6730a" providerId="ADAL" clId="{20306FF0-EBC5-4939-8C28-FB7939CB6E19}" dt="2026-09-20T21:38:40.272" v="5752" actId="1038"/>
          <ac:spMkLst>
            <pc:docMk/>
            <pc:sldMk cId="2721456284" sldId="328"/>
            <ac:spMk id="55" creationId="{810DA4F3-4AEF-82E4-F7D5-C713926B9058}"/>
          </ac:spMkLst>
        </pc:spChg>
        <pc:spChg chg="mod">
          <ac:chgData name="Gabriel Rodrigues Benegra" userId="15951f17-e43d-4387-8d23-f76792a6730a" providerId="ADAL" clId="{20306FF0-EBC5-4939-8C28-FB7939CB6E19}" dt="2026-09-20T21:38:40.272" v="5752" actId="1038"/>
          <ac:spMkLst>
            <pc:docMk/>
            <pc:sldMk cId="2721456284" sldId="328"/>
            <ac:spMk id="56" creationId="{FCF6F84C-6FDA-5A23-E069-7B6EB94AC346}"/>
          </ac:spMkLst>
        </pc:spChg>
        <pc:spChg chg="mod">
          <ac:chgData name="Gabriel Rodrigues Benegra" userId="15951f17-e43d-4387-8d23-f76792a6730a" providerId="ADAL" clId="{20306FF0-EBC5-4939-8C28-FB7939CB6E19}" dt="2026-09-20T21:38:40.272" v="5752" actId="1038"/>
          <ac:spMkLst>
            <pc:docMk/>
            <pc:sldMk cId="2721456284" sldId="328"/>
            <ac:spMk id="57" creationId="{FE3FCA8F-D61C-2493-4980-78F3B5655899}"/>
          </ac:spMkLst>
        </pc:spChg>
        <pc:spChg chg="mod">
          <ac:chgData name="Gabriel Rodrigues Benegra" userId="15951f17-e43d-4387-8d23-f76792a6730a" providerId="ADAL" clId="{20306FF0-EBC5-4939-8C28-FB7939CB6E19}" dt="2026-09-20T21:38:40.272" v="5752" actId="1038"/>
          <ac:spMkLst>
            <pc:docMk/>
            <pc:sldMk cId="2721456284" sldId="328"/>
            <ac:spMk id="58" creationId="{54C50595-A194-049D-00E2-44D2E1214D83}"/>
          </ac:spMkLst>
        </pc:spChg>
        <pc:spChg chg="mod">
          <ac:chgData name="Gabriel Rodrigues Benegra" userId="15951f17-e43d-4387-8d23-f76792a6730a" providerId="ADAL" clId="{20306FF0-EBC5-4939-8C28-FB7939CB6E19}" dt="2026-09-20T21:38:40.272" v="5752" actId="1038"/>
          <ac:spMkLst>
            <pc:docMk/>
            <pc:sldMk cId="2721456284" sldId="328"/>
            <ac:spMk id="59" creationId="{42B7DE57-7ABB-0563-35BA-6022E9B25062}"/>
          </ac:spMkLst>
        </pc:spChg>
        <pc:spChg chg="mod">
          <ac:chgData name="Gabriel Rodrigues Benegra" userId="15951f17-e43d-4387-8d23-f76792a6730a" providerId="ADAL" clId="{20306FF0-EBC5-4939-8C28-FB7939CB6E19}" dt="2026-09-20T21:38:40.272" v="5752" actId="1038"/>
          <ac:spMkLst>
            <pc:docMk/>
            <pc:sldMk cId="2721456284" sldId="328"/>
            <ac:spMk id="60" creationId="{4BBABFF3-0735-3BD5-94E9-C7DDF8919F4E}"/>
          </ac:spMkLst>
        </pc:spChg>
        <pc:grpChg chg="add mod">
          <ac:chgData name="Gabriel Rodrigues Benegra" userId="15951f17-e43d-4387-8d23-f76792a6730a" providerId="ADAL" clId="{20306FF0-EBC5-4939-8C28-FB7939CB6E19}" dt="2026-09-20T21:38:40.272" v="5752" actId="1038"/>
          <ac:grpSpMkLst>
            <pc:docMk/>
            <pc:sldMk cId="2721456284" sldId="328"/>
            <ac:grpSpMk id="28" creationId="{17F44C52-A592-F4FA-F73E-76DB1487FF07}"/>
          </ac:grpSpMkLst>
        </pc:grpChg>
        <pc:picChg chg="add mod ord modCrop">
          <ac:chgData name="Gabriel Rodrigues Benegra" userId="15951f17-e43d-4387-8d23-f76792a6730a" providerId="ADAL" clId="{20306FF0-EBC5-4939-8C28-FB7939CB6E19}" dt="2026-09-20T21:35:47.714" v="5684" actId="1035"/>
          <ac:picMkLst>
            <pc:docMk/>
            <pc:sldMk cId="2721456284" sldId="328"/>
            <ac:picMk id="22" creationId="{FBC7BA27-3F5C-AC55-92CE-8C27CAA84D15}"/>
          </ac:picMkLst>
        </pc:picChg>
      </pc:sldChg>
      <pc:sldChg chg="modSp mod">
        <pc:chgData name="Gabriel Rodrigues Benegra" userId="15951f17-e43d-4387-8d23-f76792a6730a" providerId="ADAL" clId="{20306FF0-EBC5-4939-8C28-FB7939CB6E19}" dt="2026-10-14T13:46:24.169" v="6281"/>
        <pc:sldMkLst>
          <pc:docMk/>
          <pc:sldMk cId="881085822" sldId="341"/>
        </pc:sldMkLst>
        <pc:spChg chg="mod">
          <ac:chgData name="Gabriel Rodrigues Benegra" userId="15951f17-e43d-4387-8d23-f76792a6730a" providerId="ADAL" clId="{20306FF0-EBC5-4939-8C28-FB7939CB6E19}" dt="2026-10-14T13:46:24.169" v="6281"/>
          <ac:spMkLst>
            <pc:docMk/>
            <pc:sldMk cId="881085822" sldId="341"/>
            <ac:spMk id="15" creationId="{094E1B5B-F37A-10AA-A2EB-06EDE9D756E9}"/>
          </ac:spMkLst>
        </pc:spChg>
      </pc:sldChg>
      <pc:sldChg chg="ord">
        <pc:chgData name="Gabriel Rodrigues Benegra" userId="15951f17-e43d-4387-8d23-f76792a6730a" providerId="ADAL" clId="{20306FF0-EBC5-4939-8C28-FB7939CB6E19}" dt="2026-09-21T12:23:38.253" v="5775"/>
        <pc:sldMkLst>
          <pc:docMk/>
          <pc:sldMk cId="4207788666" sldId="347"/>
        </pc:sldMkLst>
      </pc:sldChg>
      <pc:sldChg chg="modSp add mod">
        <pc:chgData name="Gabriel Rodrigues Benegra" userId="15951f17-e43d-4387-8d23-f76792a6730a" providerId="ADAL" clId="{20306FF0-EBC5-4939-8C28-FB7939CB6E19}" dt="2026-09-20T21:26:03.853" v="4789" actId="1035"/>
        <pc:sldMkLst>
          <pc:docMk/>
          <pc:sldMk cId="2855766738" sldId="350"/>
        </pc:sldMkLst>
        <pc:spChg chg="mod">
          <ac:chgData name="Gabriel Rodrigues Benegra" userId="15951f17-e43d-4387-8d23-f76792a6730a" providerId="ADAL" clId="{20306FF0-EBC5-4939-8C28-FB7939CB6E19}" dt="2026-09-20T21:26:03.853" v="4789" actId="1035"/>
          <ac:spMkLst>
            <pc:docMk/>
            <pc:sldMk cId="2855766738" sldId="350"/>
            <ac:spMk id="8" creationId="{65AAED65-3818-1D6F-46A2-74200BCE7D7F}"/>
          </ac:spMkLst>
        </pc:spChg>
      </pc:sldChg>
      <pc:sldChg chg="addSp delSp modSp add mod">
        <pc:chgData name="Gabriel Rodrigues Benegra" userId="15951f17-e43d-4387-8d23-f76792a6730a" providerId="ADAL" clId="{20306FF0-EBC5-4939-8C28-FB7939CB6E19}" dt="2026-09-20T21:39:18.407" v="5756" actId="1076"/>
        <pc:sldMkLst>
          <pc:docMk/>
          <pc:sldMk cId="4210405125" sldId="351"/>
        </pc:sldMkLst>
        <pc:spChg chg="mod">
          <ac:chgData name="Gabriel Rodrigues Benegra" userId="15951f17-e43d-4387-8d23-f76792a6730a" providerId="ADAL" clId="{20306FF0-EBC5-4939-8C28-FB7939CB6E19}" dt="2026-09-20T21:39:18.407" v="5756" actId="1076"/>
          <ac:spMkLst>
            <pc:docMk/>
            <pc:sldMk cId="4210405125" sldId="351"/>
            <ac:spMk id="24" creationId="{E0F56E96-8BCE-1B54-94F9-D8E6BF738316}"/>
          </ac:spMkLst>
        </pc:spChg>
        <pc:spChg chg="mod">
          <ac:chgData name="Gabriel Rodrigues Benegra" userId="15951f17-e43d-4387-8d23-f76792a6730a" providerId="ADAL" clId="{20306FF0-EBC5-4939-8C28-FB7939CB6E19}" dt="2026-09-20T21:39:18.407" v="5756" actId="1076"/>
          <ac:spMkLst>
            <pc:docMk/>
            <pc:sldMk cId="4210405125" sldId="351"/>
            <ac:spMk id="25" creationId="{097A154A-7AD9-36F0-C821-C2EDB5121973}"/>
          </ac:spMkLst>
        </pc:spChg>
        <pc:spChg chg="mod">
          <ac:chgData name="Gabriel Rodrigues Benegra" userId="15951f17-e43d-4387-8d23-f76792a6730a" providerId="ADAL" clId="{20306FF0-EBC5-4939-8C28-FB7939CB6E19}" dt="2026-09-20T21:39:18.407" v="5756" actId="1076"/>
          <ac:spMkLst>
            <pc:docMk/>
            <pc:sldMk cId="4210405125" sldId="351"/>
            <ac:spMk id="28" creationId="{F5B91B3F-02EA-E0CA-6ADC-F8BE746051E8}"/>
          </ac:spMkLst>
        </pc:spChg>
        <pc:spChg chg="mod">
          <ac:chgData name="Gabriel Rodrigues Benegra" userId="15951f17-e43d-4387-8d23-f76792a6730a" providerId="ADAL" clId="{20306FF0-EBC5-4939-8C28-FB7939CB6E19}" dt="2026-09-20T21:39:18.407" v="5756" actId="1076"/>
          <ac:spMkLst>
            <pc:docMk/>
            <pc:sldMk cId="4210405125" sldId="351"/>
            <ac:spMk id="30" creationId="{AA38D075-E999-F241-01F0-5FFA54261C6B}"/>
          </ac:spMkLst>
        </pc:spChg>
        <pc:spChg chg="mod">
          <ac:chgData name="Gabriel Rodrigues Benegra" userId="15951f17-e43d-4387-8d23-f76792a6730a" providerId="ADAL" clId="{20306FF0-EBC5-4939-8C28-FB7939CB6E19}" dt="2026-09-20T21:39:18.407" v="5756" actId="1076"/>
          <ac:spMkLst>
            <pc:docMk/>
            <pc:sldMk cId="4210405125" sldId="351"/>
            <ac:spMk id="31" creationId="{C08ED914-BFDF-0F5D-985F-31D2798FE7E5}"/>
          </ac:spMkLst>
        </pc:spChg>
        <pc:spChg chg="mod">
          <ac:chgData name="Gabriel Rodrigues Benegra" userId="15951f17-e43d-4387-8d23-f76792a6730a" providerId="ADAL" clId="{20306FF0-EBC5-4939-8C28-FB7939CB6E19}" dt="2026-09-20T21:39:18.407" v="5756" actId="1076"/>
          <ac:spMkLst>
            <pc:docMk/>
            <pc:sldMk cId="4210405125" sldId="351"/>
            <ac:spMk id="33" creationId="{3B44DDA0-33AC-E91C-82D9-C50B36C1C312}"/>
          </ac:spMkLst>
        </pc:spChg>
        <pc:spChg chg="mod">
          <ac:chgData name="Gabriel Rodrigues Benegra" userId="15951f17-e43d-4387-8d23-f76792a6730a" providerId="ADAL" clId="{20306FF0-EBC5-4939-8C28-FB7939CB6E19}" dt="2026-09-20T21:39:18.407" v="5756" actId="1076"/>
          <ac:spMkLst>
            <pc:docMk/>
            <pc:sldMk cId="4210405125" sldId="351"/>
            <ac:spMk id="34" creationId="{40CDFB65-A3A8-1918-F266-9970819324AE}"/>
          </ac:spMkLst>
        </pc:spChg>
        <pc:spChg chg="mod">
          <ac:chgData name="Gabriel Rodrigues Benegra" userId="15951f17-e43d-4387-8d23-f76792a6730a" providerId="ADAL" clId="{20306FF0-EBC5-4939-8C28-FB7939CB6E19}" dt="2026-09-20T21:39:18.407" v="5756" actId="1076"/>
          <ac:spMkLst>
            <pc:docMk/>
            <pc:sldMk cId="4210405125" sldId="351"/>
            <ac:spMk id="37" creationId="{9F27EFA8-F41C-A139-0843-3F0DB2DB8DA7}"/>
          </ac:spMkLst>
        </pc:spChg>
        <pc:spChg chg="mod">
          <ac:chgData name="Gabriel Rodrigues Benegra" userId="15951f17-e43d-4387-8d23-f76792a6730a" providerId="ADAL" clId="{20306FF0-EBC5-4939-8C28-FB7939CB6E19}" dt="2026-09-20T21:39:18.407" v="5756" actId="1076"/>
          <ac:spMkLst>
            <pc:docMk/>
            <pc:sldMk cId="4210405125" sldId="351"/>
            <ac:spMk id="38" creationId="{12C22C4E-25A1-3D2D-9341-F8F0A3CE2E4E}"/>
          </ac:spMkLst>
        </pc:spChg>
        <pc:spChg chg="mod">
          <ac:chgData name="Gabriel Rodrigues Benegra" userId="15951f17-e43d-4387-8d23-f76792a6730a" providerId="ADAL" clId="{20306FF0-EBC5-4939-8C28-FB7939CB6E19}" dt="2026-09-20T21:39:18.407" v="5756" actId="1076"/>
          <ac:spMkLst>
            <pc:docMk/>
            <pc:sldMk cId="4210405125" sldId="351"/>
            <ac:spMk id="40" creationId="{8076E413-E84A-76C8-BC44-1D0467E8BA40}"/>
          </ac:spMkLst>
        </pc:spChg>
        <pc:spChg chg="mod">
          <ac:chgData name="Gabriel Rodrigues Benegra" userId="15951f17-e43d-4387-8d23-f76792a6730a" providerId="ADAL" clId="{20306FF0-EBC5-4939-8C28-FB7939CB6E19}" dt="2026-09-20T21:39:18.407" v="5756" actId="1076"/>
          <ac:spMkLst>
            <pc:docMk/>
            <pc:sldMk cId="4210405125" sldId="351"/>
            <ac:spMk id="41" creationId="{6DB18853-BF16-C200-C469-5AD88C3F2FD5}"/>
          </ac:spMkLst>
        </pc:spChg>
        <pc:spChg chg="mod">
          <ac:chgData name="Gabriel Rodrigues Benegra" userId="15951f17-e43d-4387-8d23-f76792a6730a" providerId="ADAL" clId="{20306FF0-EBC5-4939-8C28-FB7939CB6E19}" dt="2026-09-20T21:39:18.407" v="5756" actId="1076"/>
          <ac:spMkLst>
            <pc:docMk/>
            <pc:sldMk cId="4210405125" sldId="351"/>
            <ac:spMk id="42" creationId="{208B88BB-3023-D32F-F245-A9BAEBB68382}"/>
          </ac:spMkLst>
        </pc:spChg>
        <pc:spChg chg="mod">
          <ac:chgData name="Gabriel Rodrigues Benegra" userId="15951f17-e43d-4387-8d23-f76792a6730a" providerId="ADAL" clId="{20306FF0-EBC5-4939-8C28-FB7939CB6E19}" dt="2026-09-20T21:39:18.407" v="5756" actId="1076"/>
          <ac:spMkLst>
            <pc:docMk/>
            <pc:sldMk cId="4210405125" sldId="351"/>
            <ac:spMk id="43" creationId="{045CA533-7792-2924-EDDD-7D064BA6C77C}"/>
          </ac:spMkLst>
        </pc:spChg>
        <pc:spChg chg="mod">
          <ac:chgData name="Gabriel Rodrigues Benegra" userId="15951f17-e43d-4387-8d23-f76792a6730a" providerId="ADAL" clId="{20306FF0-EBC5-4939-8C28-FB7939CB6E19}" dt="2026-09-20T21:39:18.407" v="5756" actId="1076"/>
          <ac:spMkLst>
            <pc:docMk/>
            <pc:sldMk cId="4210405125" sldId="351"/>
            <ac:spMk id="44" creationId="{3A11E3A8-0F0B-3AB3-8268-A171FE5D7EBA}"/>
          </ac:spMkLst>
        </pc:spChg>
        <pc:spChg chg="mod">
          <ac:chgData name="Gabriel Rodrigues Benegra" userId="15951f17-e43d-4387-8d23-f76792a6730a" providerId="ADAL" clId="{20306FF0-EBC5-4939-8C28-FB7939CB6E19}" dt="2026-09-20T21:39:18.407" v="5756" actId="1076"/>
          <ac:spMkLst>
            <pc:docMk/>
            <pc:sldMk cId="4210405125" sldId="351"/>
            <ac:spMk id="45" creationId="{E7F2B9E8-5046-2F6E-5F41-80B2AC7E9CE3}"/>
          </ac:spMkLst>
        </pc:spChg>
        <pc:spChg chg="mod">
          <ac:chgData name="Gabriel Rodrigues Benegra" userId="15951f17-e43d-4387-8d23-f76792a6730a" providerId="ADAL" clId="{20306FF0-EBC5-4939-8C28-FB7939CB6E19}" dt="2026-09-20T21:39:18.407" v="5756" actId="1076"/>
          <ac:spMkLst>
            <pc:docMk/>
            <pc:sldMk cId="4210405125" sldId="351"/>
            <ac:spMk id="46" creationId="{83B71404-C293-7A5A-227C-5765683412A5}"/>
          </ac:spMkLst>
        </pc:spChg>
        <pc:spChg chg="mod">
          <ac:chgData name="Gabriel Rodrigues Benegra" userId="15951f17-e43d-4387-8d23-f76792a6730a" providerId="ADAL" clId="{20306FF0-EBC5-4939-8C28-FB7939CB6E19}" dt="2026-09-20T21:39:18.407" v="5756" actId="1076"/>
          <ac:spMkLst>
            <pc:docMk/>
            <pc:sldMk cId="4210405125" sldId="351"/>
            <ac:spMk id="47" creationId="{2F580B3C-7FC1-34DE-BCB9-B64C1BBA80D7}"/>
          </ac:spMkLst>
        </pc:spChg>
        <pc:spChg chg="mod">
          <ac:chgData name="Gabriel Rodrigues Benegra" userId="15951f17-e43d-4387-8d23-f76792a6730a" providerId="ADAL" clId="{20306FF0-EBC5-4939-8C28-FB7939CB6E19}" dt="2026-09-20T21:39:18.407" v="5756" actId="1076"/>
          <ac:spMkLst>
            <pc:docMk/>
            <pc:sldMk cId="4210405125" sldId="351"/>
            <ac:spMk id="48" creationId="{05E1F93F-CD65-8122-D1F8-2B50FCC19C92}"/>
          </ac:spMkLst>
        </pc:spChg>
        <pc:spChg chg="mod">
          <ac:chgData name="Gabriel Rodrigues Benegra" userId="15951f17-e43d-4387-8d23-f76792a6730a" providerId="ADAL" clId="{20306FF0-EBC5-4939-8C28-FB7939CB6E19}" dt="2026-09-20T21:39:18.407" v="5756" actId="1076"/>
          <ac:spMkLst>
            <pc:docMk/>
            <pc:sldMk cId="4210405125" sldId="351"/>
            <ac:spMk id="49" creationId="{F6713CFC-E7F3-CFAF-12A4-0B42A3ED4E4A}"/>
          </ac:spMkLst>
        </pc:spChg>
        <pc:spChg chg="mod">
          <ac:chgData name="Gabriel Rodrigues Benegra" userId="15951f17-e43d-4387-8d23-f76792a6730a" providerId="ADAL" clId="{20306FF0-EBC5-4939-8C28-FB7939CB6E19}" dt="2026-09-20T21:39:18.407" v="5756" actId="1076"/>
          <ac:spMkLst>
            <pc:docMk/>
            <pc:sldMk cId="4210405125" sldId="351"/>
            <ac:spMk id="50" creationId="{E475239C-04A3-0178-C4D7-8BE1EA3FAA6A}"/>
          </ac:spMkLst>
        </pc:spChg>
        <pc:spChg chg="mod">
          <ac:chgData name="Gabriel Rodrigues Benegra" userId="15951f17-e43d-4387-8d23-f76792a6730a" providerId="ADAL" clId="{20306FF0-EBC5-4939-8C28-FB7939CB6E19}" dt="2026-09-20T21:39:18.407" v="5756" actId="1076"/>
          <ac:spMkLst>
            <pc:docMk/>
            <pc:sldMk cId="4210405125" sldId="351"/>
            <ac:spMk id="51" creationId="{9868D123-7920-5775-388D-4724FB3500D1}"/>
          </ac:spMkLst>
        </pc:spChg>
        <pc:spChg chg="mod">
          <ac:chgData name="Gabriel Rodrigues Benegra" userId="15951f17-e43d-4387-8d23-f76792a6730a" providerId="ADAL" clId="{20306FF0-EBC5-4939-8C28-FB7939CB6E19}" dt="2026-09-20T21:39:18.407" v="5756" actId="1076"/>
          <ac:spMkLst>
            <pc:docMk/>
            <pc:sldMk cId="4210405125" sldId="351"/>
            <ac:spMk id="52" creationId="{0C6BAED6-4933-7156-997F-F860DD0D6D94}"/>
          </ac:spMkLst>
        </pc:spChg>
        <pc:spChg chg="mod">
          <ac:chgData name="Gabriel Rodrigues Benegra" userId="15951f17-e43d-4387-8d23-f76792a6730a" providerId="ADAL" clId="{20306FF0-EBC5-4939-8C28-FB7939CB6E19}" dt="2026-09-20T21:39:18.407" v="5756" actId="1076"/>
          <ac:spMkLst>
            <pc:docMk/>
            <pc:sldMk cId="4210405125" sldId="351"/>
            <ac:spMk id="53" creationId="{9AFE3034-46FA-9125-7B93-8A8D6D07A0EF}"/>
          </ac:spMkLst>
        </pc:spChg>
        <pc:spChg chg="mod">
          <ac:chgData name="Gabriel Rodrigues Benegra" userId="15951f17-e43d-4387-8d23-f76792a6730a" providerId="ADAL" clId="{20306FF0-EBC5-4939-8C28-FB7939CB6E19}" dt="2026-09-20T21:39:18.407" v="5756" actId="1076"/>
          <ac:spMkLst>
            <pc:docMk/>
            <pc:sldMk cId="4210405125" sldId="351"/>
            <ac:spMk id="54" creationId="{D3666E80-17CC-4DA3-A866-4EE961DE6EBB}"/>
          </ac:spMkLst>
        </pc:spChg>
        <pc:spChg chg="mod">
          <ac:chgData name="Gabriel Rodrigues Benegra" userId="15951f17-e43d-4387-8d23-f76792a6730a" providerId="ADAL" clId="{20306FF0-EBC5-4939-8C28-FB7939CB6E19}" dt="2026-09-20T21:39:18.407" v="5756" actId="1076"/>
          <ac:spMkLst>
            <pc:docMk/>
            <pc:sldMk cId="4210405125" sldId="351"/>
            <ac:spMk id="55" creationId="{35FC4C67-D73C-5021-9B36-C8CC58BC7ACB}"/>
          </ac:spMkLst>
        </pc:spChg>
        <pc:spChg chg="mod">
          <ac:chgData name="Gabriel Rodrigues Benegra" userId="15951f17-e43d-4387-8d23-f76792a6730a" providerId="ADAL" clId="{20306FF0-EBC5-4939-8C28-FB7939CB6E19}" dt="2026-09-20T21:39:18.407" v="5756" actId="1076"/>
          <ac:spMkLst>
            <pc:docMk/>
            <pc:sldMk cId="4210405125" sldId="351"/>
            <ac:spMk id="56" creationId="{BC75ADF3-2880-8FD6-00D4-7E4D40BD3178}"/>
          </ac:spMkLst>
        </pc:spChg>
        <pc:spChg chg="mod">
          <ac:chgData name="Gabriel Rodrigues Benegra" userId="15951f17-e43d-4387-8d23-f76792a6730a" providerId="ADAL" clId="{20306FF0-EBC5-4939-8C28-FB7939CB6E19}" dt="2026-09-20T21:39:18.407" v="5756" actId="1076"/>
          <ac:spMkLst>
            <pc:docMk/>
            <pc:sldMk cId="4210405125" sldId="351"/>
            <ac:spMk id="57" creationId="{41FC0814-215F-A6BB-026F-BA097BDC1496}"/>
          </ac:spMkLst>
        </pc:spChg>
        <pc:grpChg chg="add mod">
          <ac:chgData name="Gabriel Rodrigues Benegra" userId="15951f17-e43d-4387-8d23-f76792a6730a" providerId="ADAL" clId="{20306FF0-EBC5-4939-8C28-FB7939CB6E19}" dt="2026-09-20T21:39:18.407" v="5756" actId="1076"/>
          <ac:grpSpMkLst>
            <pc:docMk/>
            <pc:sldMk cId="4210405125" sldId="351"/>
            <ac:grpSpMk id="23" creationId="{40E765F2-1552-74E2-5E00-918AE5AF6F70}"/>
          </ac:grpSpMkLst>
        </pc:grpChg>
      </pc:sldChg>
      <pc:sldChg chg="addSp delSp modSp mod">
        <pc:chgData name="Gabriel Rodrigues Benegra" userId="15951f17-e43d-4387-8d23-f76792a6730a" providerId="ADAL" clId="{20306FF0-EBC5-4939-8C28-FB7939CB6E19}" dt="2026-10-14T14:03:25.549" v="6443" actId="478"/>
        <pc:sldMkLst>
          <pc:docMk/>
          <pc:sldMk cId="2749314505" sldId="352"/>
        </pc:sldMkLst>
        <pc:spChg chg="mod">
          <ac:chgData name="Gabriel Rodrigues Benegra" userId="15951f17-e43d-4387-8d23-f76792a6730a" providerId="ADAL" clId="{20306FF0-EBC5-4939-8C28-FB7939CB6E19}" dt="2026-10-14T14:03:22.766" v="6442" actId="1037"/>
          <ac:spMkLst>
            <pc:docMk/>
            <pc:sldMk cId="2749314505" sldId="352"/>
            <ac:spMk id="14" creationId="{6A6DC634-30E4-A735-D09E-C7BADD91E17A}"/>
          </ac:spMkLst>
        </pc:spChg>
        <pc:picChg chg="add del mod">
          <ac:chgData name="Gabriel Rodrigues Benegra" userId="15951f17-e43d-4387-8d23-f76792a6730a" providerId="ADAL" clId="{20306FF0-EBC5-4939-8C28-FB7939CB6E19}" dt="2026-10-14T14:03:25.549" v="6443" actId="478"/>
          <ac:picMkLst>
            <pc:docMk/>
            <pc:sldMk cId="2749314505" sldId="352"/>
            <ac:picMk id="3" creationId="{63CA5AC0-7ECA-2E45-E9D1-339AF8B549F9}"/>
          </ac:picMkLst>
        </pc:picChg>
      </pc:sldChg>
      <pc:sldChg chg="addSp delSp modSp new del mod ord">
        <pc:chgData name="Gabriel Rodrigues Benegra" userId="15951f17-e43d-4387-8d23-f76792a6730a" providerId="ADAL" clId="{20306FF0-EBC5-4939-8C28-FB7939CB6E19}" dt="2026-10-14T13:12:29.910" v="5822" actId="47"/>
        <pc:sldMkLst>
          <pc:docMk/>
          <pc:sldMk cId="3294462335" sldId="357"/>
        </pc:sldMkLst>
        <pc:spChg chg="add del mod">
          <ac:chgData name="Gabriel Rodrigues Benegra" userId="15951f17-e43d-4387-8d23-f76792a6730a" providerId="ADAL" clId="{20306FF0-EBC5-4939-8C28-FB7939CB6E19}" dt="2026-10-07T14:35:31.588" v="5787" actId="478"/>
          <ac:spMkLst>
            <pc:docMk/>
            <pc:sldMk cId="3294462335" sldId="357"/>
            <ac:spMk id="3" creationId="{165B47FB-6214-4980-3EBF-4335CEBECF59}"/>
          </ac:spMkLst>
        </pc:spChg>
        <pc:spChg chg="add mod">
          <ac:chgData name="Gabriel Rodrigues Benegra" userId="15951f17-e43d-4387-8d23-f76792a6730a" providerId="ADAL" clId="{20306FF0-EBC5-4939-8C28-FB7939CB6E19}" dt="2026-10-07T14:35:57.915" v="5792" actId="1076"/>
          <ac:spMkLst>
            <pc:docMk/>
            <pc:sldMk cId="3294462335" sldId="357"/>
            <ac:spMk id="4" creationId="{13E2F359-F158-B69C-81B5-0D51DEF32D6E}"/>
          </ac:spMkLst>
        </pc:spChg>
      </pc:sldChg>
      <pc:sldChg chg="addSp delSp modSp new del mod ord">
        <pc:chgData name="Gabriel Rodrigues Benegra" userId="15951f17-e43d-4387-8d23-f76792a6730a" providerId="ADAL" clId="{20306FF0-EBC5-4939-8C28-FB7939CB6E19}" dt="2026-10-14T14:14:58.002" v="6780" actId="47"/>
        <pc:sldMkLst>
          <pc:docMk/>
          <pc:sldMk cId="2820132893" sldId="358"/>
        </pc:sldMkLst>
        <pc:spChg chg="add mod">
          <ac:chgData name="Gabriel Rodrigues Benegra" userId="15951f17-e43d-4387-8d23-f76792a6730a" providerId="ADAL" clId="{20306FF0-EBC5-4939-8C28-FB7939CB6E19}" dt="2026-10-07T14:38:42.526" v="5798" actId="1076"/>
          <ac:spMkLst>
            <pc:docMk/>
            <pc:sldMk cId="2820132893" sldId="358"/>
            <ac:spMk id="3" creationId="{0F3DAAE7-F681-5A44-CA37-55D7D0D783CA}"/>
          </ac:spMkLst>
        </pc:spChg>
        <pc:spChg chg="add mod">
          <ac:chgData name="Gabriel Rodrigues Benegra" userId="15951f17-e43d-4387-8d23-f76792a6730a" providerId="ADAL" clId="{20306FF0-EBC5-4939-8C28-FB7939CB6E19}" dt="2026-10-07T14:41:51.230" v="5806" actId="1076"/>
          <ac:spMkLst>
            <pc:docMk/>
            <pc:sldMk cId="2820132893" sldId="358"/>
            <ac:spMk id="4" creationId="{5C3FC81C-830D-BDBA-6D04-BB39B789F576}"/>
          </ac:spMkLst>
        </pc:spChg>
        <pc:spChg chg="add mod">
          <ac:chgData name="Gabriel Rodrigues Benegra" userId="15951f17-e43d-4387-8d23-f76792a6730a" providerId="ADAL" clId="{20306FF0-EBC5-4939-8C28-FB7939CB6E19}" dt="2026-10-07T14:42:04.013" v="5809"/>
          <ac:spMkLst>
            <pc:docMk/>
            <pc:sldMk cId="2820132893" sldId="358"/>
            <ac:spMk id="5" creationId="{E38E2939-F210-EFD0-D525-EAB052EC967F}"/>
          </ac:spMkLst>
        </pc:spChg>
        <pc:spChg chg="add mod">
          <ac:chgData name="Gabriel Rodrigues Benegra" userId="15951f17-e43d-4387-8d23-f76792a6730a" providerId="ADAL" clId="{20306FF0-EBC5-4939-8C28-FB7939CB6E19}" dt="2026-10-07T14:42:32.287" v="5815" actId="1076"/>
          <ac:spMkLst>
            <pc:docMk/>
            <pc:sldMk cId="2820132893" sldId="358"/>
            <ac:spMk id="6" creationId="{8DFC1B7C-A2B0-7F2F-C8FE-E15C9616F35C}"/>
          </ac:spMkLst>
        </pc:spChg>
        <pc:spChg chg="add del mod">
          <ac:chgData name="Gabriel Rodrigues Benegra" userId="15951f17-e43d-4387-8d23-f76792a6730a" providerId="ADAL" clId="{20306FF0-EBC5-4939-8C28-FB7939CB6E19}" dt="2026-10-14T13:51:01.936" v="6284" actId="478"/>
          <ac:spMkLst>
            <pc:docMk/>
            <pc:sldMk cId="2820132893" sldId="358"/>
            <ac:spMk id="7" creationId="{59FBA2FD-BA0A-D708-717F-55210B23902B}"/>
          </ac:spMkLst>
        </pc:spChg>
        <pc:spChg chg="add mod">
          <ac:chgData name="Gabriel Rodrigues Benegra" userId="15951f17-e43d-4387-8d23-f76792a6730a" providerId="ADAL" clId="{20306FF0-EBC5-4939-8C28-FB7939CB6E19}" dt="2026-10-14T13:51:24.803" v="6392" actId="20577"/>
          <ac:spMkLst>
            <pc:docMk/>
            <pc:sldMk cId="2820132893" sldId="358"/>
            <ac:spMk id="8" creationId="{B28692F2-6850-7EE3-47D0-2B5D0DAE9AC6}"/>
          </ac:spMkLst>
        </pc:spChg>
      </pc:sldChg>
      <pc:sldChg chg="modSp mod">
        <pc:chgData name="Gabriel Rodrigues Benegra" userId="15951f17-e43d-4387-8d23-f76792a6730a" providerId="ADAL" clId="{20306FF0-EBC5-4939-8C28-FB7939CB6E19}" dt="2026-10-14T13:56:40.870" v="6397" actId="1076"/>
        <pc:sldMkLst>
          <pc:docMk/>
          <pc:sldMk cId="3148204388" sldId="366"/>
        </pc:sldMkLst>
        <pc:spChg chg="mod">
          <ac:chgData name="Gabriel Rodrigues Benegra" userId="15951f17-e43d-4387-8d23-f76792a6730a" providerId="ADAL" clId="{20306FF0-EBC5-4939-8C28-FB7939CB6E19}" dt="2026-10-14T13:56:40.870" v="6397" actId="1076"/>
          <ac:spMkLst>
            <pc:docMk/>
            <pc:sldMk cId="3148204388" sldId="366"/>
            <ac:spMk id="5" creationId="{2F2CE470-BA60-F6F9-CCF3-3C0AA9FAE566}"/>
          </ac:spMkLst>
        </pc:spChg>
      </pc:sldChg>
      <pc:sldChg chg="addSp delSp modSp add del mod">
        <pc:chgData name="Gabriel Rodrigues Benegra" userId="15951f17-e43d-4387-8d23-f76792a6730a" providerId="ADAL" clId="{20306FF0-EBC5-4939-8C28-FB7939CB6E19}" dt="2026-10-14T14:12:30.969" v="6620" actId="47"/>
        <pc:sldMkLst>
          <pc:docMk/>
          <pc:sldMk cId="3862414350" sldId="370"/>
        </pc:sldMkLst>
        <pc:spChg chg="del">
          <ac:chgData name="Gabriel Rodrigues Benegra" userId="15951f17-e43d-4387-8d23-f76792a6730a" providerId="ADAL" clId="{20306FF0-EBC5-4939-8C28-FB7939CB6E19}" dt="2026-10-14T14:04:18.171" v="6445" actId="478"/>
          <ac:spMkLst>
            <pc:docMk/>
            <pc:sldMk cId="3862414350" sldId="370"/>
            <ac:spMk id="3" creationId="{0F3DAAE7-F681-5A44-CA37-55D7D0D783CA}"/>
          </ac:spMkLst>
        </pc:spChg>
        <pc:spChg chg="del">
          <ac:chgData name="Gabriel Rodrigues Benegra" userId="15951f17-e43d-4387-8d23-f76792a6730a" providerId="ADAL" clId="{20306FF0-EBC5-4939-8C28-FB7939CB6E19}" dt="2026-10-14T14:04:18.171" v="6445" actId="478"/>
          <ac:spMkLst>
            <pc:docMk/>
            <pc:sldMk cId="3862414350" sldId="370"/>
            <ac:spMk id="4" creationId="{5C3FC81C-830D-BDBA-6D04-BB39B789F576}"/>
          </ac:spMkLst>
        </pc:spChg>
        <pc:spChg chg="del">
          <ac:chgData name="Gabriel Rodrigues Benegra" userId="15951f17-e43d-4387-8d23-f76792a6730a" providerId="ADAL" clId="{20306FF0-EBC5-4939-8C28-FB7939CB6E19}" dt="2026-10-14T14:04:18.171" v="6445" actId="478"/>
          <ac:spMkLst>
            <pc:docMk/>
            <pc:sldMk cId="3862414350" sldId="370"/>
            <ac:spMk id="5" creationId="{E38E2939-F210-EFD0-D525-EAB052EC967F}"/>
          </ac:spMkLst>
        </pc:spChg>
        <pc:spChg chg="del">
          <ac:chgData name="Gabriel Rodrigues Benegra" userId="15951f17-e43d-4387-8d23-f76792a6730a" providerId="ADAL" clId="{20306FF0-EBC5-4939-8C28-FB7939CB6E19}" dt="2026-10-14T14:04:18.171" v="6445" actId="478"/>
          <ac:spMkLst>
            <pc:docMk/>
            <pc:sldMk cId="3862414350" sldId="370"/>
            <ac:spMk id="6" creationId="{8DFC1B7C-A2B0-7F2F-C8FE-E15C9616F35C}"/>
          </ac:spMkLst>
        </pc:spChg>
        <pc:spChg chg="add mod">
          <ac:chgData name="Gabriel Rodrigues Benegra" userId="15951f17-e43d-4387-8d23-f76792a6730a" providerId="ADAL" clId="{20306FF0-EBC5-4939-8C28-FB7939CB6E19}" dt="2026-10-14T14:05:27.747" v="6526" actId="164"/>
          <ac:spMkLst>
            <pc:docMk/>
            <pc:sldMk cId="3862414350" sldId="370"/>
            <ac:spMk id="9" creationId="{E667F79F-750C-2364-5527-36EA8802B7E1}"/>
          </ac:spMkLst>
        </pc:spChg>
        <pc:spChg chg="add mod">
          <ac:chgData name="Gabriel Rodrigues Benegra" userId="15951f17-e43d-4387-8d23-f76792a6730a" providerId="ADAL" clId="{20306FF0-EBC5-4939-8C28-FB7939CB6E19}" dt="2026-10-14T14:05:27.747" v="6526" actId="164"/>
          <ac:spMkLst>
            <pc:docMk/>
            <pc:sldMk cId="3862414350" sldId="370"/>
            <ac:spMk id="10" creationId="{54BF0170-45BB-4A70-784F-682C478FFCF3}"/>
          </ac:spMkLst>
        </pc:spChg>
        <pc:spChg chg="add mod">
          <ac:chgData name="Gabriel Rodrigues Benegra" userId="15951f17-e43d-4387-8d23-f76792a6730a" providerId="ADAL" clId="{20306FF0-EBC5-4939-8C28-FB7939CB6E19}" dt="2026-10-14T14:05:27.747" v="6526" actId="164"/>
          <ac:spMkLst>
            <pc:docMk/>
            <pc:sldMk cId="3862414350" sldId="370"/>
            <ac:spMk id="11" creationId="{6AECD129-9300-424E-9CBA-599FF6E4093E}"/>
          </ac:spMkLst>
        </pc:spChg>
        <pc:spChg chg="add mod">
          <ac:chgData name="Gabriel Rodrigues Benegra" userId="15951f17-e43d-4387-8d23-f76792a6730a" providerId="ADAL" clId="{20306FF0-EBC5-4939-8C28-FB7939CB6E19}" dt="2026-10-14T14:05:27.747" v="6526" actId="164"/>
          <ac:spMkLst>
            <pc:docMk/>
            <pc:sldMk cId="3862414350" sldId="370"/>
            <ac:spMk id="12" creationId="{35E6F02C-A9FA-D854-1F13-7FCEE0C882FA}"/>
          </ac:spMkLst>
        </pc:spChg>
        <pc:spChg chg="add mod">
          <ac:chgData name="Gabriel Rodrigues Benegra" userId="15951f17-e43d-4387-8d23-f76792a6730a" providerId="ADAL" clId="{20306FF0-EBC5-4939-8C28-FB7939CB6E19}" dt="2026-10-14T14:05:27.747" v="6526" actId="164"/>
          <ac:spMkLst>
            <pc:docMk/>
            <pc:sldMk cId="3862414350" sldId="370"/>
            <ac:spMk id="13" creationId="{F0F4F53F-84F0-6BF5-40BB-0F9C339DA2FD}"/>
          </ac:spMkLst>
        </pc:spChg>
        <pc:spChg chg="add mod">
          <ac:chgData name="Gabriel Rodrigues Benegra" userId="15951f17-e43d-4387-8d23-f76792a6730a" providerId="ADAL" clId="{20306FF0-EBC5-4939-8C28-FB7939CB6E19}" dt="2026-10-14T14:05:27.747" v="6526" actId="164"/>
          <ac:spMkLst>
            <pc:docMk/>
            <pc:sldMk cId="3862414350" sldId="370"/>
            <ac:spMk id="14" creationId="{05E42C53-20A1-B1FD-94D8-90B68A066AF0}"/>
          </ac:spMkLst>
        </pc:spChg>
        <pc:grpChg chg="add mod">
          <ac:chgData name="Gabriel Rodrigues Benegra" userId="15951f17-e43d-4387-8d23-f76792a6730a" providerId="ADAL" clId="{20306FF0-EBC5-4939-8C28-FB7939CB6E19}" dt="2026-10-14T14:05:35.741" v="6530" actId="1035"/>
          <ac:grpSpMkLst>
            <pc:docMk/>
            <pc:sldMk cId="3862414350" sldId="370"/>
            <ac:grpSpMk id="7" creationId="{232DAAC6-3073-07CC-ECF6-8E684A8165FE}"/>
          </ac:grpSpMkLst>
        </pc:grpChg>
      </pc:sldChg>
      <pc:sldChg chg="addSp delSp modSp new del mod">
        <pc:chgData name="Gabriel Rodrigues Benegra" userId="15951f17-e43d-4387-8d23-f76792a6730a" providerId="ADAL" clId="{20306FF0-EBC5-4939-8C28-FB7939CB6E19}" dt="2026-10-14T14:14:49.535" v="6779" actId="47"/>
        <pc:sldMkLst>
          <pc:docMk/>
          <pc:sldMk cId="3809473396" sldId="372"/>
        </pc:sldMkLst>
        <pc:spChg chg="mod">
          <ac:chgData name="Gabriel Rodrigues Benegra" userId="15951f17-e43d-4387-8d23-f76792a6730a" providerId="ADAL" clId="{20306FF0-EBC5-4939-8C28-FB7939CB6E19}" dt="2026-10-14T14:12:03.619" v="6615"/>
          <ac:spMkLst>
            <pc:docMk/>
            <pc:sldMk cId="3809473396" sldId="372"/>
            <ac:spMk id="2" creationId="{AD81F17B-28FD-906B-1FF8-E1E6119FB995}"/>
          </ac:spMkLst>
        </pc:spChg>
        <pc:spChg chg="mod">
          <ac:chgData name="Gabriel Rodrigues Benegra" userId="15951f17-e43d-4387-8d23-f76792a6730a" providerId="ADAL" clId="{20306FF0-EBC5-4939-8C28-FB7939CB6E19}" dt="2026-10-14T14:13:09.827" v="6671" actId="20577"/>
          <ac:spMkLst>
            <pc:docMk/>
            <pc:sldMk cId="3809473396" sldId="372"/>
            <ac:spMk id="3" creationId="{FFD66D5F-B2D5-C731-76CC-714E5C311B40}"/>
          </ac:spMkLst>
        </pc:spChg>
        <pc:spChg chg="mod">
          <ac:chgData name="Gabriel Rodrigues Benegra" userId="15951f17-e43d-4387-8d23-f76792a6730a" providerId="ADAL" clId="{20306FF0-EBC5-4939-8C28-FB7939CB6E19}" dt="2026-10-14T14:07:04.606" v="6538" actId="20577"/>
          <ac:spMkLst>
            <pc:docMk/>
            <pc:sldMk cId="3809473396" sldId="372"/>
            <ac:spMk id="4" creationId="{8428B5C6-8928-85F3-B5AC-321955EEDAF0}"/>
          </ac:spMkLst>
        </pc:spChg>
        <pc:spChg chg="mod">
          <ac:chgData name="Gabriel Rodrigues Benegra" userId="15951f17-e43d-4387-8d23-f76792a6730a" providerId="ADAL" clId="{20306FF0-EBC5-4939-8C28-FB7939CB6E19}" dt="2026-10-14T14:09:26.192" v="6597" actId="1035"/>
          <ac:spMkLst>
            <pc:docMk/>
            <pc:sldMk cId="3809473396" sldId="372"/>
            <ac:spMk id="6" creationId="{624EFFB2-B551-84DA-3013-166BA45BC2B5}"/>
          </ac:spMkLst>
        </pc:spChg>
        <pc:spChg chg="mod">
          <ac:chgData name="Gabriel Rodrigues Benegra" userId="15951f17-e43d-4387-8d23-f76792a6730a" providerId="ADAL" clId="{20306FF0-EBC5-4939-8C28-FB7939CB6E19}" dt="2026-10-14T14:09:26.192" v="6597" actId="1035"/>
          <ac:spMkLst>
            <pc:docMk/>
            <pc:sldMk cId="3809473396" sldId="372"/>
            <ac:spMk id="7" creationId="{940BAD32-5CF2-D499-EC87-13FF65D4C658}"/>
          </ac:spMkLst>
        </pc:spChg>
        <pc:spChg chg="del">
          <ac:chgData name="Gabriel Rodrigues Benegra" userId="15951f17-e43d-4387-8d23-f76792a6730a" providerId="ADAL" clId="{20306FF0-EBC5-4939-8C28-FB7939CB6E19}" dt="2026-10-14T14:06:58.751" v="6535" actId="478"/>
          <ac:spMkLst>
            <pc:docMk/>
            <pc:sldMk cId="3809473396" sldId="372"/>
            <ac:spMk id="8" creationId="{3E9E6D0E-ACF0-6099-668B-90C52E148F77}"/>
          </ac:spMkLst>
        </pc:spChg>
        <pc:spChg chg="del">
          <ac:chgData name="Gabriel Rodrigues Benegra" userId="15951f17-e43d-4387-8d23-f76792a6730a" providerId="ADAL" clId="{20306FF0-EBC5-4939-8C28-FB7939CB6E19}" dt="2026-10-14T14:06:57.161" v="6534" actId="478"/>
          <ac:spMkLst>
            <pc:docMk/>
            <pc:sldMk cId="3809473396" sldId="372"/>
            <ac:spMk id="9" creationId="{78D601A4-DAC0-0468-E159-41E5340F3EA7}"/>
          </ac:spMkLst>
        </pc:spChg>
        <pc:spChg chg="del">
          <ac:chgData name="Gabriel Rodrigues Benegra" userId="15951f17-e43d-4387-8d23-f76792a6730a" providerId="ADAL" clId="{20306FF0-EBC5-4939-8C28-FB7939CB6E19}" dt="2026-10-14T14:06:50.731" v="6532" actId="478"/>
          <ac:spMkLst>
            <pc:docMk/>
            <pc:sldMk cId="3809473396" sldId="372"/>
            <ac:spMk id="10" creationId="{9D29E2CF-0BCA-CAB2-F2D0-71C9AA0AB650}"/>
          </ac:spMkLst>
        </pc:spChg>
        <pc:spChg chg="del">
          <ac:chgData name="Gabriel Rodrigues Benegra" userId="15951f17-e43d-4387-8d23-f76792a6730a" providerId="ADAL" clId="{20306FF0-EBC5-4939-8C28-FB7939CB6E19}" dt="2026-10-14T14:06:51.992" v="6533" actId="478"/>
          <ac:spMkLst>
            <pc:docMk/>
            <pc:sldMk cId="3809473396" sldId="372"/>
            <ac:spMk id="11" creationId="{69951BB0-2A7D-AEEC-37C8-E2E0585307E2}"/>
          </ac:spMkLst>
        </pc:spChg>
        <pc:spChg chg="mod">
          <ac:chgData name="Gabriel Rodrigues Benegra" userId="15951f17-e43d-4387-8d23-f76792a6730a" providerId="ADAL" clId="{20306FF0-EBC5-4939-8C28-FB7939CB6E19}" dt="2026-10-14T14:07:20.441" v="6542"/>
          <ac:spMkLst>
            <pc:docMk/>
            <pc:sldMk cId="3809473396" sldId="372"/>
            <ac:spMk id="14" creationId="{021A6F0F-7EE7-7C08-236A-2C22A29CF723}"/>
          </ac:spMkLst>
        </pc:spChg>
        <pc:spChg chg="mod">
          <ac:chgData name="Gabriel Rodrigues Benegra" userId="15951f17-e43d-4387-8d23-f76792a6730a" providerId="ADAL" clId="{20306FF0-EBC5-4939-8C28-FB7939CB6E19}" dt="2026-10-14T14:07:20.441" v="6542"/>
          <ac:spMkLst>
            <pc:docMk/>
            <pc:sldMk cId="3809473396" sldId="372"/>
            <ac:spMk id="15" creationId="{CDD98219-FE4B-9F0E-8CF3-5F377AAA9C86}"/>
          </ac:spMkLst>
        </pc:spChg>
        <pc:spChg chg="mod">
          <ac:chgData name="Gabriel Rodrigues Benegra" userId="15951f17-e43d-4387-8d23-f76792a6730a" providerId="ADAL" clId="{20306FF0-EBC5-4939-8C28-FB7939CB6E19}" dt="2026-10-14T14:07:20.441" v="6542"/>
          <ac:spMkLst>
            <pc:docMk/>
            <pc:sldMk cId="3809473396" sldId="372"/>
            <ac:spMk id="16" creationId="{6735B5BA-37A8-0FA2-F3B2-B542A33C089E}"/>
          </ac:spMkLst>
        </pc:spChg>
        <pc:spChg chg="mod">
          <ac:chgData name="Gabriel Rodrigues Benegra" userId="15951f17-e43d-4387-8d23-f76792a6730a" providerId="ADAL" clId="{20306FF0-EBC5-4939-8C28-FB7939CB6E19}" dt="2026-10-14T14:07:20.441" v="6542"/>
          <ac:spMkLst>
            <pc:docMk/>
            <pc:sldMk cId="3809473396" sldId="372"/>
            <ac:spMk id="17" creationId="{A0BF3D58-9727-4502-3A5C-1030BEE545D5}"/>
          </ac:spMkLst>
        </pc:spChg>
        <pc:spChg chg="mod">
          <ac:chgData name="Gabriel Rodrigues Benegra" userId="15951f17-e43d-4387-8d23-f76792a6730a" providerId="ADAL" clId="{20306FF0-EBC5-4939-8C28-FB7939CB6E19}" dt="2026-10-14T14:07:20.441" v="6542"/>
          <ac:spMkLst>
            <pc:docMk/>
            <pc:sldMk cId="3809473396" sldId="372"/>
            <ac:spMk id="18" creationId="{A71A235C-FB1F-B314-FC98-927BF76C4798}"/>
          </ac:spMkLst>
        </pc:spChg>
        <pc:spChg chg="mod">
          <ac:chgData name="Gabriel Rodrigues Benegra" userId="15951f17-e43d-4387-8d23-f76792a6730a" providerId="ADAL" clId="{20306FF0-EBC5-4939-8C28-FB7939CB6E19}" dt="2026-10-14T14:07:20.441" v="6542"/>
          <ac:spMkLst>
            <pc:docMk/>
            <pc:sldMk cId="3809473396" sldId="372"/>
            <ac:spMk id="19" creationId="{759E9C8E-ED9E-10E6-9820-047D6C9C9542}"/>
          </ac:spMkLst>
        </pc:spChg>
        <pc:spChg chg="add del mod">
          <ac:chgData name="Gabriel Rodrigues Benegra" userId="15951f17-e43d-4387-8d23-f76792a6730a" providerId="ADAL" clId="{20306FF0-EBC5-4939-8C28-FB7939CB6E19}" dt="2026-10-14T14:09:55.730" v="6601" actId="478"/>
          <ac:spMkLst>
            <pc:docMk/>
            <pc:sldMk cId="3809473396" sldId="372"/>
            <ac:spMk id="20" creationId="{B73F7046-4266-7177-FF0A-6D61B26533E4}"/>
          </ac:spMkLst>
        </pc:spChg>
        <pc:spChg chg="mod">
          <ac:chgData name="Gabriel Rodrigues Benegra" userId="15951f17-e43d-4387-8d23-f76792a6730a" providerId="ADAL" clId="{20306FF0-EBC5-4939-8C28-FB7939CB6E19}" dt="2026-10-14T14:10:08.421" v="6602"/>
          <ac:spMkLst>
            <pc:docMk/>
            <pc:sldMk cId="3809473396" sldId="372"/>
            <ac:spMk id="22" creationId="{CEAC052E-4AB8-3245-EBC5-47CEC431F000}"/>
          </ac:spMkLst>
        </pc:spChg>
        <pc:spChg chg="mod">
          <ac:chgData name="Gabriel Rodrigues Benegra" userId="15951f17-e43d-4387-8d23-f76792a6730a" providerId="ADAL" clId="{20306FF0-EBC5-4939-8C28-FB7939CB6E19}" dt="2026-10-14T14:10:08.421" v="6602"/>
          <ac:spMkLst>
            <pc:docMk/>
            <pc:sldMk cId="3809473396" sldId="372"/>
            <ac:spMk id="23" creationId="{34DF97AA-2A7F-F8D5-61A7-60528E439581}"/>
          </ac:spMkLst>
        </pc:spChg>
        <pc:spChg chg="mod">
          <ac:chgData name="Gabriel Rodrigues Benegra" userId="15951f17-e43d-4387-8d23-f76792a6730a" providerId="ADAL" clId="{20306FF0-EBC5-4939-8C28-FB7939CB6E19}" dt="2026-10-14T14:10:08.421" v="6602"/>
          <ac:spMkLst>
            <pc:docMk/>
            <pc:sldMk cId="3809473396" sldId="372"/>
            <ac:spMk id="24" creationId="{7431ABA4-A186-5070-F676-033A2F0D9060}"/>
          </ac:spMkLst>
        </pc:spChg>
        <pc:spChg chg="mod">
          <ac:chgData name="Gabriel Rodrigues Benegra" userId="15951f17-e43d-4387-8d23-f76792a6730a" providerId="ADAL" clId="{20306FF0-EBC5-4939-8C28-FB7939CB6E19}" dt="2026-10-14T14:10:08.421" v="6602"/>
          <ac:spMkLst>
            <pc:docMk/>
            <pc:sldMk cId="3809473396" sldId="372"/>
            <ac:spMk id="25" creationId="{C9F71383-228E-3D06-09EA-E086DE0048FA}"/>
          </ac:spMkLst>
        </pc:spChg>
        <pc:spChg chg="mod">
          <ac:chgData name="Gabriel Rodrigues Benegra" userId="15951f17-e43d-4387-8d23-f76792a6730a" providerId="ADAL" clId="{20306FF0-EBC5-4939-8C28-FB7939CB6E19}" dt="2026-10-14T14:10:08.421" v="6602"/>
          <ac:spMkLst>
            <pc:docMk/>
            <pc:sldMk cId="3809473396" sldId="372"/>
            <ac:spMk id="26" creationId="{C0DFA777-80FC-A58F-B03C-7633154900BF}"/>
          </ac:spMkLst>
        </pc:spChg>
        <pc:spChg chg="mod">
          <ac:chgData name="Gabriel Rodrigues Benegra" userId="15951f17-e43d-4387-8d23-f76792a6730a" providerId="ADAL" clId="{20306FF0-EBC5-4939-8C28-FB7939CB6E19}" dt="2026-10-14T14:10:08.421" v="6602"/>
          <ac:spMkLst>
            <pc:docMk/>
            <pc:sldMk cId="3809473396" sldId="372"/>
            <ac:spMk id="27" creationId="{60DBC1E5-5258-2F6C-A2A8-23AF3C662241}"/>
          </ac:spMkLst>
        </pc:spChg>
        <pc:spChg chg="add del mod">
          <ac:chgData name="Gabriel Rodrigues Benegra" userId="15951f17-e43d-4387-8d23-f76792a6730a" providerId="ADAL" clId="{20306FF0-EBC5-4939-8C28-FB7939CB6E19}" dt="2026-10-14T14:12:06.252" v="6619" actId="20577"/>
          <ac:spMkLst>
            <pc:docMk/>
            <pc:sldMk cId="3809473396" sldId="372"/>
            <ac:spMk id="28" creationId="{14D5AF00-FA5C-9933-6642-9460F92C8C45}"/>
          </ac:spMkLst>
        </pc:spChg>
        <pc:spChg chg="add del mod">
          <ac:chgData name="Gabriel Rodrigues Benegra" userId="15951f17-e43d-4387-8d23-f76792a6730a" providerId="ADAL" clId="{20306FF0-EBC5-4939-8C28-FB7939CB6E19}" dt="2026-10-14T14:12:06.052" v="6618"/>
          <ac:spMkLst>
            <pc:docMk/>
            <pc:sldMk cId="3809473396" sldId="372"/>
            <ac:spMk id="29" creationId="{A8B5273C-BEE8-4647-BAA3-081C0BDB5C90}"/>
          </ac:spMkLst>
        </pc:spChg>
        <pc:grpChg chg="add mod">
          <ac:chgData name="Gabriel Rodrigues Benegra" userId="15951f17-e43d-4387-8d23-f76792a6730a" providerId="ADAL" clId="{20306FF0-EBC5-4939-8C28-FB7939CB6E19}" dt="2026-10-14T14:10:12.911" v="6605" actId="1035"/>
          <ac:grpSpMkLst>
            <pc:docMk/>
            <pc:sldMk cId="3809473396" sldId="372"/>
            <ac:grpSpMk id="13" creationId="{DABC7A7B-1FDA-BB92-CD2F-10B5CE31F4EF}"/>
          </ac:grpSpMkLst>
        </pc:grpChg>
        <pc:grpChg chg="add mod">
          <ac:chgData name="Gabriel Rodrigues Benegra" userId="15951f17-e43d-4387-8d23-f76792a6730a" providerId="ADAL" clId="{20306FF0-EBC5-4939-8C28-FB7939CB6E19}" dt="2026-10-14T14:11:33.017" v="6610" actId="14100"/>
          <ac:grpSpMkLst>
            <pc:docMk/>
            <pc:sldMk cId="3809473396" sldId="372"/>
            <ac:grpSpMk id="21" creationId="{CF8A367C-49E6-6BF1-B7EE-52EBBA907A3D}"/>
          </ac:grpSpMkLst>
        </pc:grpChg>
      </pc:sldChg>
      <pc:sldChg chg="modSp del mod">
        <pc:chgData name="Gabriel Rodrigues Benegra" userId="15951f17-e43d-4387-8d23-f76792a6730a" providerId="ADAL" clId="{20306FF0-EBC5-4939-8C28-FB7939CB6E19}" dt="2026-10-14T14:38:47.909" v="8097" actId="47"/>
        <pc:sldMkLst>
          <pc:docMk/>
          <pc:sldMk cId="2071329001" sldId="379"/>
        </pc:sldMkLst>
        <pc:spChg chg="mod">
          <ac:chgData name="Gabriel Rodrigues Benegra" userId="15951f17-e43d-4387-8d23-f76792a6730a" providerId="ADAL" clId="{20306FF0-EBC5-4939-8C28-FB7939CB6E19}" dt="2026-10-14T14:14:08.837" v="6776" actId="20577"/>
          <ac:spMkLst>
            <pc:docMk/>
            <pc:sldMk cId="2071329001" sldId="379"/>
            <ac:spMk id="8" creationId="{4CAFA3C4-D9AE-E541-2669-85A23B29AEC9}"/>
          </ac:spMkLst>
        </pc:spChg>
      </pc:sldChg>
      <pc:sldChg chg="addSp delSp modSp new del mod">
        <pc:chgData name="Gabriel Rodrigues Benegra" userId="15951f17-e43d-4387-8d23-f76792a6730a" providerId="ADAL" clId="{20306FF0-EBC5-4939-8C28-FB7939CB6E19}" dt="2026-10-14T14:34:24.720" v="8001" actId="47"/>
        <pc:sldMkLst>
          <pc:docMk/>
          <pc:sldMk cId="2461303407" sldId="380"/>
        </pc:sldMkLst>
        <pc:spChg chg="mod">
          <ac:chgData name="Gabriel Rodrigues Benegra" userId="15951f17-e43d-4387-8d23-f76792a6730a" providerId="ADAL" clId="{20306FF0-EBC5-4939-8C28-FB7939CB6E19}" dt="2026-10-14T14:15:18.469" v="6784" actId="20577"/>
          <ac:spMkLst>
            <pc:docMk/>
            <pc:sldMk cId="2461303407" sldId="380"/>
            <ac:spMk id="4" creationId="{433FF70F-8BE4-5713-ABB4-C799A1D73E14}"/>
          </ac:spMkLst>
        </pc:spChg>
        <pc:spChg chg="mod">
          <ac:chgData name="Gabriel Rodrigues Benegra" userId="15951f17-e43d-4387-8d23-f76792a6730a" providerId="ADAL" clId="{20306FF0-EBC5-4939-8C28-FB7939CB6E19}" dt="2026-10-14T14:15:26.320" v="6811" actId="20577"/>
          <ac:spMkLst>
            <pc:docMk/>
            <pc:sldMk cId="2461303407" sldId="380"/>
            <ac:spMk id="5" creationId="{9D2219B5-E25A-9B03-3AFF-A115A8A07FA3}"/>
          </ac:spMkLst>
        </pc:spChg>
        <pc:spChg chg="del">
          <ac:chgData name="Gabriel Rodrigues Benegra" userId="15951f17-e43d-4387-8d23-f76792a6730a" providerId="ADAL" clId="{20306FF0-EBC5-4939-8C28-FB7939CB6E19}" dt="2026-10-14T14:16:05.923" v="6902" actId="478"/>
          <ac:spMkLst>
            <pc:docMk/>
            <pc:sldMk cId="2461303407" sldId="380"/>
            <ac:spMk id="6" creationId="{D16DC06C-09FD-1E4A-B2A3-FC15B64FC5BA}"/>
          </ac:spMkLst>
        </pc:spChg>
        <pc:spChg chg="del">
          <ac:chgData name="Gabriel Rodrigues Benegra" userId="15951f17-e43d-4387-8d23-f76792a6730a" providerId="ADAL" clId="{20306FF0-EBC5-4939-8C28-FB7939CB6E19}" dt="2026-10-14T14:16:05.923" v="6902" actId="478"/>
          <ac:spMkLst>
            <pc:docMk/>
            <pc:sldMk cId="2461303407" sldId="380"/>
            <ac:spMk id="7" creationId="{57D89B3C-DE6A-2E27-4E94-E058AE9CE049}"/>
          </ac:spMkLst>
        </pc:spChg>
        <pc:spChg chg="del">
          <ac:chgData name="Gabriel Rodrigues Benegra" userId="15951f17-e43d-4387-8d23-f76792a6730a" providerId="ADAL" clId="{20306FF0-EBC5-4939-8C28-FB7939CB6E19}" dt="2026-10-14T14:16:05.923" v="6902" actId="478"/>
          <ac:spMkLst>
            <pc:docMk/>
            <pc:sldMk cId="2461303407" sldId="380"/>
            <ac:spMk id="8" creationId="{8914DF16-E8AA-4A1A-08D6-CC3A54D151B8}"/>
          </ac:spMkLst>
        </pc:spChg>
        <pc:spChg chg="del">
          <ac:chgData name="Gabriel Rodrigues Benegra" userId="15951f17-e43d-4387-8d23-f76792a6730a" providerId="ADAL" clId="{20306FF0-EBC5-4939-8C28-FB7939CB6E19}" dt="2026-10-14T14:16:05.923" v="6902" actId="478"/>
          <ac:spMkLst>
            <pc:docMk/>
            <pc:sldMk cId="2461303407" sldId="380"/>
            <ac:spMk id="9" creationId="{D71FB601-D548-F469-7757-8232C77D1970}"/>
          </ac:spMkLst>
        </pc:spChg>
        <pc:spChg chg="mod">
          <ac:chgData name="Gabriel Rodrigues Benegra" userId="15951f17-e43d-4387-8d23-f76792a6730a" providerId="ADAL" clId="{20306FF0-EBC5-4939-8C28-FB7939CB6E19}" dt="2026-10-14T14:15:22.574" v="6789" actId="20577"/>
          <ac:spMkLst>
            <pc:docMk/>
            <pc:sldMk cId="2461303407" sldId="380"/>
            <ac:spMk id="10" creationId="{819CD4EA-475D-309C-0FC8-E9EFB5BA118E}"/>
          </ac:spMkLst>
        </pc:spChg>
        <pc:spChg chg="mod">
          <ac:chgData name="Gabriel Rodrigues Benegra" userId="15951f17-e43d-4387-8d23-f76792a6730a" providerId="ADAL" clId="{20306FF0-EBC5-4939-8C28-FB7939CB6E19}" dt="2026-10-14T14:15:30.042" v="6834" actId="20577"/>
          <ac:spMkLst>
            <pc:docMk/>
            <pc:sldMk cId="2461303407" sldId="380"/>
            <ac:spMk id="11" creationId="{C4B2A119-65A1-1C9A-0672-DBBDF0002A45}"/>
          </ac:spMkLst>
        </pc:spChg>
        <pc:spChg chg="add del mod">
          <ac:chgData name="Gabriel Rodrigues Benegra" userId="15951f17-e43d-4387-8d23-f76792a6730a" providerId="ADAL" clId="{20306FF0-EBC5-4939-8C28-FB7939CB6E19}" dt="2026-10-14T14:15:56.780" v="6900" actId="478"/>
          <ac:spMkLst>
            <pc:docMk/>
            <pc:sldMk cId="2461303407" sldId="380"/>
            <ac:spMk id="13" creationId="{77846BA3-8CB9-C9CE-4DF8-8A00124AE87F}"/>
          </ac:spMkLst>
        </pc:spChg>
        <pc:spChg chg="add del mod">
          <ac:chgData name="Gabriel Rodrigues Benegra" userId="15951f17-e43d-4387-8d23-f76792a6730a" providerId="ADAL" clId="{20306FF0-EBC5-4939-8C28-FB7939CB6E19}" dt="2026-10-14T14:15:56.780" v="6900" actId="478"/>
          <ac:spMkLst>
            <pc:docMk/>
            <pc:sldMk cId="2461303407" sldId="380"/>
            <ac:spMk id="14" creationId="{CA9536A8-38FF-7E27-5212-E3F1582A5119}"/>
          </ac:spMkLst>
        </pc:spChg>
        <pc:spChg chg="add del mod">
          <ac:chgData name="Gabriel Rodrigues Benegra" userId="15951f17-e43d-4387-8d23-f76792a6730a" providerId="ADAL" clId="{20306FF0-EBC5-4939-8C28-FB7939CB6E19}" dt="2026-10-14T14:15:56.780" v="6900" actId="478"/>
          <ac:spMkLst>
            <pc:docMk/>
            <pc:sldMk cId="2461303407" sldId="380"/>
            <ac:spMk id="15" creationId="{C85D5BD6-80E5-EE40-2003-AE31E5010945}"/>
          </ac:spMkLst>
        </pc:spChg>
        <pc:spChg chg="add del mod">
          <ac:chgData name="Gabriel Rodrigues Benegra" userId="15951f17-e43d-4387-8d23-f76792a6730a" providerId="ADAL" clId="{20306FF0-EBC5-4939-8C28-FB7939CB6E19}" dt="2026-10-14T14:15:56.780" v="6900" actId="478"/>
          <ac:spMkLst>
            <pc:docMk/>
            <pc:sldMk cId="2461303407" sldId="380"/>
            <ac:spMk id="16" creationId="{7A6E90E8-7FFE-352D-0604-391D49AD2926}"/>
          </ac:spMkLst>
        </pc:spChg>
        <pc:spChg chg="add del mod">
          <ac:chgData name="Gabriel Rodrigues Benegra" userId="15951f17-e43d-4387-8d23-f76792a6730a" providerId="ADAL" clId="{20306FF0-EBC5-4939-8C28-FB7939CB6E19}" dt="2026-10-14T14:15:56.780" v="6900" actId="478"/>
          <ac:spMkLst>
            <pc:docMk/>
            <pc:sldMk cId="2461303407" sldId="380"/>
            <ac:spMk id="17" creationId="{3CD2FF31-619B-C043-6BBB-87E8E9C64BF1}"/>
          </ac:spMkLst>
        </pc:spChg>
        <pc:spChg chg="add del mod">
          <ac:chgData name="Gabriel Rodrigues Benegra" userId="15951f17-e43d-4387-8d23-f76792a6730a" providerId="ADAL" clId="{20306FF0-EBC5-4939-8C28-FB7939CB6E19}" dt="2026-10-14T14:15:56.780" v="6900" actId="478"/>
          <ac:spMkLst>
            <pc:docMk/>
            <pc:sldMk cId="2461303407" sldId="380"/>
            <ac:spMk id="18" creationId="{7A41D3B9-A1C7-B264-2D8E-0074D5B8F909}"/>
          </ac:spMkLst>
        </pc:spChg>
        <pc:spChg chg="add del mod">
          <ac:chgData name="Gabriel Rodrigues Benegra" userId="15951f17-e43d-4387-8d23-f76792a6730a" providerId="ADAL" clId="{20306FF0-EBC5-4939-8C28-FB7939CB6E19}" dt="2026-10-14T14:15:56.780" v="6900" actId="478"/>
          <ac:spMkLst>
            <pc:docMk/>
            <pc:sldMk cId="2461303407" sldId="380"/>
            <ac:spMk id="19" creationId="{EF888EFD-735E-3037-D8D8-AC4A2A442727}"/>
          </ac:spMkLst>
        </pc:spChg>
        <pc:spChg chg="add del mod">
          <ac:chgData name="Gabriel Rodrigues Benegra" userId="15951f17-e43d-4387-8d23-f76792a6730a" providerId="ADAL" clId="{20306FF0-EBC5-4939-8C28-FB7939CB6E19}" dt="2026-10-14T14:15:56.780" v="6900" actId="478"/>
          <ac:spMkLst>
            <pc:docMk/>
            <pc:sldMk cId="2461303407" sldId="380"/>
            <ac:spMk id="20" creationId="{13BD5CA3-384F-41B1-7D60-260181462B21}"/>
          </ac:spMkLst>
        </pc:spChg>
        <pc:spChg chg="add del mod">
          <ac:chgData name="Gabriel Rodrigues Benegra" userId="15951f17-e43d-4387-8d23-f76792a6730a" providerId="ADAL" clId="{20306FF0-EBC5-4939-8C28-FB7939CB6E19}" dt="2026-10-14T14:15:56.780" v="6900" actId="478"/>
          <ac:spMkLst>
            <pc:docMk/>
            <pc:sldMk cId="2461303407" sldId="380"/>
            <ac:spMk id="21" creationId="{DCA8FABB-1823-DDAE-FB84-9F842FF4C33D}"/>
          </ac:spMkLst>
        </pc:spChg>
        <pc:spChg chg="add del mod">
          <ac:chgData name="Gabriel Rodrigues Benegra" userId="15951f17-e43d-4387-8d23-f76792a6730a" providerId="ADAL" clId="{20306FF0-EBC5-4939-8C28-FB7939CB6E19}" dt="2026-10-14T14:15:56.780" v="6900" actId="478"/>
          <ac:spMkLst>
            <pc:docMk/>
            <pc:sldMk cId="2461303407" sldId="380"/>
            <ac:spMk id="22" creationId="{27D06D65-77EA-E60F-F7A9-72BC4E8C66A9}"/>
          </ac:spMkLst>
        </pc:spChg>
        <pc:spChg chg="add del mod">
          <ac:chgData name="Gabriel Rodrigues Benegra" userId="15951f17-e43d-4387-8d23-f76792a6730a" providerId="ADAL" clId="{20306FF0-EBC5-4939-8C28-FB7939CB6E19}" dt="2026-10-14T14:15:56.780" v="6900" actId="478"/>
          <ac:spMkLst>
            <pc:docMk/>
            <pc:sldMk cId="2461303407" sldId="380"/>
            <ac:spMk id="23" creationId="{C89AEF5A-FA55-9B1C-565A-B8248DF8C47D}"/>
          </ac:spMkLst>
        </pc:spChg>
        <pc:spChg chg="add del mod">
          <ac:chgData name="Gabriel Rodrigues Benegra" userId="15951f17-e43d-4387-8d23-f76792a6730a" providerId="ADAL" clId="{20306FF0-EBC5-4939-8C28-FB7939CB6E19}" dt="2026-10-14T14:15:56.780" v="6900" actId="478"/>
          <ac:spMkLst>
            <pc:docMk/>
            <pc:sldMk cId="2461303407" sldId="380"/>
            <ac:spMk id="24" creationId="{4081B51B-E493-2C69-D28D-99414BAECB0F}"/>
          </ac:spMkLst>
        </pc:spChg>
        <pc:spChg chg="add del mod">
          <ac:chgData name="Gabriel Rodrigues Benegra" userId="15951f17-e43d-4387-8d23-f76792a6730a" providerId="ADAL" clId="{20306FF0-EBC5-4939-8C28-FB7939CB6E19}" dt="2026-10-14T14:15:56.780" v="6900" actId="478"/>
          <ac:spMkLst>
            <pc:docMk/>
            <pc:sldMk cId="2461303407" sldId="380"/>
            <ac:spMk id="25" creationId="{07672A1B-C41C-929E-18FA-2074017DD029}"/>
          </ac:spMkLst>
        </pc:spChg>
        <pc:spChg chg="add del mod">
          <ac:chgData name="Gabriel Rodrigues Benegra" userId="15951f17-e43d-4387-8d23-f76792a6730a" providerId="ADAL" clId="{20306FF0-EBC5-4939-8C28-FB7939CB6E19}" dt="2026-10-14T14:15:56.780" v="6900" actId="478"/>
          <ac:spMkLst>
            <pc:docMk/>
            <pc:sldMk cId="2461303407" sldId="380"/>
            <ac:spMk id="26" creationId="{A056A1AE-380E-68C3-4C02-1202ACECE61A}"/>
          </ac:spMkLst>
        </pc:spChg>
        <pc:spChg chg="add del mod">
          <ac:chgData name="Gabriel Rodrigues Benegra" userId="15951f17-e43d-4387-8d23-f76792a6730a" providerId="ADAL" clId="{20306FF0-EBC5-4939-8C28-FB7939CB6E19}" dt="2026-10-14T14:15:56.780" v="6900" actId="478"/>
          <ac:spMkLst>
            <pc:docMk/>
            <pc:sldMk cId="2461303407" sldId="380"/>
            <ac:spMk id="27" creationId="{B9B2A36D-A455-9340-9404-8D5EFADC64C3}"/>
          </ac:spMkLst>
        </pc:spChg>
        <pc:spChg chg="add del mod">
          <ac:chgData name="Gabriel Rodrigues Benegra" userId="15951f17-e43d-4387-8d23-f76792a6730a" providerId="ADAL" clId="{20306FF0-EBC5-4939-8C28-FB7939CB6E19}" dt="2026-10-14T14:15:56.780" v="6900" actId="478"/>
          <ac:spMkLst>
            <pc:docMk/>
            <pc:sldMk cId="2461303407" sldId="380"/>
            <ac:spMk id="28" creationId="{1CE09C3B-C596-7EB3-DCA5-679E962EEB46}"/>
          </ac:spMkLst>
        </pc:spChg>
        <pc:spChg chg="add del mod">
          <ac:chgData name="Gabriel Rodrigues Benegra" userId="15951f17-e43d-4387-8d23-f76792a6730a" providerId="ADAL" clId="{20306FF0-EBC5-4939-8C28-FB7939CB6E19}" dt="2026-10-14T14:15:56.780" v="6900" actId="478"/>
          <ac:spMkLst>
            <pc:docMk/>
            <pc:sldMk cId="2461303407" sldId="380"/>
            <ac:spMk id="29" creationId="{3B37FF92-F272-BB37-B0D7-DD56FA873486}"/>
          </ac:spMkLst>
        </pc:spChg>
        <pc:spChg chg="add del mod">
          <ac:chgData name="Gabriel Rodrigues Benegra" userId="15951f17-e43d-4387-8d23-f76792a6730a" providerId="ADAL" clId="{20306FF0-EBC5-4939-8C28-FB7939CB6E19}" dt="2026-10-14T14:15:56.780" v="6900" actId="478"/>
          <ac:spMkLst>
            <pc:docMk/>
            <pc:sldMk cId="2461303407" sldId="380"/>
            <ac:spMk id="30" creationId="{30AA919C-D69A-58CE-D7F2-D06A81DA4455}"/>
          </ac:spMkLst>
        </pc:spChg>
        <pc:spChg chg="add del mod">
          <ac:chgData name="Gabriel Rodrigues Benegra" userId="15951f17-e43d-4387-8d23-f76792a6730a" providerId="ADAL" clId="{20306FF0-EBC5-4939-8C28-FB7939CB6E19}" dt="2026-10-14T14:15:56.780" v="6900" actId="478"/>
          <ac:spMkLst>
            <pc:docMk/>
            <pc:sldMk cId="2461303407" sldId="380"/>
            <ac:spMk id="31" creationId="{7EC6D486-FAF2-944D-D388-3D8964B0C495}"/>
          </ac:spMkLst>
        </pc:spChg>
        <pc:spChg chg="add del mod">
          <ac:chgData name="Gabriel Rodrigues Benegra" userId="15951f17-e43d-4387-8d23-f76792a6730a" providerId="ADAL" clId="{20306FF0-EBC5-4939-8C28-FB7939CB6E19}" dt="2026-10-14T14:15:56.780" v="6900" actId="478"/>
          <ac:spMkLst>
            <pc:docMk/>
            <pc:sldMk cId="2461303407" sldId="380"/>
            <ac:spMk id="32" creationId="{83F9ECAC-2C56-64D6-1FC4-0549BBBCFA6A}"/>
          </ac:spMkLst>
        </pc:spChg>
        <pc:spChg chg="add del mod">
          <ac:chgData name="Gabriel Rodrigues Benegra" userId="15951f17-e43d-4387-8d23-f76792a6730a" providerId="ADAL" clId="{20306FF0-EBC5-4939-8C28-FB7939CB6E19}" dt="2026-10-14T14:15:56.780" v="6900" actId="478"/>
          <ac:spMkLst>
            <pc:docMk/>
            <pc:sldMk cId="2461303407" sldId="380"/>
            <ac:spMk id="33" creationId="{32167E91-3D21-D692-9617-6B3F10D94261}"/>
          </ac:spMkLst>
        </pc:spChg>
        <pc:spChg chg="add del mod">
          <ac:chgData name="Gabriel Rodrigues Benegra" userId="15951f17-e43d-4387-8d23-f76792a6730a" providerId="ADAL" clId="{20306FF0-EBC5-4939-8C28-FB7939CB6E19}" dt="2026-10-14T14:15:56.780" v="6900" actId="478"/>
          <ac:spMkLst>
            <pc:docMk/>
            <pc:sldMk cId="2461303407" sldId="380"/>
            <ac:spMk id="34" creationId="{B750D857-1E4A-9C65-3454-0FD9629F287D}"/>
          </ac:spMkLst>
        </pc:spChg>
        <pc:spChg chg="add del mod">
          <ac:chgData name="Gabriel Rodrigues Benegra" userId="15951f17-e43d-4387-8d23-f76792a6730a" providerId="ADAL" clId="{20306FF0-EBC5-4939-8C28-FB7939CB6E19}" dt="2026-10-14T14:15:56.780" v="6900" actId="478"/>
          <ac:spMkLst>
            <pc:docMk/>
            <pc:sldMk cId="2461303407" sldId="380"/>
            <ac:spMk id="35" creationId="{B500D033-F40D-DA62-844F-07ADEDBE4D21}"/>
          </ac:spMkLst>
        </pc:spChg>
        <pc:spChg chg="add del mod">
          <ac:chgData name="Gabriel Rodrigues Benegra" userId="15951f17-e43d-4387-8d23-f76792a6730a" providerId="ADAL" clId="{20306FF0-EBC5-4939-8C28-FB7939CB6E19}" dt="2026-10-14T14:15:56.780" v="6900" actId="478"/>
          <ac:spMkLst>
            <pc:docMk/>
            <pc:sldMk cId="2461303407" sldId="380"/>
            <ac:spMk id="36" creationId="{79006DE0-5A7C-303A-A8CF-65E133754AEF}"/>
          </ac:spMkLst>
        </pc:spChg>
        <pc:spChg chg="add del mod">
          <ac:chgData name="Gabriel Rodrigues Benegra" userId="15951f17-e43d-4387-8d23-f76792a6730a" providerId="ADAL" clId="{20306FF0-EBC5-4939-8C28-FB7939CB6E19}" dt="2026-10-14T14:15:56.780" v="6900" actId="478"/>
          <ac:spMkLst>
            <pc:docMk/>
            <pc:sldMk cId="2461303407" sldId="380"/>
            <ac:spMk id="37" creationId="{5BCE11AB-F2B4-28F3-8B4F-5FA393A36A09}"/>
          </ac:spMkLst>
        </pc:spChg>
        <pc:spChg chg="add del mod">
          <ac:chgData name="Gabriel Rodrigues Benegra" userId="15951f17-e43d-4387-8d23-f76792a6730a" providerId="ADAL" clId="{20306FF0-EBC5-4939-8C28-FB7939CB6E19}" dt="2026-10-14T14:15:56.780" v="6900" actId="478"/>
          <ac:spMkLst>
            <pc:docMk/>
            <pc:sldMk cId="2461303407" sldId="380"/>
            <ac:spMk id="38" creationId="{8A0084DA-662A-2679-7BE4-7BF81524592E}"/>
          </ac:spMkLst>
        </pc:spChg>
        <pc:spChg chg="add del mod">
          <ac:chgData name="Gabriel Rodrigues Benegra" userId="15951f17-e43d-4387-8d23-f76792a6730a" providerId="ADAL" clId="{20306FF0-EBC5-4939-8C28-FB7939CB6E19}" dt="2026-10-14T14:15:56.780" v="6900" actId="478"/>
          <ac:spMkLst>
            <pc:docMk/>
            <pc:sldMk cId="2461303407" sldId="380"/>
            <ac:spMk id="39" creationId="{BF3B64C6-3F9C-D733-9458-03A0D839010C}"/>
          </ac:spMkLst>
        </pc:spChg>
        <pc:spChg chg="add del mod">
          <ac:chgData name="Gabriel Rodrigues Benegra" userId="15951f17-e43d-4387-8d23-f76792a6730a" providerId="ADAL" clId="{20306FF0-EBC5-4939-8C28-FB7939CB6E19}" dt="2026-10-14T14:16:16.555" v="6948" actId="478"/>
          <ac:spMkLst>
            <pc:docMk/>
            <pc:sldMk cId="2461303407" sldId="380"/>
            <ac:spMk id="40" creationId="{DF7E4396-8761-67DB-6C60-FE5F174CA691}"/>
          </ac:spMkLst>
        </pc:spChg>
        <pc:spChg chg="add del mod">
          <ac:chgData name="Gabriel Rodrigues Benegra" userId="15951f17-e43d-4387-8d23-f76792a6730a" providerId="ADAL" clId="{20306FF0-EBC5-4939-8C28-FB7939CB6E19}" dt="2026-10-14T14:16:19.648" v="6949" actId="478"/>
          <ac:spMkLst>
            <pc:docMk/>
            <pc:sldMk cId="2461303407" sldId="380"/>
            <ac:spMk id="41" creationId="{83A169FA-EBA5-8044-FB20-DD857AC489E5}"/>
          </ac:spMkLst>
        </pc:spChg>
        <pc:spChg chg="add mod">
          <ac:chgData name="Gabriel Rodrigues Benegra" userId="15951f17-e43d-4387-8d23-f76792a6730a" providerId="ADAL" clId="{20306FF0-EBC5-4939-8C28-FB7939CB6E19}" dt="2026-10-14T14:16:11.304" v="6947" actId="1036"/>
          <ac:spMkLst>
            <pc:docMk/>
            <pc:sldMk cId="2461303407" sldId="380"/>
            <ac:spMk id="42" creationId="{CD3C4A4E-21CC-1551-ACD0-9BC62C43FFA4}"/>
          </ac:spMkLst>
        </pc:spChg>
        <pc:spChg chg="add mod">
          <ac:chgData name="Gabriel Rodrigues Benegra" userId="15951f17-e43d-4387-8d23-f76792a6730a" providerId="ADAL" clId="{20306FF0-EBC5-4939-8C28-FB7939CB6E19}" dt="2026-10-14T14:16:11.304" v="6947" actId="1036"/>
          <ac:spMkLst>
            <pc:docMk/>
            <pc:sldMk cId="2461303407" sldId="380"/>
            <ac:spMk id="43" creationId="{350729D8-9215-6257-3E07-E35B1D5C2148}"/>
          </ac:spMkLst>
        </pc:spChg>
        <pc:spChg chg="add mod">
          <ac:chgData name="Gabriel Rodrigues Benegra" userId="15951f17-e43d-4387-8d23-f76792a6730a" providerId="ADAL" clId="{20306FF0-EBC5-4939-8C28-FB7939CB6E19}" dt="2026-10-14T14:16:11.304" v="6947" actId="1036"/>
          <ac:spMkLst>
            <pc:docMk/>
            <pc:sldMk cId="2461303407" sldId="380"/>
            <ac:spMk id="44" creationId="{65F4F11D-2DEB-0ACA-48A5-3A8AD050C0F8}"/>
          </ac:spMkLst>
        </pc:spChg>
        <pc:spChg chg="add mod">
          <ac:chgData name="Gabriel Rodrigues Benegra" userId="15951f17-e43d-4387-8d23-f76792a6730a" providerId="ADAL" clId="{20306FF0-EBC5-4939-8C28-FB7939CB6E19}" dt="2026-10-14T14:16:11.304" v="6947" actId="1036"/>
          <ac:spMkLst>
            <pc:docMk/>
            <pc:sldMk cId="2461303407" sldId="380"/>
            <ac:spMk id="45" creationId="{04E9EF7A-9250-032E-D841-6FD69DF45393}"/>
          </ac:spMkLst>
        </pc:spChg>
        <pc:spChg chg="add mod">
          <ac:chgData name="Gabriel Rodrigues Benegra" userId="15951f17-e43d-4387-8d23-f76792a6730a" providerId="ADAL" clId="{20306FF0-EBC5-4939-8C28-FB7939CB6E19}" dt="2026-10-14T14:16:11.304" v="6947" actId="1036"/>
          <ac:spMkLst>
            <pc:docMk/>
            <pc:sldMk cId="2461303407" sldId="380"/>
            <ac:spMk id="46" creationId="{FC476F82-2159-D186-9FFE-9D27011A3A34}"/>
          </ac:spMkLst>
        </pc:spChg>
        <pc:spChg chg="add mod">
          <ac:chgData name="Gabriel Rodrigues Benegra" userId="15951f17-e43d-4387-8d23-f76792a6730a" providerId="ADAL" clId="{20306FF0-EBC5-4939-8C28-FB7939CB6E19}" dt="2026-10-14T14:16:11.304" v="6947" actId="1036"/>
          <ac:spMkLst>
            <pc:docMk/>
            <pc:sldMk cId="2461303407" sldId="380"/>
            <ac:spMk id="47" creationId="{0909EE91-26B0-0689-E1E7-E69D1E444955}"/>
          </ac:spMkLst>
        </pc:spChg>
        <pc:spChg chg="add mod">
          <ac:chgData name="Gabriel Rodrigues Benegra" userId="15951f17-e43d-4387-8d23-f76792a6730a" providerId="ADAL" clId="{20306FF0-EBC5-4939-8C28-FB7939CB6E19}" dt="2026-10-14T14:16:11.304" v="6947" actId="1036"/>
          <ac:spMkLst>
            <pc:docMk/>
            <pc:sldMk cId="2461303407" sldId="380"/>
            <ac:spMk id="48" creationId="{2E70C7DC-ACCD-027B-0D6C-C05A49BFC89E}"/>
          </ac:spMkLst>
        </pc:spChg>
        <pc:spChg chg="add mod">
          <ac:chgData name="Gabriel Rodrigues Benegra" userId="15951f17-e43d-4387-8d23-f76792a6730a" providerId="ADAL" clId="{20306FF0-EBC5-4939-8C28-FB7939CB6E19}" dt="2026-10-14T14:16:11.304" v="6947" actId="1036"/>
          <ac:spMkLst>
            <pc:docMk/>
            <pc:sldMk cId="2461303407" sldId="380"/>
            <ac:spMk id="49" creationId="{759F8959-835C-C678-C628-3D5BED0C8239}"/>
          </ac:spMkLst>
        </pc:spChg>
        <pc:spChg chg="add mod">
          <ac:chgData name="Gabriel Rodrigues Benegra" userId="15951f17-e43d-4387-8d23-f76792a6730a" providerId="ADAL" clId="{20306FF0-EBC5-4939-8C28-FB7939CB6E19}" dt="2026-10-14T14:16:11.304" v="6947" actId="1036"/>
          <ac:spMkLst>
            <pc:docMk/>
            <pc:sldMk cId="2461303407" sldId="380"/>
            <ac:spMk id="50" creationId="{3AF82E26-55D8-DE38-B2D5-313B40E55DC3}"/>
          </ac:spMkLst>
        </pc:spChg>
        <pc:spChg chg="add mod">
          <ac:chgData name="Gabriel Rodrigues Benegra" userId="15951f17-e43d-4387-8d23-f76792a6730a" providerId="ADAL" clId="{20306FF0-EBC5-4939-8C28-FB7939CB6E19}" dt="2026-10-14T14:16:11.304" v="6947" actId="1036"/>
          <ac:spMkLst>
            <pc:docMk/>
            <pc:sldMk cId="2461303407" sldId="380"/>
            <ac:spMk id="51" creationId="{28CE84A6-34E6-4B63-5460-F811E7AAA8A2}"/>
          </ac:spMkLst>
        </pc:spChg>
        <pc:spChg chg="add mod">
          <ac:chgData name="Gabriel Rodrigues Benegra" userId="15951f17-e43d-4387-8d23-f76792a6730a" providerId="ADAL" clId="{20306FF0-EBC5-4939-8C28-FB7939CB6E19}" dt="2026-10-14T14:16:11.304" v="6947" actId="1036"/>
          <ac:spMkLst>
            <pc:docMk/>
            <pc:sldMk cId="2461303407" sldId="380"/>
            <ac:spMk id="52" creationId="{4E2CE666-7806-3A24-7CE5-B6D302F22209}"/>
          </ac:spMkLst>
        </pc:spChg>
        <pc:spChg chg="add mod">
          <ac:chgData name="Gabriel Rodrigues Benegra" userId="15951f17-e43d-4387-8d23-f76792a6730a" providerId="ADAL" clId="{20306FF0-EBC5-4939-8C28-FB7939CB6E19}" dt="2026-10-14T14:16:11.304" v="6947" actId="1036"/>
          <ac:spMkLst>
            <pc:docMk/>
            <pc:sldMk cId="2461303407" sldId="380"/>
            <ac:spMk id="53" creationId="{2542E6A0-D939-7F80-80BF-034F0F366E54}"/>
          </ac:spMkLst>
        </pc:spChg>
        <pc:spChg chg="add mod">
          <ac:chgData name="Gabriel Rodrigues Benegra" userId="15951f17-e43d-4387-8d23-f76792a6730a" providerId="ADAL" clId="{20306FF0-EBC5-4939-8C28-FB7939CB6E19}" dt="2026-10-14T14:16:11.304" v="6947" actId="1036"/>
          <ac:spMkLst>
            <pc:docMk/>
            <pc:sldMk cId="2461303407" sldId="380"/>
            <ac:spMk id="54" creationId="{3B882E0E-CBB4-CE37-796B-D5D90A401641}"/>
          </ac:spMkLst>
        </pc:spChg>
        <pc:spChg chg="add mod">
          <ac:chgData name="Gabriel Rodrigues Benegra" userId="15951f17-e43d-4387-8d23-f76792a6730a" providerId="ADAL" clId="{20306FF0-EBC5-4939-8C28-FB7939CB6E19}" dt="2026-10-14T14:16:11.304" v="6947" actId="1036"/>
          <ac:spMkLst>
            <pc:docMk/>
            <pc:sldMk cId="2461303407" sldId="380"/>
            <ac:spMk id="55" creationId="{0FD26A6D-CFA5-2F33-2B22-970B23D4799A}"/>
          </ac:spMkLst>
        </pc:spChg>
        <pc:spChg chg="add mod">
          <ac:chgData name="Gabriel Rodrigues Benegra" userId="15951f17-e43d-4387-8d23-f76792a6730a" providerId="ADAL" clId="{20306FF0-EBC5-4939-8C28-FB7939CB6E19}" dt="2026-10-14T14:16:11.304" v="6947" actId="1036"/>
          <ac:spMkLst>
            <pc:docMk/>
            <pc:sldMk cId="2461303407" sldId="380"/>
            <ac:spMk id="56" creationId="{C2DDA61F-3442-3B3F-F153-B3535E2D96BD}"/>
          </ac:spMkLst>
        </pc:spChg>
        <pc:spChg chg="add mod">
          <ac:chgData name="Gabriel Rodrigues Benegra" userId="15951f17-e43d-4387-8d23-f76792a6730a" providerId="ADAL" clId="{20306FF0-EBC5-4939-8C28-FB7939CB6E19}" dt="2026-10-14T14:16:11.304" v="6947" actId="1036"/>
          <ac:spMkLst>
            <pc:docMk/>
            <pc:sldMk cId="2461303407" sldId="380"/>
            <ac:spMk id="57" creationId="{791DDE75-D6B3-924C-0F94-481C222C7ED9}"/>
          </ac:spMkLst>
        </pc:spChg>
        <pc:spChg chg="add mod">
          <ac:chgData name="Gabriel Rodrigues Benegra" userId="15951f17-e43d-4387-8d23-f76792a6730a" providerId="ADAL" clId="{20306FF0-EBC5-4939-8C28-FB7939CB6E19}" dt="2026-10-14T14:16:11.304" v="6947" actId="1036"/>
          <ac:spMkLst>
            <pc:docMk/>
            <pc:sldMk cId="2461303407" sldId="380"/>
            <ac:spMk id="58" creationId="{E0803822-35C8-685E-0A43-D55BCC3E4992}"/>
          </ac:spMkLst>
        </pc:spChg>
        <pc:spChg chg="add mod">
          <ac:chgData name="Gabriel Rodrigues Benegra" userId="15951f17-e43d-4387-8d23-f76792a6730a" providerId="ADAL" clId="{20306FF0-EBC5-4939-8C28-FB7939CB6E19}" dt="2026-10-14T14:16:11.304" v="6947" actId="1036"/>
          <ac:spMkLst>
            <pc:docMk/>
            <pc:sldMk cId="2461303407" sldId="380"/>
            <ac:spMk id="59" creationId="{81567AAD-6CB1-F96A-BF00-EE5783D867B4}"/>
          </ac:spMkLst>
        </pc:spChg>
        <pc:spChg chg="add mod">
          <ac:chgData name="Gabriel Rodrigues Benegra" userId="15951f17-e43d-4387-8d23-f76792a6730a" providerId="ADAL" clId="{20306FF0-EBC5-4939-8C28-FB7939CB6E19}" dt="2026-10-14T14:16:11.304" v="6947" actId="1036"/>
          <ac:spMkLst>
            <pc:docMk/>
            <pc:sldMk cId="2461303407" sldId="380"/>
            <ac:spMk id="60" creationId="{80196903-50EB-8A04-E1DE-214C9D983C4E}"/>
          </ac:spMkLst>
        </pc:spChg>
        <pc:spChg chg="add mod">
          <ac:chgData name="Gabriel Rodrigues Benegra" userId="15951f17-e43d-4387-8d23-f76792a6730a" providerId="ADAL" clId="{20306FF0-EBC5-4939-8C28-FB7939CB6E19}" dt="2026-10-14T14:16:11.304" v="6947" actId="1036"/>
          <ac:spMkLst>
            <pc:docMk/>
            <pc:sldMk cId="2461303407" sldId="380"/>
            <ac:spMk id="61" creationId="{02D5A2DC-C413-1686-6E06-42CC3C4C65F7}"/>
          </ac:spMkLst>
        </pc:spChg>
        <pc:spChg chg="add mod">
          <ac:chgData name="Gabriel Rodrigues Benegra" userId="15951f17-e43d-4387-8d23-f76792a6730a" providerId="ADAL" clId="{20306FF0-EBC5-4939-8C28-FB7939CB6E19}" dt="2026-10-14T14:16:11.304" v="6947" actId="1036"/>
          <ac:spMkLst>
            <pc:docMk/>
            <pc:sldMk cId="2461303407" sldId="380"/>
            <ac:spMk id="62" creationId="{FC9AF5CD-6A54-9D53-9237-7B44CD2CB4D8}"/>
          </ac:spMkLst>
        </pc:spChg>
        <pc:spChg chg="add mod">
          <ac:chgData name="Gabriel Rodrigues Benegra" userId="15951f17-e43d-4387-8d23-f76792a6730a" providerId="ADAL" clId="{20306FF0-EBC5-4939-8C28-FB7939CB6E19}" dt="2026-10-14T14:16:11.304" v="6947" actId="1036"/>
          <ac:spMkLst>
            <pc:docMk/>
            <pc:sldMk cId="2461303407" sldId="380"/>
            <ac:spMk id="63" creationId="{6A12B7A9-B7A5-7EFF-B8D1-C2762AC741EA}"/>
          </ac:spMkLst>
        </pc:spChg>
        <pc:spChg chg="add mod">
          <ac:chgData name="Gabriel Rodrigues Benegra" userId="15951f17-e43d-4387-8d23-f76792a6730a" providerId="ADAL" clId="{20306FF0-EBC5-4939-8C28-FB7939CB6E19}" dt="2026-10-14T14:16:11.304" v="6947" actId="1036"/>
          <ac:spMkLst>
            <pc:docMk/>
            <pc:sldMk cId="2461303407" sldId="380"/>
            <ac:spMk id="64" creationId="{47F2C352-7839-9471-A774-C180C853F813}"/>
          </ac:spMkLst>
        </pc:spChg>
        <pc:spChg chg="add mod">
          <ac:chgData name="Gabriel Rodrigues Benegra" userId="15951f17-e43d-4387-8d23-f76792a6730a" providerId="ADAL" clId="{20306FF0-EBC5-4939-8C28-FB7939CB6E19}" dt="2026-10-14T14:16:11.304" v="6947" actId="1036"/>
          <ac:spMkLst>
            <pc:docMk/>
            <pc:sldMk cId="2461303407" sldId="380"/>
            <ac:spMk id="65" creationId="{42A9BE57-4053-9CD9-ADAD-436BA013D198}"/>
          </ac:spMkLst>
        </pc:spChg>
        <pc:spChg chg="add mod">
          <ac:chgData name="Gabriel Rodrigues Benegra" userId="15951f17-e43d-4387-8d23-f76792a6730a" providerId="ADAL" clId="{20306FF0-EBC5-4939-8C28-FB7939CB6E19}" dt="2026-10-14T14:16:11.304" v="6947" actId="1036"/>
          <ac:spMkLst>
            <pc:docMk/>
            <pc:sldMk cId="2461303407" sldId="380"/>
            <ac:spMk id="66" creationId="{4370282E-1590-E133-64D8-38F9641E26CB}"/>
          </ac:spMkLst>
        </pc:spChg>
      </pc:sldChg>
      <pc:sldChg chg="modSp mod">
        <pc:chgData name="Gabriel Rodrigues Benegra" userId="15951f17-e43d-4387-8d23-f76792a6730a" providerId="ADAL" clId="{20306FF0-EBC5-4939-8C28-FB7939CB6E19}" dt="2026-10-14T14:40:04.720" v="8321" actId="1035"/>
        <pc:sldMkLst>
          <pc:docMk/>
          <pc:sldMk cId="500312946" sldId="382"/>
        </pc:sldMkLst>
        <pc:spChg chg="mod">
          <ac:chgData name="Gabriel Rodrigues Benegra" userId="15951f17-e43d-4387-8d23-f76792a6730a" providerId="ADAL" clId="{20306FF0-EBC5-4939-8C28-FB7939CB6E19}" dt="2026-10-14T14:17:23.765" v="6950" actId="1076"/>
          <ac:spMkLst>
            <pc:docMk/>
            <pc:sldMk cId="500312946" sldId="382"/>
            <ac:spMk id="5044" creationId="{00000000-0000-0000-0000-000000000000}"/>
          </ac:spMkLst>
        </pc:spChg>
        <pc:spChg chg="mod">
          <ac:chgData name="Gabriel Rodrigues Benegra" userId="15951f17-e43d-4387-8d23-f76792a6730a" providerId="ADAL" clId="{20306FF0-EBC5-4939-8C28-FB7939CB6E19}" dt="2026-10-14T14:40:04.720" v="8321" actId="1035"/>
          <ac:spMkLst>
            <pc:docMk/>
            <pc:sldMk cId="500312946" sldId="382"/>
            <ac:spMk id="5046" creationId="{00000000-0000-0000-0000-000000000000}"/>
          </ac:spMkLst>
        </pc:spChg>
      </pc:sldChg>
      <pc:sldChg chg="addSp delSp modSp add del mod">
        <pc:chgData name="Gabriel Rodrigues Benegra" userId="15951f17-e43d-4387-8d23-f76792a6730a" providerId="ADAL" clId="{20306FF0-EBC5-4939-8C28-FB7939CB6E19}" dt="2026-10-14T14:34:18.981" v="8000" actId="47"/>
        <pc:sldMkLst>
          <pc:docMk/>
          <pc:sldMk cId="3547569971" sldId="383"/>
        </pc:sldMkLst>
        <pc:spChg chg="add mod">
          <ac:chgData name="Gabriel Rodrigues Benegra" userId="15951f17-e43d-4387-8d23-f76792a6730a" providerId="ADAL" clId="{20306FF0-EBC5-4939-8C28-FB7939CB6E19}" dt="2026-10-14T14:18:02.150" v="7097" actId="1037"/>
          <ac:spMkLst>
            <pc:docMk/>
            <pc:sldMk cId="3547569971" sldId="383"/>
            <ac:spMk id="13" creationId="{053EC8D3-29FB-3FC6-8C2B-AC8420846187}"/>
          </ac:spMkLst>
        </pc:spChg>
        <pc:spChg chg="add mod">
          <ac:chgData name="Gabriel Rodrigues Benegra" userId="15951f17-e43d-4387-8d23-f76792a6730a" providerId="ADAL" clId="{20306FF0-EBC5-4939-8C28-FB7939CB6E19}" dt="2026-10-14T14:18:02.150" v="7097" actId="1037"/>
          <ac:spMkLst>
            <pc:docMk/>
            <pc:sldMk cId="3547569971" sldId="383"/>
            <ac:spMk id="14" creationId="{FAADA3A9-76A4-F401-BD12-BBAB61653BEE}"/>
          </ac:spMkLst>
        </pc:spChg>
        <pc:spChg chg="add del mod">
          <ac:chgData name="Gabriel Rodrigues Benegra" userId="15951f17-e43d-4387-8d23-f76792a6730a" providerId="ADAL" clId="{20306FF0-EBC5-4939-8C28-FB7939CB6E19}" dt="2026-10-14T14:19:26.142" v="7099" actId="478"/>
          <ac:spMkLst>
            <pc:docMk/>
            <pc:sldMk cId="3547569971" sldId="383"/>
            <ac:spMk id="15" creationId="{76163514-16E3-1BE5-CEE4-D07FA4A156E1}"/>
          </ac:spMkLst>
        </pc:spChg>
        <pc:spChg chg="add del mod">
          <ac:chgData name="Gabriel Rodrigues Benegra" userId="15951f17-e43d-4387-8d23-f76792a6730a" providerId="ADAL" clId="{20306FF0-EBC5-4939-8C28-FB7939CB6E19}" dt="2026-10-14T14:19:26.142" v="7099" actId="478"/>
          <ac:spMkLst>
            <pc:docMk/>
            <pc:sldMk cId="3547569971" sldId="383"/>
            <ac:spMk id="16" creationId="{47A2FAA5-77E1-ED74-3375-A563D174DB08}"/>
          </ac:spMkLst>
        </pc:spChg>
        <pc:spChg chg="add del mod">
          <ac:chgData name="Gabriel Rodrigues Benegra" userId="15951f17-e43d-4387-8d23-f76792a6730a" providerId="ADAL" clId="{20306FF0-EBC5-4939-8C28-FB7939CB6E19}" dt="2026-10-14T14:19:26.142" v="7099" actId="478"/>
          <ac:spMkLst>
            <pc:docMk/>
            <pc:sldMk cId="3547569971" sldId="383"/>
            <ac:spMk id="17" creationId="{9BE219C4-D91F-52DE-9035-96AC98335F9C}"/>
          </ac:spMkLst>
        </pc:spChg>
        <pc:spChg chg="add del mod">
          <ac:chgData name="Gabriel Rodrigues Benegra" userId="15951f17-e43d-4387-8d23-f76792a6730a" providerId="ADAL" clId="{20306FF0-EBC5-4939-8C28-FB7939CB6E19}" dt="2026-10-14T14:19:26.142" v="7099" actId="478"/>
          <ac:spMkLst>
            <pc:docMk/>
            <pc:sldMk cId="3547569971" sldId="383"/>
            <ac:spMk id="18" creationId="{7FC71755-3B99-FDC8-36A5-77643C0FB632}"/>
          </ac:spMkLst>
        </pc:spChg>
        <pc:spChg chg="add del mod">
          <ac:chgData name="Gabriel Rodrigues Benegra" userId="15951f17-e43d-4387-8d23-f76792a6730a" providerId="ADAL" clId="{20306FF0-EBC5-4939-8C28-FB7939CB6E19}" dt="2026-10-14T14:19:26.142" v="7099" actId="478"/>
          <ac:spMkLst>
            <pc:docMk/>
            <pc:sldMk cId="3547569971" sldId="383"/>
            <ac:spMk id="19" creationId="{38C19CCA-58D5-4978-7D5F-D105614E211B}"/>
          </ac:spMkLst>
        </pc:spChg>
        <pc:spChg chg="add del mod">
          <ac:chgData name="Gabriel Rodrigues Benegra" userId="15951f17-e43d-4387-8d23-f76792a6730a" providerId="ADAL" clId="{20306FF0-EBC5-4939-8C28-FB7939CB6E19}" dt="2026-10-14T14:19:26.142" v="7099" actId="478"/>
          <ac:spMkLst>
            <pc:docMk/>
            <pc:sldMk cId="3547569971" sldId="383"/>
            <ac:spMk id="20" creationId="{124BC9FD-222A-35DF-C269-688F99E1F32D}"/>
          </ac:spMkLst>
        </pc:spChg>
        <pc:spChg chg="add del mod">
          <ac:chgData name="Gabriel Rodrigues Benegra" userId="15951f17-e43d-4387-8d23-f76792a6730a" providerId="ADAL" clId="{20306FF0-EBC5-4939-8C28-FB7939CB6E19}" dt="2026-10-14T14:19:26.142" v="7099" actId="478"/>
          <ac:spMkLst>
            <pc:docMk/>
            <pc:sldMk cId="3547569971" sldId="383"/>
            <ac:spMk id="21" creationId="{E2B0B790-2770-5809-CE05-6F2683FE30FB}"/>
          </ac:spMkLst>
        </pc:spChg>
        <pc:spChg chg="add del mod">
          <ac:chgData name="Gabriel Rodrigues Benegra" userId="15951f17-e43d-4387-8d23-f76792a6730a" providerId="ADAL" clId="{20306FF0-EBC5-4939-8C28-FB7939CB6E19}" dt="2026-10-14T14:19:26.142" v="7099" actId="478"/>
          <ac:spMkLst>
            <pc:docMk/>
            <pc:sldMk cId="3547569971" sldId="383"/>
            <ac:spMk id="22" creationId="{778DEF54-6422-FDE3-13AD-6D8A00A590C0}"/>
          </ac:spMkLst>
        </pc:spChg>
        <pc:spChg chg="add del mod">
          <ac:chgData name="Gabriel Rodrigues Benegra" userId="15951f17-e43d-4387-8d23-f76792a6730a" providerId="ADAL" clId="{20306FF0-EBC5-4939-8C28-FB7939CB6E19}" dt="2026-10-14T14:19:26.142" v="7099" actId="478"/>
          <ac:spMkLst>
            <pc:docMk/>
            <pc:sldMk cId="3547569971" sldId="383"/>
            <ac:spMk id="23" creationId="{1D055F0C-4D4D-3B12-5258-6E7FC354F0BB}"/>
          </ac:spMkLst>
        </pc:spChg>
        <pc:spChg chg="add del mod">
          <ac:chgData name="Gabriel Rodrigues Benegra" userId="15951f17-e43d-4387-8d23-f76792a6730a" providerId="ADAL" clId="{20306FF0-EBC5-4939-8C28-FB7939CB6E19}" dt="2026-10-14T14:19:26.142" v="7099" actId="478"/>
          <ac:spMkLst>
            <pc:docMk/>
            <pc:sldMk cId="3547569971" sldId="383"/>
            <ac:spMk id="24" creationId="{85A5DC02-9EB8-239B-48AD-8D4FDC6BF30B}"/>
          </ac:spMkLst>
        </pc:spChg>
      </pc:sldChg>
      <pc:sldChg chg="addSp delSp modSp add mod">
        <pc:chgData name="Gabriel Rodrigues Benegra" userId="15951f17-e43d-4387-8d23-f76792a6730a" providerId="ADAL" clId="{20306FF0-EBC5-4939-8C28-FB7939CB6E19}" dt="2026-10-14T14:40:18.809" v="8339" actId="478"/>
        <pc:sldMkLst>
          <pc:docMk/>
          <pc:sldMk cId="3868462077" sldId="384"/>
        </pc:sldMkLst>
        <pc:spChg chg="del">
          <ac:chgData name="Gabriel Rodrigues Benegra" userId="15951f17-e43d-4387-8d23-f76792a6730a" providerId="ADAL" clId="{20306FF0-EBC5-4939-8C28-FB7939CB6E19}" dt="2026-10-14T14:38:44.910" v="8095" actId="478"/>
          <ac:spMkLst>
            <pc:docMk/>
            <pc:sldMk cId="3868462077" sldId="384"/>
            <ac:spMk id="2" creationId="{6CABAECC-68B4-3CAD-459F-6FE4BF2B5760}"/>
          </ac:spMkLst>
        </pc:spChg>
        <pc:spChg chg="mod">
          <ac:chgData name="Gabriel Rodrigues Benegra" userId="15951f17-e43d-4387-8d23-f76792a6730a" providerId="ADAL" clId="{20306FF0-EBC5-4939-8C28-FB7939CB6E19}" dt="2026-10-14T14:36:51.610" v="8093" actId="27636"/>
          <ac:spMkLst>
            <pc:docMk/>
            <pc:sldMk cId="3868462077" sldId="384"/>
            <ac:spMk id="3" creationId="{8F10025A-02C8-A636-807B-8FEEE25450B5}"/>
          </ac:spMkLst>
        </pc:spChg>
        <pc:spChg chg="mod">
          <ac:chgData name="Gabriel Rodrigues Benegra" userId="15951f17-e43d-4387-8d23-f76792a6730a" providerId="ADAL" clId="{20306FF0-EBC5-4939-8C28-FB7939CB6E19}" dt="2026-10-14T14:39:00.436" v="8122" actId="20577"/>
          <ac:spMkLst>
            <pc:docMk/>
            <pc:sldMk cId="3868462077" sldId="384"/>
            <ac:spMk id="4" creationId="{433FF70F-8BE4-5713-ABB4-C799A1D73E14}"/>
          </ac:spMkLst>
        </pc:spChg>
        <pc:spChg chg="mod">
          <ac:chgData name="Gabriel Rodrigues Benegra" userId="15951f17-e43d-4387-8d23-f76792a6730a" providerId="ADAL" clId="{20306FF0-EBC5-4939-8C28-FB7939CB6E19}" dt="2026-10-14T14:39:19.532" v="8202" actId="20577"/>
          <ac:spMkLst>
            <pc:docMk/>
            <pc:sldMk cId="3868462077" sldId="384"/>
            <ac:spMk id="5" creationId="{9D2219B5-E25A-9B03-3AFF-A115A8A07FA3}"/>
          </ac:spMkLst>
        </pc:spChg>
        <pc:spChg chg="del">
          <ac:chgData name="Gabriel Rodrigues Benegra" userId="15951f17-e43d-4387-8d23-f76792a6730a" providerId="ADAL" clId="{20306FF0-EBC5-4939-8C28-FB7939CB6E19}" dt="2026-10-14T14:19:34.428" v="7101" actId="478"/>
          <ac:spMkLst>
            <pc:docMk/>
            <pc:sldMk cId="3868462077" sldId="384"/>
            <ac:spMk id="6" creationId="{D16DC06C-09FD-1E4A-B2A3-FC15B64FC5BA}"/>
          </ac:spMkLst>
        </pc:spChg>
        <pc:spChg chg="del">
          <ac:chgData name="Gabriel Rodrigues Benegra" userId="15951f17-e43d-4387-8d23-f76792a6730a" providerId="ADAL" clId="{20306FF0-EBC5-4939-8C28-FB7939CB6E19}" dt="2026-10-14T14:19:34.428" v="7101" actId="478"/>
          <ac:spMkLst>
            <pc:docMk/>
            <pc:sldMk cId="3868462077" sldId="384"/>
            <ac:spMk id="7" creationId="{57D89B3C-DE6A-2E27-4E94-E058AE9CE049}"/>
          </ac:spMkLst>
        </pc:spChg>
        <pc:spChg chg="del">
          <ac:chgData name="Gabriel Rodrigues Benegra" userId="15951f17-e43d-4387-8d23-f76792a6730a" providerId="ADAL" clId="{20306FF0-EBC5-4939-8C28-FB7939CB6E19}" dt="2026-10-14T14:19:34.428" v="7101" actId="478"/>
          <ac:spMkLst>
            <pc:docMk/>
            <pc:sldMk cId="3868462077" sldId="384"/>
            <ac:spMk id="8" creationId="{8914DF16-E8AA-4A1A-08D6-CC3A54D151B8}"/>
          </ac:spMkLst>
        </pc:spChg>
        <pc:spChg chg="del">
          <ac:chgData name="Gabriel Rodrigues Benegra" userId="15951f17-e43d-4387-8d23-f76792a6730a" providerId="ADAL" clId="{20306FF0-EBC5-4939-8C28-FB7939CB6E19}" dt="2026-10-14T14:19:34.428" v="7101" actId="478"/>
          <ac:spMkLst>
            <pc:docMk/>
            <pc:sldMk cId="3868462077" sldId="384"/>
            <ac:spMk id="9" creationId="{D71FB601-D548-F469-7757-8232C77D1970}"/>
          </ac:spMkLst>
        </pc:spChg>
        <pc:spChg chg="mod">
          <ac:chgData name="Gabriel Rodrigues Benegra" userId="15951f17-e43d-4387-8d23-f76792a6730a" providerId="ADAL" clId="{20306FF0-EBC5-4939-8C28-FB7939CB6E19}" dt="2026-10-14T14:39:28.115" v="8228" actId="20577"/>
          <ac:spMkLst>
            <pc:docMk/>
            <pc:sldMk cId="3868462077" sldId="384"/>
            <ac:spMk id="10" creationId="{819CD4EA-475D-309C-0FC8-E9EFB5BA118E}"/>
          </ac:spMkLst>
        </pc:spChg>
        <pc:spChg chg="mod">
          <ac:chgData name="Gabriel Rodrigues Benegra" userId="15951f17-e43d-4387-8d23-f76792a6730a" providerId="ADAL" clId="{20306FF0-EBC5-4939-8C28-FB7939CB6E19}" dt="2026-10-14T14:39:50.137" v="8317" actId="20577"/>
          <ac:spMkLst>
            <pc:docMk/>
            <pc:sldMk cId="3868462077" sldId="384"/>
            <ac:spMk id="11" creationId="{C4B2A119-65A1-1C9A-0672-DBBDF0002A45}"/>
          </ac:spMkLst>
        </pc:spChg>
        <pc:spChg chg="mod topLvl">
          <ac:chgData name="Gabriel Rodrigues Benegra" userId="15951f17-e43d-4387-8d23-f76792a6730a" providerId="ADAL" clId="{20306FF0-EBC5-4939-8C28-FB7939CB6E19}" dt="2026-10-14T14:24:37.510" v="7322" actId="164"/>
          <ac:spMkLst>
            <pc:docMk/>
            <pc:sldMk cId="3868462077" sldId="384"/>
            <ac:spMk id="13" creationId="{053EC8D3-29FB-3FC6-8C2B-AC8420846187}"/>
          </ac:spMkLst>
        </pc:spChg>
        <pc:spChg chg="mod topLvl">
          <ac:chgData name="Gabriel Rodrigues Benegra" userId="15951f17-e43d-4387-8d23-f76792a6730a" providerId="ADAL" clId="{20306FF0-EBC5-4939-8C28-FB7939CB6E19}" dt="2026-10-14T14:24:37.510" v="7322" actId="164"/>
          <ac:spMkLst>
            <pc:docMk/>
            <pc:sldMk cId="3868462077" sldId="384"/>
            <ac:spMk id="14" creationId="{FAADA3A9-76A4-F401-BD12-BBAB61653BEE}"/>
          </ac:spMkLst>
        </pc:spChg>
        <pc:spChg chg="add mod">
          <ac:chgData name="Gabriel Rodrigues Benegra" userId="15951f17-e43d-4387-8d23-f76792a6730a" providerId="ADAL" clId="{20306FF0-EBC5-4939-8C28-FB7939CB6E19}" dt="2026-10-14T14:27:27.014" v="7414" actId="1035"/>
          <ac:spMkLst>
            <pc:docMk/>
            <pc:sldMk cId="3868462077" sldId="384"/>
            <ac:spMk id="15" creationId="{6F13FE3F-34E6-E99B-6E4F-C2058D96F243}"/>
          </ac:spMkLst>
        </pc:spChg>
        <pc:spChg chg="add mod">
          <ac:chgData name="Gabriel Rodrigues Benegra" userId="15951f17-e43d-4387-8d23-f76792a6730a" providerId="ADAL" clId="{20306FF0-EBC5-4939-8C28-FB7939CB6E19}" dt="2026-10-14T14:27:27.014" v="7414" actId="1035"/>
          <ac:spMkLst>
            <pc:docMk/>
            <pc:sldMk cId="3868462077" sldId="384"/>
            <ac:spMk id="16" creationId="{EBA2EBAB-23E0-CE9C-4EBC-4CF32E8933DD}"/>
          </ac:spMkLst>
        </pc:spChg>
        <pc:spChg chg="add mod">
          <ac:chgData name="Gabriel Rodrigues Benegra" userId="15951f17-e43d-4387-8d23-f76792a6730a" providerId="ADAL" clId="{20306FF0-EBC5-4939-8C28-FB7939CB6E19}" dt="2026-10-14T14:27:09.837" v="7407" actId="255"/>
          <ac:spMkLst>
            <pc:docMk/>
            <pc:sldMk cId="3868462077" sldId="384"/>
            <ac:spMk id="17" creationId="{D9DD11E8-3A69-89FC-87DA-BBC6693D7C3D}"/>
          </ac:spMkLst>
        </pc:spChg>
        <pc:spChg chg="add mod">
          <ac:chgData name="Gabriel Rodrigues Benegra" userId="15951f17-e43d-4387-8d23-f76792a6730a" providerId="ADAL" clId="{20306FF0-EBC5-4939-8C28-FB7939CB6E19}" dt="2026-10-14T14:26:45.477" v="7403" actId="255"/>
          <ac:spMkLst>
            <pc:docMk/>
            <pc:sldMk cId="3868462077" sldId="384"/>
            <ac:spMk id="18" creationId="{19BCA68D-BE35-DD0B-5D95-58381103E27E}"/>
          </ac:spMkLst>
        </pc:spChg>
        <pc:spChg chg="add mod">
          <ac:chgData name="Gabriel Rodrigues Benegra" userId="15951f17-e43d-4387-8d23-f76792a6730a" providerId="ADAL" clId="{20306FF0-EBC5-4939-8C28-FB7939CB6E19}" dt="2026-10-14T14:27:27.014" v="7414" actId="1035"/>
          <ac:spMkLst>
            <pc:docMk/>
            <pc:sldMk cId="3868462077" sldId="384"/>
            <ac:spMk id="19" creationId="{D7785EC7-A021-096B-77CA-F06B0642E0FF}"/>
          </ac:spMkLst>
        </pc:spChg>
        <pc:spChg chg="add mod">
          <ac:chgData name="Gabriel Rodrigues Benegra" userId="15951f17-e43d-4387-8d23-f76792a6730a" providerId="ADAL" clId="{20306FF0-EBC5-4939-8C28-FB7939CB6E19}" dt="2026-10-14T14:27:09.837" v="7407" actId="255"/>
          <ac:spMkLst>
            <pc:docMk/>
            <pc:sldMk cId="3868462077" sldId="384"/>
            <ac:spMk id="20" creationId="{B5BF498B-2250-935F-760C-91C26ECA3B89}"/>
          </ac:spMkLst>
        </pc:spChg>
        <pc:spChg chg="add mod">
          <ac:chgData name="Gabriel Rodrigues Benegra" userId="15951f17-e43d-4387-8d23-f76792a6730a" providerId="ADAL" clId="{20306FF0-EBC5-4939-8C28-FB7939CB6E19}" dt="2026-10-14T14:26:52.281" v="7405" actId="255"/>
          <ac:spMkLst>
            <pc:docMk/>
            <pc:sldMk cId="3868462077" sldId="384"/>
            <ac:spMk id="21" creationId="{C8000939-E5FC-1776-E966-2CFE42669B3A}"/>
          </ac:spMkLst>
        </pc:spChg>
        <pc:spChg chg="add mod">
          <ac:chgData name="Gabriel Rodrigues Benegra" userId="15951f17-e43d-4387-8d23-f76792a6730a" providerId="ADAL" clId="{20306FF0-EBC5-4939-8C28-FB7939CB6E19}" dt="2026-10-14T14:27:27.014" v="7414" actId="1035"/>
          <ac:spMkLst>
            <pc:docMk/>
            <pc:sldMk cId="3868462077" sldId="384"/>
            <ac:spMk id="22" creationId="{B412C146-BC06-335B-656C-C901EC544905}"/>
          </ac:spMkLst>
        </pc:spChg>
        <pc:spChg chg="add mod">
          <ac:chgData name="Gabriel Rodrigues Benegra" userId="15951f17-e43d-4387-8d23-f76792a6730a" providerId="ADAL" clId="{20306FF0-EBC5-4939-8C28-FB7939CB6E19}" dt="2026-10-14T14:27:09.837" v="7407" actId="255"/>
          <ac:spMkLst>
            <pc:docMk/>
            <pc:sldMk cId="3868462077" sldId="384"/>
            <ac:spMk id="23" creationId="{68C48127-3B37-4719-0910-0605E3579C3A}"/>
          </ac:spMkLst>
        </pc:spChg>
        <pc:spChg chg="add mod">
          <ac:chgData name="Gabriel Rodrigues Benegra" userId="15951f17-e43d-4387-8d23-f76792a6730a" providerId="ADAL" clId="{20306FF0-EBC5-4939-8C28-FB7939CB6E19}" dt="2026-10-14T14:26:55.718" v="7406" actId="255"/>
          <ac:spMkLst>
            <pc:docMk/>
            <pc:sldMk cId="3868462077" sldId="384"/>
            <ac:spMk id="24" creationId="{99F257EF-B9EC-E22E-EAC3-28350E7F055C}"/>
          </ac:spMkLst>
        </pc:spChg>
        <pc:spChg chg="add mod topLvl">
          <ac:chgData name="Gabriel Rodrigues Benegra" userId="15951f17-e43d-4387-8d23-f76792a6730a" providerId="ADAL" clId="{20306FF0-EBC5-4939-8C28-FB7939CB6E19}" dt="2026-10-14T14:24:37.510" v="7322" actId="164"/>
          <ac:spMkLst>
            <pc:docMk/>
            <pc:sldMk cId="3868462077" sldId="384"/>
            <ac:spMk id="25" creationId="{DC2B860C-5A79-1E7B-897D-04961B183508}"/>
          </ac:spMkLst>
        </pc:spChg>
        <pc:spChg chg="add mod topLvl">
          <ac:chgData name="Gabriel Rodrigues Benegra" userId="15951f17-e43d-4387-8d23-f76792a6730a" providerId="ADAL" clId="{20306FF0-EBC5-4939-8C28-FB7939CB6E19}" dt="2026-10-14T14:24:37.510" v="7322" actId="164"/>
          <ac:spMkLst>
            <pc:docMk/>
            <pc:sldMk cId="3868462077" sldId="384"/>
            <ac:spMk id="26" creationId="{BC22BA68-B9A2-4AB7-5979-BCFA50929489}"/>
          </ac:spMkLst>
        </pc:spChg>
        <pc:spChg chg="add mod topLvl">
          <ac:chgData name="Gabriel Rodrigues Benegra" userId="15951f17-e43d-4387-8d23-f76792a6730a" providerId="ADAL" clId="{20306FF0-EBC5-4939-8C28-FB7939CB6E19}" dt="2026-10-14T14:24:37.510" v="7322" actId="164"/>
          <ac:spMkLst>
            <pc:docMk/>
            <pc:sldMk cId="3868462077" sldId="384"/>
            <ac:spMk id="27" creationId="{496518F5-5DE3-FB77-6956-26838A027A87}"/>
          </ac:spMkLst>
        </pc:spChg>
        <pc:spChg chg="add mod topLvl">
          <ac:chgData name="Gabriel Rodrigues Benegra" userId="15951f17-e43d-4387-8d23-f76792a6730a" providerId="ADAL" clId="{20306FF0-EBC5-4939-8C28-FB7939CB6E19}" dt="2026-10-14T14:24:37.510" v="7322" actId="164"/>
          <ac:spMkLst>
            <pc:docMk/>
            <pc:sldMk cId="3868462077" sldId="384"/>
            <ac:spMk id="28" creationId="{740A2AEE-D50D-2B67-7F65-C002673A2E9C}"/>
          </ac:spMkLst>
        </pc:spChg>
        <pc:spChg chg="add mod">
          <ac:chgData name="Gabriel Rodrigues Benegra" userId="15951f17-e43d-4387-8d23-f76792a6730a" providerId="ADAL" clId="{20306FF0-EBC5-4939-8C28-FB7939CB6E19}" dt="2026-10-14T14:29:38.672" v="7512" actId="1036"/>
          <ac:spMkLst>
            <pc:docMk/>
            <pc:sldMk cId="3868462077" sldId="384"/>
            <ac:spMk id="33" creationId="{A3B2E965-ABA9-8D3E-8B60-9589B9614E87}"/>
          </ac:spMkLst>
        </pc:spChg>
        <pc:spChg chg="add mod">
          <ac:chgData name="Gabriel Rodrigues Benegra" userId="15951f17-e43d-4387-8d23-f76792a6730a" providerId="ADAL" clId="{20306FF0-EBC5-4939-8C28-FB7939CB6E19}" dt="2026-10-14T14:34:04.862" v="7994" actId="1035"/>
          <ac:spMkLst>
            <pc:docMk/>
            <pc:sldMk cId="3868462077" sldId="384"/>
            <ac:spMk id="36" creationId="{E39277A1-A7D4-97FC-E69D-34AF91FE1B6E}"/>
          </ac:spMkLst>
        </pc:spChg>
        <pc:spChg chg="add mod">
          <ac:chgData name="Gabriel Rodrigues Benegra" userId="15951f17-e43d-4387-8d23-f76792a6730a" providerId="ADAL" clId="{20306FF0-EBC5-4939-8C28-FB7939CB6E19}" dt="2026-10-14T14:32:24.025" v="7874" actId="27636"/>
          <ac:spMkLst>
            <pc:docMk/>
            <pc:sldMk cId="3868462077" sldId="384"/>
            <ac:spMk id="37" creationId="{FA958704-BFB8-B746-B1DF-AA5869F8F08A}"/>
          </ac:spMkLst>
        </pc:spChg>
        <pc:spChg chg="add del mod">
          <ac:chgData name="Gabriel Rodrigues Benegra" userId="15951f17-e43d-4387-8d23-f76792a6730a" providerId="ADAL" clId="{20306FF0-EBC5-4939-8C28-FB7939CB6E19}" dt="2026-10-14T14:30:55.813" v="7766" actId="478"/>
          <ac:spMkLst>
            <pc:docMk/>
            <pc:sldMk cId="3868462077" sldId="384"/>
            <ac:spMk id="38" creationId="{6BEDDA11-4A48-89DB-50A4-92469CAAEE42}"/>
          </ac:spMkLst>
        </pc:spChg>
        <pc:spChg chg="add mod">
          <ac:chgData name="Gabriel Rodrigues Benegra" userId="15951f17-e43d-4387-8d23-f76792a6730a" providerId="ADAL" clId="{20306FF0-EBC5-4939-8C28-FB7939CB6E19}" dt="2026-10-14T14:33:11.479" v="7981" actId="14100"/>
          <ac:spMkLst>
            <pc:docMk/>
            <pc:sldMk cId="3868462077" sldId="384"/>
            <ac:spMk id="39" creationId="{55F7A3F9-B31A-7BB1-E971-08C7B3C1CB54}"/>
          </ac:spMkLst>
        </pc:spChg>
        <pc:spChg chg="add del mod">
          <ac:chgData name="Gabriel Rodrigues Benegra" userId="15951f17-e43d-4387-8d23-f76792a6730a" providerId="ADAL" clId="{20306FF0-EBC5-4939-8C28-FB7939CB6E19}" dt="2026-10-14T14:33:23.303" v="7984" actId="478"/>
          <ac:spMkLst>
            <pc:docMk/>
            <pc:sldMk cId="3868462077" sldId="384"/>
            <ac:spMk id="40" creationId="{AE3A333B-9011-EDCE-753F-839181D15873}"/>
          </ac:spMkLst>
        </pc:spChg>
        <pc:spChg chg="add del mod">
          <ac:chgData name="Gabriel Rodrigues Benegra" userId="15951f17-e43d-4387-8d23-f76792a6730a" providerId="ADAL" clId="{20306FF0-EBC5-4939-8C28-FB7939CB6E19}" dt="2026-10-14T14:34:17.330" v="7999" actId="478"/>
          <ac:spMkLst>
            <pc:docMk/>
            <pc:sldMk cId="3868462077" sldId="384"/>
            <ac:spMk id="41" creationId="{27093BD0-F443-D1D4-D71A-F369F8A88B30}"/>
          </ac:spMkLst>
        </pc:spChg>
        <pc:spChg chg="add del mod">
          <ac:chgData name="Gabriel Rodrigues Benegra" userId="15951f17-e43d-4387-8d23-f76792a6730a" providerId="ADAL" clId="{20306FF0-EBC5-4939-8C28-FB7939CB6E19}" dt="2026-10-14T14:34:15.057" v="7998" actId="478"/>
          <ac:spMkLst>
            <pc:docMk/>
            <pc:sldMk cId="3868462077" sldId="384"/>
            <ac:spMk id="42" creationId="{BE117EF9-B8EE-5F8B-F962-2B5F7C827108}"/>
          </ac:spMkLst>
        </pc:spChg>
        <pc:spChg chg="add del mod">
          <ac:chgData name="Gabriel Rodrigues Benegra" userId="15951f17-e43d-4387-8d23-f76792a6730a" providerId="ADAL" clId="{20306FF0-EBC5-4939-8C28-FB7939CB6E19}" dt="2026-10-14T14:34:13.331" v="7997" actId="478"/>
          <ac:spMkLst>
            <pc:docMk/>
            <pc:sldMk cId="3868462077" sldId="384"/>
            <ac:spMk id="43" creationId="{63C19A9D-9036-C5A7-97A5-CAA39B2D6DBD}"/>
          </ac:spMkLst>
        </pc:spChg>
        <pc:spChg chg="add del mod">
          <ac:chgData name="Gabriel Rodrigues Benegra" userId="15951f17-e43d-4387-8d23-f76792a6730a" providerId="ADAL" clId="{20306FF0-EBC5-4939-8C28-FB7939CB6E19}" dt="2026-10-14T14:34:11.117" v="7995" actId="478"/>
          <ac:spMkLst>
            <pc:docMk/>
            <pc:sldMk cId="3868462077" sldId="384"/>
            <ac:spMk id="44" creationId="{43667AFD-EDFC-B12D-E717-2948F691ED75}"/>
          </ac:spMkLst>
        </pc:spChg>
        <pc:spChg chg="add mod">
          <ac:chgData name="Gabriel Rodrigues Benegra" userId="15951f17-e43d-4387-8d23-f76792a6730a" providerId="ADAL" clId="{20306FF0-EBC5-4939-8C28-FB7939CB6E19}" dt="2026-10-14T14:33:48.948" v="7989" actId="1076"/>
          <ac:spMkLst>
            <pc:docMk/>
            <pc:sldMk cId="3868462077" sldId="384"/>
            <ac:spMk id="45" creationId="{48F6EBD8-318A-960F-C056-E1E3813BC104}"/>
          </ac:spMkLst>
        </pc:spChg>
        <pc:spChg chg="add del mod">
          <ac:chgData name="Gabriel Rodrigues Benegra" userId="15951f17-e43d-4387-8d23-f76792a6730a" providerId="ADAL" clId="{20306FF0-EBC5-4939-8C28-FB7939CB6E19}" dt="2026-10-14T14:33:15.509" v="7982" actId="478"/>
          <ac:spMkLst>
            <pc:docMk/>
            <pc:sldMk cId="3868462077" sldId="384"/>
            <ac:spMk id="46" creationId="{7ECADC38-5249-2F12-2358-C9965F67B376}"/>
          </ac:spMkLst>
        </pc:spChg>
        <pc:spChg chg="add mod">
          <ac:chgData name="Gabriel Rodrigues Benegra" userId="15951f17-e43d-4387-8d23-f76792a6730a" providerId="ADAL" clId="{20306FF0-EBC5-4939-8C28-FB7939CB6E19}" dt="2026-10-14T14:33:54.037" v="7990" actId="1076"/>
          <ac:spMkLst>
            <pc:docMk/>
            <pc:sldMk cId="3868462077" sldId="384"/>
            <ac:spMk id="47" creationId="{5C1B0550-DA23-8F28-155B-3CB9A63726B0}"/>
          </ac:spMkLst>
        </pc:spChg>
        <pc:spChg chg="add del mod">
          <ac:chgData name="Gabriel Rodrigues Benegra" userId="15951f17-e43d-4387-8d23-f76792a6730a" providerId="ADAL" clId="{20306FF0-EBC5-4939-8C28-FB7939CB6E19}" dt="2026-10-14T14:35:42.161" v="8047" actId="478"/>
          <ac:spMkLst>
            <pc:docMk/>
            <pc:sldMk cId="3868462077" sldId="384"/>
            <ac:spMk id="48" creationId="{285D2332-E2B1-786A-A8E2-D64B374114DB}"/>
          </ac:spMkLst>
        </pc:spChg>
        <pc:spChg chg="add mod">
          <ac:chgData name="Gabriel Rodrigues Benegra" userId="15951f17-e43d-4387-8d23-f76792a6730a" providerId="ADAL" clId="{20306FF0-EBC5-4939-8C28-FB7939CB6E19}" dt="2026-10-14T14:36:15.847" v="8086" actId="207"/>
          <ac:spMkLst>
            <pc:docMk/>
            <pc:sldMk cId="3868462077" sldId="384"/>
            <ac:spMk id="49" creationId="{62F370E9-D0FE-8861-B757-02BD341178CA}"/>
          </ac:spMkLst>
        </pc:spChg>
        <pc:spChg chg="add mod">
          <ac:chgData name="Gabriel Rodrigues Benegra" userId="15951f17-e43d-4387-8d23-f76792a6730a" providerId="ADAL" clId="{20306FF0-EBC5-4939-8C28-FB7939CB6E19}" dt="2026-10-14T14:36:15.847" v="8086" actId="207"/>
          <ac:spMkLst>
            <pc:docMk/>
            <pc:sldMk cId="3868462077" sldId="384"/>
            <ac:spMk id="50" creationId="{F154111D-C2B6-9B5E-1765-81B61675827B}"/>
          </ac:spMkLst>
        </pc:spChg>
        <pc:spChg chg="add mod">
          <ac:chgData name="Gabriel Rodrigues Benegra" userId="15951f17-e43d-4387-8d23-f76792a6730a" providerId="ADAL" clId="{20306FF0-EBC5-4939-8C28-FB7939CB6E19}" dt="2026-10-14T14:36:28.149" v="8087" actId="207"/>
          <ac:spMkLst>
            <pc:docMk/>
            <pc:sldMk cId="3868462077" sldId="384"/>
            <ac:spMk id="51" creationId="{D8584BB8-B9D7-900A-5841-BFB9948760B3}"/>
          </ac:spMkLst>
        </pc:spChg>
        <pc:spChg chg="add mod">
          <ac:chgData name="Gabriel Rodrigues Benegra" userId="15951f17-e43d-4387-8d23-f76792a6730a" providerId="ADAL" clId="{20306FF0-EBC5-4939-8C28-FB7939CB6E19}" dt="2026-10-14T14:36:28.149" v="8087" actId="207"/>
          <ac:spMkLst>
            <pc:docMk/>
            <pc:sldMk cId="3868462077" sldId="384"/>
            <ac:spMk id="52" creationId="{1682408D-4142-9320-A6ED-A3C7F8200EFE}"/>
          </ac:spMkLst>
        </pc:spChg>
        <pc:spChg chg="add mod">
          <ac:chgData name="Gabriel Rodrigues Benegra" userId="15951f17-e43d-4387-8d23-f76792a6730a" providerId="ADAL" clId="{20306FF0-EBC5-4939-8C28-FB7939CB6E19}" dt="2026-10-14T14:36:28.149" v="8087" actId="207"/>
          <ac:spMkLst>
            <pc:docMk/>
            <pc:sldMk cId="3868462077" sldId="384"/>
            <ac:spMk id="53" creationId="{75614522-8D76-7987-87B9-9FDF3FE81DC5}"/>
          </ac:spMkLst>
        </pc:spChg>
        <pc:spChg chg="add mod">
          <ac:chgData name="Gabriel Rodrigues Benegra" userId="15951f17-e43d-4387-8d23-f76792a6730a" providerId="ADAL" clId="{20306FF0-EBC5-4939-8C28-FB7939CB6E19}" dt="2026-10-14T14:36:28.149" v="8087" actId="207"/>
          <ac:spMkLst>
            <pc:docMk/>
            <pc:sldMk cId="3868462077" sldId="384"/>
            <ac:spMk id="54" creationId="{A4BD4C23-801E-51D6-B556-7356710DFA41}"/>
          </ac:spMkLst>
        </pc:spChg>
        <pc:spChg chg="add mod">
          <ac:chgData name="Gabriel Rodrigues Benegra" userId="15951f17-e43d-4387-8d23-f76792a6730a" providerId="ADAL" clId="{20306FF0-EBC5-4939-8C28-FB7939CB6E19}" dt="2026-10-14T14:36:28.149" v="8087" actId="207"/>
          <ac:spMkLst>
            <pc:docMk/>
            <pc:sldMk cId="3868462077" sldId="384"/>
            <ac:spMk id="55" creationId="{2AB1CB87-0686-5DB4-DECB-50A9EB0358D5}"/>
          </ac:spMkLst>
        </pc:spChg>
        <pc:spChg chg="add mod">
          <ac:chgData name="Gabriel Rodrigues Benegra" userId="15951f17-e43d-4387-8d23-f76792a6730a" providerId="ADAL" clId="{20306FF0-EBC5-4939-8C28-FB7939CB6E19}" dt="2026-10-14T14:36:28.149" v="8087" actId="207"/>
          <ac:spMkLst>
            <pc:docMk/>
            <pc:sldMk cId="3868462077" sldId="384"/>
            <ac:spMk id="56" creationId="{03A4ED0C-6445-616C-285B-65DFDA270F80}"/>
          </ac:spMkLst>
        </pc:spChg>
        <pc:spChg chg="add mod">
          <ac:chgData name="Gabriel Rodrigues Benegra" userId="15951f17-e43d-4387-8d23-f76792a6730a" providerId="ADAL" clId="{20306FF0-EBC5-4939-8C28-FB7939CB6E19}" dt="2026-10-14T14:40:15.690" v="8338" actId="1036"/>
          <ac:spMkLst>
            <pc:docMk/>
            <pc:sldMk cId="3868462077" sldId="384"/>
            <ac:spMk id="57" creationId="{E70E5ABE-46F1-B3CB-53BE-B9A634714D2D}"/>
          </ac:spMkLst>
        </pc:spChg>
        <pc:spChg chg="add mod ord">
          <ac:chgData name="Gabriel Rodrigues Benegra" userId="15951f17-e43d-4387-8d23-f76792a6730a" providerId="ADAL" clId="{20306FF0-EBC5-4939-8C28-FB7939CB6E19}" dt="2026-10-14T14:36:00.848" v="8085" actId="1037"/>
          <ac:spMkLst>
            <pc:docMk/>
            <pc:sldMk cId="3868462077" sldId="384"/>
            <ac:spMk id="58" creationId="{AF8D5A6F-298C-2004-656E-B3B43A86845B}"/>
          </ac:spMkLst>
        </pc:spChg>
        <pc:spChg chg="add mod ord">
          <ac:chgData name="Gabriel Rodrigues Benegra" userId="15951f17-e43d-4387-8d23-f76792a6730a" providerId="ADAL" clId="{20306FF0-EBC5-4939-8C28-FB7939CB6E19}" dt="2026-10-14T14:36:33.843" v="8089" actId="1035"/>
          <ac:spMkLst>
            <pc:docMk/>
            <pc:sldMk cId="3868462077" sldId="384"/>
            <ac:spMk id="59" creationId="{67234D4C-720E-66BD-C94F-63FC619BBCAB}"/>
          </ac:spMkLst>
        </pc:spChg>
        <pc:spChg chg="add mod">
          <ac:chgData name="Gabriel Rodrigues Benegra" userId="15951f17-e43d-4387-8d23-f76792a6730a" providerId="ADAL" clId="{20306FF0-EBC5-4939-8C28-FB7939CB6E19}" dt="2026-10-14T14:38:45.609" v="8096"/>
          <ac:spMkLst>
            <pc:docMk/>
            <pc:sldMk cId="3868462077" sldId="384"/>
            <ac:spMk id="62" creationId="{8D994346-6AC5-548C-5E51-C22F193E1068}"/>
          </ac:spMkLst>
        </pc:spChg>
        <pc:grpChg chg="add mod">
          <ac:chgData name="Gabriel Rodrigues Benegra" userId="15951f17-e43d-4387-8d23-f76792a6730a" providerId="ADAL" clId="{20306FF0-EBC5-4939-8C28-FB7939CB6E19}" dt="2026-10-14T14:21:14.655" v="7161" actId="164"/>
          <ac:grpSpMkLst>
            <pc:docMk/>
            <pc:sldMk cId="3868462077" sldId="384"/>
            <ac:grpSpMk id="29" creationId="{C45BF195-62AD-1DAD-FBD3-0567BD03AA8A}"/>
          </ac:grpSpMkLst>
        </pc:grpChg>
        <pc:grpChg chg="add del mod">
          <ac:chgData name="Gabriel Rodrigues Benegra" userId="15951f17-e43d-4387-8d23-f76792a6730a" providerId="ADAL" clId="{20306FF0-EBC5-4939-8C28-FB7939CB6E19}" dt="2026-10-14T14:22:13.618" v="7254" actId="165"/>
          <ac:grpSpMkLst>
            <pc:docMk/>
            <pc:sldMk cId="3868462077" sldId="384"/>
            <ac:grpSpMk id="30" creationId="{EA4F39B8-BBFA-8451-C88D-33A80448053A}"/>
          </ac:grpSpMkLst>
        </pc:grpChg>
        <pc:grpChg chg="add del mod">
          <ac:chgData name="Gabriel Rodrigues Benegra" userId="15951f17-e43d-4387-8d23-f76792a6730a" providerId="ADAL" clId="{20306FF0-EBC5-4939-8C28-FB7939CB6E19}" dt="2026-10-14T14:23:58.217" v="7305" actId="165"/>
          <ac:grpSpMkLst>
            <pc:docMk/>
            <pc:sldMk cId="3868462077" sldId="384"/>
            <ac:grpSpMk id="31" creationId="{838AD240-B544-2F1A-EB26-C43A950596D6}"/>
          </ac:grpSpMkLst>
        </pc:grpChg>
        <pc:grpChg chg="add mod">
          <ac:chgData name="Gabriel Rodrigues Benegra" userId="15951f17-e43d-4387-8d23-f76792a6730a" providerId="ADAL" clId="{20306FF0-EBC5-4939-8C28-FB7939CB6E19}" dt="2026-10-14T14:33:44.357" v="7988" actId="14100"/>
          <ac:grpSpMkLst>
            <pc:docMk/>
            <pc:sldMk cId="3868462077" sldId="384"/>
            <ac:grpSpMk id="32" creationId="{2E2195A2-9214-C620-7ECE-59BEE312155A}"/>
          </ac:grpSpMkLst>
        </pc:grpChg>
        <pc:picChg chg="add del mod">
          <ac:chgData name="Gabriel Rodrigues Benegra" userId="15951f17-e43d-4387-8d23-f76792a6730a" providerId="ADAL" clId="{20306FF0-EBC5-4939-8C28-FB7939CB6E19}" dt="2026-10-14T14:30:20.248" v="7706" actId="478"/>
          <ac:picMkLst>
            <pc:docMk/>
            <pc:sldMk cId="3868462077" sldId="384"/>
            <ac:picMk id="35" creationId="{93A65A5F-57E3-F410-979A-6FED0C8F8E2A}"/>
          </ac:picMkLst>
        </pc:picChg>
        <pc:picChg chg="add del">
          <ac:chgData name="Gabriel Rodrigues Benegra" userId="15951f17-e43d-4387-8d23-f76792a6730a" providerId="ADAL" clId="{20306FF0-EBC5-4939-8C28-FB7939CB6E19}" dt="2026-10-14T14:40:18.809" v="8339" actId="478"/>
          <ac:picMkLst>
            <pc:docMk/>
            <pc:sldMk cId="3868462077" sldId="384"/>
            <ac:picMk id="61" creationId="{71FD7F03-E590-2C93-C17F-59D6E804001F}"/>
          </ac:picMkLst>
        </pc:picChg>
      </pc:sldChg>
    </pc:docChg>
  </pc:docChgLst>
  <pc:docChgLst>
    <pc:chgData name="Gabriel" userId="15951f17-e43d-4387-8d23-f76792a6730a" providerId="ADAL" clId="{20306FF0-EBC5-4939-8C28-FB7939CB6E19}"/>
    <pc:docChg chg="undo custSel addSld modSld">
      <pc:chgData name="Gabriel" userId="15951f17-e43d-4387-8d23-f76792a6730a" providerId="ADAL" clId="{20306FF0-EBC5-4939-8C28-FB7939CB6E19}" dt="2026-10-19T13:28:16.949" v="174" actId="20577"/>
      <pc:docMkLst>
        <pc:docMk/>
      </pc:docMkLst>
      <pc:sldChg chg="addSp modSp new mod">
        <pc:chgData name="Gabriel" userId="15951f17-e43d-4387-8d23-f76792a6730a" providerId="ADAL" clId="{20306FF0-EBC5-4939-8C28-FB7939CB6E19}" dt="2026-10-19T13:25:55.935" v="84" actId="20577"/>
        <pc:sldMkLst>
          <pc:docMk/>
          <pc:sldMk cId="3845727078" sldId="397"/>
        </pc:sldMkLst>
        <pc:spChg chg="add mod">
          <ac:chgData name="Gabriel" userId="15951f17-e43d-4387-8d23-f76792a6730a" providerId="ADAL" clId="{20306FF0-EBC5-4939-8C28-FB7939CB6E19}" dt="2026-10-19T13:25:55.935" v="84" actId="20577"/>
          <ac:spMkLst>
            <pc:docMk/>
            <pc:sldMk cId="3845727078" sldId="397"/>
            <ac:spMk id="3" creationId="{C4C4CF16-C763-B522-0F48-CC4BDF989B4C}"/>
          </ac:spMkLst>
        </pc:spChg>
        <pc:spChg chg="mod">
          <ac:chgData name="Gabriel" userId="15951f17-e43d-4387-8d23-f76792a6730a" providerId="ADAL" clId="{20306FF0-EBC5-4939-8C28-FB7939CB6E19}" dt="2026-10-19T13:25:31.980" v="1"/>
          <ac:spMkLst>
            <pc:docMk/>
            <pc:sldMk cId="3845727078" sldId="397"/>
            <ac:spMk id="5" creationId="{BADDDF3A-68D4-09BA-38AA-F2156838F88C}"/>
          </ac:spMkLst>
        </pc:spChg>
        <pc:spChg chg="mod">
          <ac:chgData name="Gabriel" userId="15951f17-e43d-4387-8d23-f76792a6730a" providerId="ADAL" clId="{20306FF0-EBC5-4939-8C28-FB7939CB6E19}" dt="2026-10-19T13:25:31.980" v="1"/>
          <ac:spMkLst>
            <pc:docMk/>
            <pc:sldMk cId="3845727078" sldId="397"/>
            <ac:spMk id="6" creationId="{96D94C16-C1CA-8994-DCDF-403F1EB08C46}"/>
          </ac:spMkLst>
        </pc:spChg>
        <pc:spChg chg="mod">
          <ac:chgData name="Gabriel" userId="15951f17-e43d-4387-8d23-f76792a6730a" providerId="ADAL" clId="{20306FF0-EBC5-4939-8C28-FB7939CB6E19}" dt="2026-10-19T13:25:31.980" v="1"/>
          <ac:spMkLst>
            <pc:docMk/>
            <pc:sldMk cId="3845727078" sldId="397"/>
            <ac:spMk id="7" creationId="{A15883F6-E55A-0D86-DDA1-A9A5DC4AFAA8}"/>
          </ac:spMkLst>
        </pc:spChg>
        <pc:spChg chg="mod">
          <ac:chgData name="Gabriel" userId="15951f17-e43d-4387-8d23-f76792a6730a" providerId="ADAL" clId="{20306FF0-EBC5-4939-8C28-FB7939CB6E19}" dt="2026-10-19T13:25:31.980" v="1"/>
          <ac:spMkLst>
            <pc:docMk/>
            <pc:sldMk cId="3845727078" sldId="397"/>
            <ac:spMk id="8" creationId="{7A22D144-424F-F145-4A09-42BA929CD6F9}"/>
          </ac:spMkLst>
        </pc:spChg>
        <pc:spChg chg="mod">
          <ac:chgData name="Gabriel" userId="15951f17-e43d-4387-8d23-f76792a6730a" providerId="ADAL" clId="{20306FF0-EBC5-4939-8C28-FB7939CB6E19}" dt="2026-10-19T13:25:31.980" v="1"/>
          <ac:spMkLst>
            <pc:docMk/>
            <pc:sldMk cId="3845727078" sldId="397"/>
            <ac:spMk id="9" creationId="{C0C9EA00-A39A-A57E-288B-282B17702660}"/>
          </ac:spMkLst>
        </pc:spChg>
        <pc:spChg chg="mod">
          <ac:chgData name="Gabriel" userId="15951f17-e43d-4387-8d23-f76792a6730a" providerId="ADAL" clId="{20306FF0-EBC5-4939-8C28-FB7939CB6E19}" dt="2026-10-19T13:25:31.980" v="1"/>
          <ac:spMkLst>
            <pc:docMk/>
            <pc:sldMk cId="3845727078" sldId="397"/>
            <ac:spMk id="10" creationId="{BCDF2CE3-99C8-140B-E9B1-E4E1D8307D66}"/>
          </ac:spMkLst>
        </pc:spChg>
        <pc:spChg chg="mod">
          <ac:chgData name="Gabriel" userId="15951f17-e43d-4387-8d23-f76792a6730a" providerId="ADAL" clId="{20306FF0-EBC5-4939-8C28-FB7939CB6E19}" dt="2026-10-19T13:25:31.980" v="1"/>
          <ac:spMkLst>
            <pc:docMk/>
            <pc:sldMk cId="3845727078" sldId="397"/>
            <ac:spMk id="11" creationId="{2D70C120-BB1D-A980-B1BA-2C1B7FB87A2B}"/>
          </ac:spMkLst>
        </pc:spChg>
        <pc:spChg chg="mod">
          <ac:chgData name="Gabriel" userId="15951f17-e43d-4387-8d23-f76792a6730a" providerId="ADAL" clId="{20306FF0-EBC5-4939-8C28-FB7939CB6E19}" dt="2026-10-19T13:25:31.980" v="1"/>
          <ac:spMkLst>
            <pc:docMk/>
            <pc:sldMk cId="3845727078" sldId="397"/>
            <ac:spMk id="12" creationId="{8D1998CC-12A8-6A90-9EDB-117ADC44D3EA}"/>
          </ac:spMkLst>
        </pc:spChg>
        <pc:spChg chg="mod">
          <ac:chgData name="Gabriel" userId="15951f17-e43d-4387-8d23-f76792a6730a" providerId="ADAL" clId="{20306FF0-EBC5-4939-8C28-FB7939CB6E19}" dt="2026-10-19T13:25:31.980" v="1"/>
          <ac:spMkLst>
            <pc:docMk/>
            <pc:sldMk cId="3845727078" sldId="397"/>
            <ac:spMk id="13" creationId="{70D7387C-C16C-B469-E9BA-9AE69D5BDECA}"/>
          </ac:spMkLst>
        </pc:spChg>
        <pc:spChg chg="mod">
          <ac:chgData name="Gabriel" userId="15951f17-e43d-4387-8d23-f76792a6730a" providerId="ADAL" clId="{20306FF0-EBC5-4939-8C28-FB7939CB6E19}" dt="2026-10-19T13:25:31.980" v="1"/>
          <ac:spMkLst>
            <pc:docMk/>
            <pc:sldMk cId="3845727078" sldId="397"/>
            <ac:spMk id="14" creationId="{65C8D86F-44F3-104F-E8FD-CF7407EFDA33}"/>
          </ac:spMkLst>
        </pc:spChg>
        <pc:spChg chg="add mod">
          <ac:chgData name="Gabriel" userId="15951f17-e43d-4387-8d23-f76792a6730a" providerId="ADAL" clId="{20306FF0-EBC5-4939-8C28-FB7939CB6E19}" dt="2026-10-19T13:25:31.980" v="1"/>
          <ac:spMkLst>
            <pc:docMk/>
            <pc:sldMk cId="3845727078" sldId="397"/>
            <ac:spMk id="15" creationId="{75FC96A7-E601-4BE2-8F8A-FE7FEA5A2F44}"/>
          </ac:spMkLst>
        </pc:spChg>
        <pc:spChg chg="add mod">
          <ac:chgData name="Gabriel" userId="15951f17-e43d-4387-8d23-f76792a6730a" providerId="ADAL" clId="{20306FF0-EBC5-4939-8C28-FB7939CB6E19}" dt="2026-10-19T13:25:31.980" v="1"/>
          <ac:spMkLst>
            <pc:docMk/>
            <pc:sldMk cId="3845727078" sldId="397"/>
            <ac:spMk id="16" creationId="{F4C4EE5B-FCA5-FD5B-E190-F9A46CAB59F8}"/>
          </ac:spMkLst>
        </pc:spChg>
        <pc:spChg chg="add mod">
          <ac:chgData name="Gabriel" userId="15951f17-e43d-4387-8d23-f76792a6730a" providerId="ADAL" clId="{20306FF0-EBC5-4939-8C28-FB7939CB6E19}" dt="2026-10-19T13:25:31.980" v="1"/>
          <ac:spMkLst>
            <pc:docMk/>
            <pc:sldMk cId="3845727078" sldId="397"/>
            <ac:spMk id="17" creationId="{E8611B42-45CF-70BC-E524-7AEEC888FAB9}"/>
          </ac:spMkLst>
        </pc:spChg>
        <pc:spChg chg="add mod">
          <ac:chgData name="Gabriel" userId="15951f17-e43d-4387-8d23-f76792a6730a" providerId="ADAL" clId="{20306FF0-EBC5-4939-8C28-FB7939CB6E19}" dt="2026-10-19T13:25:31.980" v="1"/>
          <ac:spMkLst>
            <pc:docMk/>
            <pc:sldMk cId="3845727078" sldId="397"/>
            <ac:spMk id="18" creationId="{02D09754-62E7-B9D3-F470-A4D1BEF00ABF}"/>
          </ac:spMkLst>
        </pc:spChg>
        <pc:spChg chg="add mod">
          <ac:chgData name="Gabriel" userId="15951f17-e43d-4387-8d23-f76792a6730a" providerId="ADAL" clId="{20306FF0-EBC5-4939-8C28-FB7939CB6E19}" dt="2026-10-19T13:25:31.980" v="1"/>
          <ac:spMkLst>
            <pc:docMk/>
            <pc:sldMk cId="3845727078" sldId="397"/>
            <ac:spMk id="19" creationId="{1B0C61B7-9371-FEF8-92A7-80D1C7AC4D57}"/>
          </ac:spMkLst>
        </pc:spChg>
        <pc:spChg chg="add mod">
          <ac:chgData name="Gabriel" userId="15951f17-e43d-4387-8d23-f76792a6730a" providerId="ADAL" clId="{20306FF0-EBC5-4939-8C28-FB7939CB6E19}" dt="2026-10-19T13:25:31.980" v="1"/>
          <ac:spMkLst>
            <pc:docMk/>
            <pc:sldMk cId="3845727078" sldId="397"/>
            <ac:spMk id="20" creationId="{31A0F49C-FC9E-AA59-1800-F9E2381496D8}"/>
          </ac:spMkLst>
        </pc:spChg>
        <pc:spChg chg="add mod">
          <ac:chgData name="Gabriel" userId="15951f17-e43d-4387-8d23-f76792a6730a" providerId="ADAL" clId="{20306FF0-EBC5-4939-8C28-FB7939CB6E19}" dt="2026-10-19T13:25:31.980" v="1"/>
          <ac:spMkLst>
            <pc:docMk/>
            <pc:sldMk cId="3845727078" sldId="397"/>
            <ac:spMk id="21" creationId="{C301B91D-FD85-5816-85F7-D0C1FDE7C0EC}"/>
          </ac:spMkLst>
        </pc:spChg>
        <pc:spChg chg="add mod">
          <ac:chgData name="Gabriel" userId="15951f17-e43d-4387-8d23-f76792a6730a" providerId="ADAL" clId="{20306FF0-EBC5-4939-8C28-FB7939CB6E19}" dt="2026-10-19T13:25:31.980" v="1"/>
          <ac:spMkLst>
            <pc:docMk/>
            <pc:sldMk cId="3845727078" sldId="397"/>
            <ac:spMk id="22" creationId="{791C2DE9-B364-52D2-C691-19F76B7DD717}"/>
          </ac:spMkLst>
        </pc:spChg>
        <pc:spChg chg="add mod">
          <ac:chgData name="Gabriel" userId="15951f17-e43d-4387-8d23-f76792a6730a" providerId="ADAL" clId="{20306FF0-EBC5-4939-8C28-FB7939CB6E19}" dt="2026-10-19T13:25:31.980" v="1"/>
          <ac:spMkLst>
            <pc:docMk/>
            <pc:sldMk cId="3845727078" sldId="397"/>
            <ac:spMk id="23" creationId="{6AFA0E09-DD1C-EF0B-CB96-0C6929A385F6}"/>
          </ac:spMkLst>
        </pc:spChg>
        <pc:spChg chg="add mod">
          <ac:chgData name="Gabriel" userId="15951f17-e43d-4387-8d23-f76792a6730a" providerId="ADAL" clId="{20306FF0-EBC5-4939-8C28-FB7939CB6E19}" dt="2026-10-19T13:25:31.980" v="1"/>
          <ac:spMkLst>
            <pc:docMk/>
            <pc:sldMk cId="3845727078" sldId="397"/>
            <ac:spMk id="24" creationId="{5A355B3B-F2A3-EDB4-526C-A7CCC4F62D9E}"/>
          </ac:spMkLst>
        </pc:spChg>
        <pc:spChg chg="add mod">
          <ac:chgData name="Gabriel" userId="15951f17-e43d-4387-8d23-f76792a6730a" providerId="ADAL" clId="{20306FF0-EBC5-4939-8C28-FB7939CB6E19}" dt="2026-10-19T13:25:31.980" v="1"/>
          <ac:spMkLst>
            <pc:docMk/>
            <pc:sldMk cId="3845727078" sldId="397"/>
            <ac:spMk id="25" creationId="{FE66FEBA-545C-3720-9E54-4232C3616B0E}"/>
          </ac:spMkLst>
        </pc:spChg>
        <pc:spChg chg="add mod">
          <ac:chgData name="Gabriel" userId="15951f17-e43d-4387-8d23-f76792a6730a" providerId="ADAL" clId="{20306FF0-EBC5-4939-8C28-FB7939CB6E19}" dt="2026-10-19T13:25:31.980" v="1"/>
          <ac:spMkLst>
            <pc:docMk/>
            <pc:sldMk cId="3845727078" sldId="397"/>
            <ac:spMk id="26" creationId="{FCE32312-E154-02B9-C28F-D29EABDE1679}"/>
          </ac:spMkLst>
        </pc:spChg>
        <pc:spChg chg="add mod">
          <ac:chgData name="Gabriel" userId="15951f17-e43d-4387-8d23-f76792a6730a" providerId="ADAL" clId="{20306FF0-EBC5-4939-8C28-FB7939CB6E19}" dt="2026-10-19T13:25:31.980" v="1"/>
          <ac:spMkLst>
            <pc:docMk/>
            <pc:sldMk cId="3845727078" sldId="397"/>
            <ac:spMk id="27" creationId="{E0DBA176-8BDF-9461-40AF-C6A9A005F22A}"/>
          </ac:spMkLst>
        </pc:spChg>
        <pc:spChg chg="add mod">
          <ac:chgData name="Gabriel" userId="15951f17-e43d-4387-8d23-f76792a6730a" providerId="ADAL" clId="{20306FF0-EBC5-4939-8C28-FB7939CB6E19}" dt="2026-10-19T13:25:31.980" v="1"/>
          <ac:spMkLst>
            <pc:docMk/>
            <pc:sldMk cId="3845727078" sldId="397"/>
            <ac:spMk id="28" creationId="{D47E5AF4-BEF1-286F-510D-5706C75E9791}"/>
          </ac:spMkLst>
        </pc:spChg>
        <pc:spChg chg="add mod">
          <ac:chgData name="Gabriel" userId="15951f17-e43d-4387-8d23-f76792a6730a" providerId="ADAL" clId="{20306FF0-EBC5-4939-8C28-FB7939CB6E19}" dt="2026-10-19T13:25:31.980" v="1"/>
          <ac:spMkLst>
            <pc:docMk/>
            <pc:sldMk cId="3845727078" sldId="397"/>
            <ac:spMk id="29" creationId="{DD739CDC-8658-7742-897C-FF0AECF7277C}"/>
          </ac:spMkLst>
        </pc:spChg>
        <pc:spChg chg="add mod">
          <ac:chgData name="Gabriel" userId="15951f17-e43d-4387-8d23-f76792a6730a" providerId="ADAL" clId="{20306FF0-EBC5-4939-8C28-FB7939CB6E19}" dt="2026-10-19T13:25:31.980" v="1"/>
          <ac:spMkLst>
            <pc:docMk/>
            <pc:sldMk cId="3845727078" sldId="397"/>
            <ac:spMk id="30" creationId="{A91A870F-6DEE-C82D-7DA3-877EDA16C1A4}"/>
          </ac:spMkLst>
        </pc:spChg>
        <pc:spChg chg="add mod">
          <ac:chgData name="Gabriel" userId="15951f17-e43d-4387-8d23-f76792a6730a" providerId="ADAL" clId="{20306FF0-EBC5-4939-8C28-FB7939CB6E19}" dt="2026-10-19T13:25:31.980" v="1"/>
          <ac:spMkLst>
            <pc:docMk/>
            <pc:sldMk cId="3845727078" sldId="397"/>
            <ac:spMk id="31" creationId="{6E67A675-A65B-2D04-47CB-99D21105A874}"/>
          </ac:spMkLst>
        </pc:spChg>
        <pc:spChg chg="add mod">
          <ac:chgData name="Gabriel" userId="15951f17-e43d-4387-8d23-f76792a6730a" providerId="ADAL" clId="{20306FF0-EBC5-4939-8C28-FB7939CB6E19}" dt="2026-10-19T13:25:31.980" v="1"/>
          <ac:spMkLst>
            <pc:docMk/>
            <pc:sldMk cId="3845727078" sldId="397"/>
            <ac:spMk id="32" creationId="{F6EBEBC9-5B19-B3D8-3032-DCAB62EB5F85}"/>
          </ac:spMkLst>
        </pc:spChg>
        <pc:spChg chg="add mod">
          <ac:chgData name="Gabriel" userId="15951f17-e43d-4387-8d23-f76792a6730a" providerId="ADAL" clId="{20306FF0-EBC5-4939-8C28-FB7939CB6E19}" dt="2026-10-19T13:25:31.980" v="1"/>
          <ac:spMkLst>
            <pc:docMk/>
            <pc:sldMk cId="3845727078" sldId="397"/>
            <ac:spMk id="33" creationId="{0A06DC00-2DE2-536A-107D-1DFD3E88568B}"/>
          </ac:spMkLst>
        </pc:spChg>
        <pc:spChg chg="add mod">
          <ac:chgData name="Gabriel" userId="15951f17-e43d-4387-8d23-f76792a6730a" providerId="ADAL" clId="{20306FF0-EBC5-4939-8C28-FB7939CB6E19}" dt="2026-10-19T13:25:31.980" v="1"/>
          <ac:spMkLst>
            <pc:docMk/>
            <pc:sldMk cId="3845727078" sldId="397"/>
            <ac:spMk id="34" creationId="{9093AA81-4C5F-A130-0A19-C381774A5E05}"/>
          </ac:spMkLst>
        </pc:spChg>
        <pc:spChg chg="add mod">
          <ac:chgData name="Gabriel" userId="15951f17-e43d-4387-8d23-f76792a6730a" providerId="ADAL" clId="{20306FF0-EBC5-4939-8C28-FB7939CB6E19}" dt="2026-10-19T13:25:31.980" v="1"/>
          <ac:spMkLst>
            <pc:docMk/>
            <pc:sldMk cId="3845727078" sldId="397"/>
            <ac:spMk id="35" creationId="{714E8F31-F12C-5674-228D-4F29DC4AFE6E}"/>
          </ac:spMkLst>
        </pc:spChg>
        <pc:grpChg chg="add mod">
          <ac:chgData name="Gabriel" userId="15951f17-e43d-4387-8d23-f76792a6730a" providerId="ADAL" clId="{20306FF0-EBC5-4939-8C28-FB7939CB6E19}" dt="2026-10-19T13:25:31.980" v="1"/>
          <ac:grpSpMkLst>
            <pc:docMk/>
            <pc:sldMk cId="3845727078" sldId="397"/>
            <ac:grpSpMk id="4" creationId="{F52E8C5C-341B-4F96-2BCA-DD50AF605C36}"/>
          </ac:grpSpMkLst>
        </pc:grpChg>
      </pc:sldChg>
      <pc:sldChg chg="addSp delSp modSp add mod">
        <pc:chgData name="Gabriel" userId="15951f17-e43d-4387-8d23-f76792a6730a" providerId="ADAL" clId="{20306FF0-EBC5-4939-8C28-FB7939CB6E19}" dt="2026-10-19T13:28:16.949" v="174" actId="20577"/>
        <pc:sldMkLst>
          <pc:docMk/>
          <pc:sldMk cId="1862342928" sldId="398"/>
        </pc:sldMkLst>
        <pc:spChg chg="del">
          <ac:chgData name="Gabriel" userId="15951f17-e43d-4387-8d23-f76792a6730a" providerId="ADAL" clId="{20306FF0-EBC5-4939-8C28-FB7939CB6E19}" dt="2026-10-19T13:26:08.955" v="87" actId="478"/>
          <ac:spMkLst>
            <pc:docMk/>
            <pc:sldMk cId="1862342928" sldId="398"/>
            <ac:spMk id="2" creationId="{636543CF-D0BB-6E41-E836-CE1E11235BA9}"/>
          </ac:spMkLst>
        </pc:spChg>
        <pc:spChg chg="del">
          <ac:chgData name="Gabriel" userId="15951f17-e43d-4387-8d23-f76792a6730a" providerId="ADAL" clId="{20306FF0-EBC5-4939-8C28-FB7939CB6E19}" dt="2026-10-19T13:26:04.966" v="86" actId="478"/>
          <ac:spMkLst>
            <pc:docMk/>
            <pc:sldMk cId="1862342928" sldId="398"/>
            <ac:spMk id="3" creationId="{C4C4CF16-C763-B522-0F48-CC4BDF989B4C}"/>
          </ac:spMkLst>
        </pc:spChg>
        <pc:spChg chg="del">
          <ac:chgData name="Gabriel" userId="15951f17-e43d-4387-8d23-f76792a6730a" providerId="ADAL" clId="{20306FF0-EBC5-4939-8C28-FB7939CB6E19}" dt="2026-10-19T13:26:04.966" v="86" actId="478"/>
          <ac:spMkLst>
            <pc:docMk/>
            <pc:sldMk cId="1862342928" sldId="398"/>
            <ac:spMk id="15" creationId="{75FC96A7-E601-4BE2-8F8A-FE7FEA5A2F44}"/>
          </ac:spMkLst>
        </pc:spChg>
        <pc:spChg chg="del">
          <ac:chgData name="Gabriel" userId="15951f17-e43d-4387-8d23-f76792a6730a" providerId="ADAL" clId="{20306FF0-EBC5-4939-8C28-FB7939CB6E19}" dt="2026-10-19T13:26:04.966" v="86" actId="478"/>
          <ac:spMkLst>
            <pc:docMk/>
            <pc:sldMk cId="1862342928" sldId="398"/>
            <ac:spMk id="16" creationId="{F4C4EE5B-FCA5-FD5B-E190-F9A46CAB59F8}"/>
          </ac:spMkLst>
        </pc:spChg>
        <pc:spChg chg="del">
          <ac:chgData name="Gabriel" userId="15951f17-e43d-4387-8d23-f76792a6730a" providerId="ADAL" clId="{20306FF0-EBC5-4939-8C28-FB7939CB6E19}" dt="2026-10-19T13:26:04.966" v="86" actId="478"/>
          <ac:spMkLst>
            <pc:docMk/>
            <pc:sldMk cId="1862342928" sldId="398"/>
            <ac:spMk id="17" creationId="{E8611B42-45CF-70BC-E524-7AEEC888FAB9}"/>
          </ac:spMkLst>
        </pc:spChg>
        <pc:spChg chg="del">
          <ac:chgData name="Gabriel" userId="15951f17-e43d-4387-8d23-f76792a6730a" providerId="ADAL" clId="{20306FF0-EBC5-4939-8C28-FB7939CB6E19}" dt="2026-10-19T13:26:04.966" v="86" actId="478"/>
          <ac:spMkLst>
            <pc:docMk/>
            <pc:sldMk cId="1862342928" sldId="398"/>
            <ac:spMk id="18" creationId="{02D09754-62E7-B9D3-F470-A4D1BEF00ABF}"/>
          </ac:spMkLst>
        </pc:spChg>
        <pc:spChg chg="del">
          <ac:chgData name="Gabriel" userId="15951f17-e43d-4387-8d23-f76792a6730a" providerId="ADAL" clId="{20306FF0-EBC5-4939-8C28-FB7939CB6E19}" dt="2026-10-19T13:26:04.966" v="86" actId="478"/>
          <ac:spMkLst>
            <pc:docMk/>
            <pc:sldMk cId="1862342928" sldId="398"/>
            <ac:spMk id="19" creationId="{1B0C61B7-9371-FEF8-92A7-80D1C7AC4D57}"/>
          </ac:spMkLst>
        </pc:spChg>
        <pc:spChg chg="del">
          <ac:chgData name="Gabriel" userId="15951f17-e43d-4387-8d23-f76792a6730a" providerId="ADAL" clId="{20306FF0-EBC5-4939-8C28-FB7939CB6E19}" dt="2026-10-19T13:26:04.966" v="86" actId="478"/>
          <ac:spMkLst>
            <pc:docMk/>
            <pc:sldMk cId="1862342928" sldId="398"/>
            <ac:spMk id="20" creationId="{31A0F49C-FC9E-AA59-1800-F9E2381496D8}"/>
          </ac:spMkLst>
        </pc:spChg>
        <pc:spChg chg="del">
          <ac:chgData name="Gabriel" userId="15951f17-e43d-4387-8d23-f76792a6730a" providerId="ADAL" clId="{20306FF0-EBC5-4939-8C28-FB7939CB6E19}" dt="2026-10-19T13:26:04.966" v="86" actId="478"/>
          <ac:spMkLst>
            <pc:docMk/>
            <pc:sldMk cId="1862342928" sldId="398"/>
            <ac:spMk id="21" creationId="{C301B91D-FD85-5816-85F7-D0C1FDE7C0EC}"/>
          </ac:spMkLst>
        </pc:spChg>
        <pc:spChg chg="del">
          <ac:chgData name="Gabriel" userId="15951f17-e43d-4387-8d23-f76792a6730a" providerId="ADAL" clId="{20306FF0-EBC5-4939-8C28-FB7939CB6E19}" dt="2026-10-19T13:26:04.966" v="86" actId="478"/>
          <ac:spMkLst>
            <pc:docMk/>
            <pc:sldMk cId="1862342928" sldId="398"/>
            <ac:spMk id="22" creationId="{791C2DE9-B364-52D2-C691-19F76B7DD717}"/>
          </ac:spMkLst>
        </pc:spChg>
        <pc:spChg chg="del">
          <ac:chgData name="Gabriel" userId="15951f17-e43d-4387-8d23-f76792a6730a" providerId="ADAL" clId="{20306FF0-EBC5-4939-8C28-FB7939CB6E19}" dt="2026-10-19T13:26:08.955" v="87" actId="478"/>
          <ac:spMkLst>
            <pc:docMk/>
            <pc:sldMk cId="1862342928" sldId="398"/>
            <ac:spMk id="23" creationId="{6AFA0E09-DD1C-EF0B-CB96-0C6929A385F6}"/>
          </ac:spMkLst>
        </pc:spChg>
        <pc:spChg chg="del">
          <ac:chgData name="Gabriel" userId="15951f17-e43d-4387-8d23-f76792a6730a" providerId="ADAL" clId="{20306FF0-EBC5-4939-8C28-FB7939CB6E19}" dt="2026-10-19T13:26:08.955" v="87" actId="478"/>
          <ac:spMkLst>
            <pc:docMk/>
            <pc:sldMk cId="1862342928" sldId="398"/>
            <ac:spMk id="24" creationId="{5A355B3B-F2A3-EDB4-526C-A7CCC4F62D9E}"/>
          </ac:spMkLst>
        </pc:spChg>
        <pc:spChg chg="del">
          <ac:chgData name="Gabriel" userId="15951f17-e43d-4387-8d23-f76792a6730a" providerId="ADAL" clId="{20306FF0-EBC5-4939-8C28-FB7939CB6E19}" dt="2026-10-19T13:26:08.955" v="87" actId="478"/>
          <ac:spMkLst>
            <pc:docMk/>
            <pc:sldMk cId="1862342928" sldId="398"/>
            <ac:spMk id="25" creationId="{FE66FEBA-545C-3720-9E54-4232C3616B0E}"/>
          </ac:spMkLst>
        </pc:spChg>
        <pc:spChg chg="del">
          <ac:chgData name="Gabriel" userId="15951f17-e43d-4387-8d23-f76792a6730a" providerId="ADAL" clId="{20306FF0-EBC5-4939-8C28-FB7939CB6E19}" dt="2026-10-19T13:26:04.966" v="86" actId="478"/>
          <ac:spMkLst>
            <pc:docMk/>
            <pc:sldMk cId="1862342928" sldId="398"/>
            <ac:spMk id="26" creationId="{FCE32312-E154-02B9-C28F-D29EABDE1679}"/>
          </ac:spMkLst>
        </pc:spChg>
        <pc:spChg chg="del">
          <ac:chgData name="Gabriel" userId="15951f17-e43d-4387-8d23-f76792a6730a" providerId="ADAL" clId="{20306FF0-EBC5-4939-8C28-FB7939CB6E19}" dt="2026-10-19T13:26:04.966" v="86" actId="478"/>
          <ac:spMkLst>
            <pc:docMk/>
            <pc:sldMk cId="1862342928" sldId="398"/>
            <ac:spMk id="27" creationId="{E0DBA176-8BDF-9461-40AF-C6A9A005F22A}"/>
          </ac:spMkLst>
        </pc:spChg>
        <pc:spChg chg="del">
          <ac:chgData name="Gabriel" userId="15951f17-e43d-4387-8d23-f76792a6730a" providerId="ADAL" clId="{20306FF0-EBC5-4939-8C28-FB7939CB6E19}" dt="2026-10-19T13:26:04.966" v="86" actId="478"/>
          <ac:spMkLst>
            <pc:docMk/>
            <pc:sldMk cId="1862342928" sldId="398"/>
            <ac:spMk id="28" creationId="{D47E5AF4-BEF1-286F-510D-5706C75E9791}"/>
          </ac:spMkLst>
        </pc:spChg>
        <pc:spChg chg="del">
          <ac:chgData name="Gabriel" userId="15951f17-e43d-4387-8d23-f76792a6730a" providerId="ADAL" clId="{20306FF0-EBC5-4939-8C28-FB7939CB6E19}" dt="2026-10-19T13:26:08.955" v="87" actId="478"/>
          <ac:spMkLst>
            <pc:docMk/>
            <pc:sldMk cId="1862342928" sldId="398"/>
            <ac:spMk id="29" creationId="{DD739CDC-8658-7742-897C-FF0AECF7277C}"/>
          </ac:spMkLst>
        </pc:spChg>
        <pc:spChg chg="del">
          <ac:chgData name="Gabriel" userId="15951f17-e43d-4387-8d23-f76792a6730a" providerId="ADAL" clId="{20306FF0-EBC5-4939-8C28-FB7939CB6E19}" dt="2026-10-19T13:26:04.966" v="86" actId="478"/>
          <ac:spMkLst>
            <pc:docMk/>
            <pc:sldMk cId="1862342928" sldId="398"/>
            <ac:spMk id="30" creationId="{A91A870F-6DEE-C82D-7DA3-877EDA16C1A4}"/>
          </ac:spMkLst>
        </pc:spChg>
        <pc:spChg chg="del">
          <ac:chgData name="Gabriel" userId="15951f17-e43d-4387-8d23-f76792a6730a" providerId="ADAL" clId="{20306FF0-EBC5-4939-8C28-FB7939CB6E19}" dt="2026-10-19T13:26:04.966" v="86" actId="478"/>
          <ac:spMkLst>
            <pc:docMk/>
            <pc:sldMk cId="1862342928" sldId="398"/>
            <ac:spMk id="31" creationId="{6E67A675-A65B-2D04-47CB-99D21105A874}"/>
          </ac:spMkLst>
        </pc:spChg>
        <pc:spChg chg="del">
          <ac:chgData name="Gabriel" userId="15951f17-e43d-4387-8d23-f76792a6730a" providerId="ADAL" clId="{20306FF0-EBC5-4939-8C28-FB7939CB6E19}" dt="2026-10-19T13:26:04.966" v="86" actId="478"/>
          <ac:spMkLst>
            <pc:docMk/>
            <pc:sldMk cId="1862342928" sldId="398"/>
            <ac:spMk id="32" creationId="{F6EBEBC9-5B19-B3D8-3032-DCAB62EB5F85}"/>
          </ac:spMkLst>
        </pc:spChg>
        <pc:spChg chg="del">
          <ac:chgData name="Gabriel" userId="15951f17-e43d-4387-8d23-f76792a6730a" providerId="ADAL" clId="{20306FF0-EBC5-4939-8C28-FB7939CB6E19}" dt="2026-10-19T13:26:04.966" v="86" actId="478"/>
          <ac:spMkLst>
            <pc:docMk/>
            <pc:sldMk cId="1862342928" sldId="398"/>
            <ac:spMk id="33" creationId="{0A06DC00-2DE2-536A-107D-1DFD3E88568B}"/>
          </ac:spMkLst>
        </pc:spChg>
        <pc:spChg chg="del">
          <ac:chgData name="Gabriel" userId="15951f17-e43d-4387-8d23-f76792a6730a" providerId="ADAL" clId="{20306FF0-EBC5-4939-8C28-FB7939CB6E19}" dt="2026-10-19T13:26:04.966" v="86" actId="478"/>
          <ac:spMkLst>
            <pc:docMk/>
            <pc:sldMk cId="1862342928" sldId="398"/>
            <ac:spMk id="34" creationId="{9093AA81-4C5F-A130-0A19-C381774A5E05}"/>
          </ac:spMkLst>
        </pc:spChg>
        <pc:spChg chg="del">
          <ac:chgData name="Gabriel" userId="15951f17-e43d-4387-8d23-f76792a6730a" providerId="ADAL" clId="{20306FF0-EBC5-4939-8C28-FB7939CB6E19}" dt="2026-10-19T13:26:04.966" v="86" actId="478"/>
          <ac:spMkLst>
            <pc:docMk/>
            <pc:sldMk cId="1862342928" sldId="398"/>
            <ac:spMk id="35" creationId="{714E8F31-F12C-5674-228D-4F29DC4AFE6E}"/>
          </ac:spMkLst>
        </pc:spChg>
        <pc:spChg chg="mod">
          <ac:chgData name="Gabriel" userId="15951f17-e43d-4387-8d23-f76792a6730a" providerId="ADAL" clId="{20306FF0-EBC5-4939-8C28-FB7939CB6E19}" dt="2026-10-19T13:26:31.950" v="89"/>
          <ac:spMkLst>
            <pc:docMk/>
            <pc:sldMk cId="1862342928" sldId="398"/>
            <ac:spMk id="37" creationId="{8BE58733-1667-75BC-B73B-FB0526CE6826}"/>
          </ac:spMkLst>
        </pc:spChg>
        <pc:spChg chg="mod">
          <ac:chgData name="Gabriel" userId="15951f17-e43d-4387-8d23-f76792a6730a" providerId="ADAL" clId="{20306FF0-EBC5-4939-8C28-FB7939CB6E19}" dt="2026-10-19T13:26:31.950" v="89"/>
          <ac:spMkLst>
            <pc:docMk/>
            <pc:sldMk cId="1862342928" sldId="398"/>
            <ac:spMk id="38" creationId="{8B1315B8-86E7-D8A1-A7A0-3F5352CAF1F8}"/>
          </ac:spMkLst>
        </pc:spChg>
        <pc:spChg chg="mod">
          <ac:chgData name="Gabriel" userId="15951f17-e43d-4387-8d23-f76792a6730a" providerId="ADAL" clId="{20306FF0-EBC5-4939-8C28-FB7939CB6E19}" dt="2026-10-19T13:26:31.950" v="89"/>
          <ac:spMkLst>
            <pc:docMk/>
            <pc:sldMk cId="1862342928" sldId="398"/>
            <ac:spMk id="39" creationId="{734CE522-592F-A05B-4E57-E8F754CCCD8E}"/>
          </ac:spMkLst>
        </pc:spChg>
        <pc:spChg chg="mod">
          <ac:chgData name="Gabriel" userId="15951f17-e43d-4387-8d23-f76792a6730a" providerId="ADAL" clId="{20306FF0-EBC5-4939-8C28-FB7939CB6E19}" dt="2026-10-19T13:26:31.950" v="89"/>
          <ac:spMkLst>
            <pc:docMk/>
            <pc:sldMk cId="1862342928" sldId="398"/>
            <ac:spMk id="40" creationId="{08B1D28E-DEBB-2518-F9CA-48B95BF7629D}"/>
          </ac:spMkLst>
        </pc:spChg>
        <pc:spChg chg="mod">
          <ac:chgData name="Gabriel" userId="15951f17-e43d-4387-8d23-f76792a6730a" providerId="ADAL" clId="{20306FF0-EBC5-4939-8C28-FB7939CB6E19}" dt="2026-10-19T13:26:31.950" v="89"/>
          <ac:spMkLst>
            <pc:docMk/>
            <pc:sldMk cId="1862342928" sldId="398"/>
            <ac:spMk id="41" creationId="{C58067BD-D2C8-58A5-88A1-7AD981E079F7}"/>
          </ac:spMkLst>
        </pc:spChg>
        <pc:spChg chg="mod">
          <ac:chgData name="Gabriel" userId="15951f17-e43d-4387-8d23-f76792a6730a" providerId="ADAL" clId="{20306FF0-EBC5-4939-8C28-FB7939CB6E19}" dt="2026-10-19T13:26:31.950" v="89"/>
          <ac:spMkLst>
            <pc:docMk/>
            <pc:sldMk cId="1862342928" sldId="398"/>
            <ac:spMk id="42" creationId="{A5E79DC1-7546-F31E-38DE-0642DFCCB9BF}"/>
          </ac:spMkLst>
        </pc:spChg>
        <pc:spChg chg="mod">
          <ac:chgData name="Gabriel" userId="15951f17-e43d-4387-8d23-f76792a6730a" providerId="ADAL" clId="{20306FF0-EBC5-4939-8C28-FB7939CB6E19}" dt="2026-10-19T13:26:31.950" v="89"/>
          <ac:spMkLst>
            <pc:docMk/>
            <pc:sldMk cId="1862342928" sldId="398"/>
            <ac:spMk id="43" creationId="{7090C696-1D36-666C-EE02-DB9105F20C01}"/>
          </ac:spMkLst>
        </pc:spChg>
        <pc:spChg chg="mod">
          <ac:chgData name="Gabriel" userId="15951f17-e43d-4387-8d23-f76792a6730a" providerId="ADAL" clId="{20306FF0-EBC5-4939-8C28-FB7939CB6E19}" dt="2026-10-19T13:26:31.950" v="89"/>
          <ac:spMkLst>
            <pc:docMk/>
            <pc:sldMk cId="1862342928" sldId="398"/>
            <ac:spMk id="44" creationId="{6B5DB70D-1B26-2DDE-BE94-D189D2C612D3}"/>
          </ac:spMkLst>
        </pc:spChg>
        <pc:spChg chg="mod">
          <ac:chgData name="Gabriel" userId="15951f17-e43d-4387-8d23-f76792a6730a" providerId="ADAL" clId="{20306FF0-EBC5-4939-8C28-FB7939CB6E19}" dt="2026-10-19T13:26:31.950" v="89"/>
          <ac:spMkLst>
            <pc:docMk/>
            <pc:sldMk cId="1862342928" sldId="398"/>
            <ac:spMk id="45" creationId="{73410F6A-086F-0639-EDB7-62DB9DC82507}"/>
          </ac:spMkLst>
        </pc:spChg>
        <pc:spChg chg="mod">
          <ac:chgData name="Gabriel" userId="15951f17-e43d-4387-8d23-f76792a6730a" providerId="ADAL" clId="{20306FF0-EBC5-4939-8C28-FB7939CB6E19}" dt="2026-10-19T13:26:31.950" v="89"/>
          <ac:spMkLst>
            <pc:docMk/>
            <pc:sldMk cId="1862342928" sldId="398"/>
            <ac:spMk id="46" creationId="{BDA59C4F-700A-DE15-C6F4-C2D92F113403}"/>
          </ac:spMkLst>
        </pc:spChg>
        <pc:spChg chg="add mod">
          <ac:chgData name="Gabriel" userId="15951f17-e43d-4387-8d23-f76792a6730a" providerId="ADAL" clId="{20306FF0-EBC5-4939-8C28-FB7939CB6E19}" dt="2026-10-19T13:26:31.950" v="89"/>
          <ac:spMkLst>
            <pc:docMk/>
            <pc:sldMk cId="1862342928" sldId="398"/>
            <ac:spMk id="47" creationId="{28541EA6-5C81-D9F3-43AD-658293EC7ACD}"/>
          </ac:spMkLst>
        </pc:spChg>
        <pc:spChg chg="add mod">
          <ac:chgData name="Gabriel" userId="15951f17-e43d-4387-8d23-f76792a6730a" providerId="ADAL" clId="{20306FF0-EBC5-4939-8C28-FB7939CB6E19}" dt="2026-10-19T13:26:31.950" v="89"/>
          <ac:spMkLst>
            <pc:docMk/>
            <pc:sldMk cId="1862342928" sldId="398"/>
            <ac:spMk id="48" creationId="{DEEE1747-E030-0E91-27E5-5CB40C619E41}"/>
          </ac:spMkLst>
        </pc:spChg>
        <pc:spChg chg="add mod">
          <ac:chgData name="Gabriel" userId="15951f17-e43d-4387-8d23-f76792a6730a" providerId="ADAL" clId="{20306FF0-EBC5-4939-8C28-FB7939CB6E19}" dt="2026-10-19T13:26:31.950" v="89"/>
          <ac:spMkLst>
            <pc:docMk/>
            <pc:sldMk cId="1862342928" sldId="398"/>
            <ac:spMk id="49" creationId="{F1699610-D75C-4A31-6563-556C4554FA8A}"/>
          </ac:spMkLst>
        </pc:spChg>
        <pc:spChg chg="add mod">
          <ac:chgData name="Gabriel" userId="15951f17-e43d-4387-8d23-f76792a6730a" providerId="ADAL" clId="{20306FF0-EBC5-4939-8C28-FB7939CB6E19}" dt="2026-10-19T13:26:31.950" v="89"/>
          <ac:spMkLst>
            <pc:docMk/>
            <pc:sldMk cId="1862342928" sldId="398"/>
            <ac:spMk id="50" creationId="{127A85B1-06C5-A299-8685-9B984E57F419}"/>
          </ac:spMkLst>
        </pc:spChg>
        <pc:spChg chg="add mod">
          <ac:chgData name="Gabriel" userId="15951f17-e43d-4387-8d23-f76792a6730a" providerId="ADAL" clId="{20306FF0-EBC5-4939-8C28-FB7939CB6E19}" dt="2026-10-19T13:26:31.950" v="89"/>
          <ac:spMkLst>
            <pc:docMk/>
            <pc:sldMk cId="1862342928" sldId="398"/>
            <ac:spMk id="51" creationId="{033BC5C6-10AA-5738-9091-BC18B297B191}"/>
          </ac:spMkLst>
        </pc:spChg>
        <pc:spChg chg="add mod">
          <ac:chgData name="Gabriel" userId="15951f17-e43d-4387-8d23-f76792a6730a" providerId="ADAL" clId="{20306FF0-EBC5-4939-8C28-FB7939CB6E19}" dt="2026-10-19T13:26:31.950" v="89"/>
          <ac:spMkLst>
            <pc:docMk/>
            <pc:sldMk cId="1862342928" sldId="398"/>
            <ac:spMk id="52" creationId="{626980D0-F525-5388-3314-8D4313005308}"/>
          </ac:spMkLst>
        </pc:spChg>
        <pc:spChg chg="add mod">
          <ac:chgData name="Gabriel" userId="15951f17-e43d-4387-8d23-f76792a6730a" providerId="ADAL" clId="{20306FF0-EBC5-4939-8C28-FB7939CB6E19}" dt="2026-10-19T13:26:31.950" v="89"/>
          <ac:spMkLst>
            <pc:docMk/>
            <pc:sldMk cId="1862342928" sldId="398"/>
            <ac:spMk id="53" creationId="{3B27A3F0-CCE4-3D5D-75E6-6D54E0530B15}"/>
          </ac:spMkLst>
        </pc:spChg>
        <pc:spChg chg="add mod">
          <ac:chgData name="Gabriel" userId="15951f17-e43d-4387-8d23-f76792a6730a" providerId="ADAL" clId="{20306FF0-EBC5-4939-8C28-FB7939CB6E19}" dt="2026-10-19T13:26:31.950" v="89"/>
          <ac:spMkLst>
            <pc:docMk/>
            <pc:sldMk cId="1862342928" sldId="398"/>
            <ac:spMk id="54" creationId="{7A40DA2F-B255-6B5E-7AAA-B91F3EF5577A}"/>
          </ac:spMkLst>
        </pc:spChg>
        <pc:spChg chg="add mod">
          <ac:chgData name="Gabriel" userId="15951f17-e43d-4387-8d23-f76792a6730a" providerId="ADAL" clId="{20306FF0-EBC5-4939-8C28-FB7939CB6E19}" dt="2026-10-19T13:26:31.950" v="89"/>
          <ac:spMkLst>
            <pc:docMk/>
            <pc:sldMk cId="1862342928" sldId="398"/>
            <ac:spMk id="55" creationId="{5304D10F-9559-5322-871A-5408A60E4F7C}"/>
          </ac:spMkLst>
        </pc:spChg>
        <pc:spChg chg="add mod">
          <ac:chgData name="Gabriel" userId="15951f17-e43d-4387-8d23-f76792a6730a" providerId="ADAL" clId="{20306FF0-EBC5-4939-8C28-FB7939CB6E19}" dt="2026-10-19T13:26:31.950" v="89"/>
          <ac:spMkLst>
            <pc:docMk/>
            <pc:sldMk cId="1862342928" sldId="398"/>
            <ac:spMk id="56" creationId="{F4C20BC3-E43A-3178-BB48-5B1077C6F874}"/>
          </ac:spMkLst>
        </pc:spChg>
        <pc:spChg chg="add mod">
          <ac:chgData name="Gabriel" userId="15951f17-e43d-4387-8d23-f76792a6730a" providerId="ADAL" clId="{20306FF0-EBC5-4939-8C28-FB7939CB6E19}" dt="2026-10-19T13:26:31.950" v="89"/>
          <ac:spMkLst>
            <pc:docMk/>
            <pc:sldMk cId="1862342928" sldId="398"/>
            <ac:spMk id="57" creationId="{018A3089-E4F1-201C-5D68-279F4992D655}"/>
          </ac:spMkLst>
        </pc:spChg>
        <pc:spChg chg="add mod">
          <ac:chgData name="Gabriel" userId="15951f17-e43d-4387-8d23-f76792a6730a" providerId="ADAL" clId="{20306FF0-EBC5-4939-8C28-FB7939CB6E19}" dt="2026-10-19T13:26:31.950" v="89"/>
          <ac:spMkLst>
            <pc:docMk/>
            <pc:sldMk cId="1862342928" sldId="398"/>
            <ac:spMk id="58" creationId="{1EC70C2D-163F-7F63-7B7A-EF8E3B1B5142}"/>
          </ac:spMkLst>
        </pc:spChg>
        <pc:spChg chg="add mod">
          <ac:chgData name="Gabriel" userId="15951f17-e43d-4387-8d23-f76792a6730a" providerId="ADAL" clId="{20306FF0-EBC5-4939-8C28-FB7939CB6E19}" dt="2026-10-19T13:26:31.950" v="89"/>
          <ac:spMkLst>
            <pc:docMk/>
            <pc:sldMk cId="1862342928" sldId="398"/>
            <ac:spMk id="59" creationId="{04018F4B-56E9-6DFA-63C9-D5784243723E}"/>
          </ac:spMkLst>
        </pc:spChg>
        <pc:spChg chg="add mod">
          <ac:chgData name="Gabriel" userId="15951f17-e43d-4387-8d23-f76792a6730a" providerId="ADAL" clId="{20306FF0-EBC5-4939-8C28-FB7939CB6E19}" dt="2026-10-19T13:26:31.950" v="89"/>
          <ac:spMkLst>
            <pc:docMk/>
            <pc:sldMk cId="1862342928" sldId="398"/>
            <ac:spMk id="60" creationId="{2684E1FE-026F-3FC5-051B-07B1D1980288}"/>
          </ac:spMkLst>
        </pc:spChg>
        <pc:spChg chg="add mod">
          <ac:chgData name="Gabriel" userId="15951f17-e43d-4387-8d23-f76792a6730a" providerId="ADAL" clId="{20306FF0-EBC5-4939-8C28-FB7939CB6E19}" dt="2026-10-19T13:26:31.950" v="89"/>
          <ac:spMkLst>
            <pc:docMk/>
            <pc:sldMk cId="1862342928" sldId="398"/>
            <ac:spMk id="61" creationId="{6BDF5FC6-ACBD-47D5-8587-DDB29A75364F}"/>
          </ac:spMkLst>
        </pc:spChg>
        <pc:spChg chg="add mod">
          <ac:chgData name="Gabriel" userId="15951f17-e43d-4387-8d23-f76792a6730a" providerId="ADAL" clId="{20306FF0-EBC5-4939-8C28-FB7939CB6E19}" dt="2026-10-19T13:26:31.950" v="89"/>
          <ac:spMkLst>
            <pc:docMk/>
            <pc:sldMk cId="1862342928" sldId="398"/>
            <ac:spMk id="62" creationId="{5961E8F9-743F-0017-78CE-A74FCBFB527D}"/>
          </ac:spMkLst>
        </pc:spChg>
        <pc:spChg chg="add mod">
          <ac:chgData name="Gabriel" userId="15951f17-e43d-4387-8d23-f76792a6730a" providerId="ADAL" clId="{20306FF0-EBC5-4939-8C28-FB7939CB6E19}" dt="2026-10-19T13:26:31.950" v="89"/>
          <ac:spMkLst>
            <pc:docMk/>
            <pc:sldMk cId="1862342928" sldId="398"/>
            <ac:spMk id="63" creationId="{FD307CC4-E979-87EC-0E02-E2A2F7A842E1}"/>
          </ac:spMkLst>
        </pc:spChg>
        <pc:spChg chg="add mod">
          <ac:chgData name="Gabriel" userId="15951f17-e43d-4387-8d23-f76792a6730a" providerId="ADAL" clId="{20306FF0-EBC5-4939-8C28-FB7939CB6E19}" dt="2026-10-19T13:26:31.950" v="89"/>
          <ac:spMkLst>
            <pc:docMk/>
            <pc:sldMk cId="1862342928" sldId="398"/>
            <ac:spMk id="64" creationId="{D6984E84-495B-0479-F3E5-AE1AFE550F70}"/>
          </ac:spMkLst>
        </pc:spChg>
        <pc:spChg chg="add mod">
          <ac:chgData name="Gabriel" userId="15951f17-e43d-4387-8d23-f76792a6730a" providerId="ADAL" clId="{20306FF0-EBC5-4939-8C28-FB7939CB6E19}" dt="2026-10-19T13:26:31.950" v="89"/>
          <ac:spMkLst>
            <pc:docMk/>
            <pc:sldMk cId="1862342928" sldId="398"/>
            <ac:spMk id="65" creationId="{50A8FC72-E0DC-F14A-AD65-90D52A0F50CC}"/>
          </ac:spMkLst>
        </pc:spChg>
        <pc:spChg chg="add mod">
          <ac:chgData name="Gabriel" userId="15951f17-e43d-4387-8d23-f76792a6730a" providerId="ADAL" clId="{20306FF0-EBC5-4939-8C28-FB7939CB6E19}" dt="2026-10-19T13:26:31.950" v="89"/>
          <ac:spMkLst>
            <pc:docMk/>
            <pc:sldMk cId="1862342928" sldId="398"/>
            <ac:spMk id="66" creationId="{57E42355-210E-0237-3D3A-DB5FDE2DF10E}"/>
          </ac:spMkLst>
        </pc:spChg>
        <pc:spChg chg="add mod">
          <ac:chgData name="Gabriel" userId="15951f17-e43d-4387-8d23-f76792a6730a" providerId="ADAL" clId="{20306FF0-EBC5-4939-8C28-FB7939CB6E19}" dt="2026-10-19T13:26:31.950" v="89"/>
          <ac:spMkLst>
            <pc:docMk/>
            <pc:sldMk cId="1862342928" sldId="398"/>
            <ac:spMk id="67" creationId="{520D80D9-5283-D807-F01F-FB27900162B9}"/>
          </ac:spMkLst>
        </pc:spChg>
        <pc:spChg chg="mod">
          <ac:chgData name="Gabriel" userId="15951f17-e43d-4387-8d23-f76792a6730a" providerId="ADAL" clId="{20306FF0-EBC5-4939-8C28-FB7939CB6E19}" dt="2026-10-19T13:26:31.950" v="89"/>
          <ac:spMkLst>
            <pc:docMk/>
            <pc:sldMk cId="1862342928" sldId="398"/>
            <ac:spMk id="69" creationId="{361BC59D-2E13-9031-A1F3-31742205E886}"/>
          </ac:spMkLst>
        </pc:spChg>
        <pc:spChg chg="mod">
          <ac:chgData name="Gabriel" userId="15951f17-e43d-4387-8d23-f76792a6730a" providerId="ADAL" clId="{20306FF0-EBC5-4939-8C28-FB7939CB6E19}" dt="2026-10-19T13:26:31.950" v="89"/>
          <ac:spMkLst>
            <pc:docMk/>
            <pc:sldMk cId="1862342928" sldId="398"/>
            <ac:spMk id="70" creationId="{553C6C4B-EFBD-F941-92E5-373B4B867085}"/>
          </ac:spMkLst>
        </pc:spChg>
        <pc:spChg chg="mod">
          <ac:chgData name="Gabriel" userId="15951f17-e43d-4387-8d23-f76792a6730a" providerId="ADAL" clId="{20306FF0-EBC5-4939-8C28-FB7939CB6E19}" dt="2026-10-19T13:26:31.950" v="89"/>
          <ac:spMkLst>
            <pc:docMk/>
            <pc:sldMk cId="1862342928" sldId="398"/>
            <ac:spMk id="71" creationId="{72516439-6432-F254-77DA-7589662ABB3C}"/>
          </ac:spMkLst>
        </pc:spChg>
        <pc:spChg chg="mod">
          <ac:chgData name="Gabriel" userId="15951f17-e43d-4387-8d23-f76792a6730a" providerId="ADAL" clId="{20306FF0-EBC5-4939-8C28-FB7939CB6E19}" dt="2026-10-19T13:26:31.950" v="89"/>
          <ac:spMkLst>
            <pc:docMk/>
            <pc:sldMk cId="1862342928" sldId="398"/>
            <ac:spMk id="72" creationId="{1A023780-F83F-F31C-13C5-B5EB8CFE89D7}"/>
          </ac:spMkLst>
        </pc:spChg>
        <pc:spChg chg="add mod">
          <ac:chgData name="Gabriel" userId="15951f17-e43d-4387-8d23-f76792a6730a" providerId="ADAL" clId="{20306FF0-EBC5-4939-8C28-FB7939CB6E19}" dt="2026-10-19T13:26:31.950" v="89"/>
          <ac:spMkLst>
            <pc:docMk/>
            <pc:sldMk cId="1862342928" sldId="398"/>
            <ac:spMk id="73" creationId="{4AF71DF6-318E-9163-6C0D-40F178BDC303}"/>
          </ac:spMkLst>
        </pc:spChg>
        <pc:spChg chg="add mod">
          <ac:chgData name="Gabriel" userId="15951f17-e43d-4387-8d23-f76792a6730a" providerId="ADAL" clId="{20306FF0-EBC5-4939-8C28-FB7939CB6E19}" dt="2026-10-19T13:26:31.950" v="89"/>
          <ac:spMkLst>
            <pc:docMk/>
            <pc:sldMk cId="1862342928" sldId="398"/>
            <ac:spMk id="74" creationId="{9284A1BB-E6D0-861A-339A-A9269D3F918E}"/>
          </ac:spMkLst>
        </pc:spChg>
        <pc:spChg chg="add mod">
          <ac:chgData name="Gabriel" userId="15951f17-e43d-4387-8d23-f76792a6730a" providerId="ADAL" clId="{20306FF0-EBC5-4939-8C28-FB7939CB6E19}" dt="2026-10-19T13:28:16.949" v="174" actId="20577"/>
          <ac:spMkLst>
            <pc:docMk/>
            <pc:sldMk cId="1862342928" sldId="398"/>
            <ac:spMk id="75" creationId="{5DA0569F-716F-A02C-7D81-469275441ABB}"/>
          </ac:spMkLst>
        </pc:spChg>
        <pc:grpChg chg="del">
          <ac:chgData name="Gabriel" userId="15951f17-e43d-4387-8d23-f76792a6730a" providerId="ADAL" clId="{20306FF0-EBC5-4939-8C28-FB7939CB6E19}" dt="2026-10-19T13:26:12.562" v="88" actId="478"/>
          <ac:grpSpMkLst>
            <pc:docMk/>
            <pc:sldMk cId="1862342928" sldId="398"/>
            <ac:grpSpMk id="4" creationId="{F52E8C5C-341B-4F96-2BCA-DD50AF605C36}"/>
          </ac:grpSpMkLst>
        </pc:grpChg>
        <pc:grpChg chg="add mod">
          <ac:chgData name="Gabriel" userId="15951f17-e43d-4387-8d23-f76792a6730a" providerId="ADAL" clId="{20306FF0-EBC5-4939-8C28-FB7939CB6E19}" dt="2026-10-19T13:26:31.950" v="89"/>
          <ac:grpSpMkLst>
            <pc:docMk/>
            <pc:sldMk cId="1862342928" sldId="398"/>
            <ac:grpSpMk id="36" creationId="{08378750-D837-83D1-F87E-367BD9BE0EA9}"/>
          </ac:grpSpMkLst>
        </pc:grpChg>
        <pc:grpChg chg="add mod">
          <ac:chgData name="Gabriel" userId="15951f17-e43d-4387-8d23-f76792a6730a" providerId="ADAL" clId="{20306FF0-EBC5-4939-8C28-FB7939CB6E19}" dt="2026-10-19T13:26:43.925" v="114" actId="1035"/>
          <ac:grpSpMkLst>
            <pc:docMk/>
            <pc:sldMk cId="1862342928" sldId="398"/>
            <ac:grpSpMk id="68" creationId="{57839F7F-98AF-44EB-11BD-84DA34B93EB7}"/>
          </ac:grpSpMkLst>
        </pc:grpChg>
      </pc:sldChg>
    </pc:docChg>
  </pc:docChgLst>
  <pc:docChgLst>
    <pc:chgData name="Guest User" userId="S::urn:spo:tenantanon#6370a6c0-7b90-4709-bd6e-59c28ede833b::" providerId="AD" clId="Web-{00558199-1D2A-D010-C23A-1FC4AD272521}"/>
    <pc:docChg chg="modSld">
      <pc:chgData name="Guest User" userId="S::urn:spo:tenantanon#6370a6c0-7b90-4709-bd6e-59c28ede833b::" providerId="AD" clId="Web-{00558199-1D2A-D010-C23A-1FC4AD272521}" dt="2026-10-07T14:18:17.077" v="1" actId="20577"/>
      <pc:docMkLst>
        <pc:docMk/>
      </pc:docMkLst>
      <pc:sldChg chg="modSp">
        <pc:chgData name="Guest User" userId="S::urn:spo:tenantanon#6370a6c0-7b90-4709-bd6e-59c28ede833b::" providerId="AD" clId="Web-{00558199-1D2A-D010-C23A-1FC4AD272521}" dt="2026-10-07T14:18:17.077" v="1" actId="20577"/>
        <pc:sldMkLst>
          <pc:docMk/>
          <pc:sldMk cId="1118591106" sldId="354"/>
        </pc:sldMkLst>
        <pc:spChg chg="mod">
          <ac:chgData name="Guest User" userId="S::urn:spo:tenantanon#6370a6c0-7b90-4709-bd6e-59c28ede833b::" providerId="AD" clId="Web-{00558199-1D2A-D010-C23A-1FC4AD272521}" dt="2026-10-07T14:18:17.077" v="1" actId="20577"/>
          <ac:spMkLst>
            <pc:docMk/>
            <pc:sldMk cId="1118591106" sldId="354"/>
            <ac:spMk id="84" creationId="{D1519720-65BB-0FAC-7C89-2D9A95DDA667}"/>
          </ac:spMkLst>
        </pc:spChg>
      </pc:sldChg>
    </pc:docChg>
  </pc:docChgLst>
  <pc:docChgLst>
    <pc:chgData name="Kauã Victor Dias dos Santos" userId="S::kauavds@al.insper.edu.br::563eb8b5-1801-4757-bc17-2373c34c55c9" providerId="AD" clId="Web-{E6867C31-A894-FB3E-30C4-E62862FE5B41}"/>
    <pc:docChg chg="addSld delSld modSld sldOrd">
      <pc:chgData name="Kauã Victor Dias dos Santos" userId="S::kauavds@al.insper.edu.br::563eb8b5-1801-4757-bc17-2373c34c55c9" providerId="AD" clId="Web-{E6867C31-A894-FB3E-30C4-E62862FE5B41}" dt="2026-09-21T00:05:59.167" v="166" actId="20577"/>
      <pc:docMkLst>
        <pc:docMk/>
      </pc:docMkLst>
      <pc:sldChg chg="modSp">
        <pc:chgData name="Kauã Victor Dias dos Santos" userId="S::kauavds@al.insper.edu.br::563eb8b5-1801-4757-bc17-2373c34c55c9" providerId="AD" clId="Web-{E6867C31-A894-FB3E-30C4-E62862FE5B41}" dt="2026-09-20T23:35:35.741" v="17" actId="20577"/>
        <pc:sldMkLst>
          <pc:docMk/>
          <pc:sldMk cId="1653737069" sldId="286"/>
        </pc:sldMkLst>
        <pc:spChg chg="mod">
          <ac:chgData name="Kauã Victor Dias dos Santos" userId="S::kauavds@al.insper.edu.br::563eb8b5-1801-4757-bc17-2373c34c55c9" providerId="AD" clId="Web-{E6867C31-A894-FB3E-30C4-E62862FE5B41}" dt="2026-09-20T23:35:35.741" v="17" actId="20577"/>
          <ac:spMkLst>
            <pc:docMk/>
            <pc:sldMk cId="1653737069" sldId="286"/>
            <ac:spMk id="40" creationId="{03DAEF48-553D-8ADE-F5B7-3A469646B4CB}"/>
          </ac:spMkLst>
        </pc:spChg>
      </pc:sldChg>
      <pc:sldChg chg="modSp">
        <pc:chgData name="Kauã Victor Dias dos Santos" userId="S::kauavds@al.insper.edu.br::563eb8b5-1801-4757-bc17-2373c34c55c9" providerId="AD" clId="Web-{E6867C31-A894-FB3E-30C4-E62862FE5B41}" dt="2026-09-20T23:46:09.887" v="125" actId="20577"/>
        <pc:sldMkLst>
          <pc:docMk/>
          <pc:sldMk cId="801149791" sldId="311"/>
        </pc:sldMkLst>
        <pc:spChg chg="mod">
          <ac:chgData name="Kauã Victor Dias dos Santos" userId="S::kauavds@al.insper.edu.br::563eb8b5-1801-4757-bc17-2373c34c55c9" providerId="AD" clId="Web-{E6867C31-A894-FB3E-30C4-E62862FE5B41}" dt="2026-09-20T23:46:09.887" v="125" actId="20577"/>
          <ac:spMkLst>
            <pc:docMk/>
            <pc:sldMk cId="801149791" sldId="311"/>
            <ac:spMk id="3" creationId="{F33F0DF1-831B-C8EE-9529-7A1584C93111}"/>
          </ac:spMkLst>
        </pc:spChg>
        <pc:spChg chg="mod">
          <ac:chgData name="Kauã Victor Dias dos Santos" userId="S::kauavds@al.insper.edu.br::563eb8b5-1801-4757-bc17-2373c34c55c9" providerId="AD" clId="Web-{E6867C31-A894-FB3E-30C4-E62862FE5B41}" dt="2026-09-20T23:38:34.856" v="41" actId="20577"/>
          <ac:spMkLst>
            <pc:docMk/>
            <pc:sldMk cId="801149791" sldId="311"/>
            <ac:spMk id="11" creationId="{6DC6E710-8D0C-AF3E-B8D1-1B55D5636C6C}"/>
          </ac:spMkLst>
        </pc:spChg>
        <pc:spChg chg="mod">
          <ac:chgData name="Kauã Victor Dias dos Santos" userId="S::kauavds@al.insper.edu.br::563eb8b5-1801-4757-bc17-2373c34c55c9" providerId="AD" clId="Web-{E6867C31-A894-FB3E-30C4-E62862FE5B41}" dt="2026-09-20T23:45:31.183" v="72" actId="14100"/>
          <ac:spMkLst>
            <pc:docMk/>
            <pc:sldMk cId="801149791" sldId="311"/>
            <ac:spMk id="14" creationId="{732AE37C-2EEA-B1C7-D0D5-8524C136F308}"/>
          </ac:spMkLst>
        </pc:spChg>
      </pc:sldChg>
      <pc:sldChg chg="modSp">
        <pc:chgData name="Kauã Victor Dias dos Santos" userId="S::kauavds@al.insper.edu.br::563eb8b5-1801-4757-bc17-2373c34c55c9" providerId="AD" clId="Web-{E6867C31-A894-FB3E-30C4-E62862FE5B41}" dt="2026-09-20T23:36:06.476" v="21" actId="14100"/>
        <pc:sldMkLst>
          <pc:docMk/>
          <pc:sldMk cId="4031254641" sldId="326"/>
        </pc:sldMkLst>
        <pc:spChg chg="mod">
          <ac:chgData name="Kauã Victor Dias dos Santos" userId="S::kauavds@al.insper.edu.br::563eb8b5-1801-4757-bc17-2373c34c55c9" providerId="AD" clId="Web-{E6867C31-A894-FB3E-30C4-E62862FE5B41}" dt="2026-09-20T23:36:06.476" v="21" actId="14100"/>
          <ac:spMkLst>
            <pc:docMk/>
            <pc:sldMk cId="4031254641" sldId="326"/>
            <ac:spMk id="2" creationId="{B7AEDC8D-5250-6AED-156D-B9884E7DF04A}"/>
          </ac:spMkLst>
        </pc:spChg>
      </pc:sldChg>
      <pc:sldChg chg="modSp">
        <pc:chgData name="Kauã Victor Dias dos Santos" userId="S::kauavds@al.insper.edu.br::563eb8b5-1801-4757-bc17-2373c34c55c9" providerId="AD" clId="Web-{E6867C31-A894-FB3E-30C4-E62862FE5B41}" dt="2026-09-20T23:36:48.243" v="28" actId="20577"/>
        <pc:sldMkLst>
          <pc:docMk/>
          <pc:sldMk cId="2721456284" sldId="328"/>
        </pc:sldMkLst>
        <pc:spChg chg="mod">
          <ac:chgData name="Kauã Victor Dias dos Santos" userId="S::kauavds@al.insper.edu.br::563eb8b5-1801-4757-bc17-2373c34c55c9" providerId="AD" clId="Web-{E6867C31-A894-FB3E-30C4-E62862FE5B41}" dt="2026-09-20T23:36:48.243" v="28" actId="20577"/>
          <ac:spMkLst>
            <pc:docMk/>
            <pc:sldMk cId="2721456284" sldId="328"/>
            <ac:spMk id="7" creationId="{E70B1A57-A6B1-CE34-302B-7472C52C70D6}"/>
          </ac:spMkLst>
        </pc:spChg>
        <pc:grpChg chg="ord">
          <ac:chgData name="Kauã Victor Dias dos Santos" userId="S::kauavds@al.insper.edu.br::563eb8b5-1801-4757-bc17-2373c34c55c9" providerId="AD" clId="Web-{E6867C31-A894-FB3E-30C4-E62862FE5B41}" dt="2026-09-20T23:36:44.009" v="26"/>
          <ac:grpSpMkLst>
            <pc:docMk/>
            <pc:sldMk cId="2721456284" sldId="328"/>
            <ac:grpSpMk id="28" creationId="{17F44C52-A592-F4FA-F73E-76DB1487FF07}"/>
          </ac:grpSpMkLst>
        </pc:grpChg>
      </pc:sldChg>
      <pc:sldChg chg="modSp">
        <pc:chgData name="Kauã Victor Dias dos Santos" userId="S::kauavds@al.insper.edu.br::563eb8b5-1801-4757-bc17-2373c34c55c9" providerId="AD" clId="Web-{E6867C31-A894-FB3E-30C4-E62862FE5B41}" dt="2026-09-20T23:35:50.507" v="19" actId="20577"/>
        <pc:sldMkLst>
          <pc:docMk/>
          <pc:sldMk cId="3816260276" sldId="329"/>
        </pc:sldMkLst>
        <pc:spChg chg="mod">
          <ac:chgData name="Kauã Victor Dias dos Santos" userId="S::kauavds@al.insper.edu.br::563eb8b5-1801-4757-bc17-2373c34c55c9" providerId="AD" clId="Web-{E6867C31-A894-FB3E-30C4-E62862FE5B41}" dt="2026-09-20T23:35:50.507" v="19" actId="20577"/>
          <ac:spMkLst>
            <pc:docMk/>
            <pc:sldMk cId="3816260276" sldId="329"/>
            <ac:spMk id="31" creationId="{12E6B28E-684A-A5F9-35DC-69E3CE2CABBD}"/>
          </ac:spMkLst>
        </pc:spChg>
      </pc:sldChg>
      <pc:sldChg chg="modSp">
        <pc:chgData name="Kauã Victor Dias dos Santos" userId="S::kauavds@al.insper.edu.br::563eb8b5-1801-4757-bc17-2373c34c55c9" providerId="AD" clId="Web-{E6867C31-A894-FB3E-30C4-E62862FE5B41}" dt="2026-09-20T23:36:26.946" v="25" actId="14100"/>
        <pc:sldMkLst>
          <pc:docMk/>
          <pc:sldMk cId="881085822" sldId="341"/>
        </pc:sldMkLst>
        <pc:spChg chg="mod">
          <ac:chgData name="Kauã Victor Dias dos Santos" userId="S::kauavds@al.insper.edu.br::563eb8b5-1801-4757-bc17-2373c34c55c9" providerId="AD" clId="Web-{E6867C31-A894-FB3E-30C4-E62862FE5B41}" dt="2026-09-20T23:36:26.946" v="25" actId="14100"/>
          <ac:spMkLst>
            <pc:docMk/>
            <pc:sldMk cId="881085822" sldId="341"/>
            <ac:spMk id="2" creationId="{D9CA186D-EC52-86D3-BA6A-7BD5A19621E0}"/>
          </ac:spMkLst>
        </pc:spChg>
      </pc:sldChg>
      <pc:sldChg chg="modSp mod ord modShow">
        <pc:chgData name="Kauã Victor Dias dos Santos" userId="S::kauavds@al.insper.edu.br::563eb8b5-1801-4757-bc17-2373c34c55c9" providerId="AD" clId="Web-{E6867C31-A894-FB3E-30C4-E62862FE5B41}" dt="2026-09-20T23:37:56.292" v="36" actId="20577"/>
        <pc:sldMkLst>
          <pc:docMk/>
          <pc:sldMk cId="917026926" sldId="344"/>
        </pc:sldMkLst>
        <pc:spChg chg="mod">
          <ac:chgData name="Kauã Victor Dias dos Santos" userId="S::kauavds@al.insper.edu.br::563eb8b5-1801-4757-bc17-2373c34c55c9" providerId="AD" clId="Web-{E6867C31-A894-FB3E-30C4-E62862FE5B41}" dt="2026-09-20T23:37:56.292" v="36" actId="20577"/>
          <ac:spMkLst>
            <pc:docMk/>
            <pc:sldMk cId="917026926" sldId="344"/>
            <ac:spMk id="2" creationId="{C6D584C9-F7E1-E9D4-047F-9F73944D6EEC}"/>
          </ac:spMkLst>
        </pc:spChg>
        <pc:grpChg chg="ord">
          <ac:chgData name="Kauã Victor Dias dos Santos" userId="S::kauavds@al.insper.edu.br::563eb8b5-1801-4757-bc17-2373c34c55c9" providerId="AD" clId="Web-{E6867C31-A894-FB3E-30C4-E62862FE5B41}" dt="2026-09-20T23:37:22.994" v="34"/>
          <ac:grpSpMkLst>
            <pc:docMk/>
            <pc:sldMk cId="917026926" sldId="344"/>
            <ac:grpSpMk id="97" creationId="{0D0B5E15-BA88-ADF3-F9E1-E8DAAE870F94}"/>
          </ac:grpSpMkLst>
        </pc:grpChg>
      </pc:sldChg>
      <pc:sldChg chg="modSp">
        <pc:chgData name="Kauã Victor Dias dos Santos" userId="S::kauavds@al.insper.edu.br::563eb8b5-1801-4757-bc17-2373c34c55c9" providerId="AD" clId="Web-{E6867C31-A894-FB3E-30C4-E62862FE5B41}" dt="2026-09-20T23:34:18.628" v="12" actId="20577"/>
        <pc:sldMkLst>
          <pc:docMk/>
          <pc:sldMk cId="2248886962" sldId="346"/>
        </pc:sldMkLst>
        <pc:spChg chg="mod">
          <ac:chgData name="Kauã Victor Dias dos Santos" userId="S::kauavds@al.insper.edu.br::563eb8b5-1801-4757-bc17-2373c34c55c9" providerId="AD" clId="Web-{E6867C31-A894-FB3E-30C4-E62862FE5B41}" dt="2026-09-20T23:34:18.628" v="12" actId="20577"/>
          <ac:spMkLst>
            <pc:docMk/>
            <pc:sldMk cId="2248886962" sldId="346"/>
            <ac:spMk id="12" creationId="{94DEB549-9409-52FA-7D37-FC6267DDFDE1}"/>
          </ac:spMkLst>
        </pc:spChg>
        <pc:graphicFrameChg chg="ord">
          <ac:chgData name="Kauã Victor Dias dos Santos" userId="S::kauavds@al.insper.edu.br::563eb8b5-1801-4757-bc17-2373c34c55c9" providerId="AD" clId="Web-{E6867C31-A894-FB3E-30C4-E62862FE5B41}" dt="2026-09-20T23:34:04.159" v="11"/>
          <ac:graphicFrameMkLst>
            <pc:docMk/>
            <pc:sldMk cId="2248886962" sldId="346"/>
            <ac:graphicFrameMk id="15" creationId="{40858FDC-1996-FAB9-71DD-3E2D9B48183F}"/>
          </ac:graphicFrameMkLst>
        </pc:graphicFrameChg>
      </pc:sldChg>
      <pc:sldChg chg="modSp">
        <pc:chgData name="Kauã Victor Dias dos Santos" userId="S::kauavds@al.insper.edu.br::563eb8b5-1801-4757-bc17-2373c34c55c9" providerId="AD" clId="Web-{E6867C31-A894-FB3E-30C4-E62862FE5B41}" dt="2026-09-20T23:33:46.486" v="10" actId="20577"/>
        <pc:sldMkLst>
          <pc:docMk/>
          <pc:sldMk cId="4207788666" sldId="347"/>
        </pc:sldMkLst>
        <pc:spChg chg="mod">
          <ac:chgData name="Kauã Victor Dias dos Santos" userId="S::kauavds@al.insper.edu.br::563eb8b5-1801-4757-bc17-2373c34c55c9" providerId="AD" clId="Web-{E6867C31-A894-FB3E-30C4-E62862FE5B41}" dt="2026-09-20T23:33:46.486" v="10" actId="20577"/>
          <ac:spMkLst>
            <pc:docMk/>
            <pc:sldMk cId="4207788666" sldId="347"/>
            <ac:spMk id="2" creationId="{5FC69101-08D8-EB8C-3A56-E12E4CFC6D99}"/>
          </ac:spMkLst>
        </pc:spChg>
        <pc:grpChg chg="ord">
          <ac:chgData name="Kauã Victor Dias dos Santos" userId="S::kauavds@al.insper.edu.br::563eb8b5-1801-4757-bc17-2373c34c55c9" providerId="AD" clId="Web-{E6867C31-A894-FB3E-30C4-E62862FE5B41}" dt="2026-09-20T23:33:32.814" v="8"/>
          <ac:grpSpMkLst>
            <pc:docMk/>
            <pc:sldMk cId="4207788666" sldId="347"/>
            <ac:grpSpMk id="97" creationId="{91A83713-1435-73DA-C348-FC280E7BB767}"/>
          </ac:grpSpMkLst>
        </pc:grpChg>
      </pc:sldChg>
      <pc:sldChg chg="modSp">
        <pc:chgData name="Kauã Victor Dias dos Santos" userId="S::kauavds@al.insper.edu.br::563eb8b5-1801-4757-bc17-2373c34c55c9" providerId="AD" clId="Web-{E6867C31-A894-FB3E-30C4-E62862FE5B41}" dt="2026-09-20T23:37:12.947" v="33" actId="20577"/>
        <pc:sldMkLst>
          <pc:docMk/>
          <pc:sldMk cId="4210405125" sldId="351"/>
        </pc:sldMkLst>
        <pc:spChg chg="mod">
          <ac:chgData name="Kauã Victor Dias dos Santos" userId="S::kauavds@al.insper.edu.br::563eb8b5-1801-4757-bc17-2373c34c55c9" providerId="AD" clId="Web-{E6867C31-A894-FB3E-30C4-E62862FE5B41}" dt="2026-09-20T23:37:12.947" v="33" actId="20577"/>
          <ac:spMkLst>
            <pc:docMk/>
            <pc:sldMk cId="4210405125" sldId="351"/>
            <ac:spMk id="7" creationId="{E70B1A57-A6B1-CE34-302B-7472C52C70D6}"/>
          </ac:spMkLst>
        </pc:spChg>
      </pc:sldChg>
      <pc:sldChg chg="modSp">
        <pc:chgData name="Kauã Victor Dias dos Santos" userId="S::kauavds@al.insper.edu.br::563eb8b5-1801-4757-bc17-2373c34c55c9" providerId="AD" clId="Web-{E6867C31-A894-FB3E-30C4-E62862FE5B41}" dt="2026-09-21T00:05:59.167" v="166" actId="20577"/>
        <pc:sldMkLst>
          <pc:docMk/>
          <pc:sldMk cId="2749314505" sldId="352"/>
        </pc:sldMkLst>
        <pc:spChg chg="mod">
          <ac:chgData name="Kauã Victor Dias dos Santos" userId="S::kauavds@al.insper.edu.br::563eb8b5-1801-4757-bc17-2373c34c55c9" providerId="AD" clId="Web-{E6867C31-A894-FB3E-30C4-E62862FE5B41}" dt="2026-09-21T00:05:59.167" v="166" actId="20577"/>
          <ac:spMkLst>
            <pc:docMk/>
            <pc:sldMk cId="2749314505" sldId="352"/>
            <ac:spMk id="15" creationId="{7B65B2D0-3C24-8F73-AE44-33AE3BB7F314}"/>
          </ac:spMkLst>
        </pc:spChg>
      </pc:sldChg>
    </pc:docChg>
  </pc:docChgLst>
  <pc:docChgLst>
    <pc:chgData name="Bernardo Caputo Gomes" userId="6da50d2c-d1b7-4a9f-8ea6-11c55775b80e" providerId="ADAL" clId="{2E3FE783-9AB9-4869-96B1-16E14BA4AC72}"/>
    <pc:docChg chg="undo redo custSel addSld delSld modSld sldOrd delMainMaster modMainMaster">
      <pc:chgData name="Bernardo Caputo Gomes" userId="6da50d2c-d1b7-4a9f-8ea6-11c55775b80e" providerId="ADAL" clId="{2E3FE783-9AB9-4869-96B1-16E14BA4AC72}" dt="2026-10-19T14:29:08.238" v="13964" actId="403"/>
      <pc:docMkLst>
        <pc:docMk/>
      </pc:docMkLst>
      <pc:sldChg chg="addSp delSp modSp mod modClrScheme modShow chgLayout">
        <pc:chgData name="Bernardo Caputo Gomes" userId="6da50d2c-d1b7-4a9f-8ea6-11c55775b80e" providerId="ADAL" clId="{2E3FE783-9AB9-4869-96B1-16E14BA4AC72}" dt="2026-10-07T13:45:46.409" v="8523" actId="729"/>
        <pc:sldMkLst>
          <pc:docMk/>
          <pc:sldMk cId="940414154" sldId="272"/>
        </pc:sldMkLst>
        <pc:spChg chg="add mod">
          <ac:chgData name="Bernardo Caputo Gomes" userId="6da50d2c-d1b7-4a9f-8ea6-11c55775b80e" providerId="ADAL" clId="{2E3FE783-9AB9-4869-96B1-16E14BA4AC72}" dt="2026-09-20T23:46:43.818" v="3586" actId="6549"/>
          <ac:spMkLst>
            <pc:docMk/>
            <pc:sldMk cId="940414154" sldId="272"/>
            <ac:spMk id="6" creationId="{6D4469EB-7206-72B7-1A21-EECA3D666919}"/>
          </ac:spMkLst>
        </pc:spChg>
        <pc:graphicFrameChg chg="mod ord">
          <ac:chgData name="Bernardo Caputo Gomes" userId="6da50d2c-d1b7-4a9f-8ea6-11c55775b80e" providerId="ADAL" clId="{2E3FE783-9AB9-4869-96B1-16E14BA4AC72}" dt="2026-09-20T23:48:45.600" v="3592" actId="14100"/>
          <ac:graphicFrameMkLst>
            <pc:docMk/>
            <pc:sldMk cId="940414154" sldId="272"/>
            <ac:graphicFrameMk id="9" creationId="{6DE7F02F-00D3-C89F-66F5-C164ADAD0927}"/>
          </ac:graphicFrameMkLst>
        </pc:graphicFrameChg>
        <pc:graphicFrameChg chg="mod">
          <ac:chgData name="Bernardo Caputo Gomes" userId="6da50d2c-d1b7-4a9f-8ea6-11c55775b80e" providerId="ADAL" clId="{2E3FE783-9AB9-4869-96B1-16E14BA4AC72}" dt="2026-09-20T23:48:49.924" v="3595" actId="14100"/>
          <ac:graphicFrameMkLst>
            <pc:docMk/>
            <pc:sldMk cId="940414154" sldId="272"/>
            <ac:graphicFrameMk id="12" creationId="{7E1C1D41-567A-FB20-1E44-07EF3FC14593}"/>
          </ac:graphicFrameMkLst>
        </pc:graphicFrameChg>
        <pc:picChg chg="mod">
          <ac:chgData name="Bernardo Caputo Gomes" userId="6da50d2c-d1b7-4a9f-8ea6-11c55775b80e" providerId="ADAL" clId="{2E3FE783-9AB9-4869-96B1-16E14BA4AC72}" dt="2026-10-05T13:46:21.991" v="4745" actId="1036"/>
          <ac:picMkLst>
            <pc:docMk/>
            <pc:sldMk cId="940414154" sldId="272"/>
            <ac:picMk id="16" creationId="{BC6F6E1E-9C7F-105C-D78F-39AE4F6FB058}"/>
          </ac:picMkLst>
        </pc:picChg>
      </pc:sldChg>
      <pc:sldChg chg="addSp delSp modSp add mod">
        <pc:chgData name="Bernardo Caputo Gomes" userId="6da50d2c-d1b7-4a9f-8ea6-11c55775b80e" providerId="ADAL" clId="{2E3FE783-9AB9-4869-96B1-16E14BA4AC72}" dt="2026-10-19T13:26:58.376" v="12194" actId="113"/>
        <pc:sldMkLst>
          <pc:docMk/>
          <pc:sldMk cId="1653737069" sldId="286"/>
        </pc:sldMkLst>
        <pc:spChg chg="del mod topLvl">
          <ac:chgData name="Bernardo Caputo Gomes" userId="6da50d2c-d1b7-4a9f-8ea6-11c55775b80e" providerId="ADAL" clId="{2E3FE783-9AB9-4869-96B1-16E14BA4AC72}" dt="2026-10-19T12:49:48.505" v="10793" actId="478"/>
          <ac:spMkLst>
            <pc:docMk/>
            <pc:sldMk cId="1653737069" sldId="286"/>
            <ac:spMk id="11" creationId="{D68D64CE-AEA1-536E-3933-3075B8121D97}"/>
          </ac:spMkLst>
        </pc:spChg>
        <pc:spChg chg="add mod">
          <ac:chgData name="Bernardo Caputo Gomes" userId="6da50d2c-d1b7-4a9f-8ea6-11c55775b80e" providerId="ADAL" clId="{2E3FE783-9AB9-4869-96B1-16E14BA4AC72}" dt="2026-10-19T12:50:28.408" v="10860" actId="1038"/>
          <ac:spMkLst>
            <pc:docMk/>
            <pc:sldMk cId="1653737069" sldId="286"/>
            <ac:spMk id="12" creationId="{B290C74C-7BF3-D6E0-CF8D-F896C008BB0F}"/>
          </ac:spMkLst>
        </pc:spChg>
        <pc:spChg chg="mod topLvl">
          <ac:chgData name="Bernardo Caputo Gomes" userId="6da50d2c-d1b7-4a9f-8ea6-11c55775b80e" providerId="ADAL" clId="{2E3FE783-9AB9-4869-96B1-16E14BA4AC72}" dt="2026-10-19T12:50:03.986" v="10821" actId="165"/>
          <ac:spMkLst>
            <pc:docMk/>
            <pc:sldMk cId="1653737069" sldId="286"/>
            <ac:spMk id="13" creationId="{7C825678-67A3-A9A0-33DA-B2ADE645F599}"/>
          </ac:spMkLst>
        </pc:spChg>
        <pc:spChg chg="mod topLvl">
          <ac:chgData name="Bernardo Caputo Gomes" userId="6da50d2c-d1b7-4a9f-8ea6-11c55775b80e" providerId="ADAL" clId="{2E3FE783-9AB9-4869-96B1-16E14BA4AC72}" dt="2026-10-19T12:50:03.986" v="10821" actId="165"/>
          <ac:spMkLst>
            <pc:docMk/>
            <pc:sldMk cId="1653737069" sldId="286"/>
            <ac:spMk id="14" creationId="{9BF0AB2A-E89D-9B79-6400-8494EA21916F}"/>
          </ac:spMkLst>
        </pc:spChg>
        <pc:spChg chg="mod topLvl">
          <ac:chgData name="Bernardo Caputo Gomes" userId="6da50d2c-d1b7-4a9f-8ea6-11c55775b80e" providerId="ADAL" clId="{2E3FE783-9AB9-4869-96B1-16E14BA4AC72}" dt="2026-10-19T12:50:03.986" v="10821" actId="165"/>
          <ac:spMkLst>
            <pc:docMk/>
            <pc:sldMk cId="1653737069" sldId="286"/>
            <ac:spMk id="16" creationId="{FFE47A81-988D-4579-349C-AE3ECDA85037}"/>
          </ac:spMkLst>
        </pc:spChg>
        <pc:spChg chg="mod topLvl">
          <ac:chgData name="Bernardo Caputo Gomes" userId="6da50d2c-d1b7-4a9f-8ea6-11c55775b80e" providerId="ADAL" clId="{2E3FE783-9AB9-4869-96B1-16E14BA4AC72}" dt="2026-10-19T12:50:03.986" v="10821" actId="165"/>
          <ac:spMkLst>
            <pc:docMk/>
            <pc:sldMk cId="1653737069" sldId="286"/>
            <ac:spMk id="17" creationId="{2B2D5480-16CF-B1E8-62B9-359A9609B689}"/>
          </ac:spMkLst>
        </pc:spChg>
        <pc:spChg chg="mod topLvl">
          <ac:chgData name="Bernardo Caputo Gomes" userId="6da50d2c-d1b7-4a9f-8ea6-11c55775b80e" providerId="ADAL" clId="{2E3FE783-9AB9-4869-96B1-16E14BA4AC72}" dt="2026-10-19T12:57:01.514" v="10927" actId="207"/>
          <ac:spMkLst>
            <pc:docMk/>
            <pc:sldMk cId="1653737069" sldId="286"/>
            <ac:spMk id="18" creationId="{32B4C71B-800A-2A13-15EE-42EB0354CFB2}"/>
          </ac:spMkLst>
        </pc:spChg>
        <pc:spChg chg="mod topLvl">
          <ac:chgData name="Bernardo Caputo Gomes" userId="6da50d2c-d1b7-4a9f-8ea6-11c55775b80e" providerId="ADAL" clId="{2E3FE783-9AB9-4869-96B1-16E14BA4AC72}" dt="2026-10-19T12:58:38.580" v="10934" actId="207"/>
          <ac:spMkLst>
            <pc:docMk/>
            <pc:sldMk cId="1653737069" sldId="286"/>
            <ac:spMk id="19" creationId="{B40038E8-D01C-DABB-3A71-28A05FD66C56}"/>
          </ac:spMkLst>
        </pc:spChg>
        <pc:spChg chg="add mod">
          <ac:chgData name="Bernardo Caputo Gomes" userId="6da50d2c-d1b7-4a9f-8ea6-11c55775b80e" providerId="ADAL" clId="{2E3FE783-9AB9-4869-96B1-16E14BA4AC72}" dt="2026-10-19T12:50:28.408" v="10860" actId="1038"/>
          <ac:spMkLst>
            <pc:docMk/>
            <pc:sldMk cId="1653737069" sldId="286"/>
            <ac:spMk id="21" creationId="{C7D5890E-C958-FDE3-A43E-3971AF6AFA01}"/>
          </ac:spMkLst>
        </pc:spChg>
        <pc:spChg chg="add mod">
          <ac:chgData name="Bernardo Caputo Gomes" userId="6da50d2c-d1b7-4a9f-8ea6-11c55775b80e" providerId="ADAL" clId="{2E3FE783-9AB9-4869-96B1-16E14BA4AC72}" dt="2026-10-19T13:00:07.518" v="10943" actId="207"/>
          <ac:spMkLst>
            <pc:docMk/>
            <pc:sldMk cId="1653737069" sldId="286"/>
            <ac:spMk id="24" creationId="{DE41B9E2-414D-A7D1-7BCF-7F24B0B6C855}"/>
          </ac:spMkLst>
        </pc:spChg>
        <pc:spChg chg="add mod topLvl">
          <ac:chgData name="Bernardo Caputo Gomes" userId="6da50d2c-d1b7-4a9f-8ea6-11c55775b80e" providerId="ADAL" clId="{2E3FE783-9AB9-4869-96B1-16E14BA4AC72}" dt="2026-10-19T12:50:03.986" v="10821" actId="165"/>
          <ac:spMkLst>
            <pc:docMk/>
            <pc:sldMk cId="1653737069" sldId="286"/>
            <ac:spMk id="27" creationId="{218C7C74-E83A-F4E0-4177-356EC2DF102D}"/>
          </ac:spMkLst>
        </pc:spChg>
        <pc:spChg chg="add del">
          <ac:chgData name="Bernardo Caputo Gomes" userId="6da50d2c-d1b7-4a9f-8ea6-11c55775b80e" providerId="ADAL" clId="{2E3FE783-9AB9-4869-96B1-16E14BA4AC72}" dt="2026-10-19T12:55:03.867" v="10890" actId="478"/>
          <ac:spMkLst>
            <pc:docMk/>
            <pc:sldMk cId="1653737069" sldId="286"/>
            <ac:spMk id="28" creationId="{D241E407-4470-4047-CBF0-F1017F3180C2}"/>
          </ac:spMkLst>
        </pc:spChg>
        <pc:spChg chg="add mod topLvl">
          <ac:chgData name="Bernardo Caputo Gomes" userId="6da50d2c-d1b7-4a9f-8ea6-11c55775b80e" providerId="ADAL" clId="{2E3FE783-9AB9-4869-96B1-16E14BA4AC72}" dt="2026-10-19T12:50:03.986" v="10821" actId="165"/>
          <ac:spMkLst>
            <pc:docMk/>
            <pc:sldMk cId="1653737069" sldId="286"/>
            <ac:spMk id="33" creationId="{69298370-0554-BCED-4107-E00D640B8A3D}"/>
          </ac:spMkLst>
        </pc:spChg>
        <pc:spChg chg="add mod">
          <ac:chgData name="Bernardo Caputo Gomes" userId="6da50d2c-d1b7-4a9f-8ea6-11c55775b80e" providerId="ADAL" clId="{2E3FE783-9AB9-4869-96B1-16E14BA4AC72}" dt="2026-10-19T13:26:58.376" v="12194" actId="113"/>
          <ac:spMkLst>
            <pc:docMk/>
            <pc:sldMk cId="1653737069" sldId="286"/>
            <ac:spMk id="38" creationId="{61D52229-697D-22DD-04DE-8FF4BBA6D6C0}"/>
          </ac:spMkLst>
        </pc:spChg>
        <pc:spChg chg="add mod topLvl">
          <ac:chgData name="Bernardo Caputo Gomes" userId="6da50d2c-d1b7-4a9f-8ea6-11c55775b80e" providerId="ADAL" clId="{2E3FE783-9AB9-4869-96B1-16E14BA4AC72}" dt="2026-10-19T12:50:03.986" v="10821" actId="165"/>
          <ac:spMkLst>
            <pc:docMk/>
            <pc:sldMk cId="1653737069" sldId="286"/>
            <ac:spMk id="39" creationId="{AE9B93B8-0E29-8838-E977-6FD99BAD27E0}"/>
          </ac:spMkLst>
        </pc:spChg>
        <pc:spChg chg="del">
          <ac:chgData name="Bernardo Caputo Gomes" userId="6da50d2c-d1b7-4a9f-8ea6-11c55775b80e" providerId="ADAL" clId="{2E3FE783-9AB9-4869-96B1-16E14BA4AC72}" dt="2026-10-19T13:24:11.171" v="12069" actId="478"/>
          <ac:spMkLst>
            <pc:docMk/>
            <pc:sldMk cId="1653737069" sldId="286"/>
            <ac:spMk id="42" creationId="{B1EE3A88-5BEB-DD07-8A36-C46DF45116CF}"/>
          </ac:spMkLst>
        </pc:spChg>
        <pc:grpChg chg="add mod">
          <ac:chgData name="Bernardo Caputo Gomes" userId="6da50d2c-d1b7-4a9f-8ea6-11c55775b80e" providerId="ADAL" clId="{2E3FE783-9AB9-4869-96B1-16E14BA4AC72}" dt="2026-10-19T12:51:13.641" v="10885" actId="12788"/>
          <ac:grpSpMkLst>
            <pc:docMk/>
            <pc:sldMk cId="1653737069" sldId="286"/>
            <ac:grpSpMk id="25" creationId="{1EB15500-A377-0E38-415F-0001B63F76C5}"/>
          </ac:grpSpMkLst>
        </pc:grpChg>
        <pc:grpChg chg="add del mod">
          <ac:chgData name="Bernardo Caputo Gomes" userId="6da50d2c-d1b7-4a9f-8ea6-11c55775b80e" providerId="ADAL" clId="{2E3FE783-9AB9-4869-96B1-16E14BA4AC72}" dt="2026-10-19T12:50:03.986" v="10821" actId="165"/>
          <ac:grpSpMkLst>
            <pc:docMk/>
            <pc:sldMk cId="1653737069" sldId="286"/>
            <ac:grpSpMk id="43" creationId="{39348266-8065-6117-3727-A2E75C2F740E}"/>
          </ac:grpSpMkLst>
        </pc:grpChg>
        <pc:picChg chg="add del mod modCrop">
          <ac:chgData name="Bernardo Caputo Gomes" userId="6da50d2c-d1b7-4a9f-8ea6-11c55775b80e" providerId="ADAL" clId="{2E3FE783-9AB9-4869-96B1-16E14BA4AC72}" dt="2026-10-19T12:57:04.152" v="10928" actId="478"/>
          <ac:picMkLst>
            <pc:docMk/>
            <pc:sldMk cId="1653737069" sldId="286"/>
            <ac:picMk id="30" creationId="{62D81727-85C1-A0BB-9FE5-0CD2057F3DEC}"/>
          </ac:picMkLst>
        </pc:picChg>
        <pc:picChg chg="add del mod modCrop">
          <ac:chgData name="Bernardo Caputo Gomes" userId="6da50d2c-d1b7-4a9f-8ea6-11c55775b80e" providerId="ADAL" clId="{2E3FE783-9AB9-4869-96B1-16E14BA4AC72}" dt="2026-10-19T12:58:41.048" v="10935" actId="478"/>
          <ac:picMkLst>
            <pc:docMk/>
            <pc:sldMk cId="1653737069" sldId="286"/>
            <ac:picMk id="32" creationId="{972D293E-EB4A-C36F-0437-CBE8FC1E612D}"/>
          </ac:picMkLst>
        </pc:picChg>
        <pc:picChg chg="add del mod modCrop">
          <ac:chgData name="Bernardo Caputo Gomes" userId="6da50d2c-d1b7-4a9f-8ea6-11c55775b80e" providerId="ADAL" clId="{2E3FE783-9AB9-4869-96B1-16E14BA4AC72}" dt="2026-10-19T13:00:09.623" v="10944" actId="478"/>
          <ac:picMkLst>
            <pc:docMk/>
            <pc:sldMk cId="1653737069" sldId="286"/>
            <ac:picMk id="34" creationId="{2C13E044-7493-BE3D-24EC-386A5A44D389}"/>
          </ac:picMkLst>
        </pc:picChg>
      </pc:sldChg>
      <pc:sldChg chg="del">
        <pc:chgData name="Bernardo Caputo Gomes" userId="6da50d2c-d1b7-4a9f-8ea6-11c55775b80e" providerId="ADAL" clId="{2E3FE783-9AB9-4869-96B1-16E14BA4AC72}" dt="2026-10-19T13:16:40.989" v="11901" actId="2696"/>
        <pc:sldMkLst>
          <pc:docMk/>
          <pc:sldMk cId="1406780801" sldId="289"/>
        </pc:sldMkLst>
      </pc:sldChg>
      <pc:sldChg chg="del">
        <pc:chgData name="Bernardo Caputo Gomes" userId="6da50d2c-d1b7-4a9f-8ea6-11c55775b80e" providerId="ADAL" clId="{2E3FE783-9AB9-4869-96B1-16E14BA4AC72}" dt="2026-10-19T13:16:37.575" v="11900" actId="2696"/>
        <pc:sldMkLst>
          <pc:docMk/>
          <pc:sldMk cId="3449326734" sldId="290"/>
        </pc:sldMkLst>
      </pc:sldChg>
      <pc:sldChg chg="del">
        <pc:chgData name="Bernardo Caputo Gomes" userId="6da50d2c-d1b7-4a9f-8ea6-11c55775b80e" providerId="ADAL" clId="{2E3FE783-9AB9-4869-96B1-16E14BA4AC72}" dt="2026-10-19T13:16:32.019" v="11899" actId="2696"/>
        <pc:sldMkLst>
          <pc:docMk/>
          <pc:sldMk cId="111405814" sldId="292"/>
        </pc:sldMkLst>
      </pc:sldChg>
      <pc:sldChg chg="del">
        <pc:chgData name="Bernardo Caputo Gomes" userId="6da50d2c-d1b7-4a9f-8ea6-11c55775b80e" providerId="ADAL" clId="{2E3FE783-9AB9-4869-96B1-16E14BA4AC72}" dt="2026-10-19T13:16:28.705" v="11898" actId="2696"/>
        <pc:sldMkLst>
          <pc:docMk/>
          <pc:sldMk cId="865773221" sldId="293"/>
        </pc:sldMkLst>
      </pc:sldChg>
      <pc:sldChg chg="del">
        <pc:chgData name="Bernardo Caputo Gomes" userId="6da50d2c-d1b7-4a9f-8ea6-11c55775b80e" providerId="ADAL" clId="{2E3FE783-9AB9-4869-96B1-16E14BA4AC72}" dt="2026-10-19T13:16:04.836" v="11892" actId="2696"/>
        <pc:sldMkLst>
          <pc:docMk/>
          <pc:sldMk cId="2436662301" sldId="309"/>
        </pc:sldMkLst>
      </pc:sldChg>
      <pc:sldChg chg="addSp delSp modSp mod modShow">
        <pc:chgData name="Bernardo Caputo Gomes" userId="6da50d2c-d1b7-4a9f-8ea6-11c55775b80e" providerId="ADAL" clId="{2E3FE783-9AB9-4869-96B1-16E14BA4AC72}" dt="2026-10-07T13:46:01.836" v="8530" actId="729"/>
        <pc:sldMkLst>
          <pc:docMk/>
          <pc:sldMk cId="801149791" sldId="311"/>
        </pc:sldMkLst>
        <pc:spChg chg="add mod">
          <ac:chgData name="Bernardo Caputo Gomes" userId="6da50d2c-d1b7-4a9f-8ea6-11c55775b80e" providerId="ADAL" clId="{2E3FE783-9AB9-4869-96B1-16E14BA4AC72}" dt="2026-09-20T19:20:48.183" v="2845" actId="20577"/>
          <ac:spMkLst>
            <pc:docMk/>
            <pc:sldMk cId="801149791" sldId="311"/>
            <ac:spMk id="2" creationId="{A0E77606-26DA-0203-CF64-39E63932F076}"/>
          </ac:spMkLst>
        </pc:spChg>
        <pc:spChg chg="add mod">
          <ac:chgData name="Bernardo Caputo Gomes" userId="6da50d2c-d1b7-4a9f-8ea6-11c55775b80e" providerId="ADAL" clId="{2E3FE783-9AB9-4869-96B1-16E14BA4AC72}" dt="2026-10-07T13:25:20.987" v="8519" actId="207"/>
          <ac:spMkLst>
            <pc:docMk/>
            <pc:sldMk cId="801149791" sldId="311"/>
            <ac:spMk id="6" creationId="{04741E8A-407A-1CBD-17DF-4C49C0C46DFC}"/>
          </ac:spMkLst>
        </pc:spChg>
        <pc:spChg chg="add mod">
          <ac:chgData name="Bernardo Caputo Gomes" userId="6da50d2c-d1b7-4a9f-8ea6-11c55775b80e" providerId="ADAL" clId="{2E3FE783-9AB9-4869-96B1-16E14BA4AC72}" dt="2026-09-20T21:29:50.603" v="3270" actId="20577"/>
          <ac:spMkLst>
            <pc:docMk/>
            <pc:sldMk cId="801149791" sldId="311"/>
            <ac:spMk id="11" creationId="{6DC6E710-8D0C-AF3E-B8D1-1B55D5636C6C}"/>
          </ac:spMkLst>
        </pc:spChg>
        <pc:graphicFrameChg chg="add mod">
          <ac:chgData name="Bernardo Caputo Gomes" userId="6da50d2c-d1b7-4a9f-8ea6-11c55775b80e" providerId="ADAL" clId="{2E3FE783-9AB9-4869-96B1-16E14BA4AC72}" dt="2026-09-20T23:50:29.889" v="3783" actId="554"/>
          <ac:graphicFrameMkLst>
            <pc:docMk/>
            <pc:sldMk cId="801149791" sldId="311"/>
            <ac:graphicFrameMk id="8" creationId="{C244A5EA-3344-9CBD-1007-8198A0191E71}"/>
          </ac:graphicFrameMkLst>
        </pc:graphicFrameChg>
        <pc:picChg chg="mod">
          <ac:chgData name="Bernardo Caputo Gomes" userId="6da50d2c-d1b7-4a9f-8ea6-11c55775b80e" providerId="ADAL" clId="{2E3FE783-9AB9-4869-96B1-16E14BA4AC72}" dt="2026-09-20T23:50:18.132" v="3772" actId="555"/>
          <ac:picMkLst>
            <pc:docMk/>
            <pc:sldMk cId="801149791" sldId="311"/>
            <ac:picMk id="10" creationId="{CCA30358-BB27-4E8D-0F68-70016BFACC66}"/>
          </ac:picMkLst>
        </pc:picChg>
        <pc:picChg chg="mod">
          <ac:chgData name="Bernardo Caputo Gomes" userId="6da50d2c-d1b7-4a9f-8ea6-11c55775b80e" providerId="ADAL" clId="{2E3FE783-9AB9-4869-96B1-16E14BA4AC72}" dt="2026-09-20T23:50:29.889" v="3783" actId="554"/>
          <ac:picMkLst>
            <pc:docMk/>
            <pc:sldMk cId="801149791" sldId="311"/>
            <ac:picMk id="12" creationId="{BDAF4802-C5E5-54A9-BE62-F9F025B7078D}"/>
          </ac:picMkLst>
        </pc:picChg>
      </pc:sldChg>
      <pc:sldChg chg="addSp modSp mod modShow">
        <pc:chgData name="Bernardo Caputo Gomes" userId="6da50d2c-d1b7-4a9f-8ea6-11c55775b80e" providerId="ADAL" clId="{2E3FE783-9AB9-4869-96B1-16E14BA4AC72}" dt="2026-10-07T13:46:20.081" v="8534" actId="729"/>
        <pc:sldMkLst>
          <pc:docMk/>
          <pc:sldMk cId="4177298897" sldId="314"/>
        </pc:sldMkLst>
        <pc:spChg chg="mod ord">
          <ac:chgData name="Bernardo Caputo Gomes" userId="6da50d2c-d1b7-4a9f-8ea6-11c55775b80e" providerId="ADAL" clId="{2E3FE783-9AB9-4869-96B1-16E14BA4AC72}" dt="2026-09-20T19:21:10.554" v="2902" actId="1036"/>
          <ac:spMkLst>
            <pc:docMk/>
            <pc:sldMk cId="4177298897" sldId="314"/>
            <ac:spMk id="2" creationId="{E5BC7041-CE8D-FBE5-1ED1-CE11E4A9002A}"/>
          </ac:spMkLst>
        </pc:spChg>
        <pc:spChg chg="add mod">
          <ac:chgData name="Bernardo Caputo Gomes" userId="6da50d2c-d1b7-4a9f-8ea6-11c55775b80e" providerId="ADAL" clId="{2E3FE783-9AB9-4869-96B1-16E14BA4AC72}" dt="2026-09-20T19:21:04.033" v="2872" actId="20577"/>
          <ac:spMkLst>
            <pc:docMk/>
            <pc:sldMk cId="4177298897" sldId="314"/>
            <ac:spMk id="6" creationId="{EBFC3A54-1B27-3877-1563-920803B00F30}"/>
          </ac:spMkLst>
        </pc:spChg>
      </pc:sldChg>
      <pc:sldChg chg="ord">
        <pc:chgData name="Bernardo Caputo Gomes" userId="6da50d2c-d1b7-4a9f-8ea6-11c55775b80e" providerId="ADAL" clId="{2E3FE783-9AB9-4869-96B1-16E14BA4AC72}" dt="2026-09-20T18:58:23.400" v="2501"/>
        <pc:sldMkLst>
          <pc:docMk/>
          <pc:sldMk cId="1695601358" sldId="317"/>
        </pc:sldMkLst>
      </pc:sldChg>
      <pc:sldChg chg="addSp delSp modSp mod">
        <pc:chgData name="Bernardo Caputo Gomes" userId="6da50d2c-d1b7-4a9f-8ea6-11c55775b80e" providerId="ADAL" clId="{2E3FE783-9AB9-4869-96B1-16E14BA4AC72}" dt="2026-09-20T19:53:20.767" v="2956" actId="12789"/>
        <pc:sldMkLst>
          <pc:docMk/>
          <pc:sldMk cId="4031254641" sldId="326"/>
        </pc:sldMkLst>
        <pc:spChg chg="add mod">
          <ac:chgData name="Bernardo Caputo Gomes" userId="6da50d2c-d1b7-4a9f-8ea6-11c55775b80e" providerId="ADAL" clId="{2E3FE783-9AB9-4869-96B1-16E14BA4AC72}" dt="2026-09-20T19:53:20.767" v="2956" actId="12789"/>
          <ac:spMkLst>
            <pc:docMk/>
            <pc:sldMk cId="4031254641" sldId="326"/>
            <ac:spMk id="3" creationId="{565A2CF0-8812-626E-0F76-2F3BDB1B08AA}"/>
          </ac:spMkLst>
        </pc:spChg>
        <pc:spChg chg="mod">
          <ac:chgData name="Bernardo Caputo Gomes" userId="6da50d2c-d1b7-4a9f-8ea6-11c55775b80e" providerId="ADAL" clId="{2E3FE783-9AB9-4869-96B1-16E14BA4AC72}" dt="2026-09-20T19:53:20.767" v="2956" actId="12789"/>
          <ac:spMkLst>
            <pc:docMk/>
            <pc:sldMk cId="4031254641" sldId="326"/>
            <ac:spMk id="2012" creationId="{00000000-0000-0000-0000-000000000000}"/>
          </ac:spMkLst>
        </pc:spChg>
      </pc:sldChg>
      <pc:sldChg chg="addSp delSp modSp mod">
        <pc:chgData name="Bernardo Caputo Gomes" userId="6da50d2c-d1b7-4a9f-8ea6-11c55775b80e" providerId="ADAL" clId="{2E3FE783-9AB9-4869-96B1-16E14BA4AC72}" dt="2026-10-07T14:00:09.330" v="8760" actId="478"/>
        <pc:sldMkLst>
          <pc:docMk/>
          <pc:sldMk cId="2721456284" sldId="328"/>
        </pc:sldMkLst>
        <pc:spChg chg="mod">
          <ac:chgData name="Bernardo Caputo Gomes" userId="6da50d2c-d1b7-4a9f-8ea6-11c55775b80e" providerId="ADAL" clId="{2E3FE783-9AB9-4869-96B1-16E14BA4AC72}" dt="2026-09-20T20:04:06.412" v="2975" actId="208"/>
          <ac:spMkLst>
            <pc:docMk/>
            <pc:sldMk cId="2721456284" sldId="328"/>
            <ac:spMk id="5" creationId="{985978EA-62E5-5444-25C9-1E5117C7568B}"/>
          </ac:spMkLst>
        </pc:spChg>
        <pc:spChg chg="mod">
          <ac:chgData name="Bernardo Caputo Gomes" userId="6da50d2c-d1b7-4a9f-8ea6-11c55775b80e" providerId="ADAL" clId="{2E3FE783-9AB9-4869-96B1-16E14BA4AC72}" dt="2026-09-20T20:04:19.257" v="2978" actId="1037"/>
          <ac:spMkLst>
            <pc:docMk/>
            <pc:sldMk cId="2721456284" sldId="328"/>
            <ac:spMk id="8" creationId="{85F5A5DC-0139-79BC-99F1-5BC2742958CB}"/>
          </ac:spMkLst>
        </pc:spChg>
        <pc:spChg chg="mod">
          <ac:chgData name="Bernardo Caputo Gomes" userId="6da50d2c-d1b7-4a9f-8ea6-11c55775b80e" providerId="ADAL" clId="{2E3FE783-9AB9-4869-96B1-16E14BA4AC72}" dt="2026-09-20T21:22:29.737" v="3116" actId="1035"/>
          <ac:spMkLst>
            <pc:docMk/>
            <pc:sldMk cId="2721456284" sldId="328"/>
            <ac:spMk id="21" creationId="{E2F180CF-09D1-B73C-EF67-A17E37AED802}"/>
          </ac:spMkLst>
        </pc:spChg>
        <pc:spChg chg="mod">
          <ac:chgData name="Bernardo Caputo Gomes" userId="6da50d2c-d1b7-4a9f-8ea6-11c55775b80e" providerId="ADAL" clId="{2E3FE783-9AB9-4869-96B1-16E14BA4AC72}" dt="2026-09-20T23:51:04.541" v="3790" actId="1038"/>
          <ac:spMkLst>
            <pc:docMk/>
            <pc:sldMk cId="2721456284" sldId="328"/>
            <ac:spMk id="33" creationId="{CAEC2B22-F8E2-F5DE-CD1F-BDA55B5C0067}"/>
          </ac:spMkLst>
        </pc:spChg>
        <pc:spChg chg="mod">
          <ac:chgData name="Bernardo Caputo Gomes" userId="6da50d2c-d1b7-4a9f-8ea6-11c55775b80e" providerId="ADAL" clId="{2E3FE783-9AB9-4869-96B1-16E14BA4AC72}" dt="2026-09-20T23:51:04.541" v="3790" actId="1038"/>
          <ac:spMkLst>
            <pc:docMk/>
            <pc:sldMk cId="2721456284" sldId="328"/>
            <ac:spMk id="34" creationId="{3BE9C572-D2E6-86CB-1587-EA01C3F96FC8}"/>
          </ac:spMkLst>
        </pc:spChg>
        <pc:spChg chg="mod">
          <ac:chgData name="Bernardo Caputo Gomes" userId="6da50d2c-d1b7-4a9f-8ea6-11c55775b80e" providerId="ADAL" clId="{2E3FE783-9AB9-4869-96B1-16E14BA4AC72}" dt="2026-09-20T23:51:04.541" v="3790" actId="1038"/>
          <ac:spMkLst>
            <pc:docMk/>
            <pc:sldMk cId="2721456284" sldId="328"/>
            <ac:spMk id="41" creationId="{E5AFCA71-4556-0927-CC18-E35AF9C15E52}"/>
          </ac:spMkLst>
        </pc:spChg>
        <pc:spChg chg="mod">
          <ac:chgData name="Bernardo Caputo Gomes" userId="6da50d2c-d1b7-4a9f-8ea6-11c55775b80e" providerId="ADAL" clId="{2E3FE783-9AB9-4869-96B1-16E14BA4AC72}" dt="2026-09-20T23:51:04.541" v="3790" actId="1038"/>
          <ac:spMkLst>
            <pc:docMk/>
            <pc:sldMk cId="2721456284" sldId="328"/>
            <ac:spMk id="42" creationId="{ADAF658A-EE6C-9A45-8A24-555F1FCC921A}"/>
          </ac:spMkLst>
        </pc:spChg>
        <pc:spChg chg="mod">
          <ac:chgData name="Bernardo Caputo Gomes" userId="6da50d2c-d1b7-4a9f-8ea6-11c55775b80e" providerId="ADAL" clId="{2E3FE783-9AB9-4869-96B1-16E14BA4AC72}" dt="2026-09-20T23:51:04.541" v="3790" actId="1038"/>
          <ac:spMkLst>
            <pc:docMk/>
            <pc:sldMk cId="2721456284" sldId="328"/>
            <ac:spMk id="45" creationId="{A75846B6-9F47-2ADE-B15A-A71A703DA040}"/>
          </ac:spMkLst>
        </pc:spChg>
        <pc:spChg chg="mod">
          <ac:chgData name="Bernardo Caputo Gomes" userId="6da50d2c-d1b7-4a9f-8ea6-11c55775b80e" providerId="ADAL" clId="{2E3FE783-9AB9-4869-96B1-16E14BA4AC72}" dt="2026-09-20T23:51:04.541" v="3790" actId="1038"/>
          <ac:spMkLst>
            <pc:docMk/>
            <pc:sldMk cId="2721456284" sldId="328"/>
            <ac:spMk id="47" creationId="{4CAD3348-C567-15A4-2830-0E7FD9C98CD8}"/>
          </ac:spMkLst>
        </pc:spChg>
        <pc:spChg chg="mod">
          <ac:chgData name="Bernardo Caputo Gomes" userId="6da50d2c-d1b7-4a9f-8ea6-11c55775b80e" providerId="ADAL" clId="{2E3FE783-9AB9-4869-96B1-16E14BA4AC72}" dt="2026-09-20T23:51:04.541" v="3790" actId="1038"/>
          <ac:spMkLst>
            <pc:docMk/>
            <pc:sldMk cId="2721456284" sldId="328"/>
            <ac:spMk id="50" creationId="{8EDAC523-3440-F5E1-3B09-3E46F6FB1180}"/>
          </ac:spMkLst>
        </pc:spChg>
        <pc:spChg chg="mod">
          <ac:chgData name="Bernardo Caputo Gomes" userId="6da50d2c-d1b7-4a9f-8ea6-11c55775b80e" providerId="ADAL" clId="{2E3FE783-9AB9-4869-96B1-16E14BA4AC72}" dt="2026-09-20T23:51:04.541" v="3790" actId="1038"/>
          <ac:spMkLst>
            <pc:docMk/>
            <pc:sldMk cId="2721456284" sldId="328"/>
            <ac:spMk id="52" creationId="{2EEF50C7-B3BC-4B0D-5EB2-2A4755C30980}"/>
          </ac:spMkLst>
        </pc:spChg>
        <pc:spChg chg="mod">
          <ac:chgData name="Bernardo Caputo Gomes" userId="6da50d2c-d1b7-4a9f-8ea6-11c55775b80e" providerId="ADAL" clId="{2E3FE783-9AB9-4869-96B1-16E14BA4AC72}" dt="2026-09-20T23:51:04.541" v="3790" actId="1038"/>
          <ac:spMkLst>
            <pc:docMk/>
            <pc:sldMk cId="2721456284" sldId="328"/>
            <ac:spMk id="56" creationId="{FCF6F84C-6FDA-5A23-E069-7B6EB94AC346}"/>
          </ac:spMkLst>
        </pc:spChg>
        <pc:spChg chg="mod">
          <ac:chgData name="Bernardo Caputo Gomes" userId="6da50d2c-d1b7-4a9f-8ea6-11c55775b80e" providerId="ADAL" clId="{2E3FE783-9AB9-4869-96B1-16E14BA4AC72}" dt="2026-09-20T23:51:04.541" v="3790" actId="1038"/>
          <ac:spMkLst>
            <pc:docMk/>
            <pc:sldMk cId="2721456284" sldId="328"/>
            <ac:spMk id="57" creationId="{FE3FCA8F-D61C-2493-4980-78F3B5655899}"/>
          </ac:spMkLst>
        </pc:spChg>
        <pc:picChg chg="mod">
          <ac:chgData name="Bernardo Caputo Gomes" userId="6da50d2c-d1b7-4a9f-8ea6-11c55775b80e" providerId="ADAL" clId="{2E3FE783-9AB9-4869-96B1-16E14BA4AC72}" dt="2026-09-20T21:07:02.279" v="3088" actId="14100"/>
          <ac:picMkLst>
            <pc:docMk/>
            <pc:sldMk cId="2721456284" sldId="328"/>
            <ac:picMk id="22" creationId="{FBC7BA27-3F5C-AC55-92CE-8C27CAA84D15}"/>
          </ac:picMkLst>
        </pc:picChg>
      </pc:sldChg>
      <pc:sldChg chg="addSp delSp modSp mod">
        <pc:chgData name="Bernardo Caputo Gomes" userId="6da50d2c-d1b7-4a9f-8ea6-11c55775b80e" providerId="ADAL" clId="{2E3FE783-9AB9-4869-96B1-16E14BA4AC72}" dt="2026-09-20T23:50:43.964" v="3784" actId="478"/>
        <pc:sldMkLst>
          <pc:docMk/>
          <pc:sldMk cId="3816260276" sldId="329"/>
        </pc:sldMkLst>
      </pc:sldChg>
      <pc:sldChg chg="addSp delSp modSp add mod ord modShow">
        <pc:chgData name="Bernardo Caputo Gomes" userId="6da50d2c-d1b7-4a9f-8ea6-11c55775b80e" providerId="ADAL" clId="{2E3FE783-9AB9-4869-96B1-16E14BA4AC72}" dt="2026-09-20T19:01:53.027" v="2843" actId="20577"/>
        <pc:sldMkLst>
          <pc:docMk/>
          <pc:sldMk cId="917026926" sldId="344"/>
        </pc:sldMkLst>
        <pc:spChg chg="mod">
          <ac:chgData name="Bernardo Caputo Gomes" userId="6da50d2c-d1b7-4a9f-8ea6-11c55775b80e" providerId="ADAL" clId="{2E3FE783-9AB9-4869-96B1-16E14BA4AC72}" dt="2026-09-20T16:00:55.993" v="2360" actId="313"/>
          <ac:spMkLst>
            <pc:docMk/>
            <pc:sldMk cId="917026926" sldId="344"/>
            <ac:spMk id="3" creationId="{825EF4D4-933F-A75F-D5A2-5869C711460A}"/>
          </ac:spMkLst>
        </pc:spChg>
        <pc:spChg chg="add mod">
          <ac:chgData name="Bernardo Caputo Gomes" userId="6da50d2c-d1b7-4a9f-8ea6-11c55775b80e" providerId="ADAL" clId="{2E3FE783-9AB9-4869-96B1-16E14BA4AC72}" dt="2026-09-20T16:01:14.823" v="2362" actId="164"/>
          <ac:spMkLst>
            <pc:docMk/>
            <pc:sldMk cId="917026926" sldId="344"/>
            <ac:spMk id="5" creationId="{C678DA31-3BB0-DFEA-48F2-E67463403928}"/>
          </ac:spMkLst>
        </pc:spChg>
        <pc:spChg chg="add mod">
          <ac:chgData name="Bernardo Caputo Gomes" userId="6da50d2c-d1b7-4a9f-8ea6-11c55775b80e" providerId="ADAL" clId="{2E3FE783-9AB9-4869-96B1-16E14BA4AC72}" dt="2026-09-20T16:01:14.823" v="2362" actId="164"/>
          <ac:spMkLst>
            <pc:docMk/>
            <pc:sldMk cId="917026926" sldId="344"/>
            <ac:spMk id="10" creationId="{0D83207D-3922-3DFE-8CE4-7821D12F7489}"/>
          </ac:spMkLst>
        </pc:spChg>
        <pc:spChg chg="add mod">
          <ac:chgData name="Bernardo Caputo Gomes" userId="6da50d2c-d1b7-4a9f-8ea6-11c55775b80e" providerId="ADAL" clId="{2E3FE783-9AB9-4869-96B1-16E14BA4AC72}" dt="2026-09-20T16:01:14.823" v="2362" actId="164"/>
          <ac:spMkLst>
            <pc:docMk/>
            <pc:sldMk cId="917026926" sldId="344"/>
            <ac:spMk id="16" creationId="{3E0C97DF-4723-D794-0BE1-C94A061EFA01}"/>
          </ac:spMkLst>
        </pc:spChg>
        <pc:spChg chg="add mod">
          <ac:chgData name="Bernardo Caputo Gomes" userId="6da50d2c-d1b7-4a9f-8ea6-11c55775b80e" providerId="ADAL" clId="{2E3FE783-9AB9-4869-96B1-16E14BA4AC72}" dt="2026-09-20T16:01:14.823" v="2362" actId="164"/>
          <ac:spMkLst>
            <pc:docMk/>
            <pc:sldMk cId="917026926" sldId="344"/>
            <ac:spMk id="20" creationId="{2CF9107D-5A77-E6F4-C5E8-2CF16F1A7187}"/>
          </ac:spMkLst>
        </pc:spChg>
        <pc:spChg chg="add mod">
          <ac:chgData name="Bernardo Caputo Gomes" userId="6da50d2c-d1b7-4a9f-8ea6-11c55775b80e" providerId="ADAL" clId="{2E3FE783-9AB9-4869-96B1-16E14BA4AC72}" dt="2026-09-20T16:01:14.823" v="2362" actId="164"/>
          <ac:spMkLst>
            <pc:docMk/>
            <pc:sldMk cId="917026926" sldId="344"/>
            <ac:spMk id="24" creationId="{C76546F3-4ACF-048B-EA0C-04B0F24D1C51}"/>
          </ac:spMkLst>
        </pc:spChg>
        <pc:spChg chg="add mod">
          <ac:chgData name="Bernardo Caputo Gomes" userId="6da50d2c-d1b7-4a9f-8ea6-11c55775b80e" providerId="ADAL" clId="{2E3FE783-9AB9-4869-96B1-16E14BA4AC72}" dt="2026-09-20T16:01:14.823" v="2362" actId="164"/>
          <ac:spMkLst>
            <pc:docMk/>
            <pc:sldMk cId="917026926" sldId="344"/>
            <ac:spMk id="26" creationId="{BC8CD39C-4F0C-DFFA-CB2A-F214BD11D440}"/>
          </ac:spMkLst>
        </pc:spChg>
        <pc:spChg chg="add mod">
          <ac:chgData name="Bernardo Caputo Gomes" userId="6da50d2c-d1b7-4a9f-8ea6-11c55775b80e" providerId="ADAL" clId="{2E3FE783-9AB9-4869-96B1-16E14BA4AC72}" dt="2026-09-20T16:01:14.823" v="2362" actId="164"/>
          <ac:spMkLst>
            <pc:docMk/>
            <pc:sldMk cId="917026926" sldId="344"/>
            <ac:spMk id="29" creationId="{17A3757B-3D23-CC99-C609-93EA175E5E1C}"/>
          </ac:spMkLst>
        </pc:spChg>
        <pc:spChg chg="add mod">
          <ac:chgData name="Bernardo Caputo Gomes" userId="6da50d2c-d1b7-4a9f-8ea6-11c55775b80e" providerId="ADAL" clId="{2E3FE783-9AB9-4869-96B1-16E14BA4AC72}" dt="2026-09-20T16:01:14.823" v="2362" actId="164"/>
          <ac:spMkLst>
            <pc:docMk/>
            <pc:sldMk cId="917026926" sldId="344"/>
            <ac:spMk id="33" creationId="{6088F753-4FD4-5A34-C195-06791D3D6C13}"/>
          </ac:spMkLst>
        </pc:spChg>
        <pc:spChg chg="mod">
          <ac:chgData name="Bernardo Caputo Gomes" userId="6da50d2c-d1b7-4a9f-8ea6-11c55775b80e" providerId="ADAL" clId="{2E3FE783-9AB9-4869-96B1-16E14BA4AC72}" dt="2026-09-20T16:02:31.580" v="2368" actId="164"/>
          <ac:spMkLst>
            <pc:docMk/>
            <pc:sldMk cId="917026926" sldId="344"/>
            <ac:spMk id="39" creationId="{AEAC7FCF-A270-3DDA-9CBD-2FBC3897C461}"/>
          </ac:spMkLst>
        </pc:spChg>
        <pc:spChg chg="add mod">
          <ac:chgData name="Bernardo Caputo Gomes" userId="6da50d2c-d1b7-4a9f-8ea6-11c55775b80e" providerId="ADAL" clId="{2E3FE783-9AB9-4869-96B1-16E14BA4AC72}" dt="2026-09-20T16:02:31.580" v="2368" actId="164"/>
          <ac:spMkLst>
            <pc:docMk/>
            <pc:sldMk cId="917026926" sldId="344"/>
            <ac:spMk id="43" creationId="{68EC1178-B3E0-683C-0C89-8459BC3D1055}"/>
          </ac:spMkLst>
        </pc:spChg>
        <pc:spChg chg="mod">
          <ac:chgData name="Bernardo Caputo Gomes" userId="6da50d2c-d1b7-4a9f-8ea6-11c55775b80e" providerId="ADAL" clId="{2E3FE783-9AB9-4869-96B1-16E14BA4AC72}" dt="2026-09-20T16:02:24.770" v="2367" actId="164"/>
          <ac:spMkLst>
            <pc:docMk/>
            <pc:sldMk cId="917026926" sldId="344"/>
            <ac:spMk id="45" creationId="{E94064C7-BA11-7737-396D-8E263430C145}"/>
          </ac:spMkLst>
        </pc:spChg>
        <pc:spChg chg="add mod">
          <ac:chgData name="Bernardo Caputo Gomes" userId="6da50d2c-d1b7-4a9f-8ea6-11c55775b80e" providerId="ADAL" clId="{2E3FE783-9AB9-4869-96B1-16E14BA4AC72}" dt="2026-09-20T16:02:24.770" v="2367" actId="164"/>
          <ac:spMkLst>
            <pc:docMk/>
            <pc:sldMk cId="917026926" sldId="344"/>
            <ac:spMk id="47" creationId="{FF28408C-6E49-C75A-9151-9938FC1DB6C6}"/>
          </ac:spMkLst>
        </pc:spChg>
        <pc:spChg chg="add mod">
          <ac:chgData name="Bernardo Caputo Gomes" userId="6da50d2c-d1b7-4a9f-8ea6-11c55775b80e" providerId="ADAL" clId="{2E3FE783-9AB9-4869-96B1-16E14BA4AC72}" dt="2026-09-20T16:02:24.770" v="2367" actId="164"/>
          <ac:spMkLst>
            <pc:docMk/>
            <pc:sldMk cId="917026926" sldId="344"/>
            <ac:spMk id="51" creationId="{A1265641-DD71-F7E4-D3C9-AA684D31DBE8}"/>
          </ac:spMkLst>
        </pc:spChg>
        <pc:spChg chg="add">
          <ac:chgData name="Bernardo Caputo Gomes" userId="6da50d2c-d1b7-4a9f-8ea6-11c55775b80e" providerId="ADAL" clId="{2E3FE783-9AB9-4869-96B1-16E14BA4AC72}" dt="2026-09-20T16:01:38.770" v="2363" actId="22"/>
          <ac:spMkLst>
            <pc:docMk/>
            <pc:sldMk cId="917026926" sldId="344"/>
            <ac:spMk id="55" creationId="{36A6CB95-61FE-E222-18B8-BC8694108F29}"/>
          </ac:spMkLst>
        </pc:spChg>
        <pc:spChg chg="add mod">
          <ac:chgData name="Bernardo Caputo Gomes" userId="6da50d2c-d1b7-4a9f-8ea6-11c55775b80e" providerId="ADAL" clId="{2E3FE783-9AB9-4869-96B1-16E14BA4AC72}" dt="2026-09-20T16:02:24.770" v="2367" actId="164"/>
          <ac:spMkLst>
            <pc:docMk/>
            <pc:sldMk cId="917026926" sldId="344"/>
            <ac:spMk id="59" creationId="{4C0C3975-5F73-3056-5DB8-EC9CEA09306D}"/>
          </ac:spMkLst>
        </pc:spChg>
        <pc:spChg chg="mod">
          <ac:chgData name="Bernardo Caputo Gomes" userId="6da50d2c-d1b7-4a9f-8ea6-11c55775b80e" providerId="ADAL" clId="{2E3FE783-9AB9-4869-96B1-16E14BA4AC72}" dt="2026-09-20T16:02:24.770" v="2367" actId="164"/>
          <ac:spMkLst>
            <pc:docMk/>
            <pc:sldMk cId="917026926" sldId="344"/>
            <ac:spMk id="63" creationId="{636112A7-D697-73A3-257D-EF8D0D399C21}"/>
          </ac:spMkLst>
        </pc:spChg>
        <pc:spChg chg="add mod">
          <ac:chgData name="Bernardo Caputo Gomes" userId="6da50d2c-d1b7-4a9f-8ea6-11c55775b80e" providerId="ADAL" clId="{2E3FE783-9AB9-4869-96B1-16E14BA4AC72}" dt="2026-09-20T16:02:24.770" v="2367" actId="164"/>
          <ac:spMkLst>
            <pc:docMk/>
            <pc:sldMk cId="917026926" sldId="344"/>
            <ac:spMk id="67" creationId="{3E972387-1627-E2C1-A646-D1878B3A7814}"/>
          </ac:spMkLst>
        </pc:spChg>
        <pc:spChg chg="add mod">
          <ac:chgData name="Bernardo Caputo Gomes" userId="6da50d2c-d1b7-4a9f-8ea6-11c55775b80e" providerId="ADAL" clId="{2E3FE783-9AB9-4869-96B1-16E14BA4AC72}" dt="2026-09-20T16:02:24.770" v="2367" actId="164"/>
          <ac:spMkLst>
            <pc:docMk/>
            <pc:sldMk cId="917026926" sldId="344"/>
            <ac:spMk id="71" creationId="{298126D2-CB5A-1E16-283A-C4F682298DAA}"/>
          </ac:spMkLst>
        </pc:spChg>
        <pc:spChg chg="mod">
          <ac:chgData name="Bernardo Caputo Gomes" userId="6da50d2c-d1b7-4a9f-8ea6-11c55775b80e" providerId="ADAL" clId="{2E3FE783-9AB9-4869-96B1-16E14BA4AC72}" dt="2026-09-20T16:02:24.770" v="2367" actId="164"/>
          <ac:spMkLst>
            <pc:docMk/>
            <pc:sldMk cId="917026926" sldId="344"/>
            <ac:spMk id="78" creationId="{486654E4-AB2D-4093-A331-A607C862D102}"/>
          </ac:spMkLst>
        </pc:spChg>
        <pc:spChg chg="add mod">
          <ac:chgData name="Bernardo Caputo Gomes" userId="6da50d2c-d1b7-4a9f-8ea6-11c55775b80e" providerId="ADAL" clId="{2E3FE783-9AB9-4869-96B1-16E14BA4AC72}" dt="2026-09-20T16:02:24.770" v="2367" actId="164"/>
          <ac:spMkLst>
            <pc:docMk/>
            <pc:sldMk cId="917026926" sldId="344"/>
            <ac:spMk id="82" creationId="{0F0F0484-D426-7493-11AB-F6E6012B5930}"/>
          </ac:spMkLst>
        </pc:spChg>
        <pc:spChg chg="mod">
          <ac:chgData name="Bernardo Caputo Gomes" userId="6da50d2c-d1b7-4a9f-8ea6-11c55775b80e" providerId="ADAL" clId="{2E3FE783-9AB9-4869-96B1-16E14BA4AC72}" dt="2026-09-20T16:02:24.770" v="2367" actId="164"/>
          <ac:spMkLst>
            <pc:docMk/>
            <pc:sldMk cId="917026926" sldId="344"/>
            <ac:spMk id="86" creationId="{23DF7A25-76B3-21BA-E668-9F9E982247AF}"/>
          </ac:spMkLst>
        </pc:spChg>
        <pc:spChg chg="add mod">
          <ac:chgData name="Bernardo Caputo Gomes" userId="6da50d2c-d1b7-4a9f-8ea6-11c55775b80e" providerId="ADAL" clId="{2E3FE783-9AB9-4869-96B1-16E14BA4AC72}" dt="2026-09-20T16:02:58.623" v="2387" actId="164"/>
          <ac:spMkLst>
            <pc:docMk/>
            <pc:sldMk cId="917026926" sldId="344"/>
            <ac:spMk id="90" creationId="{E976D4D9-95A2-B4BA-379D-6481F2053AE3}"/>
          </ac:spMkLst>
        </pc:spChg>
        <pc:spChg chg="add mod">
          <ac:chgData name="Bernardo Caputo Gomes" userId="6da50d2c-d1b7-4a9f-8ea6-11c55775b80e" providerId="ADAL" clId="{2E3FE783-9AB9-4869-96B1-16E14BA4AC72}" dt="2026-09-20T19:01:53.027" v="2843" actId="20577"/>
          <ac:spMkLst>
            <pc:docMk/>
            <pc:sldMk cId="917026926" sldId="344"/>
            <ac:spMk id="94" creationId="{B95565A2-4882-2370-46D5-D12E0B486C40}"/>
          </ac:spMkLst>
        </pc:spChg>
        <pc:spChg chg="add">
          <ac:chgData name="Bernardo Caputo Gomes" userId="6da50d2c-d1b7-4a9f-8ea6-11c55775b80e" providerId="ADAL" clId="{2E3FE783-9AB9-4869-96B1-16E14BA4AC72}" dt="2026-09-20T16:01:55.103" v="2366" actId="22"/>
          <ac:spMkLst>
            <pc:docMk/>
            <pc:sldMk cId="917026926" sldId="344"/>
            <ac:spMk id="162" creationId="{83BDBE20-A294-593C-5A26-21488A7BD3DE}"/>
          </ac:spMkLst>
        </pc:spChg>
        <pc:grpChg chg="add mod">
          <ac:chgData name="Bernardo Caputo Gomes" userId="6da50d2c-d1b7-4a9f-8ea6-11c55775b80e" providerId="ADAL" clId="{2E3FE783-9AB9-4869-96B1-16E14BA4AC72}" dt="2026-09-20T19:00:09.854" v="2528" actId="465"/>
          <ac:grpSpMkLst>
            <pc:docMk/>
            <pc:sldMk cId="917026926" sldId="344"/>
            <ac:grpSpMk id="35" creationId="{C578AC84-2773-A277-A61B-305BD14E15B4}"/>
          </ac:grpSpMkLst>
        </pc:grpChg>
        <pc:grpChg chg="mod">
          <ac:chgData name="Bernardo Caputo Gomes" userId="6da50d2c-d1b7-4a9f-8ea6-11c55775b80e" providerId="ADAL" clId="{2E3FE783-9AB9-4869-96B1-16E14BA4AC72}" dt="2026-09-20T19:00:07.623" v="2527" actId="12788"/>
          <ac:grpSpMkLst>
            <pc:docMk/>
            <pc:sldMk cId="917026926" sldId="344"/>
            <ac:grpSpMk id="163" creationId="{723C95C8-FB99-08ED-6037-EDC5931F5FD1}"/>
          </ac:grpSpMkLst>
        </pc:grpChg>
        <pc:grpChg chg="add mod">
          <ac:chgData name="Bernardo Caputo Gomes" userId="6da50d2c-d1b7-4a9f-8ea6-11c55775b80e" providerId="ADAL" clId="{2E3FE783-9AB9-4869-96B1-16E14BA4AC72}" dt="2026-09-20T19:00:09.854" v="2528" actId="465"/>
          <ac:grpSpMkLst>
            <pc:docMk/>
            <pc:sldMk cId="917026926" sldId="344"/>
            <ac:grpSpMk id="164" creationId="{09F9C9B5-1EA6-E5CC-7A31-BEA9D0901C41}"/>
          </ac:grpSpMkLst>
        </pc:grpChg>
        <pc:grpChg chg="add mod">
          <ac:chgData name="Bernardo Caputo Gomes" userId="6da50d2c-d1b7-4a9f-8ea6-11c55775b80e" providerId="ADAL" clId="{2E3FE783-9AB9-4869-96B1-16E14BA4AC72}" dt="2026-09-20T19:00:07.623" v="2527" actId="12788"/>
          <ac:grpSpMkLst>
            <pc:docMk/>
            <pc:sldMk cId="917026926" sldId="344"/>
            <ac:grpSpMk id="165" creationId="{812C7FBF-C156-B397-C6CD-DB70574B0437}"/>
          </ac:grpSpMkLst>
        </pc:grpChg>
      </pc:sldChg>
      <pc:sldChg chg="addSp delSp modSp add mod ord">
        <pc:chgData name="Bernardo Caputo Gomes" userId="6da50d2c-d1b7-4a9f-8ea6-11c55775b80e" providerId="ADAL" clId="{2E3FE783-9AB9-4869-96B1-16E14BA4AC72}" dt="2026-09-20T16:06:02.901" v="2498" actId="478"/>
        <pc:sldMkLst>
          <pc:docMk/>
          <pc:sldMk cId="477705058" sldId="345"/>
        </pc:sldMkLst>
        <pc:spChg chg="add mod">
          <ac:chgData name="Bernardo Caputo Gomes" userId="6da50d2c-d1b7-4a9f-8ea6-11c55775b80e" providerId="ADAL" clId="{2E3FE783-9AB9-4869-96B1-16E14BA4AC72}" dt="2026-09-20T16:05:48.737" v="2497" actId="1038"/>
          <ac:spMkLst>
            <pc:docMk/>
            <pc:sldMk cId="477705058" sldId="345"/>
            <ac:spMk id="8" creationId="{65AAED65-3818-1D6F-46A2-74200BCE7D7F}"/>
          </ac:spMkLst>
        </pc:spChg>
      </pc:sldChg>
      <pc:sldChg chg="addSp delSp modSp mod modShow">
        <pc:chgData name="Bernardo Caputo Gomes" userId="6da50d2c-d1b7-4a9f-8ea6-11c55775b80e" providerId="ADAL" clId="{2E3FE783-9AB9-4869-96B1-16E14BA4AC72}" dt="2026-10-07T13:45:58.742" v="8529" actId="729"/>
        <pc:sldMkLst>
          <pc:docMk/>
          <pc:sldMk cId="2248886962" sldId="346"/>
        </pc:sldMkLst>
        <pc:spChg chg="add mod">
          <ac:chgData name="Bernardo Caputo Gomes" userId="6da50d2c-d1b7-4a9f-8ea6-11c55775b80e" providerId="ADAL" clId="{2E3FE783-9AB9-4869-96B1-16E14BA4AC72}" dt="2026-09-20T23:49:45.667" v="3767" actId="6549"/>
          <ac:spMkLst>
            <pc:docMk/>
            <pc:sldMk cId="2248886962" sldId="346"/>
            <ac:spMk id="8" creationId="{731D98BD-375F-A40E-CCC8-BFD0A8B29398}"/>
          </ac:spMkLst>
        </pc:spChg>
        <pc:graphicFrameChg chg="mod">
          <ac:chgData name="Bernardo Caputo Gomes" userId="6da50d2c-d1b7-4a9f-8ea6-11c55775b80e" providerId="ADAL" clId="{2E3FE783-9AB9-4869-96B1-16E14BA4AC72}" dt="2026-09-20T23:48:55.068" v="3596" actId="14100"/>
          <ac:graphicFrameMkLst>
            <pc:docMk/>
            <pc:sldMk cId="2248886962" sldId="346"/>
            <ac:graphicFrameMk id="6" creationId="{C7374A64-1024-2AB1-887E-61A9A7A660E9}"/>
          </ac:graphicFrameMkLst>
        </pc:graphicFrameChg>
        <pc:graphicFrameChg chg="mod">
          <ac:chgData name="Bernardo Caputo Gomes" userId="6da50d2c-d1b7-4a9f-8ea6-11c55775b80e" providerId="ADAL" clId="{2E3FE783-9AB9-4869-96B1-16E14BA4AC72}" dt="2026-09-20T23:48:58.062" v="3597" actId="14100"/>
          <ac:graphicFrameMkLst>
            <pc:docMk/>
            <pc:sldMk cId="2248886962" sldId="346"/>
            <ac:graphicFrameMk id="15" creationId="{40858FDC-1996-FAB9-71DD-3E2D9B48183F}"/>
          </ac:graphicFrameMkLst>
        </pc:graphicFrameChg>
        <pc:picChg chg="mod">
          <ac:chgData name="Bernardo Caputo Gomes" userId="6da50d2c-d1b7-4a9f-8ea6-11c55775b80e" providerId="ADAL" clId="{2E3FE783-9AB9-4869-96B1-16E14BA4AC72}" dt="2026-10-05T13:51:37.410" v="4746" actId="1036"/>
          <ac:picMkLst>
            <pc:docMk/>
            <pc:sldMk cId="2248886962" sldId="346"/>
            <ac:picMk id="11" creationId="{75341127-E4C4-42FC-2A9B-BE2373E146D1}"/>
          </ac:picMkLst>
        </pc:picChg>
      </pc:sldChg>
      <pc:sldChg chg="addSp delSp modSp mod ord modShow">
        <pc:chgData name="Bernardo Caputo Gomes" userId="6da50d2c-d1b7-4a9f-8ea6-11c55775b80e" providerId="ADAL" clId="{2E3FE783-9AB9-4869-96B1-16E14BA4AC72}" dt="2026-10-19T13:23:42.497" v="12042" actId="478"/>
        <pc:sldMkLst>
          <pc:docMk/>
          <pc:sldMk cId="4207788666" sldId="347"/>
        </pc:sldMkLst>
        <pc:spChg chg="add del">
          <ac:chgData name="Bernardo Caputo Gomes" userId="6da50d2c-d1b7-4a9f-8ea6-11c55775b80e" providerId="ADAL" clId="{2E3FE783-9AB9-4869-96B1-16E14BA4AC72}" dt="2026-10-19T13:23:42.497" v="12042" actId="478"/>
          <ac:spMkLst>
            <pc:docMk/>
            <pc:sldMk cId="4207788666" sldId="347"/>
            <ac:spMk id="6" creationId="{AB2EB80F-9425-BDB6-3F8F-EE3E137F5CA7}"/>
          </ac:spMkLst>
        </pc:spChg>
        <pc:spChg chg="mod">
          <ac:chgData name="Bernardo Caputo Gomes" userId="6da50d2c-d1b7-4a9f-8ea6-11c55775b80e" providerId="ADAL" clId="{2E3FE783-9AB9-4869-96B1-16E14BA4AC72}" dt="2026-09-20T21:01:41.412" v="2994" actId="164"/>
          <ac:spMkLst>
            <pc:docMk/>
            <pc:sldMk cId="4207788666" sldId="347"/>
            <ac:spMk id="108" creationId="{4D864113-EC30-7360-4FB0-2B483495B833}"/>
          </ac:spMkLst>
        </pc:spChg>
        <pc:spChg chg="mod">
          <ac:chgData name="Bernardo Caputo Gomes" userId="6da50d2c-d1b7-4a9f-8ea6-11c55775b80e" providerId="ADAL" clId="{2E3FE783-9AB9-4869-96B1-16E14BA4AC72}" dt="2026-09-20T21:01:33.282" v="2993" actId="164"/>
          <ac:spMkLst>
            <pc:docMk/>
            <pc:sldMk cId="4207788666" sldId="347"/>
            <ac:spMk id="1080" creationId="{4D864113-EC30-7360-4FB0-2B483495B833}"/>
          </ac:spMkLst>
        </pc:spChg>
        <pc:spChg chg="mod">
          <ac:chgData name="Bernardo Caputo Gomes" userId="6da50d2c-d1b7-4a9f-8ea6-11c55775b80e" providerId="ADAL" clId="{2E3FE783-9AB9-4869-96B1-16E14BA4AC72}" dt="2026-09-20T21:01:41.412" v="2994" actId="164"/>
          <ac:spMkLst>
            <pc:docMk/>
            <pc:sldMk cId="4207788666" sldId="347"/>
            <ac:spMk id="2001" creationId="{00000000-0000-0000-0000-000000000000}"/>
          </ac:spMkLst>
        </pc:spChg>
        <pc:spChg chg="mod">
          <ac:chgData name="Bernardo Caputo Gomes" userId="6da50d2c-d1b7-4a9f-8ea6-11c55775b80e" providerId="ADAL" clId="{2E3FE783-9AB9-4869-96B1-16E14BA4AC72}" dt="2026-09-20T21:01:33.282" v="2993" actId="164"/>
          <ac:spMkLst>
            <pc:docMk/>
            <pc:sldMk cId="4207788666" sldId="347"/>
            <ac:spMk id="2003" creationId="{00000000-0000-0000-0000-000000000000}"/>
          </ac:spMkLst>
        </pc:spChg>
        <pc:grpChg chg="add mod">
          <ac:chgData name="Bernardo Caputo Gomes" userId="6da50d2c-d1b7-4a9f-8ea6-11c55775b80e" providerId="ADAL" clId="{2E3FE783-9AB9-4869-96B1-16E14BA4AC72}" dt="2026-09-20T21:01:44.808" v="2995" actId="164"/>
          <ac:grpSpMkLst>
            <pc:docMk/>
            <pc:sldMk cId="4207788666" sldId="347"/>
            <ac:grpSpMk id="4" creationId="{B323385A-CCE3-2E85-00C6-B2ED40ED0AEB}"/>
          </ac:grpSpMkLst>
        </pc:grpChg>
        <pc:grpChg chg="add mod">
          <ac:chgData name="Bernardo Caputo Gomes" userId="6da50d2c-d1b7-4a9f-8ea6-11c55775b80e" providerId="ADAL" clId="{2E3FE783-9AB9-4869-96B1-16E14BA4AC72}" dt="2026-09-20T21:01:44.808" v="2995" actId="164"/>
          <ac:grpSpMkLst>
            <pc:docMk/>
            <pc:sldMk cId="4207788666" sldId="347"/>
            <ac:grpSpMk id="5" creationId="{C20B9960-49DB-722B-27EB-90124AAD7B26}"/>
          </ac:grpSpMkLst>
        </pc:grpChg>
        <pc:grpChg chg="add mod">
          <ac:chgData name="Bernardo Caputo Gomes" userId="6da50d2c-d1b7-4a9f-8ea6-11c55775b80e" providerId="ADAL" clId="{2E3FE783-9AB9-4869-96B1-16E14BA4AC72}" dt="2026-09-20T21:07:18.518" v="3105" actId="12789"/>
          <ac:grpSpMkLst>
            <pc:docMk/>
            <pc:sldMk cId="4207788666" sldId="347"/>
            <ac:grpSpMk id="8" creationId="{E2CCB2AE-2ECC-4F30-AEDE-AA738D73A694}"/>
          </ac:grpSpMkLst>
        </pc:grpChg>
        <pc:grpChg chg="mod">
          <ac:chgData name="Bernardo Caputo Gomes" userId="6da50d2c-d1b7-4a9f-8ea6-11c55775b80e" providerId="ADAL" clId="{2E3FE783-9AB9-4869-96B1-16E14BA4AC72}" dt="2026-09-20T21:07:18.518" v="3105" actId="12789"/>
          <ac:grpSpMkLst>
            <pc:docMk/>
            <pc:sldMk cId="4207788666" sldId="347"/>
            <ac:grpSpMk id="138" creationId="{8FCFAFBE-5EE3-F46D-498A-8CFA7C125DE6}"/>
          </ac:grpSpMkLst>
        </pc:grpChg>
      </pc:sldChg>
      <pc:sldChg chg="addSp delSp modSp add mod ord modShow">
        <pc:chgData name="Bernardo Caputo Gomes" userId="6da50d2c-d1b7-4a9f-8ea6-11c55775b80e" providerId="ADAL" clId="{2E3FE783-9AB9-4869-96B1-16E14BA4AC72}" dt="2026-10-19T13:28:45.926" v="12303" actId="1035"/>
        <pc:sldMkLst>
          <pc:docMk/>
          <pc:sldMk cId="2749314505" sldId="352"/>
        </pc:sldMkLst>
        <pc:spChg chg="add del">
          <ac:chgData name="Bernardo Caputo Gomes" userId="6da50d2c-d1b7-4a9f-8ea6-11c55775b80e" providerId="ADAL" clId="{2E3FE783-9AB9-4869-96B1-16E14BA4AC72}" dt="2026-10-19T13:27:32.473" v="12199" actId="478"/>
          <ac:spMkLst>
            <pc:docMk/>
            <pc:sldMk cId="2749314505" sldId="352"/>
            <ac:spMk id="3" creationId="{34F1CF36-1FE6-D14B-A648-5EEC58FFF5BD}"/>
          </ac:spMkLst>
        </pc:spChg>
        <pc:spChg chg="del mod">
          <ac:chgData name="Bernardo Caputo Gomes" userId="6da50d2c-d1b7-4a9f-8ea6-11c55775b80e" providerId="ADAL" clId="{2E3FE783-9AB9-4869-96B1-16E14BA4AC72}" dt="2026-10-19T13:24:28.187" v="12100" actId="478"/>
          <ac:spMkLst>
            <pc:docMk/>
            <pc:sldMk cId="2749314505" sldId="352"/>
            <ac:spMk id="6" creationId="{09A4522D-10EC-BCF9-1C19-A961D787F7DD}"/>
          </ac:spMkLst>
        </pc:spChg>
        <pc:spChg chg="add mod">
          <ac:chgData name="Bernardo Caputo Gomes" userId="6da50d2c-d1b7-4a9f-8ea6-11c55775b80e" providerId="ADAL" clId="{2E3FE783-9AB9-4869-96B1-16E14BA4AC72}" dt="2026-10-19T13:27:52.972" v="12204" actId="113"/>
          <ac:spMkLst>
            <pc:docMk/>
            <pc:sldMk cId="2749314505" sldId="352"/>
            <ac:spMk id="7" creationId="{026DA21C-120B-188D-C42C-2AD1C054C18E}"/>
          </ac:spMkLst>
        </pc:spChg>
        <pc:spChg chg="add">
          <ac:chgData name="Bernardo Caputo Gomes" userId="6da50d2c-d1b7-4a9f-8ea6-11c55775b80e" providerId="ADAL" clId="{2E3FE783-9AB9-4869-96B1-16E14BA4AC72}" dt="2026-09-20T23:58:47.566" v="3802" actId="22"/>
          <ac:spMkLst>
            <pc:docMk/>
            <pc:sldMk cId="2749314505" sldId="352"/>
            <ac:spMk id="8" creationId="{15AD1CDB-BB31-41E7-2772-2EE8DD62522C}"/>
          </ac:spMkLst>
        </pc:spChg>
        <pc:spChg chg="add mod">
          <ac:chgData name="Bernardo Caputo Gomes" userId="6da50d2c-d1b7-4a9f-8ea6-11c55775b80e" providerId="ADAL" clId="{2E3FE783-9AB9-4869-96B1-16E14BA4AC72}" dt="2026-10-19T13:28:45.926" v="12303" actId="1035"/>
          <ac:spMkLst>
            <pc:docMk/>
            <pc:sldMk cId="2749314505" sldId="352"/>
            <ac:spMk id="9" creationId="{51CC6AF6-CC7C-E95C-FF49-A048B20ED600}"/>
          </ac:spMkLst>
        </pc:spChg>
        <pc:spChg chg="mod">
          <ac:chgData name="Bernardo Caputo Gomes" userId="6da50d2c-d1b7-4a9f-8ea6-11c55775b80e" providerId="ADAL" clId="{2E3FE783-9AB9-4869-96B1-16E14BA4AC72}" dt="2026-09-21T00:00:36.084" v="3828" actId="207"/>
          <ac:spMkLst>
            <pc:docMk/>
            <pc:sldMk cId="2749314505" sldId="352"/>
            <ac:spMk id="11" creationId="{F97BB95C-D9D8-8E88-3D0F-6CE60DC7D494}"/>
          </ac:spMkLst>
        </pc:spChg>
        <pc:spChg chg="mod">
          <ac:chgData name="Bernardo Caputo Gomes" userId="6da50d2c-d1b7-4a9f-8ea6-11c55775b80e" providerId="ADAL" clId="{2E3FE783-9AB9-4869-96B1-16E14BA4AC72}" dt="2026-09-21T00:00:36.084" v="3828" actId="207"/>
          <ac:spMkLst>
            <pc:docMk/>
            <pc:sldMk cId="2749314505" sldId="352"/>
            <ac:spMk id="12" creationId="{19A25D04-D9EE-81B9-8AB1-7C297A98BCAE}"/>
          </ac:spMkLst>
        </pc:spChg>
        <pc:spChg chg="add mod">
          <ac:chgData name="Bernardo Caputo Gomes" userId="6da50d2c-d1b7-4a9f-8ea6-11c55775b80e" providerId="ADAL" clId="{2E3FE783-9AB9-4869-96B1-16E14BA4AC72}" dt="2026-09-21T00:00:37.883" v="3829" actId="20577"/>
          <ac:spMkLst>
            <pc:docMk/>
            <pc:sldMk cId="2749314505" sldId="352"/>
            <ac:spMk id="14" creationId="{6A6DC634-30E4-A735-D09E-C7BADD91E17A}"/>
          </ac:spMkLst>
        </pc:spChg>
        <pc:spChg chg="mod">
          <ac:chgData name="Bernardo Caputo Gomes" userId="6da50d2c-d1b7-4a9f-8ea6-11c55775b80e" providerId="ADAL" clId="{2E3FE783-9AB9-4869-96B1-16E14BA4AC72}" dt="2026-09-21T00:00:40.251" v="3830" actId="20577"/>
          <ac:spMkLst>
            <pc:docMk/>
            <pc:sldMk cId="2749314505" sldId="352"/>
            <ac:spMk id="15" creationId="{7B65B2D0-3C24-8F73-AE44-33AE3BB7F314}"/>
          </ac:spMkLst>
        </pc:spChg>
        <pc:grpChg chg="add mod">
          <ac:chgData name="Bernardo Caputo Gomes" userId="6da50d2c-d1b7-4a9f-8ea6-11c55775b80e" providerId="ADAL" clId="{2E3FE783-9AB9-4869-96B1-16E14BA4AC72}" dt="2026-09-21T00:00:31.777" v="3827" actId="12788"/>
          <ac:grpSpMkLst>
            <pc:docMk/>
            <pc:sldMk cId="2749314505" sldId="352"/>
            <ac:grpSpMk id="10" creationId="{955A04FE-F0EA-21A7-3BB4-511C26E46D50}"/>
          </ac:grpSpMkLst>
        </pc:grpChg>
      </pc:sldChg>
      <pc:sldChg chg="addSp delSp modSp add mod ord modShow">
        <pc:chgData name="Bernardo Caputo Gomes" userId="6da50d2c-d1b7-4a9f-8ea6-11c55775b80e" providerId="ADAL" clId="{2E3FE783-9AB9-4869-96B1-16E14BA4AC72}" dt="2026-10-19T13:23:20.647" v="12037" actId="1036"/>
        <pc:sldMkLst>
          <pc:docMk/>
          <pc:sldMk cId="2072225559" sldId="353"/>
        </pc:sldMkLst>
        <pc:spChg chg="del mod">
          <ac:chgData name="Bernardo Caputo Gomes" userId="6da50d2c-d1b7-4a9f-8ea6-11c55775b80e" providerId="ADAL" clId="{2E3FE783-9AB9-4869-96B1-16E14BA4AC72}" dt="2026-10-19T13:23:03.991" v="12035" actId="478"/>
          <ac:spMkLst>
            <pc:docMk/>
            <pc:sldMk cId="2072225559" sldId="353"/>
            <ac:spMk id="5" creationId="{0A8612B2-CA34-A5B4-C035-C0AE751F5CF9}"/>
          </ac:spMkLst>
        </pc:spChg>
        <pc:spChg chg="add mod">
          <ac:chgData name="Bernardo Caputo Gomes" userId="6da50d2c-d1b7-4a9f-8ea6-11c55775b80e" providerId="ADAL" clId="{2E3FE783-9AB9-4869-96B1-16E14BA4AC72}" dt="2026-10-19T13:23:20.647" v="12037" actId="1036"/>
          <ac:spMkLst>
            <pc:docMk/>
            <pc:sldMk cId="2072225559" sldId="353"/>
            <ac:spMk id="11" creationId="{181570C7-8426-7492-0D99-324BAED4BAAE}"/>
          </ac:spMkLst>
        </pc:spChg>
        <pc:spChg chg="add mod">
          <ac:chgData name="Bernardo Caputo Gomes" userId="6da50d2c-d1b7-4a9f-8ea6-11c55775b80e" providerId="ADAL" clId="{2E3FE783-9AB9-4869-96B1-16E14BA4AC72}" dt="2026-10-07T13:58:23.312" v="8677" actId="164"/>
          <ac:spMkLst>
            <pc:docMk/>
            <pc:sldMk cId="2072225559" sldId="353"/>
            <ac:spMk id="24" creationId="{7389DC84-B045-18FB-9481-61EC1EE2CBE6}"/>
          </ac:spMkLst>
        </pc:spChg>
        <pc:spChg chg="add mod">
          <ac:chgData name="Bernardo Caputo Gomes" userId="6da50d2c-d1b7-4a9f-8ea6-11c55775b80e" providerId="ADAL" clId="{2E3FE783-9AB9-4869-96B1-16E14BA4AC72}" dt="2026-10-07T13:58:23.312" v="8677" actId="164"/>
          <ac:spMkLst>
            <pc:docMk/>
            <pc:sldMk cId="2072225559" sldId="353"/>
            <ac:spMk id="26" creationId="{433818BB-2FCD-8E93-42EF-52C94CE39959}"/>
          </ac:spMkLst>
        </pc:spChg>
        <pc:spChg chg="add mod">
          <ac:chgData name="Bernardo Caputo Gomes" userId="6da50d2c-d1b7-4a9f-8ea6-11c55775b80e" providerId="ADAL" clId="{2E3FE783-9AB9-4869-96B1-16E14BA4AC72}" dt="2026-10-07T13:58:29.607" v="8678" actId="164"/>
          <ac:spMkLst>
            <pc:docMk/>
            <pc:sldMk cId="2072225559" sldId="353"/>
            <ac:spMk id="28" creationId="{1A8A6667-D13A-9205-942A-5FA9847B3E9F}"/>
          </ac:spMkLst>
        </pc:spChg>
        <pc:spChg chg="add mod">
          <ac:chgData name="Bernardo Caputo Gomes" userId="6da50d2c-d1b7-4a9f-8ea6-11c55775b80e" providerId="ADAL" clId="{2E3FE783-9AB9-4869-96B1-16E14BA4AC72}" dt="2026-10-07T13:58:29.607" v="8678" actId="164"/>
          <ac:spMkLst>
            <pc:docMk/>
            <pc:sldMk cId="2072225559" sldId="353"/>
            <ac:spMk id="30" creationId="{DABFB344-10B0-BD52-0D87-2F82EB3A51A9}"/>
          </ac:spMkLst>
        </pc:spChg>
        <pc:spChg chg="mod">
          <ac:chgData name="Bernardo Caputo Gomes" userId="6da50d2c-d1b7-4a9f-8ea6-11c55775b80e" providerId="ADAL" clId="{2E3FE783-9AB9-4869-96B1-16E14BA4AC72}" dt="2026-10-05T14:19:52.425" v="5510"/>
          <ac:spMkLst>
            <pc:docMk/>
            <pc:sldMk cId="2072225559" sldId="353"/>
            <ac:spMk id="49" creationId="{A7A8BB31-8D5E-1E8C-5A79-A390B5C3F036}"/>
          </ac:spMkLst>
        </pc:spChg>
        <pc:spChg chg="mod">
          <ac:chgData name="Bernardo Caputo Gomes" userId="6da50d2c-d1b7-4a9f-8ea6-11c55775b80e" providerId="ADAL" clId="{2E3FE783-9AB9-4869-96B1-16E14BA4AC72}" dt="2026-10-05T14:40:09.043" v="6148" actId="20577"/>
          <ac:spMkLst>
            <pc:docMk/>
            <pc:sldMk cId="2072225559" sldId="353"/>
            <ac:spMk id="51" creationId="{6D180736-C864-CDAD-93FE-09AA1E209817}"/>
          </ac:spMkLst>
        </pc:spChg>
        <pc:spChg chg="mod">
          <ac:chgData name="Bernardo Caputo Gomes" userId="6da50d2c-d1b7-4a9f-8ea6-11c55775b80e" providerId="ADAL" clId="{2E3FE783-9AB9-4869-96B1-16E14BA4AC72}" dt="2026-10-07T12:38:37.184" v="6301" actId="20577"/>
          <ac:spMkLst>
            <pc:docMk/>
            <pc:sldMk cId="2072225559" sldId="353"/>
            <ac:spMk id="53" creationId="{1B81480F-361A-3A1E-6F4C-F6ECD40689DB}"/>
          </ac:spMkLst>
        </pc:spChg>
        <pc:spChg chg="mod">
          <ac:chgData name="Bernardo Caputo Gomes" userId="6da50d2c-d1b7-4a9f-8ea6-11c55775b80e" providerId="ADAL" clId="{2E3FE783-9AB9-4869-96B1-16E14BA4AC72}" dt="2026-10-07T12:39:28.737" v="6376" actId="20577"/>
          <ac:spMkLst>
            <pc:docMk/>
            <pc:sldMk cId="2072225559" sldId="353"/>
            <ac:spMk id="57" creationId="{86BA46D7-0A92-E3E8-A98D-931D0D34AA2F}"/>
          </ac:spMkLst>
        </pc:spChg>
        <pc:spChg chg="mod">
          <ac:chgData name="Bernardo Caputo Gomes" userId="6da50d2c-d1b7-4a9f-8ea6-11c55775b80e" providerId="ADAL" clId="{2E3FE783-9AB9-4869-96B1-16E14BA4AC72}" dt="2026-10-05T14:19:52.425" v="5510"/>
          <ac:spMkLst>
            <pc:docMk/>
            <pc:sldMk cId="2072225559" sldId="353"/>
            <ac:spMk id="58" creationId="{1A009AE2-7247-28C6-AAFE-6B1395B51A24}"/>
          </ac:spMkLst>
        </pc:spChg>
        <pc:spChg chg="mod">
          <ac:chgData name="Bernardo Caputo Gomes" userId="6da50d2c-d1b7-4a9f-8ea6-11c55775b80e" providerId="ADAL" clId="{2E3FE783-9AB9-4869-96B1-16E14BA4AC72}" dt="2026-10-07T12:40:07.629" v="6518" actId="20577"/>
          <ac:spMkLst>
            <pc:docMk/>
            <pc:sldMk cId="2072225559" sldId="353"/>
            <ac:spMk id="59" creationId="{6003D96D-B78F-5D04-351E-53747F60E967}"/>
          </ac:spMkLst>
        </pc:spChg>
        <pc:spChg chg="mod topLvl">
          <ac:chgData name="Bernardo Caputo Gomes" userId="6da50d2c-d1b7-4a9f-8ea6-11c55775b80e" providerId="ADAL" clId="{2E3FE783-9AB9-4869-96B1-16E14BA4AC72}" dt="2026-10-05T14:32:53.384" v="6024" actId="165"/>
          <ac:spMkLst>
            <pc:docMk/>
            <pc:sldMk cId="2072225559" sldId="353"/>
            <ac:spMk id="65" creationId="{7EA30D3B-E626-15AB-57F3-AF13CBD9AE14}"/>
          </ac:spMkLst>
        </pc:spChg>
        <pc:spChg chg="mod topLvl">
          <ac:chgData name="Bernardo Caputo Gomes" userId="6da50d2c-d1b7-4a9f-8ea6-11c55775b80e" providerId="ADAL" clId="{2E3FE783-9AB9-4869-96B1-16E14BA4AC72}" dt="2026-10-05T14:32:53.384" v="6024" actId="165"/>
          <ac:spMkLst>
            <pc:docMk/>
            <pc:sldMk cId="2072225559" sldId="353"/>
            <ac:spMk id="67" creationId="{85F8C1FA-4D01-0D9B-2155-92F8AA156D2D}"/>
          </ac:spMkLst>
        </pc:spChg>
        <pc:spChg chg="mod topLvl">
          <ac:chgData name="Bernardo Caputo Gomes" userId="6da50d2c-d1b7-4a9f-8ea6-11c55775b80e" providerId="ADAL" clId="{2E3FE783-9AB9-4869-96B1-16E14BA4AC72}" dt="2026-10-05T14:32:53.384" v="6024" actId="165"/>
          <ac:spMkLst>
            <pc:docMk/>
            <pc:sldMk cId="2072225559" sldId="353"/>
            <ac:spMk id="68" creationId="{13AAC318-5A3B-B1FA-D0A2-7DFBF96FEF92}"/>
          </ac:spMkLst>
        </pc:spChg>
        <pc:spChg chg="mod topLvl">
          <ac:chgData name="Bernardo Caputo Gomes" userId="6da50d2c-d1b7-4a9f-8ea6-11c55775b80e" providerId="ADAL" clId="{2E3FE783-9AB9-4869-96B1-16E14BA4AC72}" dt="2026-10-05T14:32:53.384" v="6024" actId="165"/>
          <ac:spMkLst>
            <pc:docMk/>
            <pc:sldMk cId="2072225559" sldId="353"/>
            <ac:spMk id="69" creationId="{F6A261E2-0785-A0DC-8F78-1767ADD59EC8}"/>
          </ac:spMkLst>
        </pc:spChg>
        <pc:spChg chg="add mod topLvl">
          <ac:chgData name="Bernardo Caputo Gomes" userId="6da50d2c-d1b7-4a9f-8ea6-11c55775b80e" providerId="ADAL" clId="{2E3FE783-9AB9-4869-96B1-16E14BA4AC72}" dt="2026-10-05T14:33:28.922" v="6130" actId="555"/>
          <ac:spMkLst>
            <pc:docMk/>
            <pc:sldMk cId="2072225559" sldId="353"/>
            <ac:spMk id="71" creationId="{C4341365-9121-70ED-9D8A-8E117C150D19}"/>
          </ac:spMkLst>
        </pc:spChg>
        <pc:spChg chg="add mod">
          <ac:chgData name="Bernardo Caputo Gomes" userId="6da50d2c-d1b7-4a9f-8ea6-11c55775b80e" providerId="ADAL" clId="{2E3FE783-9AB9-4869-96B1-16E14BA4AC72}" dt="2026-10-05T14:40:20.293" v="6187" actId="20577"/>
          <ac:spMkLst>
            <pc:docMk/>
            <pc:sldMk cId="2072225559" sldId="353"/>
            <ac:spMk id="86" creationId="{12CA722A-FBDB-36E3-370C-400F2FD367B4}"/>
          </ac:spMkLst>
        </pc:spChg>
        <pc:spChg chg="add mod">
          <ac:chgData name="Bernardo Caputo Gomes" userId="6da50d2c-d1b7-4a9f-8ea6-11c55775b80e" providerId="ADAL" clId="{2E3FE783-9AB9-4869-96B1-16E14BA4AC72}" dt="2026-10-07T12:39:08.631" v="6360" actId="20577"/>
          <ac:spMkLst>
            <pc:docMk/>
            <pc:sldMk cId="2072225559" sldId="353"/>
            <ac:spMk id="88" creationId="{D696FA7E-872E-ACFC-1025-065DB0F734FC}"/>
          </ac:spMkLst>
        </pc:spChg>
        <pc:grpChg chg="add mod">
          <ac:chgData name="Bernardo Caputo Gomes" userId="6da50d2c-d1b7-4a9f-8ea6-11c55775b80e" providerId="ADAL" clId="{2E3FE783-9AB9-4869-96B1-16E14BA4AC72}" dt="2026-10-07T13:58:23.312" v="8677" actId="164"/>
          <ac:grpSpMkLst>
            <pc:docMk/>
            <pc:sldMk cId="2072225559" sldId="353"/>
            <ac:grpSpMk id="4" creationId="{ECA2E2F7-63A6-7299-46CF-A4FC545BCE20}"/>
          </ac:grpSpMkLst>
        </pc:grpChg>
        <pc:grpChg chg="add mod">
          <ac:chgData name="Bernardo Caputo Gomes" userId="6da50d2c-d1b7-4a9f-8ea6-11c55775b80e" providerId="ADAL" clId="{2E3FE783-9AB9-4869-96B1-16E14BA4AC72}" dt="2026-10-07T13:58:29.607" v="8678" actId="164"/>
          <ac:grpSpMkLst>
            <pc:docMk/>
            <pc:sldMk cId="2072225559" sldId="353"/>
            <ac:grpSpMk id="7" creationId="{19DB732E-A3CE-0C57-6CFA-E1A9ED6260E3}"/>
          </ac:grpSpMkLst>
        </pc:grpChg>
        <pc:grpChg chg="ord">
          <ac:chgData name="Bernardo Caputo Gomes" userId="6da50d2c-d1b7-4a9f-8ea6-11c55775b80e" providerId="ADAL" clId="{2E3FE783-9AB9-4869-96B1-16E14BA4AC72}" dt="2026-10-07T12:43:54.015" v="6808" actId="167"/>
          <ac:grpSpMkLst>
            <pc:docMk/>
            <pc:sldMk cId="2072225559" sldId="353"/>
            <ac:grpSpMk id="48" creationId="{97972477-8631-2D32-A8BF-F4E60309128D}"/>
          </ac:grpSpMkLst>
        </pc:grpChg>
        <pc:grpChg chg="ord">
          <ac:chgData name="Bernardo Caputo Gomes" userId="6da50d2c-d1b7-4a9f-8ea6-11c55775b80e" providerId="ADAL" clId="{2E3FE783-9AB9-4869-96B1-16E14BA4AC72}" dt="2026-10-07T12:43:38.641" v="6803" actId="167"/>
          <ac:grpSpMkLst>
            <pc:docMk/>
            <pc:sldMk cId="2072225559" sldId="353"/>
            <ac:grpSpMk id="54" creationId="{1B3E7167-3A8F-DEEC-C8A1-C37C5E84D23A}"/>
          </ac:grpSpMkLst>
        </pc:grpChg>
        <pc:graphicFrameChg chg="mod">
          <ac:chgData name="Bernardo Caputo Gomes" userId="6da50d2c-d1b7-4a9f-8ea6-11c55775b80e" providerId="ADAL" clId="{2E3FE783-9AB9-4869-96B1-16E14BA4AC72}" dt="2026-10-05T13:55:08.732" v="4871" actId="552"/>
          <ac:graphicFrameMkLst>
            <pc:docMk/>
            <pc:sldMk cId="2072225559" sldId="353"/>
            <ac:graphicFrameMk id="9" creationId="{E90925CC-BBE1-F5FB-AF40-2698BD35E30A}"/>
          </ac:graphicFrameMkLst>
        </pc:graphicFrameChg>
        <pc:graphicFrameChg chg="mod">
          <ac:chgData name="Bernardo Caputo Gomes" userId="6da50d2c-d1b7-4a9f-8ea6-11c55775b80e" providerId="ADAL" clId="{2E3FE783-9AB9-4869-96B1-16E14BA4AC72}" dt="2026-10-05T14:00:35.464" v="5470" actId="1037"/>
          <ac:graphicFrameMkLst>
            <pc:docMk/>
            <pc:sldMk cId="2072225559" sldId="353"/>
            <ac:graphicFrameMk id="12" creationId="{6FBECA57-C4B1-BA5E-E462-E52B3C8D298F}"/>
          </ac:graphicFrameMkLst>
        </pc:graphicFrameChg>
        <pc:picChg chg="add mod ord">
          <ac:chgData name="Bernardo Caputo Gomes" userId="6da50d2c-d1b7-4a9f-8ea6-11c55775b80e" providerId="ADAL" clId="{2E3FE783-9AB9-4869-96B1-16E14BA4AC72}" dt="2026-10-07T12:43:20.128" v="6797" actId="171"/>
          <ac:picMkLst>
            <pc:docMk/>
            <pc:sldMk cId="2072225559" sldId="353"/>
            <ac:picMk id="8" creationId="{AB3E20C2-0712-770A-1073-29082BB60492}"/>
          </ac:picMkLst>
        </pc:picChg>
        <pc:picChg chg="add mod">
          <ac:chgData name="Bernardo Caputo Gomes" userId="6da50d2c-d1b7-4a9f-8ea6-11c55775b80e" providerId="ADAL" clId="{2E3FE783-9AB9-4869-96B1-16E14BA4AC72}" dt="2026-10-07T12:43:57.494" v="6809" actId="1036"/>
          <ac:picMkLst>
            <pc:docMk/>
            <pc:sldMk cId="2072225559" sldId="353"/>
            <ac:picMk id="14" creationId="{CF84D396-5A9B-966C-2B4C-CD491A850D74}"/>
          </ac:picMkLst>
        </pc:picChg>
        <pc:picChg chg="add mod ord topLvl">
          <ac:chgData name="Bernardo Caputo Gomes" userId="6da50d2c-d1b7-4a9f-8ea6-11c55775b80e" providerId="ADAL" clId="{2E3FE783-9AB9-4869-96B1-16E14BA4AC72}" dt="2026-10-05T14:32:53.384" v="6024" actId="165"/>
          <ac:picMkLst>
            <pc:docMk/>
            <pc:sldMk cId="2072225559" sldId="353"/>
            <ac:picMk id="72" creationId="{176AF49E-5BC5-4B90-1F6F-7E1D5AA55A4F}"/>
          </ac:picMkLst>
        </pc:picChg>
      </pc:sldChg>
      <pc:sldChg chg="addSp delSp modSp add mod ord modShow">
        <pc:chgData name="Bernardo Caputo Gomes" userId="6da50d2c-d1b7-4a9f-8ea6-11c55775b80e" providerId="ADAL" clId="{2E3FE783-9AB9-4869-96B1-16E14BA4AC72}" dt="2026-10-19T13:32:59.728" v="12490" actId="120"/>
        <pc:sldMkLst>
          <pc:docMk/>
          <pc:sldMk cId="1118591106" sldId="354"/>
        </pc:sldMkLst>
        <pc:spChg chg="add">
          <ac:chgData name="Bernardo Caputo Gomes" userId="6da50d2c-d1b7-4a9f-8ea6-11c55775b80e" providerId="ADAL" clId="{2E3FE783-9AB9-4869-96B1-16E14BA4AC72}" dt="2026-10-19T13:24:37.824" v="12101" actId="22"/>
          <ac:spMkLst>
            <pc:docMk/>
            <pc:sldMk cId="1118591106" sldId="354"/>
            <ac:spMk id="5" creationId="{EC8504EF-F33A-660A-1F8A-D9EE1CA3A25A}"/>
          </ac:spMkLst>
        </pc:spChg>
        <pc:spChg chg="del">
          <ac:chgData name="Bernardo Caputo Gomes" userId="6da50d2c-d1b7-4a9f-8ea6-11c55775b80e" providerId="ADAL" clId="{2E3FE783-9AB9-4869-96B1-16E14BA4AC72}" dt="2026-10-19T13:23:28.361" v="12038" actId="478"/>
          <ac:spMkLst>
            <pc:docMk/>
            <pc:sldMk cId="1118591106" sldId="354"/>
            <ac:spMk id="6" creationId="{EA182CB6-B650-315C-60D3-AC93F1B736E6}"/>
          </ac:spMkLst>
        </pc:spChg>
        <pc:spChg chg="add mod">
          <ac:chgData name="Bernardo Caputo Gomes" userId="6da50d2c-d1b7-4a9f-8ea6-11c55775b80e" providerId="ADAL" clId="{2E3FE783-9AB9-4869-96B1-16E14BA4AC72}" dt="2026-10-19T13:32:16.005" v="12450" actId="1035"/>
          <ac:spMkLst>
            <pc:docMk/>
            <pc:sldMk cId="1118591106" sldId="354"/>
            <ac:spMk id="10" creationId="{28B976DB-78B5-CF64-1F00-90D3C4423949}"/>
          </ac:spMkLst>
        </pc:spChg>
        <pc:spChg chg="mod">
          <ac:chgData name="Bernardo Caputo Gomes" userId="6da50d2c-d1b7-4a9f-8ea6-11c55775b80e" providerId="ADAL" clId="{2E3FE783-9AB9-4869-96B1-16E14BA4AC72}" dt="2026-10-07T14:02:53.034" v="9171" actId="20577"/>
          <ac:spMkLst>
            <pc:docMk/>
            <pc:sldMk cId="1118591106" sldId="354"/>
            <ac:spMk id="43" creationId="{0B291A0D-C7E4-205B-4112-E4BF2452BC81}"/>
          </ac:spMkLst>
        </pc:spChg>
        <pc:spChg chg="mod">
          <ac:chgData name="Bernardo Caputo Gomes" userId="6da50d2c-d1b7-4a9f-8ea6-11c55775b80e" providerId="ADAL" clId="{2E3FE783-9AB9-4869-96B1-16E14BA4AC72}" dt="2026-10-07T14:03:24.030" v="9308" actId="20577"/>
          <ac:spMkLst>
            <pc:docMk/>
            <pc:sldMk cId="1118591106" sldId="354"/>
            <ac:spMk id="44" creationId="{B49564BD-E7DB-5B11-2017-C82687B54032}"/>
          </ac:spMkLst>
        </pc:spChg>
        <pc:spChg chg="mod">
          <ac:chgData name="Bernardo Caputo Gomes" userId="6da50d2c-d1b7-4a9f-8ea6-11c55775b80e" providerId="ADAL" clId="{2E3FE783-9AB9-4869-96B1-16E14BA4AC72}" dt="2026-10-07T14:04:21.860" v="9398" actId="20577"/>
          <ac:spMkLst>
            <pc:docMk/>
            <pc:sldMk cId="1118591106" sldId="354"/>
            <ac:spMk id="46" creationId="{6E81D39D-7E85-56DD-2282-7D8739F54D12}"/>
          </ac:spMkLst>
        </pc:spChg>
        <pc:spChg chg="mod">
          <ac:chgData name="Bernardo Caputo Gomes" userId="6da50d2c-d1b7-4a9f-8ea6-11c55775b80e" providerId="ADAL" clId="{2E3FE783-9AB9-4869-96B1-16E14BA4AC72}" dt="2026-10-07T14:05:03.628" v="9561" actId="20577"/>
          <ac:spMkLst>
            <pc:docMk/>
            <pc:sldMk cId="1118591106" sldId="354"/>
            <ac:spMk id="47" creationId="{D37972BC-AB29-025E-0E99-7B04EB869008}"/>
          </ac:spMkLst>
        </pc:spChg>
        <pc:spChg chg="mod">
          <ac:chgData name="Bernardo Caputo Gomes" userId="6da50d2c-d1b7-4a9f-8ea6-11c55775b80e" providerId="ADAL" clId="{2E3FE783-9AB9-4869-96B1-16E14BA4AC72}" dt="2026-10-07T14:01:25.818" v="8926" actId="14100"/>
          <ac:spMkLst>
            <pc:docMk/>
            <pc:sldMk cId="1118591106" sldId="354"/>
            <ac:spMk id="55" creationId="{E5C37A24-417E-FF55-1F35-04419119F4FB}"/>
          </ac:spMkLst>
        </pc:spChg>
        <pc:spChg chg="mod">
          <ac:chgData name="Bernardo Caputo Gomes" userId="6da50d2c-d1b7-4a9f-8ea6-11c55775b80e" providerId="ADAL" clId="{2E3FE783-9AB9-4869-96B1-16E14BA4AC72}" dt="2026-10-07T14:02:14.146" v="9064" actId="20577"/>
          <ac:spMkLst>
            <pc:docMk/>
            <pc:sldMk cId="1118591106" sldId="354"/>
            <ac:spMk id="57" creationId="{5588FDB4-2275-D8E6-D926-69522FADA7A2}"/>
          </ac:spMkLst>
        </pc:spChg>
        <pc:spChg chg="add mod topLvl">
          <ac:chgData name="Bernardo Caputo Gomes" userId="6da50d2c-d1b7-4a9f-8ea6-11c55775b80e" providerId="ADAL" clId="{2E3FE783-9AB9-4869-96B1-16E14BA4AC72}" dt="2026-10-07T14:30:35.626" v="10247" actId="554"/>
          <ac:spMkLst>
            <pc:docMk/>
            <pc:sldMk cId="1118591106" sldId="354"/>
            <ac:spMk id="61" creationId="{15568DCF-7BCB-65F8-9751-8232EF53F1EB}"/>
          </ac:spMkLst>
        </pc:spChg>
        <pc:spChg chg="mod">
          <ac:chgData name="Bernardo Caputo Gomes" userId="6da50d2c-d1b7-4a9f-8ea6-11c55775b80e" providerId="ADAL" clId="{2E3FE783-9AB9-4869-96B1-16E14BA4AC72}" dt="2026-10-07T14:06:44.745" v="9615" actId="1035"/>
          <ac:spMkLst>
            <pc:docMk/>
            <pc:sldMk cId="1118591106" sldId="354"/>
            <ac:spMk id="65" creationId="{2E28750C-1CF2-9456-7F3C-86D899F88049}"/>
          </ac:spMkLst>
        </pc:spChg>
        <pc:spChg chg="mod">
          <ac:chgData name="Bernardo Caputo Gomes" userId="6da50d2c-d1b7-4a9f-8ea6-11c55775b80e" providerId="ADAL" clId="{2E3FE783-9AB9-4869-96B1-16E14BA4AC72}" dt="2026-10-07T14:11:17.782" v="9724" actId="403"/>
          <ac:spMkLst>
            <pc:docMk/>
            <pc:sldMk cId="1118591106" sldId="354"/>
            <ac:spMk id="69" creationId="{35A995A7-9EDD-8405-2FD4-2B4C481C009F}"/>
          </ac:spMkLst>
        </pc:spChg>
        <pc:spChg chg="mod">
          <ac:chgData name="Bernardo Caputo Gomes" userId="6da50d2c-d1b7-4a9f-8ea6-11c55775b80e" providerId="ADAL" clId="{2E3FE783-9AB9-4869-96B1-16E14BA4AC72}" dt="2026-10-07T14:06:44.745" v="9615" actId="1035"/>
          <ac:spMkLst>
            <pc:docMk/>
            <pc:sldMk cId="1118591106" sldId="354"/>
            <ac:spMk id="76" creationId="{D2DEB170-0420-41F1-82A6-4B48970B1531}"/>
          </ac:spMkLst>
        </pc:spChg>
        <pc:spChg chg="mod">
          <ac:chgData name="Bernardo Caputo Gomes" userId="6da50d2c-d1b7-4a9f-8ea6-11c55775b80e" providerId="ADAL" clId="{2E3FE783-9AB9-4869-96B1-16E14BA4AC72}" dt="2026-10-07T14:31:39.866" v="10253" actId="555"/>
          <ac:spMkLst>
            <pc:docMk/>
            <pc:sldMk cId="1118591106" sldId="354"/>
            <ac:spMk id="80" creationId="{9D860684-BA2A-A421-30BB-945B4C5E13FF}"/>
          </ac:spMkLst>
        </pc:spChg>
        <pc:spChg chg="add mod topLvl">
          <ac:chgData name="Bernardo Caputo Gomes" userId="6da50d2c-d1b7-4a9f-8ea6-11c55775b80e" providerId="ADAL" clId="{2E3FE783-9AB9-4869-96B1-16E14BA4AC72}" dt="2026-10-07T14:34:24.739" v="10274" actId="554"/>
          <ac:spMkLst>
            <pc:docMk/>
            <pc:sldMk cId="1118591106" sldId="354"/>
            <ac:spMk id="84" creationId="{D1519720-65BB-0FAC-7C89-2D9A95DDA667}"/>
          </ac:spMkLst>
        </pc:spChg>
        <pc:spChg chg="add mod topLvl">
          <ac:chgData name="Bernardo Caputo Gomes" userId="6da50d2c-d1b7-4a9f-8ea6-11c55775b80e" providerId="ADAL" clId="{2E3FE783-9AB9-4869-96B1-16E14BA4AC72}" dt="2026-10-07T14:14:06.522" v="9742" actId="208"/>
          <ac:spMkLst>
            <pc:docMk/>
            <pc:sldMk cId="1118591106" sldId="354"/>
            <ac:spMk id="92" creationId="{812E13D6-B8EE-2C77-C9BB-119ADE86F076}"/>
          </ac:spMkLst>
        </pc:spChg>
        <pc:spChg chg="add mod topLvl">
          <ac:chgData name="Bernardo Caputo Gomes" userId="6da50d2c-d1b7-4a9f-8ea6-11c55775b80e" providerId="ADAL" clId="{2E3FE783-9AB9-4869-96B1-16E14BA4AC72}" dt="2026-10-07T14:08:07.760" v="9697" actId="165"/>
          <ac:spMkLst>
            <pc:docMk/>
            <pc:sldMk cId="1118591106" sldId="354"/>
            <ac:spMk id="96" creationId="{CFF3A1EE-811E-9542-5234-9C045437C979}"/>
          </ac:spMkLst>
        </pc:spChg>
        <pc:spChg chg="add mod topLvl">
          <ac:chgData name="Bernardo Caputo Gomes" userId="6da50d2c-d1b7-4a9f-8ea6-11c55775b80e" providerId="ADAL" clId="{2E3FE783-9AB9-4869-96B1-16E14BA4AC72}" dt="2026-10-07T14:14:06.522" v="9742" actId="208"/>
          <ac:spMkLst>
            <pc:docMk/>
            <pc:sldMk cId="1118591106" sldId="354"/>
            <ac:spMk id="101" creationId="{540AF335-19B7-FE7F-4A6F-D0183B84394F}"/>
          </ac:spMkLst>
        </pc:spChg>
        <pc:spChg chg="add mod topLvl">
          <ac:chgData name="Bernardo Caputo Gomes" userId="6da50d2c-d1b7-4a9f-8ea6-11c55775b80e" providerId="ADAL" clId="{2E3FE783-9AB9-4869-96B1-16E14BA4AC72}" dt="2026-10-07T14:08:07.760" v="9697" actId="165"/>
          <ac:spMkLst>
            <pc:docMk/>
            <pc:sldMk cId="1118591106" sldId="354"/>
            <ac:spMk id="105" creationId="{3E1B60A1-7499-AC61-C96B-6766DE5D7E99}"/>
          </ac:spMkLst>
        </pc:spChg>
        <pc:spChg chg="add mod topLvl">
          <ac:chgData name="Bernardo Caputo Gomes" userId="6da50d2c-d1b7-4a9f-8ea6-11c55775b80e" providerId="ADAL" clId="{2E3FE783-9AB9-4869-96B1-16E14BA4AC72}" dt="2026-10-07T14:14:06.522" v="9742" actId="208"/>
          <ac:spMkLst>
            <pc:docMk/>
            <pc:sldMk cId="1118591106" sldId="354"/>
            <ac:spMk id="107" creationId="{FD0D20F8-3DAE-85B4-F533-410D98883961}"/>
          </ac:spMkLst>
        </pc:spChg>
        <pc:spChg chg="mod">
          <ac:chgData name="Bernardo Caputo Gomes" userId="6da50d2c-d1b7-4a9f-8ea6-11c55775b80e" providerId="ADAL" clId="{2E3FE783-9AB9-4869-96B1-16E14BA4AC72}" dt="2026-10-07T14:16:15.184" v="9782" actId="1038"/>
          <ac:spMkLst>
            <pc:docMk/>
            <pc:sldMk cId="1118591106" sldId="354"/>
            <ac:spMk id="111" creationId="{F25F9F87-DF1B-3A71-D5A8-497A89A757E4}"/>
          </ac:spMkLst>
        </pc:spChg>
        <pc:spChg chg="mod">
          <ac:chgData name="Bernardo Caputo Gomes" userId="6da50d2c-d1b7-4a9f-8ea6-11c55775b80e" providerId="ADAL" clId="{2E3FE783-9AB9-4869-96B1-16E14BA4AC72}" dt="2026-10-07T14:16:15.184" v="9782" actId="1038"/>
          <ac:spMkLst>
            <pc:docMk/>
            <pc:sldMk cId="1118591106" sldId="354"/>
            <ac:spMk id="115" creationId="{AD8FC39C-EC7A-D0C2-BA6D-01980DF27C9C}"/>
          </ac:spMkLst>
        </pc:spChg>
        <pc:spChg chg="mod">
          <ac:chgData name="Bernardo Caputo Gomes" userId="6da50d2c-d1b7-4a9f-8ea6-11c55775b80e" providerId="ADAL" clId="{2E3FE783-9AB9-4869-96B1-16E14BA4AC72}" dt="2026-10-07T14:16:15.184" v="9782" actId="1038"/>
          <ac:spMkLst>
            <pc:docMk/>
            <pc:sldMk cId="1118591106" sldId="354"/>
            <ac:spMk id="120" creationId="{DDA8C318-9026-724A-4ABA-A687C7DB63AF}"/>
          </ac:spMkLst>
        </pc:spChg>
        <pc:spChg chg="mod">
          <ac:chgData name="Bernardo Caputo Gomes" userId="6da50d2c-d1b7-4a9f-8ea6-11c55775b80e" providerId="ADAL" clId="{2E3FE783-9AB9-4869-96B1-16E14BA4AC72}" dt="2026-10-07T14:16:15.184" v="9782" actId="1038"/>
          <ac:spMkLst>
            <pc:docMk/>
            <pc:sldMk cId="1118591106" sldId="354"/>
            <ac:spMk id="121" creationId="{FBFD5CDB-B53C-FDE3-75F2-E286DAC0194F}"/>
          </ac:spMkLst>
        </pc:spChg>
        <pc:spChg chg="mod">
          <ac:chgData name="Bernardo Caputo Gomes" userId="6da50d2c-d1b7-4a9f-8ea6-11c55775b80e" providerId="ADAL" clId="{2E3FE783-9AB9-4869-96B1-16E14BA4AC72}" dt="2026-10-07T14:16:15.184" v="9782" actId="1038"/>
          <ac:spMkLst>
            <pc:docMk/>
            <pc:sldMk cId="1118591106" sldId="354"/>
            <ac:spMk id="125" creationId="{5FF994CE-4D33-A42D-4BB9-0F783C27526C}"/>
          </ac:spMkLst>
        </pc:spChg>
        <pc:spChg chg="mod">
          <ac:chgData name="Bernardo Caputo Gomes" userId="6da50d2c-d1b7-4a9f-8ea6-11c55775b80e" providerId="ADAL" clId="{2E3FE783-9AB9-4869-96B1-16E14BA4AC72}" dt="2026-10-07T14:16:15.184" v="9782" actId="1038"/>
          <ac:spMkLst>
            <pc:docMk/>
            <pc:sldMk cId="1118591106" sldId="354"/>
            <ac:spMk id="128" creationId="{42F92552-AF4C-2650-8E55-FFA6E369D4A0}"/>
          </ac:spMkLst>
        </pc:spChg>
        <pc:spChg chg="mod">
          <ac:chgData name="Bernardo Caputo Gomes" userId="6da50d2c-d1b7-4a9f-8ea6-11c55775b80e" providerId="ADAL" clId="{2E3FE783-9AB9-4869-96B1-16E14BA4AC72}" dt="2026-10-07T14:16:15.184" v="9782" actId="1038"/>
          <ac:spMkLst>
            <pc:docMk/>
            <pc:sldMk cId="1118591106" sldId="354"/>
            <ac:spMk id="131" creationId="{1BE53272-2426-9C2B-A799-756B51C66D63}"/>
          </ac:spMkLst>
        </pc:spChg>
        <pc:spChg chg="mod">
          <ac:chgData name="Bernardo Caputo Gomes" userId="6da50d2c-d1b7-4a9f-8ea6-11c55775b80e" providerId="ADAL" clId="{2E3FE783-9AB9-4869-96B1-16E14BA4AC72}" dt="2026-10-07T14:16:15.184" v="9782" actId="1038"/>
          <ac:spMkLst>
            <pc:docMk/>
            <pc:sldMk cId="1118591106" sldId="354"/>
            <ac:spMk id="132" creationId="{0D1D6F17-FACB-2975-34F0-199A03C4C17D}"/>
          </ac:spMkLst>
        </pc:spChg>
        <pc:spChg chg="mod">
          <ac:chgData name="Bernardo Caputo Gomes" userId="6da50d2c-d1b7-4a9f-8ea6-11c55775b80e" providerId="ADAL" clId="{2E3FE783-9AB9-4869-96B1-16E14BA4AC72}" dt="2026-10-07T14:16:15.184" v="9782" actId="1038"/>
          <ac:spMkLst>
            <pc:docMk/>
            <pc:sldMk cId="1118591106" sldId="354"/>
            <ac:spMk id="134" creationId="{3D16F072-00FD-C718-A1D3-046D8814AE91}"/>
          </ac:spMkLst>
        </pc:spChg>
        <pc:spChg chg="mod">
          <ac:chgData name="Bernardo Caputo Gomes" userId="6da50d2c-d1b7-4a9f-8ea6-11c55775b80e" providerId="ADAL" clId="{2E3FE783-9AB9-4869-96B1-16E14BA4AC72}" dt="2026-10-07T14:16:15.184" v="9782" actId="1038"/>
          <ac:spMkLst>
            <pc:docMk/>
            <pc:sldMk cId="1118591106" sldId="354"/>
            <ac:spMk id="136" creationId="{B1C2E995-43CC-3B2A-6919-4EEB5F82D06B}"/>
          </ac:spMkLst>
        </pc:spChg>
        <pc:spChg chg="mod">
          <ac:chgData name="Bernardo Caputo Gomes" userId="6da50d2c-d1b7-4a9f-8ea6-11c55775b80e" providerId="ADAL" clId="{2E3FE783-9AB9-4869-96B1-16E14BA4AC72}" dt="2026-10-07T14:06:24.856" v="9595" actId="1038"/>
          <ac:spMkLst>
            <pc:docMk/>
            <pc:sldMk cId="1118591106" sldId="354"/>
            <ac:spMk id="139" creationId="{0D382729-8F2A-6161-2F3E-BFCBB1533D31}"/>
          </ac:spMkLst>
        </pc:spChg>
        <pc:spChg chg="add mod topLvl">
          <ac:chgData name="Bernardo Caputo Gomes" userId="6da50d2c-d1b7-4a9f-8ea6-11c55775b80e" providerId="ADAL" clId="{2E3FE783-9AB9-4869-96B1-16E14BA4AC72}" dt="2026-10-07T14:14:06.522" v="9742" actId="208"/>
          <ac:spMkLst>
            <pc:docMk/>
            <pc:sldMk cId="1118591106" sldId="354"/>
            <ac:spMk id="141" creationId="{FEED28D3-60EF-FD5C-0F5F-CB5E7D275869}"/>
          </ac:spMkLst>
        </pc:spChg>
        <pc:spChg chg="add mod topLvl">
          <ac:chgData name="Bernardo Caputo Gomes" userId="6da50d2c-d1b7-4a9f-8ea6-11c55775b80e" providerId="ADAL" clId="{2E3FE783-9AB9-4869-96B1-16E14BA4AC72}" dt="2026-10-07T14:08:07.760" v="9697" actId="165"/>
          <ac:spMkLst>
            <pc:docMk/>
            <pc:sldMk cId="1118591106" sldId="354"/>
            <ac:spMk id="143" creationId="{7D1B6E3C-B126-CAB9-49B0-29E987E953EF}"/>
          </ac:spMkLst>
        </pc:spChg>
        <pc:spChg chg="add mod topLvl">
          <ac:chgData name="Bernardo Caputo Gomes" userId="6da50d2c-d1b7-4a9f-8ea6-11c55775b80e" providerId="ADAL" clId="{2E3FE783-9AB9-4869-96B1-16E14BA4AC72}" dt="2026-10-07T14:14:06.522" v="9742" actId="208"/>
          <ac:spMkLst>
            <pc:docMk/>
            <pc:sldMk cId="1118591106" sldId="354"/>
            <ac:spMk id="145" creationId="{1E30FEA0-218C-4B90-4ADF-3389A806100E}"/>
          </ac:spMkLst>
        </pc:spChg>
        <pc:spChg chg="add mod">
          <ac:chgData name="Bernardo Caputo Gomes" userId="6da50d2c-d1b7-4a9f-8ea6-11c55775b80e" providerId="ADAL" clId="{2E3FE783-9AB9-4869-96B1-16E14BA4AC72}" dt="2026-10-19T13:32:59.728" v="12490" actId="120"/>
          <ac:spMkLst>
            <pc:docMk/>
            <pc:sldMk cId="1118591106" sldId="354"/>
            <ac:spMk id="158" creationId="{9FC2EE4C-84F2-AED8-E166-DC2C388D86D0}"/>
          </ac:spMkLst>
        </pc:spChg>
        <pc:spChg chg="add mod">
          <ac:chgData name="Bernardo Caputo Gomes" userId="6da50d2c-d1b7-4a9f-8ea6-11c55775b80e" providerId="ADAL" clId="{2E3FE783-9AB9-4869-96B1-16E14BA4AC72}" dt="2026-10-19T13:32:59.728" v="12490" actId="120"/>
          <ac:spMkLst>
            <pc:docMk/>
            <pc:sldMk cId="1118591106" sldId="354"/>
            <ac:spMk id="160" creationId="{FAB59FC3-042E-C8E7-7EB8-040D8CB30D65}"/>
          </ac:spMkLst>
        </pc:spChg>
        <pc:spChg chg="add mod">
          <ac:chgData name="Bernardo Caputo Gomes" userId="6da50d2c-d1b7-4a9f-8ea6-11c55775b80e" providerId="ADAL" clId="{2E3FE783-9AB9-4869-96B1-16E14BA4AC72}" dt="2026-10-19T13:32:59.728" v="12490" actId="120"/>
          <ac:spMkLst>
            <pc:docMk/>
            <pc:sldMk cId="1118591106" sldId="354"/>
            <ac:spMk id="162" creationId="{7D268D5C-BA7C-BAD5-B046-2BBB9B5E0E2E}"/>
          </ac:spMkLst>
        </pc:spChg>
        <pc:spChg chg="add mod">
          <ac:chgData name="Bernardo Caputo Gomes" userId="6da50d2c-d1b7-4a9f-8ea6-11c55775b80e" providerId="ADAL" clId="{2E3FE783-9AB9-4869-96B1-16E14BA4AC72}" dt="2026-10-19T13:32:59.728" v="12490" actId="120"/>
          <ac:spMkLst>
            <pc:docMk/>
            <pc:sldMk cId="1118591106" sldId="354"/>
            <ac:spMk id="164" creationId="{C8BE4BE2-E045-0259-7EDE-289B45D7C643}"/>
          </ac:spMkLst>
        </pc:spChg>
        <pc:spChg chg="add mod topLvl">
          <ac:chgData name="Bernardo Caputo Gomes" userId="6da50d2c-d1b7-4a9f-8ea6-11c55775b80e" providerId="ADAL" clId="{2E3FE783-9AB9-4869-96B1-16E14BA4AC72}" dt="2026-10-14T11:20:43.488" v="10528" actId="165"/>
          <ac:spMkLst>
            <pc:docMk/>
            <pc:sldMk cId="1118591106" sldId="354"/>
            <ac:spMk id="167" creationId="{339122EB-D251-402B-9C56-F69F0280DE1A}"/>
          </ac:spMkLst>
        </pc:spChg>
        <pc:spChg chg="add mod topLvl">
          <ac:chgData name="Bernardo Caputo Gomes" userId="6da50d2c-d1b7-4a9f-8ea6-11c55775b80e" providerId="ADAL" clId="{2E3FE783-9AB9-4869-96B1-16E14BA4AC72}" dt="2026-10-14T11:20:43.488" v="10528" actId="165"/>
          <ac:spMkLst>
            <pc:docMk/>
            <pc:sldMk cId="1118591106" sldId="354"/>
            <ac:spMk id="169" creationId="{62EE2D71-5B1A-EC43-A7E8-CF93BBF25B1C}"/>
          </ac:spMkLst>
        </pc:spChg>
        <pc:spChg chg="add mod topLvl">
          <ac:chgData name="Bernardo Caputo Gomes" userId="6da50d2c-d1b7-4a9f-8ea6-11c55775b80e" providerId="ADAL" clId="{2E3FE783-9AB9-4869-96B1-16E14BA4AC72}" dt="2026-10-14T11:20:43.488" v="10528" actId="165"/>
          <ac:spMkLst>
            <pc:docMk/>
            <pc:sldMk cId="1118591106" sldId="354"/>
            <ac:spMk id="171" creationId="{1E7F0189-F7A4-E4DA-36D9-EBAA1B0CB8BB}"/>
          </ac:spMkLst>
        </pc:spChg>
        <pc:spChg chg="add mod">
          <ac:chgData name="Bernardo Caputo Gomes" userId="6da50d2c-d1b7-4a9f-8ea6-11c55775b80e" providerId="ADAL" clId="{2E3FE783-9AB9-4869-96B1-16E14BA4AC72}" dt="2026-10-19T13:31:48.068" v="12391" actId="14100"/>
          <ac:spMkLst>
            <pc:docMk/>
            <pc:sldMk cId="1118591106" sldId="354"/>
            <ac:spMk id="173" creationId="{5429066B-FC55-0288-127F-570E37E6CA01}"/>
          </ac:spMkLst>
        </pc:spChg>
        <pc:spChg chg="mod topLvl">
          <ac:chgData name="Bernardo Caputo Gomes" userId="6da50d2c-d1b7-4a9f-8ea6-11c55775b80e" providerId="ADAL" clId="{2E3FE783-9AB9-4869-96B1-16E14BA4AC72}" dt="2026-10-14T11:24:10.923" v="10725" actId="113"/>
          <ac:spMkLst>
            <pc:docMk/>
            <pc:sldMk cId="1118591106" sldId="354"/>
            <ac:spMk id="178" creationId="{3B04B5AD-07AB-5FDE-F760-9107D397BD61}"/>
          </ac:spMkLst>
        </pc:spChg>
        <pc:spChg chg="mod topLvl">
          <ac:chgData name="Bernardo Caputo Gomes" userId="6da50d2c-d1b7-4a9f-8ea6-11c55775b80e" providerId="ADAL" clId="{2E3FE783-9AB9-4869-96B1-16E14BA4AC72}" dt="2026-10-14T11:24:10.923" v="10725" actId="113"/>
          <ac:spMkLst>
            <pc:docMk/>
            <pc:sldMk cId="1118591106" sldId="354"/>
            <ac:spMk id="179" creationId="{3F1F20C1-81E4-9176-9AF2-320220A876FF}"/>
          </ac:spMkLst>
        </pc:spChg>
        <pc:spChg chg="mod topLvl">
          <ac:chgData name="Bernardo Caputo Gomes" userId="6da50d2c-d1b7-4a9f-8ea6-11c55775b80e" providerId="ADAL" clId="{2E3FE783-9AB9-4869-96B1-16E14BA4AC72}" dt="2026-10-14T11:24:10.923" v="10725" actId="113"/>
          <ac:spMkLst>
            <pc:docMk/>
            <pc:sldMk cId="1118591106" sldId="354"/>
            <ac:spMk id="180" creationId="{3E3F24E9-DE60-ABEC-6BC9-EB4BB26B5883}"/>
          </ac:spMkLst>
        </pc:spChg>
        <pc:spChg chg="add del mod">
          <ac:chgData name="Bernardo Caputo Gomes" userId="6da50d2c-d1b7-4a9f-8ea6-11c55775b80e" providerId="ADAL" clId="{2E3FE783-9AB9-4869-96B1-16E14BA4AC72}" dt="2026-10-19T13:31:40.353" v="12390" actId="478"/>
          <ac:spMkLst>
            <pc:docMk/>
            <pc:sldMk cId="1118591106" sldId="354"/>
            <ac:spMk id="182" creationId="{DE61F66A-ECC2-C6EB-E414-67B8BF495ACA}"/>
          </ac:spMkLst>
        </pc:spChg>
        <pc:spChg chg="add mod topLvl">
          <ac:chgData name="Bernardo Caputo Gomes" userId="6da50d2c-d1b7-4a9f-8ea6-11c55775b80e" providerId="ADAL" clId="{2E3FE783-9AB9-4869-96B1-16E14BA4AC72}" dt="2026-10-14T11:22:23.460" v="10663" actId="20577"/>
          <ac:spMkLst>
            <pc:docMk/>
            <pc:sldMk cId="1118591106" sldId="354"/>
            <ac:spMk id="184" creationId="{2E9BDF79-95CF-E944-71FC-102131E99211}"/>
          </ac:spMkLst>
        </pc:spChg>
        <pc:spChg chg="add mod topLvl">
          <ac:chgData name="Bernardo Caputo Gomes" userId="6da50d2c-d1b7-4a9f-8ea6-11c55775b80e" providerId="ADAL" clId="{2E3FE783-9AB9-4869-96B1-16E14BA4AC72}" dt="2026-10-14T11:23:05.184" v="10676" actId="20577"/>
          <ac:spMkLst>
            <pc:docMk/>
            <pc:sldMk cId="1118591106" sldId="354"/>
            <ac:spMk id="186" creationId="{C53189FB-DCB7-8CD5-0DF5-232F8F8D8BA8}"/>
          </ac:spMkLst>
        </pc:spChg>
        <pc:spChg chg="add mod topLvl">
          <ac:chgData name="Bernardo Caputo Gomes" userId="6da50d2c-d1b7-4a9f-8ea6-11c55775b80e" providerId="ADAL" clId="{2E3FE783-9AB9-4869-96B1-16E14BA4AC72}" dt="2026-10-14T11:22:26.320" v="10664" actId="20577"/>
          <ac:spMkLst>
            <pc:docMk/>
            <pc:sldMk cId="1118591106" sldId="354"/>
            <ac:spMk id="188" creationId="{74F67A51-306E-DDAB-87D5-89B3ECD26EE2}"/>
          </ac:spMkLst>
        </pc:spChg>
        <pc:grpChg chg="add mod">
          <ac:chgData name="Bernardo Caputo Gomes" userId="6da50d2c-d1b7-4a9f-8ea6-11c55775b80e" providerId="ADAL" clId="{2E3FE783-9AB9-4869-96B1-16E14BA4AC72}" dt="2026-10-07T14:07:52.860" v="9689" actId="552"/>
          <ac:grpSpMkLst>
            <pc:docMk/>
            <pc:sldMk cId="1118591106" sldId="354"/>
            <ac:grpSpMk id="41" creationId="{B35240D0-8A92-1D9A-4EF2-605743FDB452}"/>
          </ac:grpSpMkLst>
        </pc:grpChg>
        <pc:grpChg chg="add mod">
          <ac:chgData name="Bernardo Caputo Gomes" userId="6da50d2c-d1b7-4a9f-8ea6-11c55775b80e" providerId="ADAL" clId="{2E3FE783-9AB9-4869-96B1-16E14BA4AC72}" dt="2026-10-07T14:06:32.742" v="9604" actId="1035"/>
          <ac:grpSpMkLst>
            <pc:docMk/>
            <pc:sldMk cId="1118591106" sldId="354"/>
            <ac:grpSpMk id="45" creationId="{7B9388E0-29C5-4F04-8001-EFF6E73E61B4}"/>
          </ac:grpSpMkLst>
        </pc:grpChg>
        <pc:grpChg chg="add mod">
          <ac:chgData name="Bernardo Caputo Gomes" userId="6da50d2c-d1b7-4a9f-8ea6-11c55775b80e" providerId="ADAL" clId="{2E3FE783-9AB9-4869-96B1-16E14BA4AC72}" dt="2026-10-07T14:00:03.268" v="8759"/>
          <ac:grpSpMkLst>
            <pc:docMk/>
            <pc:sldMk cId="1118591106" sldId="354"/>
            <ac:grpSpMk id="53" creationId="{30B00B5F-E9CF-0C21-7B10-551A56642BAA}"/>
          </ac:grpSpMkLst>
        </pc:grpChg>
        <pc:grpChg chg="add mod">
          <ac:chgData name="Bernardo Caputo Gomes" userId="6da50d2c-d1b7-4a9f-8ea6-11c55775b80e" providerId="ADAL" clId="{2E3FE783-9AB9-4869-96B1-16E14BA4AC72}" dt="2026-10-07T14:33:29.441" v="10266" actId="553"/>
          <ac:grpSpMkLst>
            <pc:docMk/>
            <pc:sldMk cId="1118591106" sldId="354"/>
            <ac:grpSpMk id="165" creationId="{9F00335B-5F8F-AF5A-69EE-9FE9F701D642}"/>
          </ac:grpSpMkLst>
        </pc:grpChg>
      </pc:sldChg>
      <pc:sldChg chg="addSp delSp modSp add mod ord modShow">
        <pc:chgData name="Bernardo Caputo Gomes" userId="6da50d2c-d1b7-4a9f-8ea6-11c55775b80e" providerId="ADAL" clId="{2E3FE783-9AB9-4869-96B1-16E14BA4AC72}" dt="2026-10-19T13:24:45.060" v="12104" actId="22"/>
        <pc:sldMkLst>
          <pc:docMk/>
          <pc:sldMk cId="4074889313" sldId="355"/>
        </pc:sldMkLst>
        <pc:spChg chg="mod">
          <ac:chgData name="Bernardo Caputo Gomes" userId="6da50d2c-d1b7-4a9f-8ea6-11c55775b80e" providerId="ADAL" clId="{2E3FE783-9AB9-4869-96B1-16E14BA4AC72}" dt="2026-10-05T13:31:26.661" v="4480" actId="12789"/>
          <ac:spMkLst>
            <pc:docMk/>
            <pc:sldMk cId="4074889313" sldId="355"/>
            <ac:spMk id="4" creationId="{94A8B5A7-FA62-E2B7-E019-ECF3C30DB17B}"/>
          </ac:spMkLst>
        </pc:spChg>
        <pc:spChg chg="mod">
          <ac:chgData name="Bernardo Caputo Gomes" userId="6da50d2c-d1b7-4a9f-8ea6-11c55775b80e" providerId="ADAL" clId="{2E3FE783-9AB9-4869-96B1-16E14BA4AC72}" dt="2026-10-05T13:32:22.215" v="4587" actId="554"/>
          <ac:spMkLst>
            <pc:docMk/>
            <pc:sldMk cId="4074889313" sldId="355"/>
            <ac:spMk id="5" creationId="{B5AF0E8B-2C35-A310-48D4-8ED5207C111F}"/>
          </ac:spMkLst>
        </pc:spChg>
        <pc:spChg chg="add">
          <ac:chgData name="Bernardo Caputo Gomes" userId="6da50d2c-d1b7-4a9f-8ea6-11c55775b80e" providerId="ADAL" clId="{2E3FE783-9AB9-4869-96B1-16E14BA4AC72}" dt="2026-10-19T13:24:45.060" v="12104" actId="22"/>
          <ac:spMkLst>
            <pc:docMk/>
            <pc:sldMk cId="4074889313" sldId="355"/>
            <ac:spMk id="7" creationId="{B764BE39-0A5F-859D-5625-3B8D56E3A58F}"/>
          </ac:spMkLst>
        </pc:spChg>
        <pc:spChg chg="mod">
          <ac:chgData name="Bernardo Caputo Gomes" userId="6da50d2c-d1b7-4a9f-8ea6-11c55775b80e" providerId="ADAL" clId="{2E3FE783-9AB9-4869-96B1-16E14BA4AC72}" dt="2026-10-05T13:23:16.417" v="4152"/>
          <ac:spMkLst>
            <pc:docMk/>
            <pc:sldMk cId="4074889313" sldId="355"/>
            <ac:spMk id="8" creationId="{D46847C4-4EBA-B9D1-035F-E401E49C07C3}"/>
          </ac:spMkLst>
        </pc:spChg>
        <pc:spChg chg="del">
          <ac:chgData name="Bernardo Caputo Gomes" userId="6da50d2c-d1b7-4a9f-8ea6-11c55775b80e" providerId="ADAL" clId="{2E3FE783-9AB9-4869-96B1-16E14BA4AC72}" dt="2026-10-19T13:23:52.750" v="12043" actId="478"/>
          <ac:spMkLst>
            <pc:docMk/>
            <pc:sldMk cId="4074889313" sldId="355"/>
            <ac:spMk id="14" creationId="{93232353-2AF6-EE87-5D3D-C6A942A4012F}"/>
          </ac:spMkLst>
        </pc:spChg>
        <pc:spChg chg="mod">
          <ac:chgData name="Bernardo Caputo Gomes" userId="6da50d2c-d1b7-4a9f-8ea6-11c55775b80e" providerId="ADAL" clId="{2E3FE783-9AB9-4869-96B1-16E14BA4AC72}" dt="2026-10-07T12:50:39.088" v="7174"/>
          <ac:spMkLst>
            <pc:docMk/>
            <pc:sldMk cId="4074889313" sldId="355"/>
            <ac:spMk id="18" creationId="{DB06A845-9420-CA66-2C02-95E37D18CB50}"/>
          </ac:spMkLst>
        </pc:spChg>
        <pc:spChg chg="mod">
          <ac:chgData name="Bernardo Caputo Gomes" userId="6da50d2c-d1b7-4a9f-8ea6-11c55775b80e" providerId="ADAL" clId="{2E3FE783-9AB9-4869-96B1-16E14BA4AC72}" dt="2026-10-07T12:51:12.326" v="7180" actId="20577"/>
          <ac:spMkLst>
            <pc:docMk/>
            <pc:sldMk cId="4074889313" sldId="355"/>
            <ac:spMk id="19" creationId="{7A6F10EF-777F-7CC1-1B3D-E10988795506}"/>
          </ac:spMkLst>
        </pc:spChg>
        <pc:spChg chg="mod">
          <ac:chgData name="Bernardo Caputo Gomes" userId="6da50d2c-d1b7-4a9f-8ea6-11c55775b80e" providerId="ADAL" clId="{2E3FE783-9AB9-4869-96B1-16E14BA4AC72}" dt="2026-10-07T12:51:50.452" v="7274" actId="20577"/>
          <ac:spMkLst>
            <pc:docMk/>
            <pc:sldMk cId="4074889313" sldId="355"/>
            <ac:spMk id="20" creationId="{CE7A6EBF-3213-F893-E5E0-90FB9099C0CD}"/>
          </ac:spMkLst>
        </pc:spChg>
        <pc:spChg chg="add ord">
          <ac:chgData name="Bernardo Caputo Gomes" userId="6da50d2c-d1b7-4a9f-8ea6-11c55775b80e" providerId="ADAL" clId="{2E3FE783-9AB9-4869-96B1-16E14BA4AC72}" dt="2026-10-05T14:01:30.120" v="5497" actId="171"/>
          <ac:spMkLst>
            <pc:docMk/>
            <pc:sldMk cId="4074889313" sldId="355"/>
            <ac:spMk id="27" creationId="{F81DA9D9-188E-A380-52BC-0D3672A63AB4}"/>
          </ac:spMkLst>
        </pc:spChg>
        <pc:spChg chg="add">
          <ac:chgData name="Bernardo Caputo Gomes" userId="6da50d2c-d1b7-4a9f-8ea6-11c55775b80e" providerId="ADAL" clId="{2E3FE783-9AB9-4869-96B1-16E14BA4AC72}" dt="2026-10-05T14:02:35.271" v="5505" actId="22"/>
          <ac:spMkLst>
            <pc:docMk/>
            <pc:sldMk cId="4074889313" sldId="355"/>
            <ac:spMk id="29" creationId="{5380DF1F-AC52-4553-00D0-B6032111D406}"/>
          </ac:spMkLst>
        </pc:spChg>
        <pc:spChg chg="mod">
          <ac:chgData name="Bernardo Caputo Gomes" userId="6da50d2c-d1b7-4a9f-8ea6-11c55775b80e" providerId="ADAL" clId="{2E3FE783-9AB9-4869-96B1-16E14BA4AC72}" dt="2026-10-07T12:54:57.814" v="7460" actId="20577"/>
          <ac:spMkLst>
            <pc:docMk/>
            <pc:sldMk cId="4074889313" sldId="355"/>
            <ac:spMk id="33" creationId="{31547EE4-F9D8-1677-8BE1-FC9FDADDE688}"/>
          </ac:spMkLst>
        </pc:spChg>
        <pc:spChg chg="mod">
          <ac:chgData name="Bernardo Caputo Gomes" userId="6da50d2c-d1b7-4a9f-8ea6-11c55775b80e" providerId="ADAL" clId="{2E3FE783-9AB9-4869-96B1-16E14BA4AC72}" dt="2026-10-07T12:45:49.951" v="6946" actId="20577"/>
          <ac:spMkLst>
            <pc:docMk/>
            <pc:sldMk cId="4074889313" sldId="355"/>
            <ac:spMk id="35" creationId="{988A1C0C-12E9-96DE-E922-2E5CAE0BE8F6}"/>
          </ac:spMkLst>
        </pc:spChg>
        <pc:spChg chg="mod">
          <ac:chgData name="Bernardo Caputo Gomes" userId="6da50d2c-d1b7-4a9f-8ea6-11c55775b80e" providerId="ADAL" clId="{2E3FE783-9AB9-4869-96B1-16E14BA4AC72}" dt="2026-10-05T14:20:08.564" v="5511"/>
          <ac:spMkLst>
            <pc:docMk/>
            <pc:sldMk cId="4074889313" sldId="355"/>
            <ac:spMk id="37" creationId="{1A861AC1-0372-3FFC-0016-5E6E99CCAF89}"/>
          </ac:spMkLst>
        </pc:spChg>
        <pc:spChg chg="mod">
          <ac:chgData name="Bernardo Caputo Gomes" userId="6da50d2c-d1b7-4a9f-8ea6-11c55775b80e" providerId="ADAL" clId="{2E3FE783-9AB9-4869-96B1-16E14BA4AC72}" dt="2026-10-07T12:55:28.352" v="7476" actId="20577"/>
          <ac:spMkLst>
            <pc:docMk/>
            <pc:sldMk cId="4074889313" sldId="355"/>
            <ac:spMk id="39" creationId="{120D053F-C9F2-A7F0-39BD-A71839651A75}"/>
          </ac:spMkLst>
        </pc:spChg>
        <pc:spChg chg="mod">
          <ac:chgData name="Bernardo Caputo Gomes" userId="6da50d2c-d1b7-4a9f-8ea6-11c55775b80e" providerId="ADAL" clId="{2E3FE783-9AB9-4869-96B1-16E14BA4AC72}" dt="2026-10-07T12:52:35.645" v="7405" actId="20577"/>
          <ac:spMkLst>
            <pc:docMk/>
            <pc:sldMk cId="4074889313" sldId="355"/>
            <ac:spMk id="41" creationId="{E02B77DF-E205-0D9C-9B31-C92BC05A63AC}"/>
          </ac:spMkLst>
        </pc:spChg>
        <pc:spChg chg="mod">
          <ac:chgData name="Bernardo Caputo Gomes" userId="6da50d2c-d1b7-4a9f-8ea6-11c55775b80e" providerId="ADAL" clId="{2E3FE783-9AB9-4869-96B1-16E14BA4AC72}" dt="2026-10-05T14:20:08.564" v="5511"/>
          <ac:spMkLst>
            <pc:docMk/>
            <pc:sldMk cId="4074889313" sldId="355"/>
            <ac:spMk id="43" creationId="{72EF90A0-DB26-3C8F-FC54-F93044004EC5}"/>
          </ac:spMkLst>
        </pc:spChg>
        <pc:spChg chg="mod">
          <ac:chgData name="Bernardo Caputo Gomes" userId="6da50d2c-d1b7-4a9f-8ea6-11c55775b80e" providerId="ADAL" clId="{2E3FE783-9AB9-4869-96B1-16E14BA4AC72}" dt="2026-10-07T12:56:07.638" v="7496" actId="20577"/>
          <ac:spMkLst>
            <pc:docMk/>
            <pc:sldMk cId="4074889313" sldId="355"/>
            <ac:spMk id="45" creationId="{02E7AA20-76EA-CC81-07C7-E99A2944511A}"/>
          </ac:spMkLst>
        </pc:spChg>
        <pc:spChg chg="mod">
          <ac:chgData name="Bernardo Caputo Gomes" userId="6da50d2c-d1b7-4a9f-8ea6-11c55775b80e" providerId="ADAL" clId="{2E3FE783-9AB9-4869-96B1-16E14BA4AC72}" dt="2026-10-05T14:20:08.564" v="5511"/>
          <ac:spMkLst>
            <pc:docMk/>
            <pc:sldMk cId="4074889313" sldId="355"/>
            <ac:spMk id="46" creationId="{9C8077D1-DC4D-1B02-5751-ED96DAB73534}"/>
          </ac:spMkLst>
        </pc:spChg>
        <pc:spChg chg="mod">
          <ac:chgData name="Bernardo Caputo Gomes" userId="6da50d2c-d1b7-4a9f-8ea6-11c55775b80e" providerId="ADAL" clId="{2E3FE783-9AB9-4869-96B1-16E14BA4AC72}" dt="2026-10-07T12:57:44.845" v="7728" actId="20577"/>
          <ac:spMkLst>
            <pc:docMk/>
            <pc:sldMk cId="4074889313" sldId="355"/>
            <ac:spMk id="47" creationId="{2468BC41-578E-C058-7725-01EACCC8FCD0}"/>
          </ac:spMkLst>
        </pc:spChg>
        <pc:spChg chg="mod">
          <ac:chgData name="Bernardo Caputo Gomes" userId="6da50d2c-d1b7-4a9f-8ea6-11c55775b80e" providerId="ADAL" clId="{2E3FE783-9AB9-4869-96B1-16E14BA4AC72}" dt="2026-10-05T14:20:08.564" v="5511"/>
          <ac:spMkLst>
            <pc:docMk/>
            <pc:sldMk cId="4074889313" sldId="355"/>
            <ac:spMk id="49" creationId="{ED020EEF-219F-38FF-8942-EAB77F723231}"/>
          </ac:spMkLst>
        </pc:spChg>
        <pc:spChg chg="mod">
          <ac:chgData name="Bernardo Caputo Gomes" userId="6da50d2c-d1b7-4a9f-8ea6-11c55775b80e" providerId="ADAL" clId="{2E3FE783-9AB9-4869-96B1-16E14BA4AC72}" dt="2026-10-07T12:59:45.136" v="7866" actId="20577"/>
          <ac:spMkLst>
            <pc:docMk/>
            <pc:sldMk cId="4074889313" sldId="355"/>
            <ac:spMk id="51" creationId="{1C000DFB-2924-9C28-105B-B40D9F9113A2}"/>
          </ac:spMkLst>
        </pc:spChg>
        <pc:spChg chg="mod">
          <ac:chgData name="Bernardo Caputo Gomes" userId="6da50d2c-d1b7-4a9f-8ea6-11c55775b80e" providerId="ADAL" clId="{2E3FE783-9AB9-4869-96B1-16E14BA4AC72}" dt="2026-10-07T13:01:31.441" v="8069" actId="113"/>
          <ac:spMkLst>
            <pc:docMk/>
            <pc:sldMk cId="4074889313" sldId="355"/>
            <ac:spMk id="53" creationId="{0F541EC9-F957-5ADA-0949-914C6AC78F08}"/>
          </ac:spMkLst>
        </pc:spChg>
        <pc:spChg chg="mod">
          <ac:chgData name="Bernardo Caputo Gomes" userId="6da50d2c-d1b7-4a9f-8ea6-11c55775b80e" providerId="ADAL" clId="{2E3FE783-9AB9-4869-96B1-16E14BA4AC72}" dt="2026-10-05T14:21:22.375" v="5512"/>
          <ac:spMkLst>
            <pc:docMk/>
            <pc:sldMk cId="4074889313" sldId="355"/>
            <ac:spMk id="55" creationId="{04008C4B-587C-788F-1A36-C3CD3B1425E2}"/>
          </ac:spMkLst>
        </pc:spChg>
        <pc:spChg chg="mod">
          <ac:chgData name="Bernardo Caputo Gomes" userId="6da50d2c-d1b7-4a9f-8ea6-11c55775b80e" providerId="ADAL" clId="{2E3FE783-9AB9-4869-96B1-16E14BA4AC72}" dt="2026-10-07T12:50:10.963" v="7160" actId="1037"/>
          <ac:spMkLst>
            <pc:docMk/>
            <pc:sldMk cId="4074889313" sldId="355"/>
            <ac:spMk id="56" creationId="{0E215C58-77FC-3417-E8AC-82563D5281AA}"/>
          </ac:spMkLst>
        </pc:spChg>
        <pc:spChg chg="mod">
          <ac:chgData name="Bernardo Caputo Gomes" userId="6da50d2c-d1b7-4a9f-8ea6-11c55775b80e" providerId="ADAL" clId="{2E3FE783-9AB9-4869-96B1-16E14BA4AC72}" dt="2026-10-07T12:50:33.057" v="7172" actId="1038"/>
          <ac:spMkLst>
            <pc:docMk/>
            <pc:sldMk cId="4074889313" sldId="355"/>
            <ac:spMk id="57" creationId="{7BDB467E-0B8A-DDDB-64A9-7767E0B921DD}"/>
          </ac:spMkLst>
        </pc:spChg>
        <pc:grpChg chg="add mod">
          <ac:chgData name="Bernardo Caputo Gomes" userId="6da50d2c-d1b7-4a9f-8ea6-11c55775b80e" providerId="ADAL" clId="{2E3FE783-9AB9-4869-96B1-16E14BA4AC72}" dt="2026-10-07T12:51:08.978" v="7178" actId="1036"/>
          <ac:grpSpMkLst>
            <pc:docMk/>
            <pc:sldMk cId="4074889313" sldId="355"/>
            <ac:grpSpMk id="17" creationId="{3122722E-8251-84B3-4C56-5DFE6B832A81}"/>
          </ac:grpSpMkLst>
        </pc:grpChg>
        <pc:grpChg chg="mod ord">
          <ac:chgData name="Bernardo Caputo Gomes" userId="6da50d2c-d1b7-4a9f-8ea6-11c55775b80e" providerId="ADAL" clId="{2E3FE783-9AB9-4869-96B1-16E14BA4AC72}" dt="2026-10-07T12:54:21.576" v="7442" actId="170"/>
          <ac:grpSpMkLst>
            <pc:docMk/>
            <pc:sldMk cId="4074889313" sldId="355"/>
            <ac:grpSpMk id="30" creationId="{6D200474-0667-12C3-8B57-7645580AE3A9}"/>
          </ac:grpSpMkLst>
        </pc:grpChg>
        <pc:grpChg chg="mod">
          <ac:chgData name="Bernardo Caputo Gomes" userId="6da50d2c-d1b7-4a9f-8ea6-11c55775b80e" providerId="ADAL" clId="{2E3FE783-9AB9-4869-96B1-16E14BA4AC72}" dt="2026-10-07T12:50:54.075" v="7176" actId="12788"/>
          <ac:grpSpMkLst>
            <pc:docMk/>
            <pc:sldMk cId="4074889313" sldId="355"/>
            <ac:grpSpMk id="36" creationId="{1E42B31A-1CB2-8104-E619-F733C3814546}"/>
          </ac:grpSpMkLst>
        </pc:grpChg>
        <pc:grpChg chg="mod">
          <ac:chgData name="Bernardo Caputo Gomes" userId="6da50d2c-d1b7-4a9f-8ea6-11c55775b80e" providerId="ADAL" clId="{2E3FE783-9AB9-4869-96B1-16E14BA4AC72}" dt="2026-10-05T14:21:25.671" v="5514" actId="1076"/>
          <ac:grpSpMkLst>
            <pc:docMk/>
            <pc:sldMk cId="4074889313" sldId="355"/>
            <ac:grpSpMk id="42" creationId="{6530104B-91B2-AC23-6FBF-0A5E01DED837}"/>
          </ac:grpSpMkLst>
        </pc:grpChg>
        <pc:grpChg chg="ord">
          <ac:chgData name="Bernardo Caputo Gomes" userId="6da50d2c-d1b7-4a9f-8ea6-11c55775b80e" providerId="ADAL" clId="{2E3FE783-9AB9-4869-96B1-16E14BA4AC72}" dt="2026-10-07T13:08:29.323" v="8508" actId="167"/>
          <ac:grpSpMkLst>
            <pc:docMk/>
            <pc:sldMk cId="4074889313" sldId="355"/>
            <ac:grpSpMk id="48" creationId="{5C1E1D76-FA27-063B-2CB9-A5616C6B656D}"/>
          </ac:grpSpMkLst>
        </pc:grpChg>
        <pc:grpChg chg="add mod">
          <ac:chgData name="Bernardo Caputo Gomes" userId="6da50d2c-d1b7-4a9f-8ea6-11c55775b80e" providerId="ADAL" clId="{2E3FE783-9AB9-4869-96B1-16E14BA4AC72}" dt="2026-10-07T12:51:08.978" v="7178" actId="1036"/>
          <ac:grpSpMkLst>
            <pc:docMk/>
            <pc:sldMk cId="4074889313" sldId="355"/>
            <ac:grpSpMk id="54" creationId="{71E14D00-8ED0-D172-3B92-78CAA061A3C8}"/>
          </ac:grpSpMkLst>
        </pc:grpChg>
        <pc:graphicFrameChg chg="mod">
          <ac:chgData name="Bernardo Caputo Gomes" userId="6da50d2c-d1b7-4a9f-8ea6-11c55775b80e" providerId="ADAL" clId="{2E3FE783-9AB9-4869-96B1-16E14BA4AC72}" dt="2026-10-05T13:20:33.477" v="4098" actId="207"/>
          <ac:graphicFrameMkLst>
            <pc:docMk/>
            <pc:sldMk cId="4074889313" sldId="355"/>
            <ac:graphicFrameMk id="6" creationId="{9025ACB8-234B-4A3C-375A-CB2C2C29CEFF}"/>
          </ac:graphicFrameMkLst>
        </pc:graphicFrameChg>
        <pc:graphicFrameChg chg="add ord">
          <ac:chgData name="Bernardo Caputo Gomes" userId="6da50d2c-d1b7-4a9f-8ea6-11c55775b80e" providerId="ADAL" clId="{2E3FE783-9AB9-4869-96B1-16E14BA4AC72}" dt="2026-10-05T14:01:30.120" v="5497" actId="171"/>
          <ac:graphicFrameMkLst>
            <pc:docMk/>
            <pc:sldMk cId="4074889313" sldId="355"/>
            <ac:graphicFrameMk id="25" creationId="{14B05259-F1E7-FF16-B298-1DE322AE82E5}"/>
          </ac:graphicFrameMkLst>
        </pc:graphicFrameChg>
        <pc:picChg chg="add mod ord">
          <ac:chgData name="Bernardo Caputo Gomes" userId="6da50d2c-d1b7-4a9f-8ea6-11c55775b80e" providerId="ADAL" clId="{2E3FE783-9AB9-4869-96B1-16E14BA4AC72}" dt="2026-10-07T13:06:37.451" v="8378" actId="1037"/>
          <ac:picMkLst>
            <pc:docMk/>
            <pc:sldMk cId="4074889313" sldId="355"/>
            <ac:picMk id="22" creationId="{647FC88E-EE3A-C38A-B641-DE1DC5AECB67}"/>
          </ac:picMkLst>
        </pc:picChg>
        <pc:picChg chg="add mod">
          <ac:chgData name="Bernardo Caputo Gomes" userId="6da50d2c-d1b7-4a9f-8ea6-11c55775b80e" providerId="ADAL" clId="{2E3FE783-9AB9-4869-96B1-16E14BA4AC72}" dt="2026-10-07T13:06:32.240" v="8377" actId="1037"/>
          <ac:picMkLst>
            <pc:docMk/>
            <pc:sldMk cId="4074889313" sldId="355"/>
            <ac:picMk id="28" creationId="{A8A3F9C9-F4CF-B9A4-47A6-17155851D8B0}"/>
          </ac:picMkLst>
        </pc:picChg>
        <pc:picChg chg="add mod">
          <ac:chgData name="Bernardo Caputo Gomes" userId="6da50d2c-d1b7-4a9f-8ea6-11c55775b80e" providerId="ADAL" clId="{2E3FE783-9AB9-4869-96B1-16E14BA4AC72}" dt="2026-10-07T13:06:23.505" v="8376" actId="1037"/>
          <ac:picMkLst>
            <pc:docMk/>
            <pc:sldMk cId="4074889313" sldId="355"/>
            <ac:picMk id="61" creationId="{D4167E72-05CA-E765-2E27-36BCF6C023BF}"/>
          </ac:picMkLst>
        </pc:picChg>
        <pc:picChg chg="add mod ord">
          <ac:chgData name="Bernardo Caputo Gomes" userId="6da50d2c-d1b7-4a9f-8ea6-11c55775b80e" providerId="ADAL" clId="{2E3FE783-9AB9-4869-96B1-16E14BA4AC72}" dt="2026-10-07T13:08:09.439" v="8505" actId="171"/>
          <ac:picMkLst>
            <pc:docMk/>
            <pc:sldMk cId="4074889313" sldId="355"/>
            <ac:picMk id="65" creationId="{54EDDD35-4446-ADD7-134F-36A8A55DE55E}"/>
          </ac:picMkLst>
        </pc:picChg>
      </pc:sldChg>
      <pc:sldChg chg="addSp delSp modSp add mod ord modShow">
        <pc:chgData name="Bernardo Caputo Gomes" userId="6da50d2c-d1b7-4a9f-8ea6-11c55775b80e" providerId="ADAL" clId="{2E3FE783-9AB9-4869-96B1-16E14BA4AC72}" dt="2026-10-19T13:28:27.593" v="12281" actId="1037"/>
        <pc:sldMkLst>
          <pc:docMk/>
          <pc:sldMk cId="220619957" sldId="356"/>
        </pc:sldMkLst>
        <pc:spChg chg="add mod ord">
          <ac:chgData name="Bernardo Caputo Gomes" userId="6da50d2c-d1b7-4a9f-8ea6-11c55775b80e" providerId="ADAL" clId="{2E3FE783-9AB9-4869-96B1-16E14BA4AC72}" dt="2026-10-19T13:26:21.124" v="12188" actId="167"/>
          <ac:spMkLst>
            <pc:docMk/>
            <pc:sldMk cId="220619957" sldId="356"/>
            <ac:spMk id="7" creationId="{5E459B01-149D-D571-304F-7CDC7FAA0BDE}"/>
          </ac:spMkLst>
        </pc:spChg>
        <pc:spChg chg="add mod ord">
          <ac:chgData name="Bernardo Caputo Gomes" userId="6da50d2c-d1b7-4a9f-8ea6-11c55775b80e" providerId="ADAL" clId="{2E3FE783-9AB9-4869-96B1-16E14BA4AC72}" dt="2026-10-19T13:28:27.593" v="12281" actId="1037"/>
          <ac:spMkLst>
            <pc:docMk/>
            <pc:sldMk cId="220619957" sldId="356"/>
            <ac:spMk id="11" creationId="{E546553C-22E6-F98D-0723-2AB1C6B95F42}"/>
          </ac:spMkLst>
        </pc:spChg>
        <pc:spChg chg="mod">
          <ac:chgData name="Bernardo Caputo Gomes" userId="6da50d2c-d1b7-4a9f-8ea6-11c55775b80e" providerId="ADAL" clId="{2E3FE783-9AB9-4869-96B1-16E14BA4AC72}" dt="2026-10-07T13:23:51.742" v="8513" actId="20577"/>
          <ac:spMkLst>
            <pc:docMk/>
            <pc:sldMk cId="220619957" sldId="356"/>
            <ac:spMk id="12" creationId="{3B798B2E-50F2-9608-01C4-8E0F89749738}"/>
          </ac:spMkLst>
        </pc:spChg>
        <pc:spChg chg="del mod">
          <ac:chgData name="Bernardo Caputo Gomes" userId="6da50d2c-d1b7-4a9f-8ea6-11c55775b80e" providerId="ADAL" clId="{2E3FE783-9AB9-4869-96B1-16E14BA4AC72}" dt="2026-10-19T13:24:06.139" v="12068" actId="478"/>
          <ac:spMkLst>
            <pc:docMk/>
            <pc:sldMk cId="220619957" sldId="356"/>
            <ac:spMk id="14" creationId="{4AA134FF-E82E-1304-C910-3072ACB8F030}"/>
          </ac:spMkLst>
        </pc:spChg>
        <pc:spChg chg="mod">
          <ac:chgData name="Bernardo Caputo Gomes" userId="6da50d2c-d1b7-4a9f-8ea6-11c55775b80e" providerId="ADAL" clId="{2E3FE783-9AB9-4869-96B1-16E14BA4AC72}" dt="2026-10-07T13:25:40.668" v="8521"/>
          <ac:spMkLst>
            <pc:docMk/>
            <pc:sldMk cId="220619957" sldId="356"/>
            <ac:spMk id="15" creationId="{C20FBB79-E161-99B4-EFB1-AD6642D9BBF0}"/>
          </ac:spMkLst>
        </pc:spChg>
        <pc:spChg chg="mod">
          <ac:chgData name="Bernardo Caputo Gomes" userId="6da50d2c-d1b7-4a9f-8ea6-11c55775b80e" providerId="ADAL" clId="{2E3FE783-9AB9-4869-96B1-16E14BA4AC72}" dt="2026-10-07T13:52:32.018" v="8597" actId="20577"/>
          <ac:spMkLst>
            <pc:docMk/>
            <pc:sldMk cId="220619957" sldId="356"/>
            <ac:spMk id="16" creationId="{7FDD9FD3-835E-0F45-D14A-CBF76BB9DB59}"/>
          </ac:spMkLst>
        </pc:spChg>
        <pc:grpChg chg="add mod ord">
          <ac:chgData name="Bernardo Caputo Gomes" userId="6da50d2c-d1b7-4a9f-8ea6-11c55775b80e" providerId="ADAL" clId="{2E3FE783-9AB9-4869-96B1-16E14BA4AC72}" dt="2026-10-19T13:28:23.839" v="12256" actId="166"/>
          <ac:grpSpMkLst>
            <pc:docMk/>
            <pc:sldMk cId="220619957" sldId="356"/>
            <ac:grpSpMk id="13" creationId="{5C8D30E0-B356-1B9A-1E66-BBC3A583529B}"/>
          </ac:grpSpMkLst>
        </pc:grpChg>
      </pc:sldChg>
      <pc:sldChg chg="addSp delSp modSp add mod">
        <pc:chgData name="Bernardo Caputo Gomes" userId="6da50d2c-d1b7-4a9f-8ea6-11c55775b80e" providerId="ADAL" clId="{2E3FE783-9AB9-4869-96B1-16E14BA4AC72}" dt="2026-10-19T13:33:05.565" v="12491" actId="120"/>
        <pc:sldMkLst>
          <pc:docMk/>
          <pc:sldMk cId="2653754915" sldId="359"/>
        </pc:sldMkLst>
        <pc:spChg chg="add mod ord">
          <ac:chgData name="Bernardo Caputo Gomes" userId="6da50d2c-d1b7-4a9f-8ea6-11c55775b80e" providerId="ADAL" clId="{2E3FE783-9AB9-4869-96B1-16E14BA4AC72}" dt="2026-10-19T13:32:28.781" v="12488" actId="166"/>
          <ac:spMkLst>
            <pc:docMk/>
            <pc:sldMk cId="2653754915" sldId="359"/>
            <ac:spMk id="5" creationId="{E376EDC8-5A1C-96AB-36B3-AF62290AD82D}"/>
          </ac:spMkLst>
        </pc:spChg>
        <pc:spChg chg="del mod">
          <ac:chgData name="Bernardo Caputo Gomes" userId="6da50d2c-d1b7-4a9f-8ea6-11c55775b80e" providerId="ADAL" clId="{2E3FE783-9AB9-4869-96B1-16E14BA4AC72}" dt="2026-10-19T13:23:33.757" v="12039" actId="478"/>
          <ac:spMkLst>
            <pc:docMk/>
            <pc:sldMk cId="2653754915" sldId="359"/>
            <ac:spMk id="6" creationId="{4385508A-80C9-96ED-492E-87B15695A553}"/>
          </ac:spMkLst>
        </pc:spChg>
        <pc:spChg chg="add">
          <ac:chgData name="Bernardo Caputo Gomes" userId="6da50d2c-d1b7-4a9f-8ea6-11c55775b80e" providerId="ADAL" clId="{2E3FE783-9AB9-4869-96B1-16E14BA4AC72}" dt="2026-10-19T13:24:40.601" v="12102" actId="22"/>
          <ac:spMkLst>
            <pc:docMk/>
            <pc:sldMk cId="2653754915" sldId="359"/>
            <ac:spMk id="7" creationId="{F3DE6335-05B4-B2CC-8270-7C44A642315C}"/>
          </ac:spMkLst>
        </pc:spChg>
        <pc:spChg chg="add">
          <ac:chgData name="Bernardo Caputo Gomes" userId="6da50d2c-d1b7-4a9f-8ea6-11c55775b80e" providerId="ADAL" clId="{2E3FE783-9AB9-4869-96B1-16E14BA4AC72}" dt="2026-10-19T13:32:08.626" v="12416" actId="22"/>
          <ac:spMkLst>
            <pc:docMk/>
            <pc:sldMk cId="2653754915" sldId="359"/>
            <ac:spMk id="9" creationId="{AEF949FA-A933-4B26-F32C-2C9B4CB9EA6D}"/>
          </ac:spMkLst>
        </pc:spChg>
        <pc:spChg chg="mod">
          <ac:chgData name="Bernardo Caputo Gomes" userId="6da50d2c-d1b7-4a9f-8ea6-11c55775b80e" providerId="ADAL" clId="{2E3FE783-9AB9-4869-96B1-16E14BA4AC72}" dt="2026-10-19T13:33:05.565" v="12491" actId="120"/>
          <ac:spMkLst>
            <pc:docMk/>
            <pc:sldMk cId="2653754915" sldId="359"/>
            <ac:spMk id="158" creationId="{077DF75D-3016-CF54-361D-54506BF0615B}"/>
          </ac:spMkLst>
        </pc:spChg>
        <pc:spChg chg="mod">
          <ac:chgData name="Bernardo Caputo Gomes" userId="6da50d2c-d1b7-4a9f-8ea6-11c55775b80e" providerId="ADAL" clId="{2E3FE783-9AB9-4869-96B1-16E14BA4AC72}" dt="2026-10-19T13:33:05.565" v="12491" actId="120"/>
          <ac:spMkLst>
            <pc:docMk/>
            <pc:sldMk cId="2653754915" sldId="359"/>
            <ac:spMk id="160" creationId="{D8E22DC9-3ACC-5787-5CFA-67A3975F60CF}"/>
          </ac:spMkLst>
        </pc:spChg>
        <pc:spChg chg="mod">
          <ac:chgData name="Bernardo Caputo Gomes" userId="6da50d2c-d1b7-4a9f-8ea6-11c55775b80e" providerId="ADAL" clId="{2E3FE783-9AB9-4869-96B1-16E14BA4AC72}" dt="2026-10-19T13:33:05.565" v="12491" actId="120"/>
          <ac:spMkLst>
            <pc:docMk/>
            <pc:sldMk cId="2653754915" sldId="359"/>
            <ac:spMk id="162" creationId="{15BDD6C1-25C3-9507-E487-5AEEAE463D09}"/>
          </ac:spMkLst>
        </pc:spChg>
        <pc:spChg chg="mod">
          <ac:chgData name="Bernardo Caputo Gomes" userId="6da50d2c-d1b7-4a9f-8ea6-11c55775b80e" providerId="ADAL" clId="{2E3FE783-9AB9-4869-96B1-16E14BA4AC72}" dt="2026-10-19T13:33:05.565" v="12491" actId="120"/>
          <ac:spMkLst>
            <pc:docMk/>
            <pc:sldMk cId="2653754915" sldId="359"/>
            <ac:spMk id="164" creationId="{9C119796-2CFA-E2C1-A980-05B8C99AA3F4}"/>
          </ac:spMkLst>
        </pc:spChg>
        <pc:spChg chg="del">
          <ac:chgData name="Bernardo Caputo Gomes" userId="6da50d2c-d1b7-4a9f-8ea6-11c55775b80e" providerId="ADAL" clId="{2E3FE783-9AB9-4869-96B1-16E14BA4AC72}" dt="2026-10-19T13:32:01.107" v="12414" actId="478"/>
          <ac:spMkLst>
            <pc:docMk/>
            <pc:sldMk cId="2653754915" sldId="359"/>
            <ac:spMk id="173" creationId="{05B3AC93-2DE4-FC00-4B5B-F1CDF6ABE726}"/>
          </ac:spMkLst>
        </pc:spChg>
        <pc:spChg chg="del">
          <ac:chgData name="Bernardo Caputo Gomes" userId="6da50d2c-d1b7-4a9f-8ea6-11c55775b80e" providerId="ADAL" clId="{2E3FE783-9AB9-4869-96B1-16E14BA4AC72}" dt="2026-10-19T13:32:01.107" v="12414" actId="478"/>
          <ac:spMkLst>
            <pc:docMk/>
            <pc:sldMk cId="2653754915" sldId="359"/>
            <ac:spMk id="182" creationId="{67AC00FE-D2CD-0269-5DE0-3EBCDB5C7839}"/>
          </ac:spMkLst>
        </pc:spChg>
      </pc:sldChg>
      <pc:sldChg chg="addSp delSp modSp add mod">
        <pc:chgData name="Bernardo Caputo Gomes" userId="6da50d2c-d1b7-4a9f-8ea6-11c55775b80e" providerId="ADAL" clId="{2E3FE783-9AB9-4869-96B1-16E14BA4AC72}" dt="2026-10-19T13:33:09.850" v="12493" actId="120"/>
        <pc:sldMkLst>
          <pc:docMk/>
          <pc:sldMk cId="368819736" sldId="360"/>
        </pc:sldMkLst>
        <pc:spChg chg="add">
          <ac:chgData name="Bernardo Caputo Gomes" userId="6da50d2c-d1b7-4a9f-8ea6-11c55775b80e" providerId="ADAL" clId="{2E3FE783-9AB9-4869-96B1-16E14BA4AC72}" dt="2026-10-19T13:24:42.914" v="12103" actId="22"/>
          <ac:spMkLst>
            <pc:docMk/>
            <pc:sldMk cId="368819736" sldId="360"/>
            <ac:spMk id="5" creationId="{E3724198-AB4E-3C47-5449-9FBF8AA1EAC2}"/>
          </ac:spMkLst>
        </pc:spChg>
        <pc:spChg chg="del">
          <ac:chgData name="Bernardo Caputo Gomes" userId="6da50d2c-d1b7-4a9f-8ea6-11c55775b80e" providerId="ADAL" clId="{2E3FE783-9AB9-4869-96B1-16E14BA4AC72}" dt="2026-10-19T13:23:36.250" v="12040" actId="478"/>
          <ac:spMkLst>
            <pc:docMk/>
            <pc:sldMk cId="368819736" sldId="360"/>
            <ac:spMk id="6" creationId="{BBBE0560-4EAF-FB8C-8ADD-244D45B263EE}"/>
          </ac:spMkLst>
        </pc:spChg>
        <pc:spChg chg="add">
          <ac:chgData name="Bernardo Caputo Gomes" userId="6da50d2c-d1b7-4a9f-8ea6-11c55775b80e" providerId="ADAL" clId="{2E3FE783-9AB9-4869-96B1-16E14BA4AC72}" dt="2026-10-19T13:32:10.067" v="12417" actId="22"/>
          <ac:spMkLst>
            <pc:docMk/>
            <pc:sldMk cId="368819736" sldId="360"/>
            <ac:spMk id="8" creationId="{7C9FF692-E62D-0573-53F7-3435556E347B}"/>
          </ac:spMkLst>
        </pc:spChg>
        <pc:spChg chg="mod">
          <ac:chgData name="Bernardo Caputo Gomes" userId="6da50d2c-d1b7-4a9f-8ea6-11c55775b80e" providerId="ADAL" clId="{2E3FE783-9AB9-4869-96B1-16E14BA4AC72}" dt="2026-10-19T13:33:09.850" v="12493" actId="120"/>
          <ac:spMkLst>
            <pc:docMk/>
            <pc:sldMk cId="368819736" sldId="360"/>
            <ac:spMk id="158" creationId="{090042AF-34CB-11DD-FA38-7672EC82C168}"/>
          </ac:spMkLst>
        </pc:spChg>
        <pc:spChg chg="mod">
          <ac:chgData name="Bernardo Caputo Gomes" userId="6da50d2c-d1b7-4a9f-8ea6-11c55775b80e" providerId="ADAL" clId="{2E3FE783-9AB9-4869-96B1-16E14BA4AC72}" dt="2026-10-19T13:33:09.850" v="12493" actId="120"/>
          <ac:spMkLst>
            <pc:docMk/>
            <pc:sldMk cId="368819736" sldId="360"/>
            <ac:spMk id="160" creationId="{F9545BE1-1BFC-E44F-73C9-3120C7650649}"/>
          </ac:spMkLst>
        </pc:spChg>
        <pc:spChg chg="mod">
          <ac:chgData name="Bernardo Caputo Gomes" userId="6da50d2c-d1b7-4a9f-8ea6-11c55775b80e" providerId="ADAL" clId="{2E3FE783-9AB9-4869-96B1-16E14BA4AC72}" dt="2026-10-19T13:33:09.850" v="12493" actId="120"/>
          <ac:spMkLst>
            <pc:docMk/>
            <pc:sldMk cId="368819736" sldId="360"/>
            <ac:spMk id="162" creationId="{373B3A66-B82F-C1B6-AC01-8EE478F0AF6D}"/>
          </ac:spMkLst>
        </pc:spChg>
        <pc:spChg chg="mod">
          <ac:chgData name="Bernardo Caputo Gomes" userId="6da50d2c-d1b7-4a9f-8ea6-11c55775b80e" providerId="ADAL" clId="{2E3FE783-9AB9-4869-96B1-16E14BA4AC72}" dt="2026-10-19T13:33:09.850" v="12493" actId="120"/>
          <ac:spMkLst>
            <pc:docMk/>
            <pc:sldMk cId="368819736" sldId="360"/>
            <ac:spMk id="164" creationId="{1B933D1B-DE51-EEFA-B9B9-4AB877748672}"/>
          </ac:spMkLst>
        </pc:spChg>
        <pc:spChg chg="del mod">
          <ac:chgData name="Bernardo Caputo Gomes" userId="6da50d2c-d1b7-4a9f-8ea6-11c55775b80e" providerId="ADAL" clId="{2E3FE783-9AB9-4869-96B1-16E14BA4AC72}" dt="2026-10-19T13:32:04.347" v="12415" actId="478"/>
          <ac:spMkLst>
            <pc:docMk/>
            <pc:sldMk cId="368819736" sldId="360"/>
            <ac:spMk id="173" creationId="{BFB8E17F-A58B-07D1-4B17-E19724BA8DBC}"/>
          </ac:spMkLst>
        </pc:spChg>
        <pc:spChg chg="del">
          <ac:chgData name="Bernardo Caputo Gomes" userId="6da50d2c-d1b7-4a9f-8ea6-11c55775b80e" providerId="ADAL" clId="{2E3FE783-9AB9-4869-96B1-16E14BA4AC72}" dt="2026-10-19T13:32:04.347" v="12415" actId="478"/>
          <ac:spMkLst>
            <pc:docMk/>
            <pc:sldMk cId="368819736" sldId="360"/>
            <ac:spMk id="182" creationId="{AFD3B2D9-0C38-0A0E-D1C6-77CF8C58E6B9}"/>
          </ac:spMkLst>
        </pc:spChg>
      </pc:sldChg>
      <pc:sldChg chg="addSp delSp modSp mod ord">
        <pc:chgData name="Bernardo Caputo Gomes" userId="6da50d2c-d1b7-4a9f-8ea6-11c55775b80e" providerId="ADAL" clId="{2E3FE783-9AB9-4869-96B1-16E14BA4AC72}" dt="2026-10-19T14:29:08.238" v="13964" actId="403"/>
        <pc:sldMkLst>
          <pc:docMk/>
          <pc:sldMk cId="500312946" sldId="382"/>
        </pc:sldMkLst>
        <pc:spChg chg="add del">
          <ac:chgData name="Bernardo Caputo Gomes" userId="6da50d2c-d1b7-4a9f-8ea6-11c55775b80e" providerId="ADAL" clId="{2E3FE783-9AB9-4869-96B1-16E14BA4AC72}" dt="2026-10-19T13:27:04.228" v="12195" actId="478"/>
          <ac:spMkLst>
            <pc:docMk/>
            <pc:sldMk cId="500312946" sldId="382"/>
            <ac:spMk id="4" creationId="{B0197B31-260B-3586-EF2E-1E01EFCE6AC4}"/>
          </ac:spMkLst>
        </pc:spChg>
        <pc:spChg chg="mod">
          <ac:chgData name="Bernardo Caputo Gomes" userId="6da50d2c-d1b7-4a9f-8ea6-11c55775b80e" providerId="ADAL" clId="{2E3FE783-9AB9-4869-96B1-16E14BA4AC72}" dt="2026-10-19T14:28:59.961" v="13954" actId="164"/>
          <ac:spMkLst>
            <pc:docMk/>
            <pc:sldMk cId="500312946" sldId="382"/>
            <ac:spMk id="5" creationId="{2F2CE470-BA60-F6F9-CCF3-3C0AA9FAE566}"/>
          </ac:spMkLst>
        </pc:spChg>
        <pc:spChg chg="del">
          <ac:chgData name="Bernardo Caputo Gomes" userId="6da50d2c-d1b7-4a9f-8ea6-11c55775b80e" providerId="ADAL" clId="{2E3FE783-9AB9-4869-96B1-16E14BA4AC72}" dt="2026-10-19T13:24:14.801" v="12070" actId="478"/>
          <ac:spMkLst>
            <pc:docMk/>
            <pc:sldMk cId="500312946" sldId="382"/>
            <ac:spMk id="6" creationId="{51A93D02-B12F-BA8F-E0A3-D24C4D459106}"/>
          </ac:spMkLst>
        </pc:spChg>
        <pc:spChg chg="add">
          <ac:chgData name="Bernardo Caputo Gomes" userId="6da50d2c-d1b7-4a9f-8ea6-11c55775b80e" providerId="ADAL" clId="{2E3FE783-9AB9-4869-96B1-16E14BA4AC72}" dt="2026-10-19T13:27:10.932" v="12196" actId="22"/>
          <ac:spMkLst>
            <pc:docMk/>
            <pc:sldMk cId="500312946" sldId="382"/>
            <ac:spMk id="8" creationId="{4ED7D5E3-3F74-3D24-DA4B-105C05C4254E}"/>
          </ac:spMkLst>
        </pc:spChg>
        <pc:spChg chg="add del">
          <ac:chgData name="Bernardo Caputo Gomes" userId="6da50d2c-d1b7-4a9f-8ea6-11c55775b80e" providerId="ADAL" clId="{2E3FE783-9AB9-4869-96B1-16E14BA4AC72}" dt="2026-10-19T13:39:08.934" v="12499" actId="478"/>
          <ac:spMkLst>
            <pc:docMk/>
            <pc:sldMk cId="500312946" sldId="382"/>
            <ac:spMk id="10" creationId="{2FA26642-D363-1E64-2A16-AE069BFE71B3}"/>
          </ac:spMkLst>
        </pc:spChg>
        <pc:spChg chg="add mod">
          <ac:chgData name="Bernardo Caputo Gomes" userId="6da50d2c-d1b7-4a9f-8ea6-11c55775b80e" providerId="ADAL" clId="{2E3FE783-9AB9-4869-96B1-16E14BA4AC72}" dt="2026-10-19T13:47:51.397" v="13032" actId="14100"/>
          <ac:spMkLst>
            <pc:docMk/>
            <pc:sldMk cId="500312946" sldId="382"/>
            <ac:spMk id="12" creationId="{77C4FC2B-B569-D04E-0597-318B6125D96E}"/>
          </ac:spMkLst>
        </pc:spChg>
        <pc:spChg chg="add mod">
          <ac:chgData name="Bernardo Caputo Gomes" userId="6da50d2c-d1b7-4a9f-8ea6-11c55775b80e" providerId="ADAL" clId="{2E3FE783-9AB9-4869-96B1-16E14BA4AC72}" dt="2026-10-19T13:42:05.907" v="12900" actId="14100"/>
          <ac:spMkLst>
            <pc:docMk/>
            <pc:sldMk cId="500312946" sldId="382"/>
            <ac:spMk id="14" creationId="{A2857889-E60E-682B-C005-EB6698412C4A}"/>
          </ac:spMkLst>
        </pc:spChg>
        <pc:spChg chg="add mod">
          <ac:chgData name="Bernardo Caputo Gomes" userId="6da50d2c-d1b7-4a9f-8ea6-11c55775b80e" providerId="ADAL" clId="{2E3FE783-9AB9-4869-96B1-16E14BA4AC72}" dt="2026-10-19T13:47:51.661" v="13034" actId="1037"/>
          <ac:spMkLst>
            <pc:docMk/>
            <pc:sldMk cId="500312946" sldId="382"/>
            <ac:spMk id="17" creationId="{CCA83683-5054-1963-ED4D-F30F2D83ABF4}"/>
          </ac:spMkLst>
        </pc:spChg>
        <pc:spChg chg="add del ord">
          <ac:chgData name="Bernardo Caputo Gomes" userId="6da50d2c-d1b7-4a9f-8ea6-11c55775b80e" providerId="ADAL" clId="{2E3FE783-9AB9-4869-96B1-16E14BA4AC72}" dt="2026-10-19T13:41:34.971" v="12883" actId="478"/>
          <ac:spMkLst>
            <pc:docMk/>
            <pc:sldMk cId="500312946" sldId="382"/>
            <ac:spMk id="19" creationId="{6816CA93-B83A-6C18-2E6C-C36BF735A81B}"/>
          </ac:spMkLst>
        </pc:spChg>
        <pc:spChg chg="add del">
          <ac:chgData name="Bernardo Caputo Gomes" userId="6da50d2c-d1b7-4a9f-8ea6-11c55775b80e" providerId="ADAL" clId="{2E3FE783-9AB9-4869-96B1-16E14BA4AC72}" dt="2026-10-19T13:42:31.799" v="12904" actId="478"/>
          <ac:spMkLst>
            <pc:docMk/>
            <pc:sldMk cId="500312946" sldId="382"/>
            <ac:spMk id="21" creationId="{0759723B-F8B8-EBF9-3C6B-AC690A820844}"/>
          </ac:spMkLst>
        </pc:spChg>
        <pc:spChg chg="add del ord">
          <ac:chgData name="Bernardo Caputo Gomes" userId="6da50d2c-d1b7-4a9f-8ea6-11c55775b80e" providerId="ADAL" clId="{2E3FE783-9AB9-4869-96B1-16E14BA4AC72}" dt="2026-10-19T13:47:51.225" v="13031" actId="478"/>
          <ac:spMkLst>
            <pc:docMk/>
            <pc:sldMk cId="500312946" sldId="382"/>
            <ac:spMk id="23" creationId="{C10DE3EE-AE80-A5EE-D916-AFDCE3A63FBC}"/>
          </ac:spMkLst>
        </pc:spChg>
        <pc:spChg chg="mod">
          <ac:chgData name="Bernardo Caputo Gomes" userId="6da50d2c-d1b7-4a9f-8ea6-11c55775b80e" providerId="ADAL" clId="{2E3FE783-9AB9-4869-96B1-16E14BA4AC72}" dt="2026-10-19T13:49:46.743" v="13087"/>
          <ac:spMkLst>
            <pc:docMk/>
            <pc:sldMk cId="500312946" sldId="382"/>
            <ac:spMk id="28" creationId="{9EAB2D78-14F6-8CD0-EC43-03F431E97CE7}"/>
          </ac:spMkLst>
        </pc:spChg>
        <pc:spChg chg="mod">
          <ac:chgData name="Bernardo Caputo Gomes" userId="6da50d2c-d1b7-4a9f-8ea6-11c55775b80e" providerId="ADAL" clId="{2E3FE783-9AB9-4869-96B1-16E14BA4AC72}" dt="2026-10-19T13:52:18.295" v="13158" actId="20577"/>
          <ac:spMkLst>
            <pc:docMk/>
            <pc:sldMk cId="500312946" sldId="382"/>
            <ac:spMk id="29" creationId="{A15F6ADD-AB16-119F-534B-A19AFB6E5D33}"/>
          </ac:spMkLst>
        </pc:spChg>
        <pc:spChg chg="mod">
          <ac:chgData name="Bernardo Caputo Gomes" userId="6da50d2c-d1b7-4a9f-8ea6-11c55775b80e" providerId="ADAL" clId="{2E3FE783-9AB9-4869-96B1-16E14BA4AC72}" dt="2026-10-19T13:53:57.528" v="13498" actId="20577"/>
          <ac:spMkLst>
            <pc:docMk/>
            <pc:sldMk cId="500312946" sldId="382"/>
            <ac:spMk id="30" creationId="{DDC9C0FD-6435-DAA1-EF56-065F442D40B5}"/>
          </ac:spMkLst>
        </pc:spChg>
        <pc:spChg chg="mod">
          <ac:chgData name="Bernardo Caputo Gomes" userId="6da50d2c-d1b7-4a9f-8ea6-11c55775b80e" providerId="ADAL" clId="{2E3FE783-9AB9-4869-96B1-16E14BA4AC72}" dt="2026-10-19T13:51:54.225" v="13153" actId="14100"/>
          <ac:spMkLst>
            <pc:docMk/>
            <pc:sldMk cId="500312946" sldId="382"/>
            <ac:spMk id="31" creationId="{34186870-6228-808B-03D0-88668B8D42D0}"/>
          </ac:spMkLst>
        </pc:spChg>
        <pc:spChg chg="mod">
          <ac:chgData name="Bernardo Caputo Gomes" userId="6da50d2c-d1b7-4a9f-8ea6-11c55775b80e" providerId="ADAL" clId="{2E3FE783-9AB9-4869-96B1-16E14BA4AC72}" dt="2026-10-19T13:53:01.730" v="13213" actId="20577"/>
          <ac:spMkLst>
            <pc:docMk/>
            <pc:sldMk cId="500312946" sldId="382"/>
            <ac:spMk id="32" creationId="{ED44702B-9863-81AB-93C2-FAF24B217CC1}"/>
          </ac:spMkLst>
        </pc:spChg>
        <pc:spChg chg="mod">
          <ac:chgData name="Bernardo Caputo Gomes" userId="6da50d2c-d1b7-4a9f-8ea6-11c55775b80e" providerId="ADAL" clId="{2E3FE783-9AB9-4869-96B1-16E14BA4AC72}" dt="2026-10-19T13:53:26.791" v="13340" actId="20577"/>
          <ac:spMkLst>
            <pc:docMk/>
            <pc:sldMk cId="500312946" sldId="382"/>
            <ac:spMk id="33" creationId="{A30A6E9C-34B8-86F0-153F-D5DDC40B9248}"/>
          </ac:spMkLst>
        </pc:spChg>
        <pc:spChg chg="add mod">
          <ac:chgData name="Bernardo Caputo Gomes" userId="6da50d2c-d1b7-4a9f-8ea6-11c55775b80e" providerId="ADAL" clId="{2E3FE783-9AB9-4869-96B1-16E14BA4AC72}" dt="2026-10-19T14:28:27.504" v="13947" actId="164"/>
          <ac:spMkLst>
            <pc:docMk/>
            <pc:sldMk cId="500312946" sldId="382"/>
            <ac:spMk id="35" creationId="{F93A6B1A-AF39-F751-A85B-E35D0BCE739F}"/>
          </ac:spMkLst>
        </pc:spChg>
        <pc:spChg chg="mod">
          <ac:chgData name="Bernardo Caputo Gomes" userId="6da50d2c-d1b7-4a9f-8ea6-11c55775b80e" providerId="ADAL" clId="{2E3FE783-9AB9-4869-96B1-16E14BA4AC72}" dt="2026-10-19T13:54:11.509" v="13501"/>
          <ac:spMkLst>
            <pc:docMk/>
            <pc:sldMk cId="500312946" sldId="382"/>
            <ac:spMk id="37" creationId="{E75E5A14-51C9-1E7A-EAC5-C1F0D93CF11E}"/>
          </ac:spMkLst>
        </pc:spChg>
        <pc:spChg chg="mod">
          <ac:chgData name="Bernardo Caputo Gomes" userId="6da50d2c-d1b7-4a9f-8ea6-11c55775b80e" providerId="ADAL" clId="{2E3FE783-9AB9-4869-96B1-16E14BA4AC72}" dt="2026-10-19T13:54:11.509" v="13501"/>
          <ac:spMkLst>
            <pc:docMk/>
            <pc:sldMk cId="500312946" sldId="382"/>
            <ac:spMk id="38" creationId="{416C9A75-1B52-51C6-EEEB-AEC371D1DD0B}"/>
          </ac:spMkLst>
        </pc:spChg>
        <pc:spChg chg="mod">
          <ac:chgData name="Bernardo Caputo Gomes" userId="6da50d2c-d1b7-4a9f-8ea6-11c55775b80e" providerId="ADAL" clId="{2E3FE783-9AB9-4869-96B1-16E14BA4AC72}" dt="2026-10-19T14:26:56.250" v="13919" actId="20577"/>
          <ac:spMkLst>
            <pc:docMk/>
            <pc:sldMk cId="500312946" sldId="382"/>
            <ac:spMk id="39" creationId="{E826853A-DFB7-6285-C527-6938364948AC}"/>
          </ac:spMkLst>
        </pc:spChg>
        <pc:spChg chg="mod">
          <ac:chgData name="Bernardo Caputo Gomes" userId="6da50d2c-d1b7-4a9f-8ea6-11c55775b80e" providerId="ADAL" clId="{2E3FE783-9AB9-4869-96B1-16E14BA4AC72}" dt="2026-10-19T14:24:44.392" v="13551" actId="14100"/>
          <ac:spMkLst>
            <pc:docMk/>
            <pc:sldMk cId="500312946" sldId="382"/>
            <ac:spMk id="40" creationId="{E6AA1FB3-98A7-DCD6-5ED5-E497F43F3649}"/>
          </ac:spMkLst>
        </pc:spChg>
        <pc:spChg chg="mod">
          <ac:chgData name="Bernardo Caputo Gomes" userId="6da50d2c-d1b7-4a9f-8ea6-11c55775b80e" providerId="ADAL" clId="{2E3FE783-9AB9-4869-96B1-16E14BA4AC72}" dt="2026-10-19T14:25:49.810" v="13620" actId="20577"/>
          <ac:spMkLst>
            <pc:docMk/>
            <pc:sldMk cId="500312946" sldId="382"/>
            <ac:spMk id="41" creationId="{7A4D2D0B-7148-87E4-9650-84932D2F315A}"/>
          </ac:spMkLst>
        </pc:spChg>
        <pc:spChg chg="mod">
          <ac:chgData name="Bernardo Caputo Gomes" userId="6da50d2c-d1b7-4a9f-8ea6-11c55775b80e" providerId="ADAL" clId="{2E3FE783-9AB9-4869-96B1-16E14BA4AC72}" dt="2026-10-19T14:26:21.530" v="13763" actId="20577"/>
          <ac:spMkLst>
            <pc:docMk/>
            <pc:sldMk cId="500312946" sldId="382"/>
            <ac:spMk id="42" creationId="{AC7E6CDA-5CC9-D108-4390-98EDAC5831C1}"/>
          </ac:spMkLst>
        </pc:spChg>
        <pc:spChg chg="add mod">
          <ac:chgData name="Bernardo Caputo Gomes" userId="6da50d2c-d1b7-4a9f-8ea6-11c55775b80e" providerId="ADAL" clId="{2E3FE783-9AB9-4869-96B1-16E14BA4AC72}" dt="2026-10-19T14:28:14.374" v="13946" actId="164"/>
          <ac:spMkLst>
            <pc:docMk/>
            <pc:sldMk cId="500312946" sldId="382"/>
            <ac:spMk id="44" creationId="{57FB25C5-8DA7-A315-AA4A-070CA5084803}"/>
          </ac:spMkLst>
        </pc:spChg>
        <pc:spChg chg="add mod">
          <ac:chgData name="Bernardo Caputo Gomes" userId="6da50d2c-d1b7-4a9f-8ea6-11c55775b80e" providerId="ADAL" clId="{2E3FE783-9AB9-4869-96B1-16E14BA4AC72}" dt="2026-10-19T14:28:03.952" v="13945" actId="571"/>
          <ac:spMkLst>
            <pc:docMk/>
            <pc:sldMk cId="500312946" sldId="382"/>
            <ac:spMk id="45" creationId="{ADE6EE4A-BAFA-52DB-AA13-76A421069B7E}"/>
          </ac:spMkLst>
        </pc:spChg>
        <pc:spChg chg="mod">
          <ac:chgData name="Bernardo Caputo Gomes" userId="6da50d2c-d1b7-4a9f-8ea6-11c55775b80e" providerId="ADAL" clId="{2E3FE783-9AB9-4869-96B1-16E14BA4AC72}" dt="2026-10-19T14:28:59.961" v="13954" actId="164"/>
          <ac:spMkLst>
            <pc:docMk/>
            <pc:sldMk cId="500312946" sldId="382"/>
            <ac:spMk id="5015"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7"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8"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9"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0"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1"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2"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3"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4"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5"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7"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29"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4"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5"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7" creationId="{00000000-0000-0000-0000-000000000000}"/>
          </ac:spMkLst>
        </pc:spChg>
        <pc:spChg chg="del mod">
          <ac:chgData name="Bernardo Caputo Gomes" userId="6da50d2c-d1b7-4a9f-8ea6-11c55775b80e" providerId="ADAL" clId="{2E3FE783-9AB9-4869-96B1-16E14BA4AC72}" dt="2026-10-19T13:40:51.776" v="12878" actId="478"/>
          <ac:spMkLst>
            <pc:docMk/>
            <pc:sldMk cId="500312946" sldId="382"/>
            <ac:spMk id="5044"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5"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6" creationId="{00000000-0000-0000-0000-000000000000}"/>
          </ac:spMkLst>
        </pc:spChg>
        <pc:spChg chg="mod">
          <ac:chgData name="Bernardo Caputo Gomes" userId="6da50d2c-d1b7-4a9f-8ea6-11c55775b80e" providerId="ADAL" clId="{2E3FE783-9AB9-4869-96B1-16E14BA4AC72}" dt="2026-10-19T14:25:14.184" v="13552" actId="14100"/>
          <ac:spMkLst>
            <pc:docMk/>
            <pc:sldMk cId="500312946" sldId="382"/>
            <ac:spMk id="6001"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600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6003" creationId="{00000000-0000-0000-0000-000000000000}"/>
          </ac:spMkLst>
        </pc:spChg>
        <pc:spChg chg="mod">
          <ac:chgData name="Bernardo Caputo Gomes" userId="6da50d2c-d1b7-4a9f-8ea6-11c55775b80e" providerId="ADAL" clId="{2E3FE783-9AB9-4869-96B1-16E14BA4AC72}" dt="2026-10-19T14:29:08.238" v="13964" actId="403"/>
          <ac:spMkLst>
            <pc:docMk/>
            <pc:sldMk cId="500312946" sldId="382"/>
            <ac:spMk id="7001"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700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1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1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1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2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2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22" creationId="{00000000-0000-0000-0000-000000000000}"/>
          </ac:spMkLst>
        </pc:spChg>
        <pc:grpChg chg="add del mod">
          <ac:chgData name="Bernardo Caputo Gomes" userId="6da50d2c-d1b7-4a9f-8ea6-11c55775b80e" providerId="ADAL" clId="{2E3FE783-9AB9-4869-96B1-16E14BA4AC72}" dt="2026-10-19T13:54:04.211" v="13499" actId="478"/>
          <ac:grpSpMkLst>
            <pc:docMk/>
            <pc:sldMk cId="500312946" sldId="382"/>
            <ac:grpSpMk id="24" creationId="{9B26A6ED-6E8E-6922-C4A0-4BC11ACAB3A1}"/>
          </ac:grpSpMkLst>
        </pc:grpChg>
        <pc:grpChg chg="add del mod">
          <ac:chgData name="Bernardo Caputo Gomes" userId="6da50d2c-d1b7-4a9f-8ea6-11c55775b80e" providerId="ADAL" clId="{2E3FE783-9AB9-4869-96B1-16E14BA4AC72}" dt="2026-10-19T14:27:00.054" v="13920" actId="478"/>
          <ac:grpSpMkLst>
            <pc:docMk/>
            <pc:sldMk cId="500312946" sldId="382"/>
            <ac:grpSpMk id="25" creationId="{616DE9F9-B43C-2692-E830-86242A852E83}"/>
          </ac:grpSpMkLst>
        </pc:grpChg>
        <pc:grpChg chg="add mod">
          <ac:chgData name="Bernardo Caputo Gomes" userId="6da50d2c-d1b7-4a9f-8ea6-11c55775b80e" providerId="ADAL" clId="{2E3FE783-9AB9-4869-96B1-16E14BA4AC72}" dt="2026-10-19T13:54:26.163" v="13504" actId="12789"/>
          <ac:grpSpMkLst>
            <pc:docMk/>
            <pc:sldMk cId="500312946" sldId="382"/>
            <ac:grpSpMk id="26" creationId="{F1386C36-6728-C9F2-EDD9-E644D6AB1972}"/>
          </ac:grpSpMkLst>
        </pc:grpChg>
        <pc:grpChg chg="add mod">
          <ac:chgData name="Bernardo Caputo Gomes" userId="6da50d2c-d1b7-4a9f-8ea6-11c55775b80e" providerId="ADAL" clId="{2E3FE783-9AB9-4869-96B1-16E14BA4AC72}" dt="2026-10-19T14:28:27.504" v="13947" actId="164"/>
          <ac:grpSpMkLst>
            <pc:docMk/>
            <pc:sldMk cId="500312946" sldId="382"/>
            <ac:grpSpMk id="27" creationId="{FC0B1137-60C1-AF85-7A67-EC8E72FDD3A6}"/>
          </ac:grpSpMkLst>
        </pc:grpChg>
        <pc:grpChg chg="add mod">
          <ac:chgData name="Bernardo Caputo Gomes" userId="6da50d2c-d1b7-4a9f-8ea6-11c55775b80e" providerId="ADAL" clId="{2E3FE783-9AB9-4869-96B1-16E14BA4AC72}" dt="2026-10-19T14:28:14.374" v="13946" actId="164"/>
          <ac:grpSpMkLst>
            <pc:docMk/>
            <pc:sldMk cId="500312946" sldId="382"/>
            <ac:grpSpMk id="36" creationId="{DBDD04F1-9736-FB3B-9AC3-1AFDD3EB15C6}"/>
          </ac:grpSpMkLst>
        </pc:grpChg>
        <pc:grpChg chg="add mod">
          <ac:chgData name="Bernardo Caputo Gomes" userId="6da50d2c-d1b7-4a9f-8ea6-11c55775b80e" providerId="ADAL" clId="{2E3FE783-9AB9-4869-96B1-16E14BA4AC72}" dt="2026-10-19T14:28:14.374" v="13946" actId="164"/>
          <ac:grpSpMkLst>
            <pc:docMk/>
            <pc:sldMk cId="500312946" sldId="382"/>
            <ac:grpSpMk id="46" creationId="{B6F0CDB1-E695-AA5B-A9B2-A7EC6FF1D8ED}"/>
          </ac:grpSpMkLst>
        </pc:grpChg>
        <pc:grpChg chg="add mod">
          <ac:chgData name="Bernardo Caputo Gomes" userId="6da50d2c-d1b7-4a9f-8ea6-11c55775b80e" providerId="ADAL" clId="{2E3FE783-9AB9-4869-96B1-16E14BA4AC72}" dt="2026-10-19T14:28:27.504" v="13947" actId="164"/>
          <ac:grpSpMkLst>
            <pc:docMk/>
            <pc:sldMk cId="500312946" sldId="382"/>
            <ac:grpSpMk id="47" creationId="{E07F5604-F7BA-871E-238E-4A2850FBE5A4}"/>
          </ac:grpSpMkLst>
        </pc:grpChg>
        <pc:grpChg chg="add mod">
          <ac:chgData name="Bernardo Caputo Gomes" userId="6da50d2c-d1b7-4a9f-8ea6-11c55775b80e" providerId="ADAL" clId="{2E3FE783-9AB9-4869-96B1-16E14BA4AC72}" dt="2026-10-19T14:29:02.076" v="13963" actId="1036"/>
          <ac:grpSpMkLst>
            <pc:docMk/>
            <pc:sldMk cId="500312946" sldId="382"/>
            <ac:grpSpMk id="48" creationId="{4F487CFD-7778-037B-0187-FDF49CBF16AE}"/>
          </ac:grpSpMkLst>
        </pc:grpChg>
      </pc:sldChg>
      <pc:sldChg chg="addSp delSp mod ord">
        <pc:chgData name="Bernardo Caputo Gomes" userId="6da50d2c-d1b7-4a9f-8ea6-11c55775b80e" providerId="ADAL" clId="{2E3FE783-9AB9-4869-96B1-16E14BA4AC72}" dt="2026-10-19T13:34:18.855" v="12497"/>
        <pc:sldMkLst>
          <pc:docMk/>
          <pc:sldMk cId="3868462077" sldId="384"/>
        </pc:sldMkLst>
        <pc:spChg chg="add del">
          <ac:chgData name="Bernardo Caputo Gomes" userId="6da50d2c-d1b7-4a9f-8ea6-11c55775b80e" providerId="ADAL" clId="{2E3FE783-9AB9-4869-96B1-16E14BA4AC72}" dt="2026-10-19T13:27:15.385" v="12197" actId="478"/>
          <ac:spMkLst>
            <pc:docMk/>
            <pc:sldMk cId="3868462077" sldId="384"/>
            <ac:spMk id="6" creationId="{4C8565EA-0584-43A9-46FB-C50BBD7CE3DF}"/>
          </ac:spMkLst>
        </pc:spChg>
        <pc:spChg chg="add">
          <ac:chgData name="Bernardo Caputo Gomes" userId="6da50d2c-d1b7-4a9f-8ea6-11c55775b80e" providerId="ADAL" clId="{2E3FE783-9AB9-4869-96B1-16E14BA4AC72}" dt="2026-10-19T13:27:22.618" v="12198" actId="22"/>
          <ac:spMkLst>
            <pc:docMk/>
            <pc:sldMk cId="3868462077" sldId="384"/>
            <ac:spMk id="8" creationId="{141F0957-BBE8-6E43-8F34-BF80D9E55FBA}"/>
          </ac:spMkLst>
        </pc:spChg>
        <pc:spChg chg="del">
          <ac:chgData name="Bernardo Caputo Gomes" userId="6da50d2c-d1b7-4a9f-8ea6-11c55775b80e" providerId="ADAL" clId="{2E3FE783-9AB9-4869-96B1-16E14BA4AC72}" dt="2026-10-19T13:24:16.468" v="12071" actId="478"/>
          <ac:spMkLst>
            <pc:docMk/>
            <pc:sldMk cId="3868462077" sldId="384"/>
            <ac:spMk id="62" creationId="{8D994346-6AC5-548C-5E51-C22F193E1068}"/>
          </ac:spMkLst>
        </pc:spChg>
      </pc:sldChg>
      <pc:sldChg chg="addSp delSp modSp add mod">
        <pc:chgData name="Bernardo Caputo Gomes" userId="6da50d2c-d1b7-4a9f-8ea6-11c55775b80e" providerId="ADAL" clId="{2E3FE783-9AB9-4869-96B1-16E14BA4AC72}" dt="2026-10-19T13:15:48.791" v="11891" actId="20577"/>
        <pc:sldMkLst>
          <pc:docMk/>
          <pc:sldMk cId="3498216271" sldId="390"/>
        </pc:sldMkLst>
        <pc:spChg chg="mod">
          <ac:chgData name="Bernardo Caputo Gomes" userId="6da50d2c-d1b7-4a9f-8ea6-11c55775b80e" providerId="ADAL" clId="{2E3FE783-9AB9-4869-96B1-16E14BA4AC72}" dt="2026-10-19T13:10:27.550" v="11328" actId="1076"/>
          <ac:spMkLst>
            <pc:docMk/>
            <pc:sldMk cId="3498216271" sldId="390"/>
            <ac:spMk id="6" creationId="{8792A472-BBCB-B1A9-02D3-73E25495145D}"/>
          </ac:spMkLst>
        </pc:spChg>
        <pc:spChg chg="mod">
          <ac:chgData name="Bernardo Caputo Gomes" userId="6da50d2c-d1b7-4a9f-8ea6-11c55775b80e" providerId="ADAL" clId="{2E3FE783-9AB9-4869-96B1-16E14BA4AC72}" dt="2026-10-19T13:04:55.039" v="10946" actId="165"/>
          <ac:spMkLst>
            <pc:docMk/>
            <pc:sldMk cId="3498216271" sldId="390"/>
            <ac:spMk id="12" creationId="{4E731C5F-FF2B-958C-775D-2889C59A0015}"/>
          </ac:spMkLst>
        </pc:spChg>
        <pc:spChg chg="mod">
          <ac:chgData name="Bernardo Caputo Gomes" userId="6da50d2c-d1b7-4a9f-8ea6-11c55775b80e" providerId="ADAL" clId="{2E3FE783-9AB9-4869-96B1-16E14BA4AC72}" dt="2026-10-19T13:14:15.390" v="11576" actId="20577"/>
          <ac:spMkLst>
            <pc:docMk/>
            <pc:sldMk cId="3498216271" sldId="390"/>
            <ac:spMk id="15" creationId="{ABEE45AC-1F88-9C80-5A9D-25C8FC0DECB0}"/>
          </ac:spMkLst>
        </pc:spChg>
        <pc:spChg chg="mod">
          <ac:chgData name="Bernardo Caputo Gomes" userId="6da50d2c-d1b7-4a9f-8ea6-11c55775b80e" providerId="ADAL" clId="{2E3FE783-9AB9-4869-96B1-16E14BA4AC72}" dt="2026-10-19T13:06:52.238" v="11177"/>
          <ac:spMkLst>
            <pc:docMk/>
            <pc:sldMk cId="3498216271" sldId="390"/>
            <ac:spMk id="16" creationId="{BC60BFAC-2906-466A-DBC0-14CA9DB550E1}"/>
          </ac:spMkLst>
        </pc:spChg>
        <pc:spChg chg="mod">
          <ac:chgData name="Bernardo Caputo Gomes" userId="6da50d2c-d1b7-4a9f-8ea6-11c55775b80e" providerId="ADAL" clId="{2E3FE783-9AB9-4869-96B1-16E14BA4AC72}" dt="2026-10-19T13:15:03.299" v="11694" actId="20577"/>
          <ac:spMkLst>
            <pc:docMk/>
            <pc:sldMk cId="3498216271" sldId="390"/>
            <ac:spMk id="17" creationId="{3BCF08FD-CCFF-333F-F26B-DA577435CEF7}"/>
          </ac:spMkLst>
        </pc:spChg>
        <pc:spChg chg="mod">
          <ac:chgData name="Bernardo Caputo Gomes" userId="6da50d2c-d1b7-4a9f-8ea6-11c55775b80e" providerId="ADAL" clId="{2E3FE783-9AB9-4869-96B1-16E14BA4AC72}" dt="2026-10-19T13:10:58.588" v="11406" actId="555"/>
          <ac:spMkLst>
            <pc:docMk/>
            <pc:sldMk cId="3498216271" sldId="390"/>
            <ac:spMk id="18" creationId="{4FE112DC-C6B8-EA46-CBB9-EFB34831D665}"/>
          </ac:spMkLst>
        </pc:spChg>
        <pc:spChg chg="mod">
          <ac:chgData name="Bernardo Caputo Gomes" userId="6da50d2c-d1b7-4a9f-8ea6-11c55775b80e" providerId="ADAL" clId="{2E3FE783-9AB9-4869-96B1-16E14BA4AC72}" dt="2026-10-19T13:04:55.039" v="10946" actId="165"/>
          <ac:spMkLst>
            <pc:docMk/>
            <pc:sldMk cId="3498216271" sldId="390"/>
            <ac:spMk id="21" creationId="{88ACFBD3-E6AE-1D00-E7AD-5DF5C096DA54}"/>
          </ac:spMkLst>
        </pc:spChg>
        <pc:spChg chg="mod">
          <ac:chgData name="Bernardo Caputo Gomes" userId="6da50d2c-d1b7-4a9f-8ea6-11c55775b80e" providerId="ADAL" clId="{2E3FE783-9AB9-4869-96B1-16E14BA4AC72}" dt="2026-10-19T13:06:52.238" v="11177"/>
          <ac:spMkLst>
            <pc:docMk/>
            <pc:sldMk cId="3498216271" sldId="390"/>
            <ac:spMk id="25" creationId="{32D782FA-4707-F359-862E-75B18B33876D}"/>
          </ac:spMkLst>
        </pc:spChg>
        <pc:spChg chg="mod">
          <ac:chgData name="Bernardo Caputo Gomes" userId="6da50d2c-d1b7-4a9f-8ea6-11c55775b80e" providerId="ADAL" clId="{2E3FE783-9AB9-4869-96B1-16E14BA4AC72}" dt="2026-10-19T13:14:30.237" v="11617" actId="20577"/>
          <ac:spMkLst>
            <pc:docMk/>
            <pc:sldMk cId="3498216271" sldId="390"/>
            <ac:spMk id="35" creationId="{2A5EEBDA-A6E4-B80E-40E6-BA03CF3C933E}"/>
          </ac:spMkLst>
        </pc:spChg>
        <pc:spChg chg="mod">
          <ac:chgData name="Bernardo Caputo Gomes" userId="6da50d2c-d1b7-4a9f-8ea6-11c55775b80e" providerId="ADAL" clId="{2E3FE783-9AB9-4869-96B1-16E14BA4AC72}" dt="2026-10-19T13:04:55.039" v="10946" actId="165"/>
          <ac:spMkLst>
            <pc:docMk/>
            <pc:sldMk cId="3498216271" sldId="390"/>
            <ac:spMk id="38" creationId="{9C3E47EE-E0CC-327A-037B-1A788985623A}"/>
          </ac:spMkLst>
        </pc:spChg>
        <pc:spChg chg="mod">
          <ac:chgData name="Bernardo Caputo Gomes" userId="6da50d2c-d1b7-4a9f-8ea6-11c55775b80e" providerId="ADAL" clId="{2E3FE783-9AB9-4869-96B1-16E14BA4AC72}" dt="2026-10-19T13:04:55.039" v="10946" actId="165"/>
          <ac:spMkLst>
            <pc:docMk/>
            <pc:sldMk cId="3498216271" sldId="390"/>
            <ac:spMk id="41" creationId="{358370EF-10BF-3ABE-FF88-00E74EF333BB}"/>
          </ac:spMkLst>
        </pc:spChg>
        <pc:spChg chg="mod">
          <ac:chgData name="Bernardo Caputo Gomes" userId="6da50d2c-d1b7-4a9f-8ea6-11c55775b80e" providerId="ADAL" clId="{2E3FE783-9AB9-4869-96B1-16E14BA4AC72}" dt="2026-10-19T13:14:52.206" v="11674" actId="20577"/>
          <ac:spMkLst>
            <pc:docMk/>
            <pc:sldMk cId="3498216271" sldId="390"/>
            <ac:spMk id="42" creationId="{DCCBDB7F-B958-A8F1-E067-E3A6464A7127}"/>
          </ac:spMkLst>
        </pc:spChg>
        <pc:spChg chg="mod">
          <ac:chgData name="Bernardo Caputo Gomes" userId="6da50d2c-d1b7-4a9f-8ea6-11c55775b80e" providerId="ADAL" clId="{2E3FE783-9AB9-4869-96B1-16E14BA4AC72}" dt="2026-10-19T13:04:55.039" v="10946" actId="165"/>
          <ac:spMkLst>
            <pc:docMk/>
            <pc:sldMk cId="3498216271" sldId="390"/>
            <ac:spMk id="45" creationId="{24F6DFF8-1197-495F-3719-D4F53C7DA8C0}"/>
          </ac:spMkLst>
        </pc:spChg>
        <pc:spChg chg="mod">
          <ac:chgData name="Bernardo Caputo Gomes" userId="6da50d2c-d1b7-4a9f-8ea6-11c55775b80e" providerId="ADAL" clId="{2E3FE783-9AB9-4869-96B1-16E14BA4AC72}" dt="2026-10-19T13:13:13.321" v="11458" actId="20577"/>
          <ac:spMkLst>
            <pc:docMk/>
            <pc:sldMk cId="3498216271" sldId="390"/>
            <ac:spMk id="47" creationId="{69EF170F-7C0B-99B1-AA2C-C85FE5383EB7}"/>
          </ac:spMkLst>
        </pc:spChg>
        <pc:spChg chg="mod">
          <ac:chgData name="Bernardo Caputo Gomes" userId="6da50d2c-d1b7-4a9f-8ea6-11c55775b80e" providerId="ADAL" clId="{2E3FE783-9AB9-4869-96B1-16E14BA4AC72}" dt="2026-10-19T13:15:18.824" v="11760" actId="20577"/>
          <ac:spMkLst>
            <pc:docMk/>
            <pc:sldMk cId="3498216271" sldId="390"/>
            <ac:spMk id="48" creationId="{9371A593-E34B-66F1-31EC-D7F9F069F452}"/>
          </ac:spMkLst>
        </pc:spChg>
        <pc:spChg chg="mod">
          <ac:chgData name="Bernardo Caputo Gomes" userId="6da50d2c-d1b7-4a9f-8ea6-11c55775b80e" providerId="ADAL" clId="{2E3FE783-9AB9-4869-96B1-16E14BA4AC72}" dt="2026-10-19T13:06:52.238" v="11177"/>
          <ac:spMkLst>
            <pc:docMk/>
            <pc:sldMk cId="3498216271" sldId="390"/>
            <ac:spMk id="56" creationId="{AD7C93B4-AE87-729B-6460-D6C45A74BC4C}"/>
          </ac:spMkLst>
        </pc:spChg>
        <pc:spChg chg="mod">
          <ac:chgData name="Bernardo Caputo Gomes" userId="6da50d2c-d1b7-4a9f-8ea6-11c55775b80e" providerId="ADAL" clId="{2E3FE783-9AB9-4869-96B1-16E14BA4AC72}" dt="2026-10-19T13:06:55.399" v="11179"/>
          <ac:spMkLst>
            <pc:docMk/>
            <pc:sldMk cId="3498216271" sldId="390"/>
            <ac:spMk id="58" creationId="{97B2ABE8-483B-F2C8-7D31-8D6C42884533}"/>
          </ac:spMkLst>
        </pc:spChg>
        <pc:spChg chg="mod">
          <ac:chgData name="Bernardo Caputo Gomes" userId="6da50d2c-d1b7-4a9f-8ea6-11c55775b80e" providerId="ADAL" clId="{2E3FE783-9AB9-4869-96B1-16E14BA4AC72}" dt="2026-10-19T13:06:55.399" v="11179"/>
          <ac:spMkLst>
            <pc:docMk/>
            <pc:sldMk cId="3498216271" sldId="390"/>
            <ac:spMk id="59" creationId="{E9E8C29B-7EAC-EF1A-E1A2-AEAA4A694817}"/>
          </ac:spMkLst>
        </pc:spChg>
        <pc:spChg chg="mod">
          <ac:chgData name="Bernardo Caputo Gomes" userId="6da50d2c-d1b7-4a9f-8ea6-11c55775b80e" providerId="ADAL" clId="{2E3FE783-9AB9-4869-96B1-16E14BA4AC72}" dt="2026-10-19T13:06:55.399" v="11179"/>
          <ac:spMkLst>
            <pc:docMk/>
            <pc:sldMk cId="3498216271" sldId="390"/>
            <ac:spMk id="62" creationId="{061F7368-6475-B69C-8F9A-515EA65BB75C}"/>
          </ac:spMkLst>
        </pc:spChg>
        <pc:spChg chg="mod">
          <ac:chgData name="Bernardo Caputo Gomes" userId="6da50d2c-d1b7-4a9f-8ea6-11c55775b80e" providerId="ADAL" clId="{2E3FE783-9AB9-4869-96B1-16E14BA4AC72}" dt="2026-10-19T13:13:25.292" v="11489" actId="20577"/>
          <ac:spMkLst>
            <pc:docMk/>
            <pc:sldMk cId="3498216271" sldId="390"/>
            <ac:spMk id="64" creationId="{AD7F4A08-51C6-BC25-372B-A8AF97A463E5}"/>
          </ac:spMkLst>
        </pc:spChg>
        <pc:spChg chg="mod">
          <ac:chgData name="Bernardo Caputo Gomes" userId="6da50d2c-d1b7-4a9f-8ea6-11c55775b80e" providerId="ADAL" clId="{2E3FE783-9AB9-4869-96B1-16E14BA4AC72}" dt="2026-10-19T13:15:33.218" v="11820" actId="20577"/>
          <ac:spMkLst>
            <pc:docMk/>
            <pc:sldMk cId="3498216271" sldId="390"/>
            <ac:spMk id="65" creationId="{3D6BCF7C-473E-C89A-B7A9-BC900651ABAF}"/>
          </ac:spMkLst>
        </pc:spChg>
        <pc:spChg chg="mod">
          <ac:chgData name="Bernardo Caputo Gomes" userId="6da50d2c-d1b7-4a9f-8ea6-11c55775b80e" providerId="ADAL" clId="{2E3FE783-9AB9-4869-96B1-16E14BA4AC72}" dt="2026-10-19T13:10:24.615" v="11326"/>
          <ac:spMkLst>
            <pc:docMk/>
            <pc:sldMk cId="3498216271" sldId="390"/>
            <ac:spMk id="68" creationId="{5BCB15F1-BC4F-6FA5-47D4-3738B87EF327}"/>
          </ac:spMkLst>
        </pc:spChg>
        <pc:spChg chg="mod">
          <ac:chgData name="Bernardo Caputo Gomes" userId="6da50d2c-d1b7-4a9f-8ea6-11c55775b80e" providerId="ADAL" clId="{2E3FE783-9AB9-4869-96B1-16E14BA4AC72}" dt="2026-10-19T13:13:36.574" v="11519" actId="20577"/>
          <ac:spMkLst>
            <pc:docMk/>
            <pc:sldMk cId="3498216271" sldId="390"/>
            <ac:spMk id="70" creationId="{39DBD2E1-3A71-5825-F799-51E70A0B2845}"/>
          </ac:spMkLst>
        </pc:spChg>
        <pc:spChg chg="mod">
          <ac:chgData name="Bernardo Caputo Gomes" userId="6da50d2c-d1b7-4a9f-8ea6-11c55775b80e" providerId="ADAL" clId="{2E3FE783-9AB9-4869-96B1-16E14BA4AC72}" dt="2026-10-19T13:15:48.791" v="11891" actId="20577"/>
          <ac:spMkLst>
            <pc:docMk/>
            <pc:sldMk cId="3498216271" sldId="390"/>
            <ac:spMk id="71" creationId="{1B59065E-E9B0-44D7-7333-16D281CDB80F}"/>
          </ac:spMkLst>
        </pc:spChg>
        <pc:spChg chg="mod">
          <ac:chgData name="Bernardo Caputo Gomes" userId="6da50d2c-d1b7-4a9f-8ea6-11c55775b80e" providerId="ADAL" clId="{2E3FE783-9AB9-4869-96B1-16E14BA4AC72}" dt="2026-10-19T13:10:33.374" v="11355"/>
          <ac:spMkLst>
            <pc:docMk/>
            <pc:sldMk cId="3498216271" sldId="390"/>
            <ac:spMk id="74" creationId="{E9125BCC-E8C5-2E24-1766-954C4658CA7C}"/>
          </ac:spMkLst>
        </pc:spChg>
        <pc:grpChg chg="mod">
          <ac:chgData name="Bernardo Caputo Gomes" userId="6da50d2c-d1b7-4a9f-8ea6-11c55775b80e" providerId="ADAL" clId="{2E3FE783-9AB9-4869-96B1-16E14BA4AC72}" dt="2026-10-19T13:12:00.224" v="11408" actId="552"/>
          <ac:grpSpMkLst>
            <pc:docMk/>
            <pc:sldMk cId="3498216271" sldId="390"/>
            <ac:grpSpMk id="9" creationId="{66D6D8CC-071A-6FEC-7BF1-0E944E7D3D1F}"/>
          </ac:grpSpMkLst>
        </pc:grpChg>
        <pc:grpChg chg="add del mod">
          <ac:chgData name="Bernardo Caputo Gomes" userId="6da50d2c-d1b7-4a9f-8ea6-11c55775b80e" providerId="ADAL" clId="{2E3FE783-9AB9-4869-96B1-16E14BA4AC72}" dt="2026-10-19T13:10:21.936" v="11325" actId="478"/>
          <ac:grpSpMkLst>
            <pc:docMk/>
            <pc:sldMk cId="3498216271" sldId="390"/>
            <ac:grpSpMk id="13" creationId="{6F36C511-8AE0-8D49-906B-CA1B8210DB6F}"/>
          </ac:grpSpMkLst>
        </pc:grpChg>
        <pc:grpChg chg="mod">
          <ac:chgData name="Bernardo Caputo Gomes" userId="6da50d2c-d1b7-4a9f-8ea6-11c55775b80e" providerId="ADAL" clId="{2E3FE783-9AB9-4869-96B1-16E14BA4AC72}" dt="2026-10-19T13:06:52.238" v="11177"/>
          <ac:grpSpMkLst>
            <pc:docMk/>
            <pc:sldMk cId="3498216271" sldId="390"/>
            <ac:grpSpMk id="26" creationId="{5BB53007-D828-21AE-42AE-B8EE09E88EC9}"/>
          </ac:grpSpMkLst>
        </pc:grpChg>
        <pc:grpChg chg="mod">
          <ac:chgData name="Bernardo Caputo Gomes" userId="6da50d2c-d1b7-4a9f-8ea6-11c55775b80e" providerId="ADAL" clId="{2E3FE783-9AB9-4869-96B1-16E14BA4AC72}" dt="2026-10-19T13:12:09.722" v="11409" actId="552"/>
          <ac:grpSpMkLst>
            <pc:docMk/>
            <pc:sldMk cId="3498216271" sldId="390"/>
            <ac:grpSpMk id="46" creationId="{D0CDB06A-6651-3F94-4D07-B55FCF9158BF}"/>
          </ac:grpSpMkLst>
        </pc:grpChg>
        <pc:grpChg chg="mod">
          <ac:chgData name="Bernardo Caputo Gomes" userId="6da50d2c-d1b7-4a9f-8ea6-11c55775b80e" providerId="ADAL" clId="{2E3FE783-9AB9-4869-96B1-16E14BA4AC72}" dt="2026-10-19T13:12:40.336" v="11425" actId="1037"/>
          <ac:grpSpMkLst>
            <pc:docMk/>
            <pc:sldMk cId="3498216271" sldId="390"/>
            <ac:grpSpMk id="52" creationId="{942D44C1-4EA5-B26A-1A5D-65182DD60670}"/>
          </ac:grpSpMkLst>
        </pc:grpChg>
        <pc:grpChg chg="mod">
          <ac:chgData name="Bernardo Caputo Gomes" userId="6da50d2c-d1b7-4a9f-8ea6-11c55775b80e" providerId="ADAL" clId="{2E3FE783-9AB9-4869-96B1-16E14BA4AC72}" dt="2026-10-19T13:12:37.275" v="11422" actId="1038"/>
          <ac:grpSpMkLst>
            <pc:docMk/>
            <pc:sldMk cId="3498216271" sldId="390"/>
            <ac:grpSpMk id="53" creationId="{0C0FBD47-1421-5613-29ED-49D53C7A23F5}"/>
          </ac:grpSpMkLst>
        </pc:grpChg>
        <pc:grpChg chg="mod">
          <ac:chgData name="Bernardo Caputo Gomes" userId="6da50d2c-d1b7-4a9f-8ea6-11c55775b80e" providerId="ADAL" clId="{2E3FE783-9AB9-4869-96B1-16E14BA4AC72}" dt="2026-10-19T13:12:29.695" v="11417" actId="1037"/>
          <ac:grpSpMkLst>
            <pc:docMk/>
            <pc:sldMk cId="3498216271" sldId="390"/>
            <ac:grpSpMk id="54" creationId="{E51626DA-069E-75F6-460D-FAB2D5C6A215}"/>
          </ac:grpSpMkLst>
        </pc:grpChg>
        <pc:grpChg chg="add del mod">
          <ac:chgData name="Bernardo Caputo Gomes" userId="6da50d2c-d1b7-4a9f-8ea6-11c55775b80e" providerId="ADAL" clId="{2E3FE783-9AB9-4869-96B1-16E14BA4AC72}" dt="2026-10-19T13:10:21.936" v="11325" actId="478"/>
          <ac:grpSpMkLst>
            <pc:docMk/>
            <pc:sldMk cId="3498216271" sldId="390"/>
            <ac:grpSpMk id="57" creationId="{065B5B78-8F2F-D6EB-5EDB-F14D690D9EE1}"/>
          </ac:grpSpMkLst>
        </pc:grpChg>
        <pc:grpChg chg="mod">
          <ac:chgData name="Bernardo Caputo Gomes" userId="6da50d2c-d1b7-4a9f-8ea6-11c55775b80e" providerId="ADAL" clId="{2E3FE783-9AB9-4869-96B1-16E14BA4AC72}" dt="2026-10-19T13:06:55.399" v="11179"/>
          <ac:grpSpMkLst>
            <pc:docMk/>
            <pc:sldMk cId="3498216271" sldId="390"/>
            <ac:grpSpMk id="60" creationId="{2476B558-49D9-10CE-9E8E-72CFC2CBE04E}"/>
          </ac:grpSpMkLst>
        </pc:grpChg>
        <pc:grpChg chg="add mod">
          <ac:chgData name="Bernardo Caputo Gomes" userId="6da50d2c-d1b7-4a9f-8ea6-11c55775b80e" providerId="ADAL" clId="{2E3FE783-9AB9-4869-96B1-16E14BA4AC72}" dt="2026-10-19T13:12:09.722" v="11409" actId="552"/>
          <ac:grpSpMkLst>
            <pc:docMk/>
            <pc:sldMk cId="3498216271" sldId="390"/>
            <ac:grpSpMk id="63" creationId="{56F8223B-3A85-4ED9-D28B-1A69D7D57A47}"/>
          </ac:grpSpMkLst>
        </pc:grpChg>
        <pc:grpChg chg="mod">
          <ac:chgData name="Bernardo Caputo Gomes" userId="6da50d2c-d1b7-4a9f-8ea6-11c55775b80e" providerId="ADAL" clId="{2E3FE783-9AB9-4869-96B1-16E14BA4AC72}" dt="2026-10-19T13:10:24.615" v="11326"/>
          <ac:grpSpMkLst>
            <pc:docMk/>
            <pc:sldMk cId="3498216271" sldId="390"/>
            <ac:grpSpMk id="66" creationId="{A475767A-CD69-A94E-2927-E0DAFA10847A}"/>
          </ac:grpSpMkLst>
        </pc:grpChg>
        <pc:grpChg chg="add mod">
          <ac:chgData name="Bernardo Caputo Gomes" userId="6da50d2c-d1b7-4a9f-8ea6-11c55775b80e" providerId="ADAL" clId="{2E3FE783-9AB9-4869-96B1-16E14BA4AC72}" dt="2026-10-19T13:12:00.224" v="11408" actId="552"/>
          <ac:grpSpMkLst>
            <pc:docMk/>
            <pc:sldMk cId="3498216271" sldId="390"/>
            <ac:grpSpMk id="69" creationId="{AFB2F98D-795F-03EE-CDC8-C4B0E99E63ED}"/>
          </ac:grpSpMkLst>
        </pc:grpChg>
        <pc:grpChg chg="mod">
          <ac:chgData name="Bernardo Caputo Gomes" userId="6da50d2c-d1b7-4a9f-8ea6-11c55775b80e" providerId="ADAL" clId="{2E3FE783-9AB9-4869-96B1-16E14BA4AC72}" dt="2026-10-19T13:10:33.374" v="11355"/>
          <ac:grpSpMkLst>
            <pc:docMk/>
            <pc:sldMk cId="3498216271" sldId="390"/>
            <ac:grpSpMk id="72" creationId="{46178F39-9EBD-4B90-E12A-2D1DE31DBE7B}"/>
          </ac:grpSpMkLst>
        </pc:grpChg>
        <pc:cxnChg chg="mod">
          <ac:chgData name="Bernardo Caputo Gomes" userId="6da50d2c-d1b7-4a9f-8ea6-11c55775b80e" providerId="ADAL" clId="{2E3FE783-9AB9-4869-96B1-16E14BA4AC72}" dt="2026-10-19T13:06:52.238" v="11177"/>
          <ac:cxnSpMkLst>
            <pc:docMk/>
            <pc:sldMk cId="3498216271" sldId="390"/>
            <ac:cxnSpMk id="27" creationId="{404D5FD1-4E1B-37DC-1DDF-5FEE4DDD8AAE}"/>
          </ac:cxnSpMkLst>
        </pc:cxnChg>
        <pc:cxnChg chg="mod">
          <ac:chgData name="Bernardo Caputo Gomes" userId="6da50d2c-d1b7-4a9f-8ea6-11c55775b80e" providerId="ADAL" clId="{2E3FE783-9AB9-4869-96B1-16E14BA4AC72}" dt="2026-10-19T13:06:55.399" v="11179"/>
          <ac:cxnSpMkLst>
            <pc:docMk/>
            <pc:sldMk cId="3498216271" sldId="390"/>
            <ac:cxnSpMk id="61" creationId="{ECBCF25A-908F-D925-B838-5B4C4DBC3963}"/>
          </ac:cxnSpMkLst>
        </pc:cxnChg>
        <pc:cxnChg chg="mod">
          <ac:chgData name="Bernardo Caputo Gomes" userId="6da50d2c-d1b7-4a9f-8ea6-11c55775b80e" providerId="ADAL" clId="{2E3FE783-9AB9-4869-96B1-16E14BA4AC72}" dt="2026-10-19T13:10:24.615" v="11326"/>
          <ac:cxnSpMkLst>
            <pc:docMk/>
            <pc:sldMk cId="3498216271" sldId="390"/>
            <ac:cxnSpMk id="67" creationId="{63C14009-3306-586B-7940-75C8F4BFCE84}"/>
          </ac:cxnSpMkLst>
        </pc:cxnChg>
        <pc:cxnChg chg="mod">
          <ac:chgData name="Bernardo Caputo Gomes" userId="6da50d2c-d1b7-4a9f-8ea6-11c55775b80e" providerId="ADAL" clId="{2E3FE783-9AB9-4869-96B1-16E14BA4AC72}" dt="2026-10-19T13:10:33.374" v="11355"/>
          <ac:cxnSpMkLst>
            <pc:docMk/>
            <pc:sldMk cId="3498216271" sldId="390"/>
            <ac:cxnSpMk id="73" creationId="{BA8DDB91-12DB-7F6C-9ABA-9A6320717D82}"/>
          </ac:cxnSpMkLst>
        </pc:cxnChg>
      </pc:sldChg>
      <pc:sldChg chg="modSp add mod">
        <pc:chgData name="Bernardo Caputo Gomes" userId="6da50d2c-d1b7-4a9f-8ea6-11c55775b80e" providerId="ADAL" clId="{2E3FE783-9AB9-4869-96B1-16E14BA4AC72}" dt="2026-10-19T13:17:25.924" v="11904" actId="207"/>
        <pc:sldMkLst>
          <pc:docMk/>
          <pc:sldMk cId="3408915542" sldId="391"/>
        </pc:sldMkLst>
        <pc:spChg chg="mod">
          <ac:chgData name="Bernardo Caputo Gomes" userId="6da50d2c-d1b7-4a9f-8ea6-11c55775b80e" providerId="ADAL" clId="{2E3FE783-9AB9-4869-96B1-16E14BA4AC72}" dt="2026-10-19T13:17:18.473" v="11903" actId="207"/>
          <ac:spMkLst>
            <pc:docMk/>
            <pc:sldMk cId="3408915542" sldId="391"/>
            <ac:spMk id="12" creationId="{0AFA9A5F-ECD7-4382-EE14-BE7D44199CEE}"/>
          </ac:spMkLst>
        </pc:spChg>
        <pc:spChg chg="mod">
          <ac:chgData name="Bernardo Caputo Gomes" userId="6da50d2c-d1b7-4a9f-8ea6-11c55775b80e" providerId="ADAL" clId="{2E3FE783-9AB9-4869-96B1-16E14BA4AC72}" dt="2026-10-19T13:17:18.473" v="11903" actId="207"/>
          <ac:spMkLst>
            <pc:docMk/>
            <pc:sldMk cId="3408915542" sldId="391"/>
            <ac:spMk id="15" creationId="{81481193-925B-3C0D-5DC0-D9B0085D54EF}"/>
          </ac:spMkLst>
        </pc:spChg>
        <pc:spChg chg="mod">
          <ac:chgData name="Bernardo Caputo Gomes" userId="6da50d2c-d1b7-4a9f-8ea6-11c55775b80e" providerId="ADAL" clId="{2E3FE783-9AB9-4869-96B1-16E14BA4AC72}" dt="2026-10-19T13:17:25.924" v="11904" actId="207"/>
          <ac:spMkLst>
            <pc:docMk/>
            <pc:sldMk cId="3408915542" sldId="391"/>
            <ac:spMk id="34" creationId="{1894F860-BB03-5EF1-41BF-825DC712D955}"/>
          </ac:spMkLst>
        </pc:spChg>
        <pc:spChg chg="mod">
          <ac:chgData name="Bernardo Caputo Gomes" userId="6da50d2c-d1b7-4a9f-8ea6-11c55775b80e" providerId="ADAL" clId="{2E3FE783-9AB9-4869-96B1-16E14BA4AC72}" dt="2026-10-19T13:17:25.924" v="11904" actId="207"/>
          <ac:spMkLst>
            <pc:docMk/>
            <pc:sldMk cId="3408915542" sldId="391"/>
            <ac:spMk id="35" creationId="{A2ADA838-91B0-DC76-8FD4-72DB99C8AD78}"/>
          </ac:spMkLst>
        </pc:spChg>
      </pc:sldChg>
      <pc:sldChg chg="modSp add mod">
        <pc:chgData name="Bernardo Caputo Gomes" userId="6da50d2c-d1b7-4a9f-8ea6-11c55775b80e" providerId="ADAL" clId="{2E3FE783-9AB9-4869-96B1-16E14BA4AC72}" dt="2026-10-19T13:17:43.064" v="11906" actId="207"/>
        <pc:sldMkLst>
          <pc:docMk/>
          <pc:sldMk cId="2413459873" sldId="392"/>
        </pc:sldMkLst>
        <pc:spChg chg="mod">
          <ac:chgData name="Bernardo Caputo Gomes" userId="6da50d2c-d1b7-4a9f-8ea6-11c55775b80e" providerId="ADAL" clId="{2E3FE783-9AB9-4869-96B1-16E14BA4AC72}" dt="2026-10-19T13:17:35.894" v="11905" actId="207"/>
          <ac:spMkLst>
            <pc:docMk/>
            <pc:sldMk cId="2413459873" sldId="392"/>
            <ac:spMk id="12" creationId="{14176C5D-35A8-77F6-2819-82EB1739D89E}"/>
          </ac:spMkLst>
        </pc:spChg>
        <pc:spChg chg="mod">
          <ac:chgData name="Bernardo Caputo Gomes" userId="6da50d2c-d1b7-4a9f-8ea6-11c55775b80e" providerId="ADAL" clId="{2E3FE783-9AB9-4869-96B1-16E14BA4AC72}" dt="2026-10-19T13:17:35.894" v="11905" actId="207"/>
          <ac:spMkLst>
            <pc:docMk/>
            <pc:sldMk cId="2413459873" sldId="392"/>
            <ac:spMk id="15" creationId="{90EBF11D-4C46-A5CF-1AE3-A5561127D9E4}"/>
          </ac:spMkLst>
        </pc:spChg>
        <pc:spChg chg="mod">
          <ac:chgData name="Bernardo Caputo Gomes" userId="6da50d2c-d1b7-4a9f-8ea6-11c55775b80e" providerId="ADAL" clId="{2E3FE783-9AB9-4869-96B1-16E14BA4AC72}" dt="2026-10-19T13:17:43.064" v="11906" actId="207"/>
          <ac:spMkLst>
            <pc:docMk/>
            <pc:sldMk cId="2413459873" sldId="392"/>
            <ac:spMk id="41" creationId="{9764CBE0-FAD0-D823-140E-D87E4F051C68}"/>
          </ac:spMkLst>
        </pc:spChg>
        <pc:spChg chg="mod">
          <ac:chgData name="Bernardo Caputo Gomes" userId="6da50d2c-d1b7-4a9f-8ea6-11c55775b80e" providerId="ADAL" clId="{2E3FE783-9AB9-4869-96B1-16E14BA4AC72}" dt="2026-10-19T13:17:43.064" v="11906" actId="207"/>
          <ac:spMkLst>
            <pc:docMk/>
            <pc:sldMk cId="2413459873" sldId="392"/>
            <ac:spMk id="42" creationId="{9E3FBC4D-458D-C735-40D8-F2C5F09084AC}"/>
          </ac:spMkLst>
        </pc:spChg>
      </pc:sldChg>
      <pc:sldChg chg="modSp add mod">
        <pc:chgData name="Bernardo Caputo Gomes" userId="6da50d2c-d1b7-4a9f-8ea6-11c55775b80e" providerId="ADAL" clId="{2E3FE783-9AB9-4869-96B1-16E14BA4AC72}" dt="2026-10-19T13:18:10.729" v="11909" actId="207"/>
        <pc:sldMkLst>
          <pc:docMk/>
          <pc:sldMk cId="4189290699" sldId="393"/>
        </pc:sldMkLst>
        <pc:spChg chg="mod">
          <ac:chgData name="Bernardo Caputo Gomes" userId="6da50d2c-d1b7-4a9f-8ea6-11c55775b80e" providerId="ADAL" clId="{2E3FE783-9AB9-4869-96B1-16E14BA4AC72}" dt="2026-10-19T13:18:10.729" v="11909" actId="207"/>
          <ac:spMkLst>
            <pc:docMk/>
            <pc:sldMk cId="4189290699" sldId="393"/>
            <ac:spMk id="12" creationId="{DE487144-7A99-041A-682E-E8AA37C2680F}"/>
          </ac:spMkLst>
        </pc:spChg>
        <pc:spChg chg="mod">
          <ac:chgData name="Bernardo Caputo Gomes" userId="6da50d2c-d1b7-4a9f-8ea6-11c55775b80e" providerId="ADAL" clId="{2E3FE783-9AB9-4869-96B1-16E14BA4AC72}" dt="2026-10-19T13:17:56.621" v="11907" actId="207"/>
          <ac:spMkLst>
            <pc:docMk/>
            <pc:sldMk cId="4189290699" sldId="393"/>
            <ac:spMk id="14" creationId="{890943D8-EAA9-924A-01C1-6F6E4EE97CC1}"/>
          </ac:spMkLst>
        </pc:spChg>
        <pc:spChg chg="mod">
          <ac:chgData name="Bernardo Caputo Gomes" userId="6da50d2c-d1b7-4a9f-8ea6-11c55775b80e" providerId="ADAL" clId="{2E3FE783-9AB9-4869-96B1-16E14BA4AC72}" dt="2026-10-19T13:18:10.729" v="11909" actId="207"/>
          <ac:spMkLst>
            <pc:docMk/>
            <pc:sldMk cId="4189290699" sldId="393"/>
            <ac:spMk id="15" creationId="{C5FC544E-892F-929A-3484-4BF3B131758A}"/>
          </ac:spMkLst>
        </pc:spChg>
        <pc:spChg chg="mod">
          <ac:chgData name="Bernardo Caputo Gomes" userId="6da50d2c-d1b7-4a9f-8ea6-11c55775b80e" providerId="ADAL" clId="{2E3FE783-9AB9-4869-96B1-16E14BA4AC72}" dt="2026-10-19T13:17:56.621" v="11907" actId="207"/>
          <ac:spMkLst>
            <pc:docMk/>
            <pc:sldMk cId="4189290699" sldId="393"/>
            <ac:spMk id="17" creationId="{3513BAFA-151F-A6B8-C452-946784D62A45}"/>
          </ac:spMkLst>
        </pc:spChg>
      </pc:sldChg>
      <pc:sldChg chg="modSp add mod">
        <pc:chgData name="Bernardo Caputo Gomes" userId="6da50d2c-d1b7-4a9f-8ea6-11c55775b80e" providerId="ADAL" clId="{2E3FE783-9AB9-4869-96B1-16E14BA4AC72}" dt="2026-10-19T13:18:32.997" v="11912" actId="207"/>
        <pc:sldMkLst>
          <pc:docMk/>
          <pc:sldMk cId="4157236115" sldId="394"/>
        </pc:sldMkLst>
        <pc:spChg chg="mod">
          <ac:chgData name="Bernardo Caputo Gomes" userId="6da50d2c-d1b7-4a9f-8ea6-11c55775b80e" providerId="ADAL" clId="{2E3FE783-9AB9-4869-96B1-16E14BA4AC72}" dt="2026-10-19T13:18:21.567" v="11910" actId="207"/>
          <ac:spMkLst>
            <pc:docMk/>
            <pc:sldMk cId="4157236115" sldId="394"/>
            <ac:spMk id="12" creationId="{3D25D192-08B2-962E-4967-51AFF70D43E5}"/>
          </ac:spMkLst>
        </pc:spChg>
        <pc:spChg chg="mod">
          <ac:chgData name="Bernardo Caputo Gomes" userId="6da50d2c-d1b7-4a9f-8ea6-11c55775b80e" providerId="ADAL" clId="{2E3FE783-9AB9-4869-96B1-16E14BA4AC72}" dt="2026-10-19T13:18:21.567" v="11910" actId="207"/>
          <ac:spMkLst>
            <pc:docMk/>
            <pc:sldMk cId="4157236115" sldId="394"/>
            <ac:spMk id="15" creationId="{12410C2E-F3A4-E7FB-F1EC-980292639224}"/>
          </ac:spMkLst>
        </pc:spChg>
        <pc:spChg chg="mod">
          <ac:chgData name="Bernardo Caputo Gomes" userId="6da50d2c-d1b7-4a9f-8ea6-11c55775b80e" providerId="ADAL" clId="{2E3FE783-9AB9-4869-96B1-16E14BA4AC72}" dt="2026-10-19T13:18:32.997" v="11912" actId="207"/>
          <ac:spMkLst>
            <pc:docMk/>
            <pc:sldMk cId="4157236115" sldId="394"/>
            <ac:spMk id="47" creationId="{1E6C7032-200D-03BD-323F-5F5398206A8A}"/>
          </ac:spMkLst>
        </pc:spChg>
        <pc:spChg chg="mod">
          <ac:chgData name="Bernardo Caputo Gomes" userId="6da50d2c-d1b7-4a9f-8ea6-11c55775b80e" providerId="ADAL" clId="{2E3FE783-9AB9-4869-96B1-16E14BA4AC72}" dt="2026-10-19T13:18:32.997" v="11912" actId="207"/>
          <ac:spMkLst>
            <pc:docMk/>
            <pc:sldMk cId="4157236115" sldId="394"/>
            <ac:spMk id="48" creationId="{A77F7FC6-3FE2-6171-4843-8245C2AF4020}"/>
          </ac:spMkLst>
        </pc:spChg>
      </pc:sldChg>
      <pc:sldChg chg="modSp add mod">
        <pc:chgData name="Bernardo Caputo Gomes" userId="6da50d2c-d1b7-4a9f-8ea6-11c55775b80e" providerId="ADAL" clId="{2E3FE783-9AB9-4869-96B1-16E14BA4AC72}" dt="2026-10-19T13:19:06.537" v="11916" actId="207"/>
        <pc:sldMkLst>
          <pc:docMk/>
          <pc:sldMk cId="3294839872" sldId="395"/>
        </pc:sldMkLst>
        <pc:spChg chg="mod">
          <ac:chgData name="Bernardo Caputo Gomes" userId="6da50d2c-d1b7-4a9f-8ea6-11c55775b80e" providerId="ADAL" clId="{2E3FE783-9AB9-4869-96B1-16E14BA4AC72}" dt="2026-10-19T13:18:45.273" v="11914" actId="207"/>
          <ac:spMkLst>
            <pc:docMk/>
            <pc:sldMk cId="3294839872" sldId="395"/>
            <ac:spMk id="12" creationId="{2D670672-70B1-6A37-7A31-A4F8D539BE7C}"/>
          </ac:spMkLst>
        </pc:spChg>
        <pc:spChg chg="mod">
          <ac:chgData name="Bernardo Caputo Gomes" userId="6da50d2c-d1b7-4a9f-8ea6-11c55775b80e" providerId="ADAL" clId="{2E3FE783-9AB9-4869-96B1-16E14BA4AC72}" dt="2026-10-19T13:18:45.273" v="11914" actId="207"/>
          <ac:spMkLst>
            <pc:docMk/>
            <pc:sldMk cId="3294839872" sldId="395"/>
            <ac:spMk id="15" creationId="{DD13785D-BCE6-7C3B-3F7E-67CC26BEEF2C}"/>
          </ac:spMkLst>
        </pc:spChg>
        <pc:spChg chg="mod">
          <ac:chgData name="Bernardo Caputo Gomes" userId="6da50d2c-d1b7-4a9f-8ea6-11c55775b80e" providerId="ADAL" clId="{2E3FE783-9AB9-4869-96B1-16E14BA4AC72}" dt="2026-10-19T13:19:06.537" v="11916" actId="207"/>
          <ac:spMkLst>
            <pc:docMk/>
            <pc:sldMk cId="3294839872" sldId="395"/>
            <ac:spMk id="64" creationId="{5BD8DAB4-B1DA-B391-6002-32F64637556E}"/>
          </ac:spMkLst>
        </pc:spChg>
        <pc:spChg chg="mod">
          <ac:chgData name="Bernardo Caputo Gomes" userId="6da50d2c-d1b7-4a9f-8ea6-11c55775b80e" providerId="ADAL" clId="{2E3FE783-9AB9-4869-96B1-16E14BA4AC72}" dt="2026-10-19T13:19:06.537" v="11916" actId="207"/>
          <ac:spMkLst>
            <pc:docMk/>
            <pc:sldMk cId="3294839872" sldId="395"/>
            <ac:spMk id="65" creationId="{7E3F5B81-FC28-B434-C5FB-A964B18BE225}"/>
          </ac:spMkLst>
        </pc:spChg>
      </pc:sldChg>
      <pc:sldChg chg="modSp add mod">
        <pc:chgData name="Bernardo Caputo Gomes" userId="6da50d2c-d1b7-4a9f-8ea6-11c55775b80e" providerId="ADAL" clId="{2E3FE783-9AB9-4869-96B1-16E14BA4AC72}" dt="2026-10-19T13:19:29.078" v="11918" actId="207"/>
        <pc:sldMkLst>
          <pc:docMk/>
          <pc:sldMk cId="229915949" sldId="396"/>
        </pc:sldMkLst>
        <pc:spChg chg="mod">
          <ac:chgData name="Bernardo Caputo Gomes" userId="6da50d2c-d1b7-4a9f-8ea6-11c55775b80e" providerId="ADAL" clId="{2E3FE783-9AB9-4869-96B1-16E14BA4AC72}" dt="2026-10-19T13:18:54.721" v="11915" actId="207"/>
          <ac:spMkLst>
            <pc:docMk/>
            <pc:sldMk cId="229915949" sldId="396"/>
            <ac:spMk id="12" creationId="{EF9648E5-604F-AC27-0625-F178673F9B11}"/>
          </ac:spMkLst>
        </pc:spChg>
        <pc:spChg chg="mod">
          <ac:chgData name="Bernardo Caputo Gomes" userId="6da50d2c-d1b7-4a9f-8ea6-11c55775b80e" providerId="ADAL" clId="{2E3FE783-9AB9-4869-96B1-16E14BA4AC72}" dt="2026-10-19T13:18:54.721" v="11915" actId="207"/>
          <ac:spMkLst>
            <pc:docMk/>
            <pc:sldMk cId="229915949" sldId="396"/>
            <ac:spMk id="15" creationId="{1F6F99D0-CEA0-FA62-BA2E-0573B9FA331C}"/>
          </ac:spMkLst>
        </pc:spChg>
        <pc:spChg chg="mod">
          <ac:chgData name="Bernardo Caputo Gomes" userId="6da50d2c-d1b7-4a9f-8ea6-11c55775b80e" providerId="ADAL" clId="{2E3FE783-9AB9-4869-96B1-16E14BA4AC72}" dt="2026-10-19T13:19:29.078" v="11918" actId="207"/>
          <ac:spMkLst>
            <pc:docMk/>
            <pc:sldMk cId="229915949" sldId="396"/>
            <ac:spMk id="70" creationId="{838787CD-AECF-988B-B124-3045ADBBDD0F}"/>
          </ac:spMkLst>
        </pc:spChg>
        <pc:spChg chg="mod">
          <ac:chgData name="Bernardo Caputo Gomes" userId="6da50d2c-d1b7-4a9f-8ea6-11c55775b80e" providerId="ADAL" clId="{2E3FE783-9AB9-4869-96B1-16E14BA4AC72}" dt="2026-10-19T13:19:29.078" v="11918" actId="207"/>
          <ac:spMkLst>
            <pc:docMk/>
            <pc:sldMk cId="229915949" sldId="396"/>
            <ac:spMk id="71" creationId="{F4C9817D-F183-4491-E1EC-939E3475E9C5}"/>
          </ac:spMkLst>
        </pc:spChg>
      </pc:sldChg>
      <pc:sldChg chg="delSp modSp add mod">
        <pc:chgData name="Bernardo Caputo Gomes" userId="6da50d2c-d1b7-4a9f-8ea6-11c55775b80e" providerId="ADAL" clId="{2E3FE783-9AB9-4869-96B1-16E14BA4AC72}" dt="2026-10-19T13:31:01.269" v="12360" actId="207"/>
        <pc:sldMkLst>
          <pc:docMk/>
          <pc:sldMk cId="1839345554" sldId="399"/>
        </pc:sldMkLst>
        <pc:spChg chg="mod">
          <ac:chgData name="Bernardo Caputo Gomes" userId="6da50d2c-d1b7-4a9f-8ea6-11c55775b80e" providerId="ADAL" clId="{2E3FE783-9AB9-4869-96B1-16E14BA4AC72}" dt="2026-10-19T13:29:41.359" v="12310" actId="20577"/>
          <ac:spMkLst>
            <pc:docMk/>
            <pc:sldMk cId="1839345554" sldId="399"/>
            <ac:spMk id="2" creationId="{F0BE6AB6-39B7-D1A0-7BF6-643D1FF4E43E}"/>
          </ac:spMkLst>
        </pc:spChg>
        <pc:spChg chg="del">
          <ac:chgData name="Bernardo Caputo Gomes" userId="6da50d2c-d1b7-4a9f-8ea6-11c55775b80e" providerId="ADAL" clId="{2E3FE783-9AB9-4869-96B1-16E14BA4AC72}" dt="2026-10-19T13:29:36.979" v="12307" actId="478"/>
          <ac:spMkLst>
            <pc:docMk/>
            <pc:sldMk cId="1839345554" sldId="399"/>
            <ac:spMk id="5" creationId="{1F774258-5009-FF15-5F9A-C65BC2B65096}"/>
          </ac:spMkLst>
        </pc:spChg>
        <pc:spChg chg="mod">
          <ac:chgData name="Bernardo Caputo Gomes" userId="6da50d2c-d1b7-4a9f-8ea6-11c55775b80e" providerId="ADAL" clId="{2E3FE783-9AB9-4869-96B1-16E14BA4AC72}" dt="2026-10-19T13:31:01.269" v="12360" actId="207"/>
          <ac:spMkLst>
            <pc:docMk/>
            <pc:sldMk cId="1839345554" sldId="399"/>
            <ac:spMk id="8" creationId="{840D43C2-CB3B-98F4-7818-74778B3B2C18}"/>
          </ac:spMkLst>
        </pc:spChg>
        <pc:spChg chg="mod">
          <ac:chgData name="Bernardo Caputo Gomes" userId="6da50d2c-d1b7-4a9f-8ea6-11c55775b80e" providerId="ADAL" clId="{2E3FE783-9AB9-4869-96B1-16E14BA4AC72}" dt="2026-10-19T13:29:46.795" v="12352" actId="6549"/>
          <ac:spMkLst>
            <pc:docMk/>
            <pc:sldMk cId="1839345554" sldId="399"/>
            <ac:spMk id="15" creationId="{D844615F-04D0-170D-E78C-995B73152BBF}"/>
          </ac:spMkLst>
        </pc:spChg>
        <pc:spChg chg="del">
          <ac:chgData name="Bernardo Caputo Gomes" userId="6da50d2c-d1b7-4a9f-8ea6-11c55775b80e" providerId="ADAL" clId="{2E3FE783-9AB9-4869-96B1-16E14BA4AC72}" dt="2026-10-19T13:29:36.979" v="12307" actId="478"/>
          <ac:spMkLst>
            <pc:docMk/>
            <pc:sldMk cId="1839345554" sldId="399"/>
            <ac:spMk id="5020" creationId="{82643EA0-15EF-1E23-F1D0-0DB11A192C32}"/>
          </ac:spMkLst>
        </pc:spChg>
        <pc:spChg chg="del">
          <ac:chgData name="Bernardo Caputo Gomes" userId="6da50d2c-d1b7-4a9f-8ea6-11c55775b80e" providerId="ADAL" clId="{2E3FE783-9AB9-4869-96B1-16E14BA4AC72}" dt="2026-10-19T13:29:36.979" v="12307" actId="478"/>
          <ac:spMkLst>
            <pc:docMk/>
            <pc:sldMk cId="1839345554" sldId="399"/>
            <ac:spMk id="5022" creationId="{4486B112-BBAF-6A4D-B923-806A4401BA9D}"/>
          </ac:spMkLst>
        </pc:spChg>
        <pc:spChg chg="del">
          <ac:chgData name="Bernardo Caputo Gomes" userId="6da50d2c-d1b7-4a9f-8ea6-11c55775b80e" providerId="ADAL" clId="{2E3FE783-9AB9-4869-96B1-16E14BA4AC72}" dt="2026-10-19T13:29:36.979" v="12307" actId="478"/>
          <ac:spMkLst>
            <pc:docMk/>
            <pc:sldMk cId="1839345554" sldId="399"/>
            <ac:spMk id="5029" creationId="{DFB39612-4301-2813-D8D2-3798B81B4E65}"/>
          </ac:spMkLst>
        </pc:spChg>
        <pc:spChg chg="del">
          <ac:chgData name="Bernardo Caputo Gomes" userId="6da50d2c-d1b7-4a9f-8ea6-11c55775b80e" providerId="ADAL" clId="{2E3FE783-9AB9-4869-96B1-16E14BA4AC72}" dt="2026-10-19T13:29:36.979" v="12307" actId="478"/>
          <ac:spMkLst>
            <pc:docMk/>
            <pc:sldMk cId="1839345554" sldId="399"/>
            <ac:spMk id="5032" creationId="{DDF6ADA7-5515-CDE0-BB11-4D44A933E433}"/>
          </ac:spMkLst>
        </pc:spChg>
        <pc:spChg chg="del">
          <ac:chgData name="Bernardo Caputo Gomes" userId="6da50d2c-d1b7-4a9f-8ea6-11c55775b80e" providerId="ADAL" clId="{2E3FE783-9AB9-4869-96B1-16E14BA4AC72}" dt="2026-10-19T13:29:36.979" v="12307" actId="478"/>
          <ac:spMkLst>
            <pc:docMk/>
            <pc:sldMk cId="1839345554" sldId="399"/>
            <ac:spMk id="5034" creationId="{B3E381DC-BFCE-B646-CCFD-EEFD0C6312A3}"/>
          </ac:spMkLst>
        </pc:spChg>
        <pc:spChg chg="del">
          <ac:chgData name="Bernardo Caputo Gomes" userId="6da50d2c-d1b7-4a9f-8ea6-11c55775b80e" providerId="ADAL" clId="{2E3FE783-9AB9-4869-96B1-16E14BA4AC72}" dt="2026-10-19T13:29:36.979" v="12307" actId="478"/>
          <ac:spMkLst>
            <pc:docMk/>
            <pc:sldMk cId="1839345554" sldId="399"/>
            <ac:spMk id="5037" creationId="{3531C56C-5D9D-048D-8F47-88B3674053AE}"/>
          </ac:spMkLst>
        </pc:spChg>
        <pc:spChg chg="del">
          <ac:chgData name="Bernardo Caputo Gomes" userId="6da50d2c-d1b7-4a9f-8ea6-11c55775b80e" providerId="ADAL" clId="{2E3FE783-9AB9-4869-96B1-16E14BA4AC72}" dt="2026-10-19T13:29:36.979" v="12307" actId="478"/>
          <ac:spMkLst>
            <pc:docMk/>
            <pc:sldMk cId="1839345554" sldId="399"/>
            <ac:spMk id="5044" creationId="{67422D43-EB56-532A-298E-DEB277600B82}"/>
          </ac:spMkLst>
        </pc:spChg>
        <pc:spChg chg="del">
          <ac:chgData name="Bernardo Caputo Gomes" userId="6da50d2c-d1b7-4a9f-8ea6-11c55775b80e" providerId="ADAL" clId="{2E3FE783-9AB9-4869-96B1-16E14BA4AC72}" dt="2026-10-19T13:29:36.979" v="12307" actId="478"/>
          <ac:spMkLst>
            <pc:docMk/>
            <pc:sldMk cId="1839345554" sldId="399"/>
            <ac:spMk id="6002" creationId="{E2523D01-3904-480E-977B-BDDB967FD45D}"/>
          </ac:spMkLst>
        </pc:spChg>
        <pc:spChg chg="del">
          <ac:chgData name="Bernardo Caputo Gomes" userId="6da50d2c-d1b7-4a9f-8ea6-11c55775b80e" providerId="ADAL" clId="{2E3FE783-9AB9-4869-96B1-16E14BA4AC72}" dt="2026-10-19T13:29:36.979" v="12307" actId="478"/>
          <ac:spMkLst>
            <pc:docMk/>
            <pc:sldMk cId="1839345554" sldId="399"/>
            <ac:spMk id="6003" creationId="{DC753257-E2B2-0558-D712-4643B1D67E6F}"/>
          </ac:spMkLst>
        </pc:spChg>
      </pc:sldChg>
      <pc:sldChg chg="new del">
        <pc:chgData name="Bernardo Caputo Gomes" userId="6da50d2c-d1b7-4a9f-8ea6-11c55775b80e" providerId="ADAL" clId="{2E3FE783-9AB9-4869-96B1-16E14BA4AC72}" dt="2026-10-19T13:29:23.939" v="12305" actId="47"/>
        <pc:sldMkLst>
          <pc:docMk/>
          <pc:sldMk cId="1975615052" sldId="399"/>
        </pc:sldMkLst>
      </pc:sldChg>
      <pc:sldChg chg="add del">
        <pc:chgData name="Bernardo Caputo Gomes" userId="6da50d2c-d1b7-4a9f-8ea6-11c55775b80e" providerId="ADAL" clId="{2E3FE783-9AB9-4869-96B1-16E14BA4AC72}" dt="2026-10-19T13:30:10.424" v="12355" actId="2696"/>
        <pc:sldMkLst>
          <pc:docMk/>
          <pc:sldMk cId="1390383358" sldId="400"/>
        </pc:sldMkLst>
      </pc:sldChg>
      <pc:sldChg chg="modSp add mod">
        <pc:chgData name="Bernardo Caputo Gomes" userId="6da50d2c-d1b7-4a9f-8ea6-11c55775b80e" providerId="ADAL" clId="{2E3FE783-9AB9-4869-96B1-16E14BA4AC72}" dt="2026-10-19T13:31:10.636" v="12362" actId="113"/>
        <pc:sldMkLst>
          <pc:docMk/>
          <pc:sldMk cId="2930551351" sldId="400"/>
        </pc:sldMkLst>
        <pc:spChg chg="mod">
          <ac:chgData name="Bernardo Caputo Gomes" userId="6da50d2c-d1b7-4a9f-8ea6-11c55775b80e" providerId="ADAL" clId="{2E3FE783-9AB9-4869-96B1-16E14BA4AC72}" dt="2026-10-19T13:31:10.636" v="12362" actId="113"/>
          <ac:spMkLst>
            <pc:docMk/>
            <pc:sldMk cId="2930551351" sldId="400"/>
            <ac:spMk id="8" creationId="{E765D56D-A8BC-6ABD-5053-D5DBD16EF40E}"/>
          </ac:spMkLst>
        </pc:spChg>
      </pc:sldChg>
      <pc:sldChg chg="modSp add mod">
        <pc:chgData name="Bernardo Caputo Gomes" userId="6da50d2c-d1b7-4a9f-8ea6-11c55775b80e" providerId="ADAL" clId="{2E3FE783-9AB9-4869-96B1-16E14BA4AC72}" dt="2026-10-19T13:31:19.267" v="12364" actId="113"/>
        <pc:sldMkLst>
          <pc:docMk/>
          <pc:sldMk cId="286411873" sldId="401"/>
        </pc:sldMkLst>
        <pc:spChg chg="mod">
          <ac:chgData name="Bernardo Caputo Gomes" userId="6da50d2c-d1b7-4a9f-8ea6-11c55775b80e" providerId="ADAL" clId="{2E3FE783-9AB9-4869-96B1-16E14BA4AC72}" dt="2026-10-19T13:31:19.267" v="12364" actId="113"/>
          <ac:spMkLst>
            <pc:docMk/>
            <pc:sldMk cId="286411873" sldId="401"/>
            <ac:spMk id="8" creationId="{1B965414-171B-A41A-3260-1ABF7D651EAA}"/>
          </ac:spMkLst>
        </pc:spChg>
      </pc:sldChg>
    </pc:docChg>
  </pc:docChgLst>
  <pc:docChgLst>
    <pc:chgData name="Bruno Manta Madeira Campos Alencar" userId="4327be56-e764-4786-bbc9-4034bdd2f807" providerId="ADAL" clId="{C811E4A2-0D17-3F70-B06C-F25B82BD9BC0}"/>
    <pc:docChg chg="modSld">
      <pc:chgData name="Bruno Manta Madeira Campos Alencar" userId="4327be56-e764-4786-bbc9-4034bdd2f807" providerId="ADAL" clId="{C811E4A2-0D17-3F70-B06C-F25B82BD9BC0}" dt="2026-09-14T14:14:46.668" v="19" actId="20577"/>
      <pc:docMkLst>
        <pc:docMk/>
      </pc:docMkLst>
    </pc:docChg>
  </pc:docChgLst>
  <pc:docChgLst>
    <pc:chgData name="Bruno Manta Madeira Campos Alencar" userId="S::brunommca@al.insper.edu.br::4327be56-e764-4786-bbc9-4034bdd2f807" providerId="AD" clId="Web-{F8937873-6A18-5783-C955-0F92E030BE9C}"/>
    <pc:docChg chg="modSld">
      <pc:chgData name="Bruno Manta Madeira Campos Alencar" userId="S::brunommca@al.insper.edu.br::4327be56-e764-4786-bbc9-4034bdd2f807" providerId="AD" clId="Web-{F8937873-6A18-5783-C955-0F92E030BE9C}" dt="2026-09-20T21:38:08.361" v="347" actId="1076"/>
      <pc:docMkLst>
        <pc:docMk/>
      </pc:docMkLst>
      <pc:sldChg chg="addSp delSp modSp modNotes">
        <pc:chgData name="Bruno Manta Madeira Campos Alencar" userId="S::brunommca@al.insper.edu.br::4327be56-e764-4786-bbc9-4034bdd2f807" providerId="AD" clId="Web-{F8937873-6A18-5783-C955-0F92E030BE9C}" dt="2026-09-20T21:38:08.361" v="347" actId="1076"/>
        <pc:sldMkLst>
          <pc:docMk/>
          <pc:sldMk cId="801149791" sldId="311"/>
        </pc:sldMkLst>
        <pc:spChg chg="mod">
          <ac:chgData name="Bruno Manta Madeira Campos Alencar" userId="S::brunommca@al.insper.edu.br::4327be56-e764-4786-bbc9-4034bdd2f807" providerId="AD" clId="Web-{F8937873-6A18-5783-C955-0F92E030BE9C}" dt="2026-09-20T21:31:38.207" v="177" actId="20577"/>
          <ac:spMkLst>
            <pc:docMk/>
            <pc:sldMk cId="801149791" sldId="311"/>
            <ac:spMk id="11" creationId="{6DC6E710-8D0C-AF3E-B8D1-1B55D5636C6C}"/>
          </ac:spMkLst>
        </pc:spChg>
        <pc:spChg chg="add del mod">
          <ac:chgData name="Bruno Manta Madeira Campos Alencar" userId="S::brunommca@al.insper.edu.br::4327be56-e764-4786-bbc9-4034bdd2f807" providerId="AD" clId="Web-{F8937873-6A18-5783-C955-0F92E030BE9C}" dt="2026-09-20T21:24:31.145" v="104" actId="20577"/>
          <ac:spMkLst>
            <pc:docMk/>
            <pc:sldMk cId="801149791" sldId="311"/>
            <ac:spMk id="15" creationId="{F6F88A37-4E8E-7151-BF2C-4146665C6757}"/>
          </ac:spMkLst>
        </pc:spChg>
        <pc:graphicFrameChg chg="mod">
          <ac:chgData name="Bruno Manta Madeira Campos Alencar" userId="S::brunommca@al.insper.edu.br::4327be56-e764-4786-bbc9-4034bdd2f807" providerId="AD" clId="Web-{F8937873-6A18-5783-C955-0F92E030BE9C}" dt="2026-09-20T21:38:08.361" v="347" actId="1076"/>
          <ac:graphicFrameMkLst>
            <pc:docMk/>
            <pc:sldMk cId="801149791" sldId="311"/>
            <ac:graphicFrameMk id="8" creationId="{C244A5EA-3344-9CBD-1007-8198A0191E71}"/>
          </ac:graphicFrameMkLst>
        </pc:graphicFrameChg>
      </pc:sldChg>
    </pc:docChg>
  </pc:docChgLst>
  <pc:docChgLst>
    <pc:chgData name="Kauã Victor Dias dos Santos" userId="S::kauavds@al.insper.edu.br::563eb8b5-1801-4757-bc17-2373c34c55c9" providerId="AD" clId="Web-{00000000-0000-0000-0000-000000000000}"/>
    <pc:docChg chg="addSld delSld modSld sldOrd">
      <pc:chgData name="Kauã Victor Dias dos Santos" userId="S::kauavds@al.insper.edu.br::563eb8b5-1801-4757-bc17-2373c34c55c9" providerId="AD" clId="Web-{00000000-0000-0000-0000-000000000000}" dt="2026-09-20T21:50:41.630" v="2676" actId="20577"/>
      <pc:docMkLst>
        <pc:docMk/>
      </pc:docMkLst>
      <pc:sldChg chg="modNotes">
        <pc:chgData name="Kauã Victor Dias dos Santos" userId="S::kauavds@al.insper.edu.br::563eb8b5-1801-4757-bc17-2373c34c55c9" providerId="AD" clId="Web-{00000000-0000-0000-0000-000000000000}" dt="2026-09-20T19:24:44.119" v="129"/>
        <pc:sldMkLst>
          <pc:docMk/>
          <pc:sldMk cId="940414154" sldId="272"/>
        </pc:sldMkLst>
      </pc:sldChg>
      <pc:sldChg chg="mod modShow">
        <pc:chgData name="Kauã Victor Dias dos Santos" userId="S::kauavds@al.insper.edu.br::563eb8b5-1801-4757-bc17-2373c34c55c9" providerId="AD" clId="Web-{00000000-0000-0000-0000-000000000000}" dt="2026-09-20T20:43:39.828" v="1879"/>
        <pc:sldMkLst>
          <pc:docMk/>
          <pc:sldMk cId="1653737069" sldId="286"/>
        </pc:sldMkLst>
      </pc:sldChg>
      <pc:sldChg chg="mod modShow modNotes">
        <pc:chgData name="Kauã Victor Dias dos Santos" userId="S::kauavds@al.insper.edu.br::563eb8b5-1801-4757-bc17-2373c34c55c9" providerId="AD" clId="Web-{00000000-0000-0000-0000-000000000000}" dt="2026-09-20T21:43:49.818" v="2651"/>
        <pc:sldMkLst>
          <pc:docMk/>
          <pc:sldMk cId="801149791" sldId="311"/>
        </pc:sldMkLst>
      </pc:sldChg>
      <pc:sldChg chg="modSp ord modNotes">
        <pc:chgData name="Kauã Victor Dias dos Santos" userId="S::kauavds@al.insper.edu.br::563eb8b5-1801-4757-bc17-2373c34c55c9" providerId="AD" clId="Web-{00000000-0000-0000-0000-000000000000}" dt="2026-09-20T20:49:07.121" v="2057"/>
        <pc:sldMkLst>
          <pc:docMk/>
          <pc:sldMk cId="4031254641" sldId="326"/>
        </pc:sldMkLst>
        <pc:spChg chg="mod">
          <ac:chgData name="Kauã Victor Dias dos Santos" userId="S::kauavds@al.insper.edu.br::563eb8b5-1801-4757-bc17-2373c34c55c9" providerId="AD" clId="Web-{00000000-0000-0000-0000-000000000000}" dt="2026-09-16T13:19:36.253" v="17" actId="20577"/>
          <ac:spMkLst>
            <pc:docMk/>
            <pc:sldMk cId="4031254641" sldId="326"/>
            <ac:spMk id="15" creationId="{9799EF2C-F951-6031-6A7E-04B3984DFF39}"/>
          </ac:spMkLst>
        </pc:spChg>
        <pc:spChg chg="mod">
          <ac:chgData name="Kauã Victor Dias dos Santos" userId="S::kauavds@al.insper.edu.br::563eb8b5-1801-4757-bc17-2373c34c55c9" providerId="AD" clId="Web-{00000000-0000-0000-0000-000000000000}" dt="2026-09-16T13:23:15.182" v="84" actId="20577"/>
          <ac:spMkLst>
            <pc:docMk/>
            <pc:sldMk cId="4031254641" sldId="326"/>
            <ac:spMk id="2002" creationId="{00000000-0000-0000-0000-000000000000}"/>
          </ac:spMkLst>
        </pc:spChg>
        <pc:spChg chg="mod">
          <ac:chgData name="Kauã Victor Dias dos Santos" userId="S::kauavds@al.insper.edu.br::563eb8b5-1801-4757-bc17-2373c34c55c9" providerId="AD" clId="Web-{00000000-0000-0000-0000-000000000000}" dt="2026-09-20T19:52:44.103" v="846" actId="20577"/>
          <ac:spMkLst>
            <pc:docMk/>
            <pc:sldMk cId="4031254641" sldId="326"/>
            <ac:spMk id="2005" creationId="{00000000-0000-0000-0000-000000000000}"/>
          </ac:spMkLst>
        </pc:spChg>
        <pc:spChg chg="mod">
          <ac:chgData name="Kauã Victor Dias dos Santos" userId="S::kauavds@al.insper.edu.br::563eb8b5-1801-4757-bc17-2373c34c55c9" providerId="AD" clId="Web-{00000000-0000-0000-0000-000000000000}" dt="2026-09-20T19:50:13.534" v="798" actId="20577"/>
          <ac:spMkLst>
            <pc:docMk/>
            <pc:sldMk cId="4031254641" sldId="326"/>
            <ac:spMk id="2006" creationId="{00000000-0000-0000-0000-000000000000}"/>
          </ac:spMkLst>
        </pc:spChg>
        <pc:spChg chg="mod">
          <ac:chgData name="Kauã Victor Dias dos Santos" userId="S::kauavds@al.insper.edu.br::563eb8b5-1801-4757-bc17-2373c34c55c9" providerId="AD" clId="Web-{00000000-0000-0000-0000-000000000000}" dt="2026-09-20T19:52:54.338" v="847" actId="20577"/>
          <ac:spMkLst>
            <pc:docMk/>
            <pc:sldMk cId="4031254641" sldId="326"/>
            <ac:spMk id="2007" creationId="{00000000-0000-0000-0000-000000000000}"/>
          </ac:spMkLst>
        </pc:spChg>
        <pc:spChg chg="mod">
          <ac:chgData name="Kauã Victor Dias dos Santos" userId="S::kauavds@al.insper.edu.br::563eb8b5-1801-4757-bc17-2373c34c55c9" providerId="AD" clId="Web-{00000000-0000-0000-0000-000000000000}" dt="2026-09-20T19:50:12.316" v="797" actId="20577"/>
          <ac:spMkLst>
            <pc:docMk/>
            <pc:sldMk cId="4031254641" sldId="326"/>
            <ac:spMk id="2008" creationId="{00000000-0000-0000-0000-000000000000}"/>
          </ac:spMkLst>
        </pc:spChg>
        <pc:spChg chg="mod">
          <ac:chgData name="Kauã Victor Dias dos Santos" userId="S::kauavds@al.insper.edu.br::563eb8b5-1801-4757-bc17-2373c34c55c9" providerId="AD" clId="Web-{00000000-0000-0000-0000-000000000000}" dt="2026-09-16T13:22:46.853" v="83" actId="20577"/>
          <ac:spMkLst>
            <pc:docMk/>
            <pc:sldMk cId="4031254641" sldId="326"/>
            <ac:spMk id="2011" creationId="{00000000-0000-0000-0000-000000000000}"/>
          </ac:spMkLst>
        </pc:spChg>
        <pc:spChg chg="mod">
          <ac:chgData name="Kauã Victor Dias dos Santos" userId="S::kauavds@al.insper.edu.br::563eb8b5-1801-4757-bc17-2373c34c55c9" providerId="AD" clId="Web-{00000000-0000-0000-0000-000000000000}" dt="2026-09-20T19:50:16.456" v="799" actId="20577"/>
          <ac:spMkLst>
            <pc:docMk/>
            <pc:sldMk cId="4031254641" sldId="326"/>
            <ac:spMk id="2014" creationId="{00000000-0000-0000-0000-000000000000}"/>
          </ac:spMkLst>
        </pc:spChg>
        <pc:spChg chg="mod">
          <ac:chgData name="Kauã Victor Dias dos Santos" userId="S::kauavds@al.insper.edu.br::563eb8b5-1801-4757-bc17-2373c34c55c9" providerId="AD" clId="Web-{00000000-0000-0000-0000-000000000000}" dt="2026-09-20T19:50:19.628" v="800" actId="20577"/>
          <ac:spMkLst>
            <pc:docMk/>
            <pc:sldMk cId="4031254641" sldId="326"/>
            <ac:spMk id="2016" creationId="{00000000-0000-0000-0000-000000000000}"/>
          </ac:spMkLst>
        </pc:spChg>
      </pc:sldChg>
      <pc:sldChg chg="modSp modNotes">
        <pc:chgData name="Kauã Victor Dias dos Santos" userId="S::kauavds@al.insper.edu.br::563eb8b5-1801-4757-bc17-2373c34c55c9" providerId="AD" clId="Web-{00000000-0000-0000-0000-000000000000}" dt="2026-09-20T21:50:41.630" v="2676" actId="20577"/>
        <pc:sldMkLst>
          <pc:docMk/>
          <pc:sldMk cId="2721456284" sldId="328"/>
        </pc:sldMkLst>
        <pc:spChg chg="mod">
          <ac:chgData name="Kauã Victor Dias dos Santos" userId="S::kauavds@al.insper.edu.br::563eb8b5-1801-4757-bc17-2373c34c55c9" providerId="AD" clId="Web-{00000000-0000-0000-0000-000000000000}" dt="2026-09-20T21:50:41.630" v="2676" actId="20577"/>
          <ac:spMkLst>
            <pc:docMk/>
            <pc:sldMk cId="2721456284" sldId="328"/>
            <ac:spMk id="21" creationId="{E2F180CF-09D1-B73C-EF67-A17E37AED802}"/>
          </ac:spMkLst>
        </pc:spChg>
      </pc:sldChg>
      <pc:sldChg chg="modSp modNotes">
        <pc:chgData name="Kauã Victor Dias dos Santos" userId="S::kauavds@al.insper.edu.br::563eb8b5-1801-4757-bc17-2373c34c55c9" providerId="AD" clId="Web-{00000000-0000-0000-0000-000000000000}" dt="2026-09-20T20:03:40.798" v="1063"/>
        <pc:sldMkLst>
          <pc:docMk/>
          <pc:sldMk cId="3816260276" sldId="329"/>
        </pc:sldMkLst>
        <pc:spChg chg="mod">
          <ac:chgData name="Kauã Victor Dias dos Santos" userId="S::kauavds@al.insper.edu.br::563eb8b5-1801-4757-bc17-2373c34c55c9" providerId="AD" clId="Web-{00000000-0000-0000-0000-000000000000}" dt="2026-09-20T19:47:57.498" v="667" actId="20577"/>
          <ac:spMkLst>
            <pc:docMk/>
            <pc:sldMk cId="3816260276" sldId="329"/>
            <ac:spMk id="47" creationId="{E382F2B1-F6B2-8CD1-A31B-176AEE85DC81}"/>
          </ac:spMkLst>
        </pc:spChg>
      </pc:sldChg>
      <pc:sldChg chg="modSp modNotes">
        <pc:chgData name="Kauã Victor Dias dos Santos" userId="S::kauavds@al.insper.edu.br::563eb8b5-1801-4757-bc17-2373c34c55c9" providerId="AD" clId="Web-{00000000-0000-0000-0000-000000000000}" dt="2026-09-20T20:48:08.447" v="1988"/>
        <pc:sldMkLst>
          <pc:docMk/>
          <pc:sldMk cId="881085822" sldId="341"/>
        </pc:sldMkLst>
        <pc:spChg chg="mod">
          <ac:chgData name="Kauã Victor Dias dos Santos" userId="S::kauavds@al.insper.edu.br::563eb8b5-1801-4757-bc17-2373c34c55c9" providerId="AD" clId="Web-{00000000-0000-0000-0000-000000000000}" dt="2026-09-20T20:13:34.446" v="1306" actId="20577"/>
          <ac:spMkLst>
            <pc:docMk/>
            <pc:sldMk cId="881085822" sldId="341"/>
            <ac:spMk id="5026" creationId="{00000000-0000-0000-0000-000000000000}"/>
          </ac:spMkLst>
        </pc:spChg>
        <pc:spChg chg="mod">
          <ac:chgData name="Kauã Victor Dias dos Santos" userId="S::kauavds@al.insper.edu.br::563eb8b5-1801-4757-bc17-2373c34c55c9" providerId="AD" clId="Web-{00000000-0000-0000-0000-000000000000}" dt="2026-09-20T20:13:10.429" v="1302" actId="20577"/>
          <ac:spMkLst>
            <pc:docMk/>
            <pc:sldMk cId="881085822" sldId="341"/>
            <ac:spMk id="5031" creationId="{00000000-0000-0000-0000-000000000000}"/>
          </ac:spMkLst>
        </pc:spChg>
        <pc:spChg chg="mod">
          <ac:chgData name="Kauã Victor Dias dos Santos" userId="S::kauavds@al.insper.edu.br::563eb8b5-1801-4757-bc17-2373c34c55c9" providerId="AD" clId="Web-{00000000-0000-0000-0000-000000000000}" dt="2026-09-20T20:13:47.165" v="1308" actId="20577"/>
          <ac:spMkLst>
            <pc:docMk/>
            <pc:sldMk cId="881085822" sldId="341"/>
            <ac:spMk id="5036" creationId="{00000000-0000-0000-0000-000000000000}"/>
          </ac:spMkLst>
        </pc:spChg>
        <pc:spChg chg="mod">
          <ac:chgData name="Kauã Victor Dias dos Santos" userId="S::kauavds@al.insper.edu.br::563eb8b5-1801-4757-bc17-2373c34c55c9" providerId="AD" clId="Web-{00000000-0000-0000-0000-000000000000}" dt="2026-09-20T20:02:21.264" v="974" actId="20577"/>
          <ac:spMkLst>
            <pc:docMk/>
            <pc:sldMk cId="881085822" sldId="341"/>
            <ac:spMk id="5046" creationId="{00000000-0000-0000-0000-000000000000}"/>
          </ac:spMkLst>
        </pc:spChg>
      </pc:sldChg>
      <pc:sldChg chg="mod modShow">
        <pc:chgData name="Kauã Victor Dias dos Santos" userId="S::kauavds@al.insper.edu.br::563eb8b5-1801-4757-bc17-2373c34c55c9" providerId="AD" clId="Web-{00000000-0000-0000-0000-000000000000}" dt="2026-09-20T19:18:40.715" v="89"/>
        <pc:sldMkLst>
          <pc:docMk/>
          <pc:sldMk cId="917026926" sldId="344"/>
        </pc:sldMkLst>
      </pc:sldChg>
      <pc:sldChg chg="addSp delSp modSp add mod replId modShow modNotes">
        <pc:chgData name="Kauã Victor Dias dos Santos" userId="S::kauavds@al.insper.edu.br::563eb8b5-1801-4757-bc17-2373c34c55c9" providerId="AD" clId="Web-{00000000-0000-0000-0000-000000000000}" dt="2026-09-20T21:42:13.252" v="2596"/>
        <pc:sldMkLst>
          <pc:docMk/>
          <pc:sldMk cId="2248886962" sldId="346"/>
        </pc:sldMkLst>
        <pc:spChg chg="add mod">
          <ac:chgData name="Kauã Victor Dias dos Santos" userId="S::kauavds@al.insper.edu.br::563eb8b5-1801-4757-bc17-2373c34c55c9" providerId="AD" clId="Web-{00000000-0000-0000-0000-000000000000}" dt="2026-09-20T19:43:35.693" v="568" actId="20577"/>
          <ac:spMkLst>
            <pc:docMk/>
            <pc:sldMk cId="2248886962" sldId="346"/>
            <ac:spMk id="2" creationId="{8EE425FF-7D03-0326-8480-EECD72F3C583}"/>
          </ac:spMkLst>
        </pc:spChg>
        <pc:spChg chg="mod">
          <ac:chgData name="Kauã Victor Dias dos Santos" userId="S::kauavds@al.insper.edu.br::563eb8b5-1801-4757-bc17-2373c34c55c9" providerId="AD" clId="Web-{00000000-0000-0000-0000-000000000000}" dt="2026-09-20T19:42:08.891" v="469" actId="20577"/>
          <ac:spMkLst>
            <pc:docMk/>
            <pc:sldMk cId="2248886962" sldId="346"/>
            <ac:spMk id="4" creationId="{B6829F3D-BB77-6410-A97B-86766EB9AD43}"/>
          </ac:spMkLst>
        </pc:spChg>
        <pc:spChg chg="mod">
          <ac:chgData name="Kauã Victor Dias dos Santos" userId="S::kauavds@al.insper.edu.br::563eb8b5-1801-4757-bc17-2373c34c55c9" providerId="AD" clId="Web-{00000000-0000-0000-0000-000000000000}" dt="2026-09-20T19:37:18.318" v="389" actId="1076"/>
          <ac:spMkLst>
            <pc:docMk/>
            <pc:sldMk cId="2248886962" sldId="346"/>
            <ac:spMk id="5" creationId="{3E8F9CB5-1F1D-8B17-21BB-CD3E679F020B}"/>
          </ac:spMkLst>
        </pc:spChg>
        <pc:spChg chg="add mod">
          <ac:chgData name="Kauã Victor Dias dos Santos" userId="S::kauavds@al.insper.edu.br::563eb8b5-1801-4757-bc17-2373c34c55c9" providerId="AD" clId="Web-{00000000-0000-0000-0000-000000000000}" dt="2026-09-20T19:37:18.443" v="392" actId="1076"/>
          <ac:spMkLst>
            <pc:docMk/>
            <pc:sldMk cId="2248886962" sldId="346"/>
            <ac:spMk id="13" creationId="{DA84177C-F6D5-5A32-1872-F4096FA10CFF}"/>
          </ac:spMkLst>
        </pc:spChg>
        <pc:graphicFrameChg chg="mod">
          <ac:chgData name="Kauã Victor Dias dos Santos" userId="S::kauavds@al.insper.edu.br::563eb8b5-1801-4757-bc17-2373c34c55c9" providerId="AD" clId="Web-{00000000-0000-0000-0000-000000000000}" dt="2026-09-20T19:37:18.365" v="390" actId="1076"/>
          <ac:graphicFrameMkLst>
            <pc:docMk/>
            <pc:sldMk cId="2248886962" sldId="346"/>
            <ac:graphicFrameMk id="6" creationId="{C7374A64-1024-2AB1-887E-61A9A7A660E9}"/>
          </ac:graphicFrameMkLst>
        </pc:graphicFrameChg>
        <pc:graphicFrameChg chg="add mod">
          <ac:chgData name="Kauã Victor Dias dos Santos" userId="S::kauavds@al.insper.edu.br::563eb8b5-1801-4757-bc17-2373c34c55c9" providerId="AD" clId="Web-{00000000-0000-0000-0000-000000000000}" dt="2026-09-20T19:37:18.490" v="393" actId="1076"/>
          <ac:graphicFrameMkLst>
            <pc:docMk/>
            <pc:sldMk cId="2248886962" sldId="346"/>
            <ac:graphicFrameMk id="15" creationId="{40858FDC-1996-FAB9-71DD-3E2D9B48183F}"/>
          </ac:graphicFrameMkLst>
        </pc:graphicFrameChg>
      </pc:sldChg>
      <pc:sldChg chg="modNotes">
        <pc:chgData name="Kauã Victor Dias dos Santos" userId="S::kauavds@al.insper.edu.br::563eb8b5-1801-4757-bc17-2373c34c55c9" providerId="AD" clId="Web-{00000000-0000-0000-0000-000000000000}" dt="2026-09-20T21:44:20.116" v="2653"/>
        <pc:sldMkLst>
          <pc:docMk/>
          <pc:sldMk cId="2855766738" sldId="350"/>
        </pc:sldMkLst>
      </pc:sldChg>
    </pc:docChg>
  </pc:docChgLst>
  <pc:docChgLst>
    <pc:chgData name="Guest User" userId="S::urn:spo:tenantanon#6370a6c0-7b90-4709-bd6e-59c28ede833b::" providerId="AD" clId="Web-{838D511B-F9A4-DD7E-E998-53E6EDC3D7F8}"/>
    <pc:docChg chg="addSld delSld modSld sldOrd">
      <pc:chgData name="Guest User" userId="S::urn:spo:tenantanon#6370a6c0-7b90-4709-bd6e-59c28ede833b::" providerId="AD" clId="Web-{838D511B-F9A4-DD7E-E998-53E6EDC3D7F8}" dt="2026-09-14T14:20:23.614" v="738" actId="20577"/>
      <pc:docMkLst>
        <pc:docMk/>
      </pc:docMkLst>
      <pc:sldChg chg="addSp delSp modSp add ord replId">
        <pc:chgData name="Guest User" userId="S::urn:spo:tenantanon#6370a6c0-7b90-4709-bd6e-59c28ede833b::" providerId="AD" clId="Web-{838D511B-F9A4-DD7E-E998-53E6EDC3D7F8}" dt="2026-09-14T14:18:38.407" v="729"/>
        <pc:sldMkLst>
          <pc:docMk/>
          <pc:sldMk cId="1406780801" sldId="289"/>
        </pc:sldMkLst>
      </pc:sldChg>
      <pc:sldChg chg="modSp add ord replId">
        <pc:chgData name="Guest User" userId="S::urn:spo:tenantanon#6370a6c0-7b90-4709-bd6e-59c28ede833b::" providerId="AD" clId="Web-{838D511B-F9A4-DD7E-E998-53E6EDC3D7F8}" dt="2026-09-14T12:52:15.433" v="51"/>
        <pc:sldMkLst>
          <pc:docMk/>
          <pc:sldMk cId="3449326734" sldId="290"/>
        </pc:sldMkLst>
      </pc:sldChg>
      <pc:sldChg chg="modSp add ord replId">
        <pc:chgData name="Guest User" userId="S::urn:spo:tenantanon#6370a6c0-7b90-4709-bd6e-59c28ede833b::" providerId="AD" clId="Web-{838D511B-F9A4-DD7E-E998-53E6EDC3D7F8}" dt="2026-09-14T12:56:43.567" v="65"/>
        <pc:sldMkLst>
          <pc:docMk/>
          <pc:sldMk cId="111405814" sldId="292"/>
        </pc:sldMkLst>
      </pc:sldChg>
      <pc:sldChg chg="modSp add ord replId">
        <pc:chgData name="Guest User" userId="S::urn:spo:tenantanon#6370a6c0-7b90-4709-bd6e-59c28ede833b::" providerId="AD" clId="Web-{838D511B-F9A4-DD7E-E998-53E6EDC3D7F8}" dt="2026-09-14T12:57:31.318" v="72"/>
        <pc:sldMkLst>
          <pc:docMk/>
          <pc:sldMk cId="865773221" sldId="293"/>
        </pc:sldMkLst>
      </pc:sldChg>
      <pc:sldChg chg="add replId">
        <pc:chgData name="Guest User" userId="S::urn:spo:tenantanon#6370a6c0-7b90-4709-bd6e-59c28ede833b::" providerId="AD" clId="Web-{838D511B-F9A4-DD7E-E998-53E6EDC3D7F8}" dt="2026-09-14T14:01:46.146" v="386"/>
        <pc:sldMkLst>
          <pc:docMk/>
          <pc:sldMk cId="2436662301" sldId="309"/>
        </pc:sldMkLst>
      </pc:sldChg>
      <pc:sldChg chg="addSp add replId">
        <pc:chgData name="Guest User" userId="S::urn:spo:tenantanon#6370a6c0-7b90-4709-bd6e-59c28ede833b::" providerId="AD" clId="Web-{838D511B-F9A4-DD7E-E998-53E6EDC3D7F8}" dt="2026-09-14T14:18:51.907" v="733"/>
        <pc:sldMkLst>
          <pc:docMk/>
          <pc:sldMk cId="4177298897" sldId="314"/>
        </pc:sldMkLst>
        <pc:spChg chg="add">
          <ac:chgData name="Guest User" userId="S::urn:spo:tenantanon#6370a6c0-7b90-4709-bd6e-59c28ede833b::" providerId="AD" clId="Web-{838D511B-F9A4-DD7E-E998-53E6EDC3D7F8}" dt="2026-09-14T14:18:30.766" v="726"/>
          <ac:spMkLst>
            <pc:docMk/>
            <pc:sldMk cId="4177298897" sldId="314"/>
            <ac:spMk id="2" creationId="{E5BC7041-CE8D-FBE5-1ED1-CE11E4A9002A}"/>
          </ac:spMkLst>
        </pc:spChg>
        <pc:spChg chg="add">
          <ac:chgData name="Guest User" userId="S::urn:spo:tenantanon#6370a6c0-7b90-4709-bd6e-59c28ede833b::" providerId="AD" clId="Web-{838D511B-F9A4-DD7E-E998-53E6EDC3D7F8}" dt="2026-09-14T14:18:51.907" v="733"/>
          <ac:spMkLst>
            <pc:docMk/>
            <pc:sldMk cId="4177298897" sldId="314"/>
            <ac:spMk id="4" creationId="{BEB0C8EE-DCD3-2AC5-172B-7615E0E701B6}"/>
          </ac:spMkLst>
        </pc:spChg>
        <pc:spChg chg="add">
          <ac:chgData name="Guest User" userId="S::urn:spo:tenantanon#6370a6c0-7b90-4709-bd6e-59c28ede833b::" providerId="AD" clId="Web-{838D511B-F9A4-DD7E-E998-53E6EDC3D7F8}" dt="2026-09-14T14:18:51.907" v="733"/>
          <ac:spMkLst>
            <pc:docMk/>
            <pc:sldMk cId="4177298897" sldId="314"/>
            <ac:spMk id="5" creationId="{908210CC-0924-5683-044C-54B2CD7F9A12}"/>
          </ac:spMkLst>
        </pc:spChg>
      </pc:sldChg>
    </pc:docChg>
  </pc:docChgLst>
  <pc:docChgLst>
    <pc:chgData name="Guest User" userId="S::urn:spo:tenantanon#6370a6c0-7b90-4709-bd6e-59c28ede833b::" providerId="AD" clId="Web-{54216454-0FE5-0F14-402C-E92F3F6E8AA7}"/>
    <pc:docChg chg="modSld">
      <pc:chgData name="Guest User" userId="S::urn:spo:tenantanon#6370a6c0-7b90-4709-bd6e-59c28ede833b::" providerId="AD" clId="Web-{54216454-0FE5-0F14-402C-E92F3F6E8AA7}" dt="2026-09-09T14:19:35.803" v="17" actId="20577"/>
      <pc:docMkLst>
        <pc:docMk/>
      </pc:docMkLst>
    </pc:docChg>
  </pc:docChgLst>
  <pc:docChgLst>
    <pc:chgData name="Felipe Peroni Marques" userId="23a2c177-a9b7-499e-8bdb-d7f1e6a8be4b" providerId="ADAL" clId="{58913B7D-8360-FF4E-99B4-CFF8BE72E06B}"/>
    <pc:docChg chg="undo custSel addSld delSld modSld sldOrd modMainMaster">
      <pc:chgData name="Felipe Peroni Marques" userId="23a2c177-a9b7-499e-8bdb-d7f1e6a8be4b" providerId="ADAL" clId="{58913B7D-8360-FF4E-99B4-CFF8BE72E06B}" dt="2026-10-19T13:03:11.019" v="4742" actId="729"/>
      <pc:docMkLst>
        <pc:docMk/>
      </pc:docMkLst>
      <pc:sldChg chg="addSp delSp modSp mod modNotesTx">
        <pc:chgData name="Felipe Peroni Marques" userId="23a2c177-a9b7-499e-8bdb-d7f1e6a8be4b" providerId="ADAL" clId="{58913B7D-8360-FF4E-99B4-CFF8BE72E06B}" dt="2026-09-20T20:20:09.473" v="2459" actId="478"/>
        <pc:sldMkLst>
          <pc:docMk/>
          <pc:sldMk cId="940414154" sldId="272"/>
        </pc:sldMkLst>
        <pc:spChg chg="mod">
          <ac:chgData name="Felipe Peroni Marques" userId="23a2c177-a9b7-499e-8bdb-d7f1e6a8be4b" providerId="ADAL" clId="{58913B7D-8360-FF4E-99B4-CFF8BE72E06B}" dt="2026-09-14T14:11:46.967" v="1186" actId="1036"/>
          <ac:spMkLst>
            <pc:docMk/>
            <pc:sldMk cId="940414154" sldId="272"/>
            <ac:spMk id="2" creationId="{A059F54C-2DCF-8105-C178-F76D6C10DC73}"/>
          </ac:spMkLst>
        </pc:spChg>
        <pc:spChg chg="add mod">
          <ac:chgData name="Felipe Peroni Marques" userId="23a2c177-a9b7-499e-8bdb-d7f1e6a8be4b" providerId="ADAL" clId="{58913B7D-8360-FF4E-99B4-CFF8BE72E06B}" dt="2026-09-14T14:13:02.952" v="1223" actId="1035"/>
          <ac:spMkLst>
            <pc:docMk/>
            <pc:sldMk cId="940414154" sldId="272"/>
            <ac:spMk id="7" creationId="{C4D91091-551A-3521-80D9-88AA240C7C35}"/>
          </ac:spMkLst>
        </pc:spChg>
        <pc:spChg chg="add mod">
          <ac:chgData name="Felipe Peroni Marques" userId="23a2c177-a9b7-499e-8bdb-d7f1e6a8be4b" providerId="ADAL" clId="{58913B7D-8360-FF4E-99B4-CFF8BE72E06B}" dt="2026-09-14T14:13:02.952" v="1223" actId="1035"/>
          <ac:spMkLst>
            <pc:docMk/>
            <pc:sldMk cId="940414154" sldId="272"/>
            <ac:spMk id="8" creationId="{5F20F580-F193-F790-FA49-A7BA188D3EB5}"/>
          </ac:spMkLst>
        </pc:spChg>
        <pc:spChg chg="add mod">
          <ac:chgData name="Felipe Peroni Marques" userId="23a2c177-a9b7-499e-8bdb-d7f1e6a8be4b" providerId="ADAL" clId="{58913B7D-8360-FF4E-99B4-CFF8BE72E06B}" dt="2026-09-14T14:13:02.952" v="1223" actId="1035"/>
          <ac:spMkLst>
            <pc:docMk/>
            <pc:sldMk cId="940414154" sldId="272"/>
            <ac:spMk id="10" creationId="{294AB9AB-586C-C31A-9B88-135210E5EABB}"/>
          </ac:spMkLst>
        </pc:spChg>
        <pc:spChg chg="add mod">
          <ac:chgData name="Felipe Peroni Marques" userId="23a2c177-a9b7-499e-8bdb-d7f1e6a8be4b" providerId="ADAL" clId="{58913B7D-8360-FF4E-99B4-CFF8BE72E06B}" dt="2026-09-14T14:13:02.952" v="1223" actId="1035"/>
          <ac:spMkLst>
            <pc:docMk/>
            <pc:sldMk cId="940414154" sldId="272"/>
            <ac:spMk id="11" creationId="{8ECA22AA-3A37-0DB2-B9CE-A340D0644D2D}"/>
          </ac:spMkLst>
        </pc:spChg>
        <pc:graphicFrameChg chg="add mod">
          <ac:chgData name="Felipe Peroni Marques" userId="23a2c177-a9b7-499e-8bdb-d7f1e6a8be4b" providerId="ADAL" clId="{58913B7D-8360-FF4E-99B4-CFF8BE72E06B}" dt="2026-09-14T14:13:02.952" v="1223" actId="1035"/>
          <ac:graphicFrameMkLst>
            <pc:docMk/>
            <pc:sldMk cId="940414154" sldId="272"/>
            <ac:graphicFrameMk id="9" creationId="{6DE7F02F-00D3-C89F-66F5-C164ADAD0927}"/>
          </ac:graphicFrameMkLst>
        </pc:graphicFrameChg>
        <pc:graphicFrameChg chg="add mod">
          <ac:chgData name="Felipe Peroni Marques" userId="23a2c177-a9b7-499e-8bdb-d7f1e6a8be4b" providerId="ADAL" clId="{58913B7D-8360-FF4E-99B4-CFF8BE72E06B}" dt="2026-09-14T14:13:02.952" v="1223" actId="1035"/>
          <ac:graphicFrameMkLst>
            <pc:docMk/>
            <pc:sldMk cId="940414154" sldId="272"/>
            <ac:graphicFrameMk id="12" creationId="{7E1C1D41-567A-FB20-1E44-07EF3FC14593}"/>
          </ac:graphicFrameMkLst>
        </pc:graphicFrameChg>
        <pc:picChg chg="add mod">
          <ac:chgData name="Felipe Peroni Marques" userId="23a2c177-a9b7-499e-8bdb-d7f1e6a8be4b" providerId="ADAL" clId="{58913B7D-8360-FF4E-99B4-CFF8BE72E06B}" dt="2026-09-14T14:13:17.482" v="1224" actId="1076"/>
          <ac:picMkLst>
            <pc:docMk/>
            <pc:sldMk cId="940414154" sldId="272"/>
            <ac:picMk id="16" creationId="{BC6F6E1E-9C7F-105C-D78F-39AE4F6FB058}"/>
          </ac:picMkLst>
        </pc:picChg>
        <pc:picChg chg="add mod">
          <ac:chgData name="Felipe Peroni Marques" userId="23a2c177-a9b7-499e-8bdb-d7f1e6a8be4b" providerId="ADAL" clId="{58913B7D-8360-FF4E-99B4-CFF8BE72E06B}" dt="2026-09-14T14:13:17.482" v="1224" actId="1076"/>
          <ac:picMkLst>
            <pc:docMk/>
            <pc:sldMk cId="940414154" sldId="272"/>
            <ac:picMk id="17" creationId="{B6A88CE3-6E82-6A6A-25FB-28F49054CBBE}"/>
          </ac:picMkLst>
        </pc:picChg>
        <pc:picChg chg="add mod">
          <ac:chgData name="Felipe Peroni Marques" userId="23a2c177-a9b7-499e-8bdb-d7f1e6a8be4b" providerId="ADAL" clId="{58913B7D-8360-FF4E-99B4-CFF8BE72E06B}" dt="2026-09-14T14:13:17.482" v="1224" actId="1076"/>
          <ac:picMkLst>
            <pc:docMk/>
            <pc:sldMk cId="940414154" sldId="272"/>
            <ac:picMk id="18" creationId="{D84B9164-4452-4239-1241-4FB4E6103169}"/>
          </ac:picMkLst>
        </pc:picChg>
      </pc:sldChg>
      <pc:sldChg chg="addSp delSp modSp mod modNotesTx">
        <pc:chgData name="Felipe Peroni Marques" userId="23a2c177-a9b7-499e-8bdb-d7f1e6a8be4b" providerId="ADAL" clId="{58913B7D-8360-FF4E-99B4-CFF8BE72E06B}" dt="2026-10-14T13:33:48.996" v="4447" actId="20577"/>
        <pc:sldMkLst>
          <pc:docMk/>
          <pc:sldMk cId="1653737069" sldId="286"/>
        </pc:sldMkLst>
        <pc:spChg chg="mod">
          <ac:chgData name="Felipe Peroni Marques" userId="23a2c177-a9b7-499e-8bdb-d7f1e6a8be4b" providerId="ADAL" clId="{58913B7D-8360-FF4E-99B4-CFF8BE72E06B}" dt="2026-09-16T13:24:42.819" v="1731" actId="1035"/>
          <ac:spMkLst>
            <pc:docMk/>
            <pc:sldMk cId="1653737069" sldId="286"/>
            <ac:spMk id="5" creationId="{4AD03C44-1E36-FC3E-DACD-56D3F1BABA3F}"/>
          </ac:spMkLst>
        </pc:spChg>
        <pc:spChg chg="mod">
          <ac:chgData name="Felipe Peroni Marques" userId="23a2c177-a9b7-499e-8bdb-d7f1e6a8be4b" providerId="ADAL" clId="{58913B7D-8360-FF4E-99B4-CFF8BE72E06B}" dt="2026-09-16T13:24:42.819" v="1731" actId="1035"/>
          <ac:spMkLst>
            <pc:docMk/>
            <pc:sldMk cId="1653737069" sldId="286"/>
            <ac:spMk id="6" creationId="{86C78AB3-8CA5-4AD0-615F-2DED2C9C07AF}"/>
          </ac:spMkLst>
        </pc:spChg>
        <pc:spChg chg="mod">
          <ac:chgData name="Felipe Peroni Marques" userId="23a2c177-a9b7-499e-8bdb-d7f1e6a8be4b" providerId="ADAL" clId="{58913B7D-8360-FF4E-99B4-CFF8BE72E06B}" dt="2026-09-14T12:51:26.202" v="607" actId="1038"/>
          <ac:spMkLst>
            <pc:docMk/>
            <pc:sldMk cId="1653737069" sldId="286"/>
            <ac:spMk id="7" creationId="{EE8A050D-D8C0-ACB4-FBE0-DE2AD5B981D0}"/>
          </ac:spMkLst>
        </pc:spChg>
        <pc:spChg chg="mod">
          <ac:chgData name="Felipe Peroni Marques" userId="23a2c177-a9b7-499e-8bdb-d7f1e6a8be4b" providerId="ADAL" clId="{58913B7D-8360-FF4E-99B4-CFF8BE72E06B}" dt="2026-09-14T13:30:57.276" v="995" actId="2711"/>
          <ac:spMkLst>
            <pc:docMk/>
            <pc:sldMk cId="1653737069" sldId="286"/>
            <ac:spMk id="8" creationId="{3457BE71-BFC5-920F-064D-1E33BCA25DA0}"/>
          </ac:spMkLst>
        </pc:spChg>
        <pc:spChg chg="mod">
          <ac:chgData name="Felipe Peroni Marques" userId="23a2c177-a9b7-499e-8bdb-d7f1e6a8be4b" providerId="ADAL" clId="{58913B7D-8360-FF4E-99B4-CFF8BE72E06B}" dt="2026-09-16T13:24:42.819" v="1731" actId="1035"/>
          <ac:spMkLst>
            <pc:docMk/>
            <pc:sldMk cId="1653737069" sldId="286"/>
            <ac:spMk id="9" creationId="{57EFEC3A-A6A0-3E4B-C2EA-0B79CC7E6F66}"/>
          </ac:spMkLst>
        </pc:spChg>
        <pc:spChg chg="mod">
          <ac:chgData name="Felipe Peroni Marques" userId="23a2c177-a9b7-499e-8bdb-d7f1e6a8be4b" providerId="ADAL" clId="{58913B7D-8360-FF4E-99B4-CFF8BE72E06B}" dt="2026-09-16T13:24:42.819" v="1731" actId="1035"/>
          <ac:spMkLst>
            <pc:docMk/>
            <pc:sldMk cId="1653737069" sldId="286"/>
            <ac:spMk id="13" creationId="{7C825678-67A3-A9A0-33DA-B2ADE645F599}"/>
          </ac:spMkLst>
        </pc:spChg>
        <pc:spChg chg="mod">
          <ac:chgData name="Felipe Peroni Marques" userId="23a2c177-a9b7-499e-8bdb-d7f1e6a8be4b" providerId="ADAL" clId="{58913B7D-8360-FF4E-99B4-CFF8BE72E06B}" dt="2026-09-14T13:30:57.276" v="995" actId="2711"/>
          <ac:spMkLst>
            <pc:docMk/>
            <pc:sldMk cId="1653737069" sldId="286"/>
            <ac:spMk id="14" creationId="{9BF0AB2A-E89D-9B79-6400-8494EA21916F}"/>
          </ac:spMkLst>
        </pc:spChg>
        <pc:spChg chg="mod">
          <ac:chgData name="Felipe Peroni Marques" userId="23a2c177-a9b7-499e-8bdb-d7f1e6a8be4b" providerId="ADAL" clId="{58913B7D-8360-FF4E-99B4-CFF8BE72E06B}" dt="2026-09-14T13:19:37.369" v="909"/>
          <ac:spMkLst>
            <pc:docMk/>
            <pc:sldMk cId="1653737069" sldId="286"/>
            <ac:spMk id="15" creationId="{1BCE6C0E-0C9E-339B-49D9-AD9539CB9A8F}"/>
          </ac:spMkLst>
        </pc:spChg>
        <pc:spChg chg="mod">
          <ac:chgData name="Felipe Peroni Marques" userId="23a2c177-a9b7-499e-8bdb-d7f1e6a8be4b" providerId="ADAL" clId="{58913B7D-8360-FF4E-99B4-CFF8BE72E06B}" dt="2026-09-16T13:24:42.819" v="1731" actId="1035"/>
          <ac:spMkLst>
            <pc:docMk/>
            <pc:sldMk cId="1653737069" sldId="286"/>
            <ac:spMk id="17" creationId="{2B2D5480-16CF-B1E8-62B9-359A9609B689}"/>
          </ac:spMkLst>
        </pc:spChg>
        <pc:spChg chg="mod">
          <ac:chgData name="Felipe Peroni Marques" userId="23a2c177-a9b7-499e-8bdb-d7f1e6a8be4b" providerId="ADAL" clId="{58913B7D-8360-FF4E-99B4-CFF8BE72E06B}" dt="2026-09-14T13:30:57.276" v="995" actId="2711"/>
          <ac:spMkLst>
            <pc:docMk/>
            <pc:sldMk cId="1653737069" sldId="286"/>
            <ac:spMk id="18" creationId="{32B4C71B-800A-2A13-15EE-42EB0354CFB2}"/>
          </ac:spMkLst>
        </pc:spChg>
        <pc:spChg chg="mod">
          <ac:chgData name="Felipe Peroni Marques" userId="23a2c177-a9b7-499e-8bdb-d7f1e6a8be4b" providerId="ADAL" clId="{58913B7D-8360-FF4E-99B4-CFF8BE72E06B}" dt="2026-09-14T13:57:05.414" v="1119" actId="14100"/>
          <ac:spMkLst>
            <pc:docMk/>
            <pc:sldMk cId="1653737069" sldId="286"/>
            <ac:spMk id="23" creationId="{6082F17A-5AD1-3FD3-DA0A-419F8FF9FB79}"/>
          </ac:spMkLst>
        </pc:spChg>
        <pc:spChg chg="mod">
          <ac:chgData name="Felipe Peroni Marques" userId="23a2c177-a9b7-499e-8bdb-d7f1e6a8be4b" providerId="ADAL" clId="{58913B7D-8360-FF4E-99B4-CFF8BE72E06B}" dt="2026-09-16T13:24:42.819" v="1731" actId="1035"/>
          <ac:spMkLst>
            <pc:docMk/>
            <pc:sldMk cId="1653737069" sldId="286"/>
            <ac:spMk id="27" creationId="{218C7C74-E83A-F4E0-4177-356EC2DF102D}"/>
          </ac:spMkLst>
        </pc:spChg>
        <pc:spChg chg="mod">
          <ac:chgData name="Felipe Peroni Marques" userId="23a2c177-a9b7-499e-8bdb-d7f1e6a8be4b" providerId="ADAL" clId="{58913B7D-8360-FF4E-99B4-CFF8BE72E06B}" dt="2026-10-14T13:33:48.996" v="4447" actId="20577"/>
          <ac:spMkLst>
            <pc:docMk/>
            <pc:sldMk cId="1653737069" sldId="286"/>
            <ac:spMk id="31" creationId="{9A3C1FB9-EF03-8156-3CA8-3AD211DC54DF}"/>
          </ac:spMkLst>
        </pc:spChg>
        <pc:spChg chg="mod">
          <ac:chgData name="Felipe Peroni Marques" userId="23a2c177-a9b7-499e-8bdb-d7f1e6a8be4b" providerId="ADAL" clId="{58913B7D-8360-FF4E-99B4-CFF8BE72E06B}" dt="2026-09-14T12:51:41.278" v="616" actId="14100"/>
          <ac:spMkLst>
            <pc:docMk/>
            <pc:sldMk cId="1653737069" sldId="286"/>
            <ac:spMk id="35" creationId="{7B731846-CEF9-5650-39A6-B2C0A98D9FDD}"/>
          </ac:spMkLst>
        </pc:spChg>
        <pc:spChg chg="mod">
          <ac:chgData name="Felipe Peroni Marques" userId="23a2c177-a9b7-499e-8bdb-d7f1e6a8be4b" providerId="ADAL" clId="{58913B7D-8360-FF4E-99B4-CFF8BE72E06B}" dt="2026-10-14T13:26:40.281" v="4184" actId="20577"/>
          <ac:spMkLst>
            <pc:docMk/>
            <pc:sldMk cId="1653737069" sldId="286"/>
            <ac:spMk id="37" creationId="{A624A51B-1F6F-9EA0-D1CD-DC9A17C5D3F4}"/>
          </ac:spMkLst>
        </pc:spChg>
        <pc:spChg chg="mod">
          <ac:chgData name="Felipe Peroni Marques" userId="23a2c177-a9b7-499e-8bdb-d7f1e6a8be4b" providerId="ADAL" clId="{58913B7D-8360-FF4E-99B4-CFF8BE72E06B}" dt="2026-09-14T12:51:43.298" v="617" actId="14100"/>
          <ac:spMkLst>
            <pc:docMk/>
            <pc:sldMk cId="1653737069" sldId="286"/>
            <ac:spMk id="39" creationId="{AE9B93B8-0E29-8838-E977-6FD99BAD27E0}"/>
          </ac:spMkLst>
        </pc:spChg>
        <pc:spChg chg="mod">
          <ac:chgData name="Felipe Peroni Marques" userId="23a2c177-a9b7-499e-8bdb-d7f1e6a8be4b" providerId="ADAL" clId="{58913B7D-8360-FF4E-99B4-CFF8BE72E06B}" dt="2026-09-16T13:24:42.819" v="1731" actId="1035"/>
          <ac:spMkLst>
            <pc:docMk/>
            <pc:sldMk cId="1653737069" sldId="286"/>
            <ac:spMk id="202" creationId="{1F49769F-0CAA-EDF0-F6B0-D2E574D7340F}"/>
          </ac:spMkLst>
        </pc:spChg>
        <pc:spChg chg="mod">
          <ac:chgData name="Felipe Peroni Marques" userId="23a2c177-a9b7-499e-8bdb-d7f1e6a8be4b" providerId="ADAL" clId="{58913B7D-8360-FF4E-99B4-CFF8BE72E06B}" dt="2026-09-14T12:55:43.873" v="645" actId="20577"/>
          <ac:spMkLst>
            <pc:docMk/>
            <pc:sldMk cId="1653737069" sldId="286"/>
            <ac:spMk id="203" creationId="{98486FDE-B2DC-E786-85CA-360D8BC9A86E}"/>
          </ac:spMkLst>
        </pc:spChg>
        <pc:spChg chg="mod">
          <ac:chgData name="Felipe Peroni Marques" userId="23a2c177-a9b7-499e-8bdb-d7f1e6a8be4b" providerId="ADAL" clId="{58913B7D-8360-FF4E-99B4-CFF8BE72E06B}" dt="2026-09-14T12:55:45.964" v="647"/>
          <ac:spMkLst>
            <pc:docMk/>
            <pc:sldMk cId="1653737069" sldId="286"/>
            <ac:spMk id="204" creationId="{9DA9C8DC-B4D9-7D00-C1CD-1794968EFD08}"/>
          </ac:spMkLst>
        </pc:spChg>
        <pc:spChg chg="mod">
          <ac:chgData name="Felipe Peroni Marques" userId="23a2c177-a9b7-499e-8bdb-d7f1e6a8be4b" providerId="ADAL" clId="{58913B7D-8360-FF4E-99B4-CFF8BE72E06B}" dt="2026-09-14T13:30:57.276" v="995" actId="2711"/>
          <ac:spMkLst>
            <pc:docMk/>
            <pc:sldMk cId="1653737069" sldId="286"/>
            <ac:spMk id="205" creationId="{4895A0D4-DBC9-0A18-2A90-DFB5AA2E4915}"/>
          </ac:spMkLst>
        </pc:spChg>
        <pc:spChg chg="mod">
          <ac:chgData name="Felipe Peroni Marques" userId="23a2c177-a9b7-499e-8bdb-d7f1e6a8be4b" providerId="ADAL" clId="{58913B7D-8360-FF4E-99B4-CFF8BE72E06B}" dt="2026-09-14T13:30:57.276" v="995" actId="2711"/>
          <ac:spMkLst>
            <pc:docMk/>
            <pc:sldMk cId="1653737069" sldId="286"/>
            <ac:spMk id="206" creationId="{F517E0CB-9C9C-6825-8A04-8525281840B2}"/>
          </ac:spMkLst>
        </pc:spChg>
        <pc:spChg chg="mod">
          <ac:chgData name="Felipe Peroni Marques" userId="23a2c177-a9b7-499e-8bdb-d7f1e6a8be4b" providerId="ADAL" clId="{58913B7D-8360-FF4E-99B4-CFF8BE72E06B}" dt="2026-09-16T13:24:42.819" v="1731" actId="1035"/>
          <ac:spMkLst>
            <pc:docMk/>
            <pc:sldMk cId="1653737069" sldId="286"/>
            <ac:spMk id="207" creationId="{ECA58BA9-8DFF-2C5A-6290-5528E86AC9D3}"/>
          </ac:spMkLst>
        </pc:spChg>
        <pc:spChg chg="mod">
          <ac:chgData name="Felipe Peroni Marques" userId="23a2c177-a9b7-499e-8bdb-d7f1e6a8be4b" providerId="ADAL" clId="{58913B7D-8360-FF4E-99B4-CFF8BE72E06B}" dt="2026-09-16T13:24:42.819" v="1731" actId="1035"/>
          <ac:spMkLst>
            <pc:docMk/>
            <pc:sldMk cId="1653737069" sldId="286"/>
            <ac:spMk id="210" creationId="{AEB89FC8-1381-F391-0B24-9EF86C8E4942}"/>
          </ac:spMkLst>
        </pc:spChg>
        <pc:spChg chg="mod">
          <ac:chgData name="Felipe Peroni Marques" userId="23a2c177-a9b7-499e-8bdb-d7f1e6a8be4b" providerId="ADAL" clId="{58913B7D-8360-FF4E-99B4-CFF8BE72E06B}" dt="2026-09-14T12:51:22.501" v="600" actId="1038"/>
          <ac:spMkLst>
            <pc:docMk/>
            <pc:sldMk cId="1653737069" sldId="286"/>
            <ac:spMk id="212" creationId="{1E4449C2-0CCB-24F3-815F-7B8DE36C3987}"/>
          </ac:spMkLst>
        </pc:spChg>
        <pc:spChg chg="mod">
          <ac:chgData name="Felipe Peroni Marques" userId="23a2c177-a9b7-499e-8bdb-d7f1e6a8be4b" providerId="ADAL" clId="{58913B7D-8360-FF4E-99B4-CFF8BE72E06B}" dt="2026-09-14T13:30:57.276" v="995" actId="2711"/>
          <ac:spMkLst>
            <pc:docMk/>
            <pc:sldMk cId="1653737069" sldId="286"/>
            <ac:spMk id="401" creationId="{EE48E669-7994-D0B3-6C53-37E67031FF27}"/>
          </ac:spMkLst>
        </pc:spChg>
        <pc:spChg chg="mod">
          <ac:chgData name="Felipe Peroni Marques" userId="23a2c177-a9b7-499e-8bdb-d7f1e6a8be4b" providerId="ADAL" clId="{58913B7D-8360-FF4E-99B4-CFF8BE72E06B}" dt="2026-09-16T13:24:42.819" v="1731" actId="1035"/>
          <ac:spMkLst>
            <pc:docMk/>
            <pc:sldMk cId="1653737069" sldId="286"/>
            <ac:spMk id="402" creationId="{E6498997-698E-0FD6-B2F7-6B991C7DE473}"/>
          </ac:spMkLst>
        </pc:spChg>
        <pc:spChg chg="mod">
          <ac:chgData name="Felipe Peroni Marques" userId="23a2c177-a9b7-499e-8bdb-d7f1e6a8be4b" providerId="ADAL" clId="{58913B7D-8360-FF4E-99B4-CFF8BE72E06B}" dt="2026-09-14T13:30:57.276" v="995" actId="2711"/>
          <ac:spMkLst>
            <pc:docMk/>
            <pc:sldMk cId="1653737069" sldId="286"/>
            <ac:spMk id="404" creationId="{4AE88EFE-B484-70DF-C55D-7CC5736C574C}"/>
          </ac:spMkLst>
        </pc:spChg>
      </pc:sldChg>
      <pc:sldChg chg="addSp delSp modSp add mod ord">
        <pc:chgData name="Felipe Peroni Marques" userId="23a2c177-a9b7-499e-8bdb-d7f1e6a8be4b" providerId="ADAL" clId="{58913B7D-8360-FF4E-99B4-CFF8BE72E06B}" dt="2026-09-20T20:42:38.545" v="3854" actId="1076"/>
        <pc:sldMkLst>
          <pc:docMk/>
          <pc:sldMk cId="801149791" sldId="311"/>
        </pc:sldMkLst>
        <pc:spChg chg="mod">
          <ac:chgData name="Felipe Peroni Marques" userId="23a2c177-a9b7-499e-8bdb-d7f1e6a8be4b" providerId="ADAL" clId="{58913B7D-8360-FF4E-99B4-CFF8BE72E06B}" dt="2026-09-14T14:14:03.004" v="1237" actId="20577"/>
          <ac:spMkLst>
            <pc:docMk/>
            <pc:sldMk cId="801149791" sldId="311"/>
            <ac:spMk id="14" creationId="{732AE37C-2EEA-B1C7-D0D5-8524C136F308}"/>
          </ac:spMkLst>
        </pc:spChg>
        <pc:spChg chg="mod">
          <ac:chgData name="Felipe Peroni Marques" userId="23a2c177-a9b7-499e-8bdb-d7f1e6a8be4b" providerId="ADAL" clId="{58913B7D-8360-FF4E-99B4-CFF8BE72E06B}" dt="2026-09-14T14:14:13.299" v="1242" actId="1036"/>
          <ac:spMkLst>
            <pc:docMk/>
            <pc:sldMk cId="801149791" sldId="311"/>
            <ac:spMk id="15" creationId="{F6F88A37-4E8E-7151-BF2C-4146665C6757}"/>
          </ac:spMkLst>
        </pc:spChg>
        <pc:picChg chg="mod">
          <ac:chgData name="Felipe Peroni Marques" userId="23a2c177-a9b7-499e-8bdb-d7f1e6a8be4b" providerId="ADAL" clId="{58913B7D-8360-FF4E-99B4-CFF8BE72E06B}" dt="2026-09-14T14:14:21.879" v="1252" actId="1037"/>
          <ac:picMkLst>
            <pc:docMk/>
            <pc:sldMk cId="801149791" sldId="311"/>
            <ac:picMk id="10" creationId="{CCA30358-BB27-4E8D-0F68-70016BFACC66}"/>
          </ac:picMkLst>
        </pc:picChg>
        <pc:picChg chg="mod">
          <ac:chgData name="Felipe Peroni Marques" userId="23a2c177-a9b7-499e-8bdb-d7f1e6a8be4b" providerId="ADAL" clId="{58913B7D-8360-FF4E-99B4-CFF8BE72E06B}" dt="2026-09-14T14:14:21.879" v="1252" actId="1037"/>
          <ac:picMkLst>
            <pc:docMk/>
            <pc:sldMk cId="801149791" sldId="311"/>
            <ac:picMk id="12" creationId="{BDAF4802-C5E5-54A9-BE62-F9F025B7078D}"/>
          </ac:picMkLst>
        </pc:picChg>
      </pc:sldChg>
      <pc:sldChg chg="addSp delSp modSp add mod modShow">
        <pc:chgData name="Felipe Peroni Marques" userId="23a2c177-a9b7-499e-8bdb-d7f1e6a8be4b" providerId="ADAL" clId="{58913B7D-8360-FF4E-99B4-CFF8BE72E06B}" dt="2026-10-14T14:02:00.711" v="4657" actId="729"/>
        <pc:sldMkLst>
          <pc:docMk/>
          <pc:sldMk cId="4031254641" sldId="326"/>
        </pc:sldMkLst>
        <pc:spChg chg="mod">
          <ac:chgData name="Felipe Peroni Marques" userId="23a2c177-a9b7-499e-8bdb-d7f1e6a8be4b" providerId="ADAL" clId="{58913B7D-8360-FF4E-99B4-CFF8BE72E06B}" dt="2026-09-16T13:20:01.307" v="1665" actId="1036"/>
          <ac:spMkLst>
            <pc:docMk/>
            <pc:sldMk cId="4031254641" sldId="326"/>
            <ac:spMk id="46" creationId="{EB87D3B8-A656-6C24-AF80-A29F7778D758}"/>
          </ac:spMkLst>
        </pc:spChg>
        <pc:spChg chg="mod">
          <ac:chgData name="Felipe Peroni Marques" userId="23a2c177-a9b7-499e-8bdb-d7f1e6a8be4b" providerId="ADAL" clId="{58913B7D-8360-FF4E-99B4-CFF8BE72E06B}" dt="2026-09-16T13:20:01.307" v="1665" actId="1036"/>
          <ac:spMkLst>
            <pc:docMk/>
            <pc:sldMk cId="4031254641" sldId="326"/>
            <ac:spMk id="47" creationId="{AD2AA97B-7422-0129-A313-0B898FCE4194}"/>
          </ac:spMkLst>
        </pc:spChg>
        <pc:spChg chg="mod">
          <ac:chgData name="Felipe Peroni Marques" userId="23a2c177-a9b7-499e-8bdb-d7f1e6a8be4b" providerId="ADAL" clId="{58913B7D-8360-FF4E-99B4-CFF8BE72E06B}" dt="2026-09-16T13:20:01.307" v="1665" actId="1036"/>
          <ac:spMkLst>
            <pc:docMk/>
            <pc:sldMk cId="4031254641" sldId="326"/>
            <ac:spMk id="48" creationId="{F8C9E032-0506-97A5-C2D8-65AB85133693}"/>
          </ac:spMkLst>
        </pc:spChg>
        <pc:spChg chg="mod">
          <ac:chgData name="Felipe Peroni Marques" userId="23a2c177-a9b7-499e-8bdb-d7f1e6a8be4b" providerId="ADAL" clId="{58913B7D-8360-FF4E-99B4-CFF8BE72E06B}" dt="2026-09-16T13:19:27.012" v="1662" actId="1035"/>
          <ac:spMkLst>
            <pc:docMk/>
            <pc:sldMk cId="4031254641" sldId="326"/>
            <ac:spMk id="2002"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4"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5"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9"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0"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1" creationId="{00000000-0000-0000-0000-000000000000}"/>
          </ac:spMkLst>
        </pc:spChg>
        <pc:spChg chg="mod">
          <ac:chgData name="Felipe Peroni Marques" userId="23a2c177-a9b7-499e-8bdb-d7f1e6a8be4b" providerId="ADAL" clId="{58913B7D-8360-FF4E-99B4-CFF8BE72E06B}" dt="2026-09-16T13:13:53.374" v="1616" actId="113"/>
          <ac:spMkLst>
            <pc:docMk/>
            <pc:sldMk cId="4031254641" sldId="326"/>
            <ac:spMk id="2013" creationId="{00000000-0000-0000-0000-000000000000}"/>
          </ac:spMkLst>
        </pc:spChg>
        <pc:spChg chg="mod">
          <ac:chgData name="Felipe Peroni Marques" userId="23a2c177-a9b7-499e-8bdb-d7f1e6a8be4b" providerId="ADAL" clId="{58913B7D-8360-FF4E-99B4-CFF8BE72E06B}" dt="2026-09-16T13:18:27.762" v="1653" actId="1035"/>
          <ac:spMkLst>
            <pc:docMk/>
            <pc:sldMk cId="4031254641" sldId="326"/>
            <ac:spMk id="2016"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8" creationId="{00000000-0000-0000-0000-000000000000}"/>
          </ac:spMkLst>
        </pc:spChg>
      </pc:sldChg>
      <pc:sldChg chg="modNotesTx">
        <pc:chgData name="Felipe Peroni Marques" userId="23a2c177-a9b7-499e-8bdb-d7f1e6a8be4b" providerId="ADAL" clId="{58913B7D-8360-FF4E-99B4-CFF8BE72E06B}" dt="2026-09-20T21:03:28.452" v="4103" actId="20577"/>
        <pc:sldMkLst>
          <pc:docMk/>
          <pc:sldMk cId="2721456284" sldId="328"/>
        </pc:sldMkLst>
      </pc:sldChg>
      <pc:sldChg chg="addSp delSp mod modShow modNotesTx">
        <pc:chgData name="Felipe Peroni Marques" userId="23a2c177-a9b7-499e-8bdb-d7f1e6a8be4b" providerId="ADAL" clId="{58913B7D-8360-FF4E-99B4-CFF8BE72E06B}" dt="2026-10-14T14:02:05.414" v="4658" actId="729"/>
        <pc:sldMkLst>
          <pc:docMk/>
          <pc:sldMk cId="3816260276" sldId="329"/>
        </pc:sldMkLst>
        <pc:spChg chg="add del">
          <ac:chgData name="Felipe Peroni Marques" userId="23a2c177-a9b7-499e-8bdb-d7f1e6a8be4b" providerId="ADAL" clId="{58913B7D-8360-FF4E-99B4-CFF8BE72E06B}" dt="2026-09-16T14:20:33.344" v="2010" actId="478"/>
          <ac:spMkLst>
            <pc:docMk/>
            <pc:sldMk cId="3816260276" sldId="329"/>
            <ac:spMk id="4" creationId="{2DBB2CDD-ED78-7E60-297C-92162D2F94DC}"/>
          </ac:spMkLst>
        </pc:spChg>
      </pc:sldChg>
      <pc:sldChg chg="addSp delSp modSp add del mod modNotesTx">
        <pc:chgData name="Felipe Peroni Marques" userId="23a2c177-a9b7-499e-8bdb-d7f1e6a8be4b" providerId="ADAL" clId="{58913B7D-8360-FF4E-99B4-CFF8BE72E06B}" dt="2026-10-14T13:49:43.433" v="4449"/>
        <pc:sldMkLst>
          <pc:docMk/>
          <pc:sldMk cId="881085822" sldId="341"/>
        </pc:sldMkLst>
      </pc:sldChg>
      <pc:sldChg chg="mod ord modShow">
        <pc:chgData name="Felipe Peroni Marques" userId="23a2c177-a9b7-499e-8bdb-d7f1e6a8be4b" providerId="ADAL" clId="{58913B7D-8360-FF4E-99B4-CFF8BE72E06B}" dt="2026-09-20T19:30:54.186" v="2027" actId="729"/>
        <pc:sldMkLst>
          <pc:docMk/>
          <pc:sldMk cId="917026926" sldId="344"/>
        </pc:sldMkLst>
      </pc:sldChg>
      <pc:sldChg chg="addSp delSp modSp mod modNotesTx">
        <pc:chgData name="Felipe Peroni Marques" userId="23a2c177-a9b7-499e-8bdb-d7f1e6a8be4b" providerId="ADAL" clId="{58913B7D-8360-FF4E-99B4-CFF8BE72E06B}" dt="2026-09-20T20:54:53.583" v="3877" actId="478"/>
        <pc:sldMkLst>
          <pc:docMk/>
          <pc:sldMk cId="2248886962" sldId="346"/>
        </pc:sldMkLst>
      </pc:sldChg>
      <pc:sldChg chg="add">
        <pc:chgData name="Felipe Peroni Marques" userId="23a2c177-a9b7-499e-8bdb-d7f1e6a8be4b" providerId="ADAL" clId="{58913B7D-8360-FF4E-99B4-CFF8BE72E06B}" dt="2026-09-20T21:00:47.416" v="3880"/>
        <pc:sldMkLst>
          <pc:docMk/>
          <pc:sldMk cId="4207788666" sldId="347"/>
        </pc:sldMkLst>
      </pc:sldChg>
      <pc:sldChg chg="add del">
        <pc:chgData name="Felipe Peroni Marques" userId="23a2c177-a9b7-499e-8bdb-d7f1e6a8be4b" providerId="ADAL" clId="{58913B7D-8360-FF4E-99B4-CFF8BE72E06B}" dt="2026-10-14T13:50:28.687" v="4451"/>
        <pc:sldMkLst>
          <pc:docMk/>
          <pc:sldMk cId="2309745443" sldId="361"/>
        </pc:sldMkLst>
      </pc:sldChg>
      <pc:sldChg chg="add del">
        <pc:chgData name="Felipe Peroni Marques" userId="23a2c177-a9b7-499e-8bdb-d7f1e6a8be4b" providerId="ADAL" clId="{58913B7D-8360-FF4E-99B4-CFF8BE72E06B}" dt="2026-10-14T13:50:56.730" v="4453"/>
        <pc:sldMkLst>
          <pc:docMk/>
          <pc:sldMk cId="292331347" sldId="362"/>
        </pc:sldMkLst>
      </pc:sldChg>
      <pc:sldChg chg="add del">
        <pc:chgData name="Felipe Peroni Marques" userId="23a2c177-a9b7-499e-8bdb-d7f1e6a8be4b" providerId="ADAL" clId="{58913B7D-8360-FF4E-99B4-CFF8BE72E06B}" dt="2026-10-14T13:51:09.145" v="4455"/>
        <pc:sldMkLst>
          <pc:docMk/>
          <pc:sldMk cId="2829608152" sldId="363"/>
        </pc:sldMkLst>
      </pc:sldChg>
      <pc:sldChg chg="modSp add del mod">
        <pc:chgData name="Felipe Peroni Marques" userId="23a2c177-a9b7-499e-8bdb-d7f1e6a8be4b" providerId="ADAL" clId="{58913B7D-8360-FF4E-99B4-CFF8BE72E06B}" dt="2026-10-14T13:54:55.861" v="4486"/>
        <pc:sldMkLst>
          <pc:docMk/>
          <pc:sldMk cId="3578874637" sldId="364"/>
        </pc:sldMkLst>
      </pc:sldChg>
      <pc:sldChg chg="add del">
        <pc:chgData name="Felipe Peroni Marques" userId="23a2c177-a9b7-499e-8bdb-d7f1e6a8be4b" providerId="ADAL" clId="{58913B7D-8360-FF4E-99B4-CFF8BE72E06B}" dt="2026-10-14T13:56:17.830" v="4488"/>
        <pc:sldMkLst>
          <pc:docMk/>
          <pc:sldMk cId="2339438872" sldId="365"/>
        </pc:sldMkLst>
      </pc:sldChg>
      <pc:sldChg chg="add del">
        <pc:chgData name="Felipe Peroni Marques" userId="23a2c177-a9b7-499e-8bdb-d7f1e6a8be4b" providerId="ADAL" clId="{58913B7D-8360-FF4E-99B4-CFF8BE72E06B}" dt="2026-10-14T14:02:35.057" v="4676" actId="2696"/>
        <pc:sldMkLst>
          <pc:docMk/>
          <pc:sldMk cId="3148204388" sldId="366"/>
        </pc:sldMkLst>
      </pc:sldChg>
      <pc:sldChg chg="add del">
        <pc:chgData name="Felipe Peroni Marques" userId="23a2c177-a9b7-499e-8bdb-d7f1e6a8be4b" providerId="ADAL" clId="{58913B7D-8360-FF4E-99B4-CFF8BE72E06B}" dt="2026-10-14T13:57:19.845" v="4492"/>
        <pc:sldMkLst>
          <pc:docMk/>
          <pc:sldMk cId="356386080" sldId="367"/>
        </pc:sldMkLst>
      </pc:sldChg>
      <pc:sldChg chg="addSp delSp modSp add del mod">
        <pc:chgData name="Felipe Peroni Marques" userId="23a2c177-a9b7-499e-8bdb-d7f1e6a8be4b" providerId="ADAL" clId="{58913B7D-8360-FF4E-99B4-CFF8BE72E06B}" dt="2026-10-14T14:15:28.701" v="4695"/>
        <pc:sldMkLst>
          <pc:docMk/>
          <pc:sldMk cId="817758360" sldId="368"/>
        </pc:sldMkLst>
      </pc:sldChg>
      <pc:sldChg chg="add del">
        <pc:chgData name="Felipe Peroni Marques" userId="23a2c177-a9b7-499e-8bdb-d7f1e6a8be4b" providerId="ADAL" clId="{58913B7D-8360-FF4E-99B4-CFF8BE72E06B}" dt="2026-10-14T14:06:04.652" v="4679"/>
        <pc:sldMkLst>
          <pc:docMk/>
          <pc:sldMk cId="2629004241" sldId="369"/>
        </pc:sldMkLst>
      </pc:sldChg>
      <pc:sldChg chg="add del">
        <pc:chgData name="Felipe Peroni Marques" userId="23a2c177-a9b7-499e-8bdb-d7f1e6a8be4b" providerId="ADAL" clId="{58913B7D-8360-FF4E-99B4-CFF8BE72E06B}" dt="2026-10-14T14:06:54.035" v="4681"/>
        <pc:sldMkLst>
          <pc:docMk/>
          <pc:sldMk cId="1422601648" sldId="371"/>
        </pc:sldMkLst>
      </pc:sldChg>
      <pc:sldChg chg="add del">
        <pc:chgData name="Felipe Peroni Marques" userId="23a2c177-a9b7-499e-8bdb-d7f1e6a8be4b" providerId="ADAL" clId="{58913B7D-8360-FF4E-99B4-CFF8BE72E06B}" dt="2026-10-14T14:07:27.570" v="4683"/>
        <pc:sldMkLst>
          <pc:docMk/>
          <pc:sldMk cId="1804016155" sldId="373"/>
        </pc:sldMkLst>
      </pc:sldChg>
      <pc:sldChg chg="add del">
        <pc:chgData name="Felipe Peroni Marques" userId="23a2c177-a9b7-499e-8bdb-d7f1e6a8be4b" providerId="ADAL" clId="{58913B7D-8360-FF4E-99B4-CFF8BE72E06B}" dt="2026-10-14T14:07:39.324" v="4685"/>
        <pc:sldMkLst>
          <pc:docMk/>
          <pc:sldMk cId="1503633437" sldId="374"/>
        </pc:sldMkLst>
      </pc:sldChg>
      <pc:sldChg chg="add del">
        <pc:chgData name="Felipe Peroni Marques" userId="23a2c177-a9b7-499e-8bdb-d7f1e6a8be4b" providerId="ADAL" clId="{58913B7D-8360-FF4E-99B4-CFF8BE72E06B}" dt="2026-10-14T14:08:12.388" v="4687"/>
        <pc:sldMkLst>
          <pc:docMk/>
          <pc:sldMk cId="125327815" sldId="375"/>
        </pc:sldMkLst>
      </pc:sldChg>
      <pc:sldChg chg="add del">
        <pc:chgData name="Felipe Peroni Marques" userId="23a2c177-a9b7-499e-8bdb-d7f1e6a8be4b" providerId="ADAL" clId="{58913B7D-8360-FF4E-99B4-CFF8BE72E06B}" dt="2026-10-14T14:08:27.023" v="4689"/>
        <pc:sldMkLst>
          <pc:docMk/>
          <pc:sldMk cId="220427981" sldId="376"/>
        </pc:sldMkLst>
      </pc:sldChg>
      <pc:sldChg chg="add del">
        <pc:chgData name="Felipe Peroni Marques" userId="23a2c177-a9b7-499e-8bdb-d7f1e6a8be4b" providerId="ADAL" clId="{58913B7D-8360-FF4E-99B4-CFF8BE72E06B}" dt="2026-10-14T14:13:01.687" v="4691"/>
        <pc:sldMkLst>
          <pc:docMk/>
          <pc:sldMk cId="135116316" sldId="377"/>
        </pc:sldMkLst>
      </pc:sldChg>
      <pc:sldChg chg="add del">
        <pc:chgData name="Felipe Peroni Marques" userId="23a2c177-a9b7-499e-8bdb-d7f1e6a8be4b" providerId="ADAL" clId="{58913B7D-8360-FF4E-99B4-CFF8BE72E06B}" dt="2026-10-14T14:13:28.726" v="4693"/>
        <pc:sldMkLst>
          <pc:docMk/>
          <pc:sldMk cId="1994029700" sldId="378"/>
        </pc:sldMkLst>
      </pc:sldChg>
      <pc:sldChg chg="add">
        <pc:chgData name="Felipe Peroni Marques" userId="23a2c177-a9b7-499e-8bdb-d7f1e6a8be4b" providerId="ADAL" clId="{58913B7D-8360-FF4E-99B4-CFF8BE72E06B}" dt="2026-10-14T14:13:28.586" v="4692"/>
        <pc:sldMkLst>
          <pc:docMk/>
          <pc:sldMk cId="2071329001" sldId="379"/>
        </pc:sldMkLst>
      </pc:sldChg>
      <pc:sldChg chg="add del">
        <pc:chgData name="Felipe Peroni Marques" userId="23a2c177-a9b7-499e-8bdb-d7f1e6a8be4b" providerId="ADAL" clId="{58913B7D-8360-FF4E-99B4-CFF8BE72E06B}" dt="2026-10-14T14:15:38.202" v="4697"/>
        <pc:sldMkLst>
          <pc:docMk/>
          <pc:sldMk cId="2210810892" sldId="381"/>
        </pc:sldMkLst>
      </pc:sldChg>
      <pc:sldChg chg="modSp add mod">
        <pc:chgData name="Felipe Peroni Marques" userId="23a2c177-a9b7-499e-8bdb-d7f1e6a8be4b" providerId="ADAL" clId="{58913B7D-8360-FF4E-99B4-CFF8BE72E06B}" dt="2026-10-14T14:15:59.155" v="4710" actId="20577"/>
        <pc:sldMkLst>
          <pc:docMk/>
          <pc:sldMk cId="500312946" sldId="382"/>
        </pc:sldMkLst>
        <pc:spChg chg="mod">
          <ac:chgData name="Felipe Peroni Marques" userId="23a2c177-a9b7-499e-8bdb-d7f1e6a8be4b" providerId="ADAL" clId="{58913B7D-8360-FF4E-99B4-CFF8BE72E06B}" dt="2026-10-14T14:15:59.155" v="4710" actId="20577"/>
          <ac:spMkLst>
            <pc:docMk/>
            <pc:sldMk cId="500312946" sldId="382"/>
            <ac:spMk id="7002" creationId="{00000000-0000-0000-0000-000000000000}"/>
          </ac:spMkLst>
        </pc:spChg>
      </pc:sldChg>
      <pc:sldChg chg="modSp mod">
        <pc:chgData name="Felipe Peroni Marques" userId="23a2c177-a9b7-499e-8bdb-d7f1e6a8be4b" providerId="ADAL" clId="{58913B7D-8360-FF4E-99B4-CFF8BE72E06B}" dt="2026-10-19T12:57:14.596" v="4725" actId="1035"/>
        <pc:sldMkLst>
          <pc:docMk/>
          <pc:sldMk cId="3868462077" sldId="384"/>
        </pc:sldMkLst>
        <pc:spChg chg="mod">
          <ac:chgData name="Felipe Peroni Marques" userId="23a2c177-a9b7-499e-8bdb-d7f1e6a8be4b" providerId="ADAL" clId="{58913B7D-8360-FF4E-99B4-CFF8BE72E06B}" dt="2026-10-19T12:57:14.596" v="4725" actId="1035"/>
          <ac:spMkLst>
            <pc:docMk/>
            <pc:sldMk cId="3868462077" sldId="384"/>
            <ac:spMk id="17" creationId="{D9DD11E8-3A69-89FC-87DA-BBC6693D7C3D}"/>
          </ac:spMkLst>
        </pc:spChg>
        <pc:spChg chg="mod">
          <ac:chgData name="Felipe Peroni Marques" userId="23a2c177-a9b7-499e-8bdb-d7f1e6a8be4b" providerId="ADAL" clId="{58913B7D-8360-FF4E-99B4-CFF8BE72E06B}" dt="2026-10-19T12:57:14.596" v="4725" actId="1035"/>
          <ac:spMkLst>
            <pc:docMk/>
            <pc:sldMk cId="3868462077" sldId="384"/>
            <ac:spMk id="20" creationId="{B5BF498B-2250-935F-760C-91C26ECA3B89}"/>
          </ac:spMkLst>
        </pc:spChg>
        <pc:spChg chg="mod">
          <ac:chgData name="Felipe Peroni Marques" userId="23a2c177-a9b7-499e-8bdb-d7f1e6a8be4b" providerId="ADAL" clId="{58913B7D-8360-FF4E-99B4-CFF8BE72E06B}" dt="2026-10-19T12:57:14.596" v="4725" actId="1035"/>
          <ac:spMkLst>
            <pc:docMk/>
            <pc:sldMk cId="3868462077" sldId="384"/>
            <ac:spMk id="23" creationId="{68C48127-3B37-4719-0910-0605E3579C3A}"/>
          </ac:spMkLst>
        </pc:spChg>
      </pc:sldChg>
      <pc:sldChg chg="add del">
        <pc:chgData name="Felipe Peroni Marques" userId="23a2c177-a9b7-499e-8bdb-d7f1e6a8be4b" providerId="ADAL" clId="{58913B7D-8360-FF4E-99B4-CFF8BE72E06B}" dt="2026-10-19T13:01:08.443" v="4730"/>
        <pc:sldMkLst>
          <pc:docMk/>
          <pc:sldMk cId="446804359" sldId="385"/>
        </pc:sldMkLst>
      </pc:sldChg>
      <pc:sldChg chg="modSp add del mod">
        <pc:chgData name="Felipe Peroni Marques" userId="23a2c177-a9b7-499e-8bdb-d7f1e6a8be4b" providerId="ADAL" clId="{58913B7D-8360-FF4E-99B4-CFF8BE72E06B}" dt="2026-10-19T13:01:19.071" v="4732"/>
        <pc:sldMkLst>
          <pc:docMk/>
          <pc:sldMk cId="3582969589" sldId="386"/>
        </pc:sldMkLst>
        <pc:spChg chg="mod">
          <ac:chgData name="Felipe Peroni Marques" userId="23a2c177-a9b7-499e-8bdb-d7f1e6a8be4b" providerId="ADAL" clId="{58913B7D-8360-FF4E-99B4-CFF8BE72E06B}" dt="2026-10-19T13:01:08.391" v="4728" actId="27636"/>
          <ac:spMkLst>
            <pc:docMk/>
            <pc:sldMk cId="3582969589" sldId="386"/>
            <ac:spMk id="33" creationId="{477B0F34-6C73-F705-9802-3A4C8D10EFF4}"/>
          </ac:spMkLst>
        </pc:spChg>
        <pc:spChg chg="mod">
          <ac:chgData name="Felipe Peroni Marques" userId="23a2c177-a9b7-499e-8bdb-d7f1e6a8be4b" providerId="ADAL" clId="{58913B7D-8360-FF4E-99B4-CFF8BE72E06B}" dt="2026-10-19T13:01:08.392" v="4729" actId="27636"/>
          <ac:spMkLst>
            <pc:docMk/>
            <pc:sldMk cId="3582969589" sldId="386"/>
            <ac:spMk id="37" creationId="{387B8A35-2E30-2C0B-2F59-D2EB044C9375}"/>
          </ac:spMkLst>
        </pc:spChg>
      </pc:sldChg>
      <pc:sldChg chg="add del">
        <pc:chgData name="Felipe Peroni Marques" userId="23a2c177-a9b7-499e-8bdb-d7f1e6a8be4b" providerId="ADAL" clId="{58913B7D-8360-FF4E-99B4-CFF8BE72E06B}" dt="2026-10-19T13:01:45.271" v="4734"/>
        <pc:sldMkLst>
          <pc:docMk/>
          <pc:sldMk cId="3195652998" sldId="387"/>
        </pc:sldMkLst>
      </pc:sldChg>
      <pc:sldChg chg="modSp add del mod">
        <pc:chgData name="Felipe Peroni Marques" userId="23a2c177-a9b7-499e-8bdb-d7f1e6a8be4b" providerId="ADAL" clId="{58913B7D-8360-FF4E-99B4-CFF8BE72E06B}" dt="2026-10-19T13:02:07.162" v="4738"/>
        <pc:sldMkLst>
          <pc:docMk/>
          <pc:sldMk cId="3583515570" sldId="388"/>
        </pc:sldMkLst>
        <pc:spChg chg="mod">
          <ac:chgData name="Felipe Peroni Marques" userId="23a2c177-a9b7-499e-8bdb-d7f1e6a8be4b" providerId="ADAL" clId="{58913B7D-8360-FF4E-99B4-CFF8BE72E06B}" dt="2026-10-19T13:01:55.638" v="4736" actId="404"/>
          <ac:spMkLst>
            <pc:docMk/>
            <pc:sldMk cId="3583515570" sldId="388"/>
            <ac:spMk id="72" creationId="{00000000-0000-0000-0000-000000000000}"/>
          </ac:spMkLst>
        </pc:spChg>
      </pc:sldChg>
      <pc:sldChg chg="modSp add mod modShow">
        <pc:chgData name="Felipe Peroni Marques" userId="23a2c177-a9b7-499e-8bdb-d7f1e6a8be4b" providerId="ADAL" clId="{58913B7D-8360-FF4E-99B4-CFF8BE72E06B}" dt="2026-10-19T13:03:11.019" v="4742" actId="729"/>
        <pc:sldMkLst>
          <pc:docMk/>
          <pc:sldMk cId="127144310" sldId="389"/>
        </pc:sldMkLst>
        <pc:spChg chg="mod">
          <ac:chgData name="Felipe Peroni Marques" userId="23a2c177-a9b7-499e-8bdb-d7f1e6a8be4b" providerId="ADAL" clId="{58913B7D-8360-FF4E-99B4-CFF8BE72E06B}" dt="2026-10-19T13:02:17.273" v="4739" actId="113"/>
          <ac:spMkLst>
            <pc:docMk/>
            <pc:sldMk cId="127144310" sldId="389"/>
            <ac:spMk id="70" creationId="{00000000-0000-0000-0000-000000000000}"/>
          </ac:spMkLst>
        </pc:spChg>
        <pc:spChg chg="mod">
          <ac:chgData name="Felipe Peroni Marques" userId="23a2c177-a9b7-499e-8bdb-d7f1e6a8be4b" providerId="ADAL" clId="{58913B7D-8360-FF4E-99B4-CFF8BE72E06B}" dt="2026-10-19T13:02:24.871" v="4740" actId="113"/>
          <ac:spMkLst>
            <pc:docMk/>
            <pc:sldMk cId="127144310" sldId="389"/>
            <ac:spMk id="71" creationId="{00000000-0000-0000-0000-000000000000}"/>
          </ac:spMkLst>
        </pc:spChg>
        <pc:spChg chg="mod">
          <ac:chgData name="Felipe Peroni Marques" userId="23a2c177-a9b7-499e-8bdb-d7f1e6a8be4b" providerId="ADAL" clId="{58913B7D-8360-FF4E-99B4-CFF8BE72E06B}" dt="2026-10-19T13:03:07.351" v="4741" actId="113"/>
          <ac:spMkLst>
            <pc:docMk/>
            <pc:sldMk cId="127144310" sldId="389"/>
            <ac:spMk id="72" creationId="{00000000-0000-0000-0000-000000000000}"/>
          </ac:spMkLst>
        </pc:spChg>
      </pc:sldChg>
      <pc:sldMasterChg chg="addSp">
        <pc:chgData name="Felipe Peroni Marques" userId="23a2c177-a9b7-499e-8bdb-d7f1e6a8be4b" providerId="ADAL" clId="{58913B7D-8360-FF4E-99B4-CFF8BE72E06B}" dt="2026-09-14T13:19:37.369" v="909"/>
        <pc:sldMasterMkLst>
          <pc:docMk/>
          <pc:sldMasterMk cId="3961449787" sldId="2147483654"/>
        </pc:sldMasterMkLst>
        <pc:spChg chg="add">
          <ac:chgData name="Felipe Peroni Marques" userId="23a2c177-a9b7-499e-8bdb-d7f1e6a8be4b" providerId="ADAL" clId="{58913B7D-8360-FF4E-99B4-CFF8BE72E06B}" dt="2026-09-14T13:19:37.369" v="909"/>
          <ac:spMkLst>
            <pc:docMk/>
            <pc:sldMasterMk cId="3961449787" sldId="2147483654"/>
            <ac:spMk id="7" creationId="{B1B09DE7-FAC2-4ED9-12C8-DB40D887E893}"/>
          </ac:spMkLst>
        </pc:spChg>
        <pc:grpChg chg="add">
          <ac:chgData name="Felipe Peroni Marques" userId="23a2c177-a9b7-499e-8bdb-d7f1e6a8be4b" providerId="ADAL" clId="{58913B7D-8360-FF4E-99B4-CFF8BE72E06B}" dt="2026-09-14T13:19:37.369" v="909"/>
          <ac:grpSpMkLst>
            <pc:docMk/>
            <pc:sldMasterMk cId="3961449787" sldId="2147483654"/>
            <ac:grpSpMk id="8" creationId="{20AF2047-A578-BB66-A1A0-8565BCDE87B5}"/>
          </ac:grpSpMkLst>
        </pc:grpChg>
        <pc:grpChg chg="add">
          <ac:chgData name="Felipe Peroni Marques" userId="23a2c177-a9b7-499e-8bdb-d7f1e6a8be4b" providerId="ADAL" clId="{58913B7D-8360-FF4E-99B4-CFF8BE72E06B}" dt="2026-09-14T13:19:37.369" v="909"/>
          <ac:grpSpMkLst>
            <pc:docMk/>
            <pc:sldMasterMk cId="3961449787" sldId="2147483654"/>
            <ac:grpSpMk id="14" creationId="{E78BD19A-0D39-41F3-3003-3977D6843AD8}"/>
          </ac:grpSpMkLst>
        </pc:grpChg>
        <pc:picChg chg="add">
          <ac:chgData name="Felipe Peroni Marques" userId="23a2c177-a9b7-499e-8bdb-d7f1e6a8be4b" providerId="ADAL" clId="{58913B7D-8360-FF4E-99B4-CFF8BE72E06B}" dt="2026-09-14T13:19:37.369" v="909"/>
          <ac:picMkLst>
            <pc:docMk/>
            <pc:sldMasterMk cId="3961449787" sldId="2147483654"/>
            <ac:picMk id="13" creationId="{019BA6DF-26FF-F704-FFF4-777670686B4D}"/>
          </ac:picMkLst>
        </pc:picChg>
        <pc:cxnChg chg="add">
          <ac:chgData name="Felipe Peroni Marques" userId="23a2c177-a9b7-499e-8bdb-d7f1e6a8be4b" providerId="ADAL" clId="{58913B7D-8360-FF4E-99B4-CFF8BE72E06B}" dt="2026-09-14T13:19:37.369" v="909"/>
          <ac:cxnSpMkLst>
            <pc:docMk/>
            <pc:sldMasterMk cId="3961449787" sldId="2147483654"/>
            <ac:cxnSpMk id="27" creationId="{341B6652-A938-0152-5BB5-1D5694688FB8}"/>
          </ac:cxnSpMkLst>
        </pc:cxnChg>
      </pc:sldMasterChg>
    </pc:docChg>
  </pc:docChgLst>
  <pc:docChgLst>
    <pc:chgData name="Felipe Barros Santos Rodrigues da Silva" userId="bcee62ef-1d0a-4a06-92b7-252124de452b" providerId="ADAL" clId="{6280D51B-2B70-44C7-967E-2A9F4DA32BEB}"/>
    <pc:docChg chg="undo redo custSel addSld delSld modSld">
      <pc:chgData name="Felipe Barros Santos Rodrigues da Silva" userId="bcee62ef-1d0a-4a06-92b7-252124de452b" providerId="ADAL" clId="{6280D51B-2B70-44C7-967E-2A9F4DA32BEB}" dt="2026-10-19T13:08:18.864" v="1681" actId="255"/>
      <pc:docMkLst>
        <pc:docMk/>
      </pc:docMkLst>
      <pc:sldChg chg="addSp modSp mod modNotesTx">
        <pc:chgData name="Felipe Barros Santos Rodrigues da Silva" userId="bcee62ef-1d0a-4a06-92b7-252124de452b" providerId="ADAL" clId="{6280D51B-2B70-44C7-967E-2A9F4DA32BEB}" dt="2026-09-21T00:57:35.368" v="1634" actId="20577"/>
        <pc:sldMkLst>
          <pc:docMk/>
          <pc:sldMk cId="940414154" sldId="272"/>
        </pc:sldMkLst>
      </pc:sldChg>
      <pc:sldChg chg="modSp mod">
        <pc:chgData name="Felipe Barros Santos Rodrigues da Silva" userId="bcee62ef-1d0a-4a06-92b7-252124de452b" providerId="ADAL" clId="{6280D51B-2B70-44C7-967E-2A9F4DA32BEB}" dt="2026-10-19T13:08:18.864" v="1681" actId="255"/>
        <pc:sldMkLst>
          <pc:docMk/>
          <pc:sldMk cId="1653737069" sldId="286"/>
        </pc:sldMkLst>
        <pc:spChg chg="mod">
          <ac:chgData name="Felipe Barros Santos Rodrigues da Silva" userId="bcee62ef-1d0a-4a06-92b7-252124de452b" providerId="ADAL" clId="{6280D51B-2B70-44C7-967E-2A9F4DA32BEB}" dt="2026-10-19T13:08:18.864" v="1681" actId="255"/>
          <ac:spMkLst>
            <pc:docMk/>
            <pc:sldMk cId="1653737069" sldId="286"/>
            <ac:spMk id="31" creationId="{9A3C1FB9-EF03-8156-3CA8-3AD211DC54DF}"/>
          </ac:spMkLst>
        </pc:spChg>
        <pc:spChg chg="mod">
          <ac:chgData name="Felipe Barros Santos Rodrigues da Silva" userId="bcee62ef-1d0a-4a06-92b7-252124de452b" providerId="ADAL" clId="{6280D51B-2B70-44C7-967E-2A9F4DA32BEB}" dt="2026-10-19T13:07:51.288" v="1678" actId="123"/>
          <ac:spMkLst>
            <pc:docMk/>
            <pc:sldMk cId="1653737069" sldId="286"/>
            <ac:spMk id="33" creationId="{69298370-0554-BCED-4107-E00D640B8A3D}"/>
          </ac:spMkLst>
        </pc:spChg>
      </pc:sldChg>
      <pc:sldChg chg="addSp delSp modSp mod">
        <pc:chgData name="Felipe Barros Santos Rodrigues da Silva" userId="bcee62ef-1d0a-4a06-92b7-252124de452b" providerId="ADAL" clId="{6280D51B-2B70-44C7-967E-2A9F4DA32BEB}" dt="2026-10-05T22:53:50.108" v="1652" actId="207"/>
        <pc:sldMkLst>
          <pc:docMk/>
          <pc:sldMk cId="2436662301" sldId="309"/>
        </pc:sldMkLst>
        <pc:spChg chg="mod">
          <ac:chgData name="Felipe Barros Santos Rodrigues da Silva" userId="bcee62ef-1d0a-4a06-92b7-252124de452b" providerId="ADAL" clId="{6280D51B-2B70-44C7-967E-2A9F4DA32BEB}" dt="2026-10-05T22:53:28.714" v="1650" actId="208"/>
          <ac:spMkLst>
            <pc:docMk/>
            <pc:sldMk cId="2436662301" sldId="309"/>
            <ac:spMk id="12" creationId="{4FA95E0D-FA48-1687-2EDC-7094F17512C8}"/>
          </ac:spMkLst>
        </pc:spChg>
        <pc:spChg chg="mod">
          <ac:chgData name="Felipe Barros Santos Rodrigues da Silva" userId="bcee62ef-1d0a-4a06-92b7-252124de452b" providerId="ADAL" clId="{6280D51B-2B70-44C7-967E-2A9F4DA32BEB}" dt="2026-10-05T22:53:50.108" v="1652" actId="207"/>
          <ac:spMkLst>
            <pc:docMk/>
            <pc:sldMk cId="2436662301" sldId="309"/>
            <ac:spMk id="34" creationId="{C7A281B1-2091-CF49-861F-E68A502F84AE}"/>
          </ac:spMkLst>
        </pc:spChg>
        <pc:grpChg chg="mod">
          <ac:chgData name="Felipe Barros Santos Rodrigues da Silva" userId="bcee62ef-1d0a-4a06-92b7-252124de452b" providerId="ADAL" clId="{6280D51B-2B70-44C7-967E-2A9F4DA32BEB}" dt="2026-10-05T22:43:55.962" v="1639" actId="1036"/>
          <ac:grpSpMkLst>
            <pc:docMk/>
            <pc:sldMk cId="2436662301" sldId="309"/>
            <ac:grpSpMk id="55" creationId="{023943FF-EA6A-61E6-44CE-7EA5A933CADE}"/>
          </ac:grpSpMkLst>
        </pc:grpChg>
      </pc:sldChg>
      <pc:sldChg chg="addSp delSp modSp add mod">
        <pc:chgData name="Felipe Barros Santos Rodrigues da Silva" userId="bcee62ef-1d0a-4a06-92b7-252124de452b" providerId="ADAL" clId="{6280D51B-2B70-44C7-967E-2A9F4DA32BEB}" dt="2026-09-20T18:07:21.172" v="1630" actId="113"/>
        <pc:sldMkLst>
          <pc:docMk/>
          <pc:sldMk cId="3816260276" sldId="329"/>
        </pc:sldMkLst>
        <pc:spChg chg="add mod">
          <ac:chgData name="Felipe Barros Santos Rodrigues da Silva" userId="bcee62ef-1d0a-4a06-92b7-252124de452b" providerId="ADAL" clId="{6280D51B-2B70-44C7-967E-2A9F4DA32BEB}" dt="2026-09-20T18:07:21.172" v="1630" actId="113"/>
          <ac:spMkLst>
            <pc:docMk/>
            <pc:sldMk cId="3816260276" sldId="329"/>
            <ac:spMk id="39" creationId="{B990DFE0-EC3E-0564-65B6-8C3261AED1B7}"/>
          </ac:spMkLst>
        </pc:spChg>
      </pc:sldChg>
      <pc:sldChg chg="modSp mod">
        <pc:chgData name="Felipe Barros Santos Rodrigues da Silva" userId="bcee62ef-1d0a-4a06-92b7-252124de452b" providerId="ADAL" clId="{6280D51B-2B70-44C7-967E-2A9F4DA32BEB}" dt="2026-10-19T12:54:12.649" v="1666" actId="120"/>
        <pc:sldMkLst>
          <pc:docMk/>
          <pc:sldMk cId="1118591106" sldId="354"/>
        </pc:sldMkLst>
        <pc:spChg chg="mod">
          <ac:chgData name="Felipe Barros Santos Rodrigues da Silva" userId="bcee62ef-1d0a-4a06-92b7-252124de452b" providerId="ADAL" clId="{6280D51B-2B70-44C7-967E-2A9F4DA32BEB}" dt="2026-10-19T12:47:27.160" v="1654" actId="14100"/>
          <ac:spMkLst>
            <pc:docMk/>
            <pc:sldMk cId="1118591106" sldId="354"/>
            <ac:spMk id="10" creationId="{28B976DB-78B5-CF64-1F00-90D3C4423949}"/>
          </ac:spMkLst>
        </pc:spChg>
        <pc:spChg chg="mod">
          <ac:chgData name="Felipe Barros Santos Rodrigues da Silva" userId="bcee62ef-1d0a-4a06-92b7-252124de452b" providerId="ADAL" clId="{6280D51B-2B70-44C7-967E-2A9F4DA32BEB}" dt="2026-10-19T12:47:31.567" v="1655" actId="123"/>
          <ac:spMkLst>
            <pc:docMk/>
            <pc:sldMk cId="1118591106" sldId="354"/>
            <ac:spMk id="158" creationId="{9FC2EE4C-84F2-AED8-E166-DC2C388D86D0}"/>
          </ac:spMkLst>
        </pc:spChg>
        <pc:spChg chg="mod">
          <ac:chgData name="Felipe Barros Santos Rodrigues da Silva" userId="bcee62ef-1d0a-4a06-92b7-252124de452b" providerId="ADAL" clId="{6280D51B-2B70-44C7-967E-2A9F4DA32BEB}" dt="2026-10-19T12:54:12.649" v="1666" actId="120"/>
          <ac:spMkLst>
            <pc:docMk/>
            <pc:sldMk cId="1118591106" sldId="354"/>
            <ac:spMk id="160" creationId="{FAB59FC3-042E-C8E7-7EB8-040D8CB30D65}"/>
          </ac:spMkLst>
        </pc:spChg>
        <pc:spChg chg="mod">
          <ac:chgData name="Felipe Barros Santos Rodrigues da Silva" userId="bcee62ef-1d0a-4a06-92b7-252124de452b" providerId="ADAL" clId="{6280D51B-2B70-44C7-967E-2A9F4DA32BEB}" dt="2026-10-19T12:53:59.812" v="1664" actId="120"/>
          <ac:spMkLst>
            <pc:docMk/>
            <pc:sldMk cId="1118591106" sldId="354"/>
            <ac:spMk id="162" creationId="{7D268D5C-BA7C-BAD5-B046-2BBB9B5E0E2E}"/>
          </ac:spMkLst>
        </pc:spChg>
        <pc:spChg chg="mod">
          <ac:chgData name="Felipe Barros Santos Rodrigues da Silva" userId="bcee62ef-1d0a-4a06-92b7-252124de452b" providerId="ADAL" clId="{6280D51B-2B70-44C7-967E-2A9F4DA32BEB}" dt="2026-10-19T12:47:56.704" v="1658" actId="123"/>
          <ac:spMkLst>
            <pc:docMk/>
            <pc:sldMk cId="1118591106" sldId="354"/>
            <ac:spMk id="164" creationId="{C8BE4BE2-E045-0259-7EDE-289B45D7C643}"/>
          </ac:spMkLst>
        </pc:spChg>
      </pc:sldChg>
      <pc:sldChg chg="modSp mod">
        <pc:chgData name="Felipe Barros Santos Rodrigues da Silva" userId="bcee62ef-1d0a-4a06-92b7-252124de452b" providerId="ADAL" clId="{6280D51B-2B70-44C7-967E-2A9F4DA32BEB}" dt="2026-10-19T12:55:34.959" v="1671" actId="123"/>
        <pc:sldMkLst>
          <pc:docMk/>
          <pc:sldMk cId="2653754915" sldId="359"/>
        </pc:sldMkLst>
        <pc:spChg chg="mod">
          <ac:chgData name="Felipe Barros Santos Rodrigues da Silva" userId="bcee62ef-1d0a-4a06-92b7-252124de452b" providerId="ADAL" clId="{6280D51B-2B70-44C7-967E-2A9F4DA32BEB}" dt="2026-10-19T12:55:34.959" v="1671" actId="123"/>
          <ac:spMkLst>
            <pc:docMk/>
            <pc:sldMk cId="2653754915" sldId="359"/>
            <ac:spMk id="61" creationId="{38033E9D-0F29-1322-4A9F-ED814D35A58F}"/>
          </ac:spMkLst>
        </pc:spChg>
        <pc:spChg chg="mod">
          <ac:chgData name="Felipe Barros Santos Rodrigues da Silva" userId="bcee62ef-1d0a-4a06-92b7-252124de452b" providerId="ADAL" clId="{6280D51B-2B70-44C7-967E-2A9F4DA32BEB}" dt="2026-10-19T12:55:30.133" v="1670" actId="123"/>
          <ac:spMkLst>
            <pc:docMk/>
            <pc:sldMk cId="2653754915" sldId="359"/>
            <ac:spMk id="69" creationId="{022E2060-8C96-9B60-F445-096D3B23859A}"/>
          </ac:spMkLst>
        </pc:spChg>
        <pc:spChg chg="mod">
          <ac:chgData name="Felipe Barros Santos Rodrigues da Silva" userId="bcee62ef-1d0a-4a06-92b7-252124de452b" providerId="ADAL" clId="{6280D51B-2B70-44C7-967E-2A9F4DA32BEB}" dt="2026-10-19T12:54:36.578" v="1669" actId="120"/>
          <ac:spMkLst>
            <pc:docMk/>
            <pc:sldMk cId="2653754915" sldId="359"/>
            <ac:spMk id="160" creationId="{D8E22DC9-3ACC-5787-5CFA-67A3975F60CF}"/>
          </ac:spMkLst>
        </pc:spChg>
        <pc:spChg chg="mod">
          <ac:chgData name="Felipe Barros Santos Rodrigues da Silva" userId="bcee62ef-1d0a-4a06-92b7-252124de452b" providerId="ADAL" clId="{6280D51B-2B70-44C7-967E-2A9F4DA32BEB}" dt="2026-10-19T12:54:31.196" v="1667" actId="123"/>
          <ac:spMkLst>
            <pc:docMk/>
            <pc:sldMk cId="2653754915" sldId="359"/>
            <ac:spMk id="164" creationId="{9C119796-2CFA-E2C1-A980-05B8C99AA3F4}"/>
          </ac:spMkLst>
        </pc:spChg>
      </pc:sldChg>
      <pc:sldChg chg="modSp mod">
        <pc:chgData name="Felipe Barros Santos Rodrigues da Silva" userId="bcee62ef-1d0a-4a06-92b7-252124de452b" providerId="ADAL" clId="{6280D51B-2B70-44C7-967E-2A9F4DA32BEB}" dt="2026-10-19T12:56:15.138" v="1676" actId="123"/>
        <pc:sldMkLst>
          <pc:docMk/>
          <pc:sldMk cId="368819736" sldId="360"/>
        </pc:sldMkLst>
        <pc:spChg chg="mod">
          <ac:chgData name="Felipe Barros Santos Rodrigues da Silva" userId="bcee62ef-1d0a-4a06-92b7-252124de452b" providerId="ADAL" clId="{6280D51B-2B70-44C7-967E-2A9F4DA32BEB}" dt="2026-10-19T12:55:50.407" v="1672" actId="123"/>
          <ac:spMkLst>
            <pc:docMk/>
            <pc:sldMk cId="368819736" sldId="360"/>
            <ac:spMk id="61" creationId="{E84AFA1E-0D22-661C-461A-2131553D23EC}"/>
          </ac:spMkLst>
        </pc:spChg>
        <pc:spChg chg="mod">
          <ac:chgData name="Felipe Barros Santos Rodrigues da Silva" userId="bcee62ef-1d0a-4a06-92b7-252124de452b" providerId="ADAL" clId="{6280D51B-2B70-44C7-967E-2A9F4DA32BEB}" dt="2026-10-19T12:55:53.862" v="1673" actId="123"/>
          <ac:spMkLst>
            <pc:docMk/>
            <pc:sldMk cId="368819736" sldId="360"/>
            <ac:spMk id="69" creationId="{B1DA7CD0-9715-0903-5155-3AE45BF59F98}"/>
          </ac:spMkLst>
        </pc:spChg>
        <pc:spChg chg="mod">
          <ac:chgData name="Felipe Barros Santos Rodrigues da Silva" userId="bcee62ef-1d0a-4a06-92b7-252124de452b" providerId="ADAL" clId="{6280D51B-2B70-44C7-967E-2A9F4DA32BEB}" dt="2026-10-19T12:55:59.373" v="1674" actId="123"/>
          <ac:spMkLst>
            <pc:docMk/>
            <pc:sldMk cId="368819736" sldId="360"/>
            <ac:spMk id="80" creationId="{5F0EDE8B-1C1C-32FF-858C-7EFDBF96DDD3}"/>
          </ac:spMkLst>
        </pc:spChg>
        <pc:spChg chg="mod">
          <ac:chgData name="Felipe Barros Santos Rodrigues da Silva" userId="bcee62ef-1d0a-4a06-92b7-252124de452b" providerId="ADAL" clId="{6280D51B-2B70-44C7-967E-2A9F4DA32BEB}" dt="2026-10-19T12:56:09.828" v="1675" actId="123"/>
          <ac:spMkLst>
            <pc:docMk/>
            <pc:sldMk cId="368819736" sldId="360"/>
            <ac:spMk id="173" creationId="{BFB8E17F-A58B-07D1-4B17-E19724BA8DBC}"/>
          </ac:spMkLst>
        </pc:spChg>
        <pc:spChg chg="mod">
          <ac:chgData name="Felipe Barros Santos Rodrigues da Silva" userId="bcee62ef-1d0a-4a06-92b7-252124de452b" providerId="ADAL" clId="{6280D51B-2B70-44C7-967E-2A9F4DA32BEB}" dt="2026-10-19T12:56:15.138" v="1676" actId="123"/>
          <ac:spMkLst>
            <pc:docMk/>
            <pc:sldMk cId="368819736" sldId="360"/>
            <ac:spMk id="182" creationId="{AFD3B2D9-0C38-0A0E-D1C6-77CF8C58E6B9}"/>
          </ac:spMkLst>
        </pc:spChg>
      </pc:sldChg>
    </pc:docChg>
  </pc:docChgLst>
  <pc:docChgLst>
    <pc:chgData name="Guest User" userId="S::urn:spo:tenantanon#6370a6c0-7b90-4709-bd6e-59c28ede833b::" providerId="AD" clId="Web-{66666118-FA28-890C-4C34-038193524AE2}"/>
    <pc:docChg chg="modSld">
      <pc:chgData name="Guest User" userId="S::urn:spo:tenantanon#6370a6c0-7b90-4709-bd6e-59c28ede833b::" providerId="AD" clId="Web-{66666118-FA28-890C-4C34-038193524AE2}" dt="2026-09-20T14:38:20.612" v="1" actId="1076"/>
      <pc:docMkLst>
        <pc:docMk/>
      </pc:docMkLst>
      <pc:sldChg chg="modSp">
        <pc:chgData name="Guest User" userId="S::urn:spo:tenantanon#6370a6c0-7b90-4709-bd6e-59c28ede833b::" providerId="AD" clId="Web-{66666118-FA28-890C-4C34-038193524AE2}" dt="2026-09-20T14:38:20.612" v="1" actId="1076"/>
        <pc:sldMkLst>
          <pc:docMk/>
          <pc:sldMk cId="4031254641" sldId="326"/>
        </pc:sldMkLst>
      </pc:sldChg>
    </pc:docChg>
  </pc:docChgLst>
  <pc:docChgLst>
    <pc:chgData name="Bruno Manta Madeira Campos Alencar" userId="S::brunommca@al.insper.edu.br::4327be56-e764-4786-bbc9-4034bdd2f807" providerId="AD" clId="Web-{6CA60A58-DD92-1869-A33D-3650B0D004B3}"/>
    <pc:docChg chg="modSld">
      <pc:chgData name="Bruno Manta Madeira Campos Alencar" userId="S::brunommca@al.insper.edu.br::4327be56-e764-4786-bbc9-4034bdd2f807" providerId="AD" clId="Web-{6CA60A58-DD92-1869-A33D-3650B0D004B3}" dt="2026-09-20T15:12:27.648" v="28" actId="1076"/>
      <pc:docMkLst>
        <pc:docMk/>
      </pc:docMkLst>
      <pc:sldChg chg="addSp delSp modSp">
        <pc:chgData name="Bruno Manta Madeira Campos Alencar" userId="S::brunommca@al.insper.edu.br::4327be56-e764-4786-bbc9-4034bdd2f807" providerId="AD" clId="Web-{6CA60A58-DD92-1869-A33D-3650B0D004B3}" dt="2026-09-20T15:12:27.648" v="28" actId="1076"/>
        <pc:sldMkLst>
          <pc:docMk/>
          <pc:sldMk cId="4031254641" sldId="326"/>
        </pc:sldMkLst>
      </pc:sldChg>
    </pc:docChg>
  </pc:docChgLst>
  <pc:docChgLst>
    <pc:chgData name="Guest User" userId="S::urn:spo:tenantanon#6370a6c0-7b90-4709-bd6e-59c28ede833b::" providerId="AD" clId="Web-{B81EBC94-AB7C-BEE0-0E88-1FD4515BDD8A}"/>
    <pc:docChg chg="addSld delSld modSld">
      <pc:chgData name="Guest User" userId="S::urn:spo:tenantanon#6370a6c0-7b90-4709-bd6e-59c28ede833b::" providerId="AD" clId="Web-{B81EBC94-AB7C-BEE0-0E88-1FD4515BDD8A}" dt="2026-09-19T21:14:49.761" v="14" actId="1076"/>
      <pc:docMkLst>
        <pc:docMk/>
      </pc:docMkLst>
      <pc:sldChg chg="modSp">
        <pc:chgData name="Guest User" userId="S::urn:spo:tenantanon#6370a6c0-7b90-4709-bd6e-59c28ede833b::" providerId="AD" clId="Web-{B81EBC94-AB7C-BEE0-0E88-1FD4515BDD8A}" dt="2026-09-19T21:14:49.761" v="14" actId="1076"/>
        <pc:sldMkLst>
          <pc:docMk/>
          <pc:sldMk cId="2721456284" sldId="328"/>
        </pc:sldMkLst>
      </pc:sldChg>
    </pc:docChg>
  </pc:docChgLst>
  <pc:docChgLst>
    <pc:chgData name="Guest User" userId="S::urn:spo:tenantanon#6370a6c0-7b90-4709-bd6e-59c28ede833b::" providerId="AD" clId="Web-{DBC401BA-C2C9-471F-1E42-160651FF08CC}"/>
    <pc:docChg chg="modSld">
      <pc:chgData name="Guest User" userId="S::urn:spo:tenantanon#6370a6c0-7b90-4709-bd6e-59c28ede833b::" providerId="AD" clId="Web-{DBC401BA-C2C9-471F-1E42-160651FF08CC}" dt="2026-09-16T11:32:49.142" v="58" actId="1076"/>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D7527D-0062-4AB5-B30F-1482946D3681}" type="datetimeFigureOut">
              <a:rPr lang="pt-BR" smtClean="0"/>
              <a:t>19/10/2026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80BF30-08A7-443A-9E64-B9D9CF122147}" type="slidenum">
              <a:rPr lang="pt-BR" smtClean="0"/>
              <a:t>‹#›</a:t>
            </a:fld>
            <a:endParaRPr lang="pt-BR"/>
          </a:p>
        </p:txBody>
      </p:sp>
    </p:spTree>
    <p:extLst>
      <p:ext uri="{BB962C8B-B14F-4D97-AF65-F5344CB8AC3E}">
        <p14:creationId xmlns:p14="http://schemas.microsoft.com/office/powerpoint/2010/main" val="3490633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efeito candidato é o incentivo marginal de R$ 5 mil anunciado nos cortes do IVS, como pacote do corte: em 0,300 e 0,400 mudam também outras regras federais. Não é a participação no PMM-E nem o efeito do Agora Tem Especialistas. Numeração desta apresentação a partir de 26/10/2026: H1 preenchimento; H2 bolsa × origem (antes H3); H3 oferta (antes H4). A H1 é a hipótese central (decisão do autor de 26/10/2026): onde a bolsa é maior, mais vagas são preenchidas. H2 e H3 ficam em cinza, como plano B, até a validação dos professores. A H2 é o "incentivo limitado" do modelo da banca 1: toda a bolsa pesa menos que trabalhar na UF de origem do médico; foi formulada depois de ver os coeficientes do modelo de escolha, e por isso é pós-resultado. A H3 pergunta se a chegada do médico soma oferta ou só remaneja. Cautela: H2 é pós-resultado.</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Principais. Bolsa: a faixa anunciada nos quadros dos editais do PMM-E (SGTES/MS), por município, ciclos 1–3. IVS 2010 oficial: Plataforma IVS do Ipea, Censo 2010, por município; é a variável de corte. Preenchimento e tipo de vaga: quadros de vagas e resultados da 1ª e da 2ª chamada, por célula (estabelecimento × curso), 2025–2026; o tipo (vaga imediata ou cadastro reserva) vem do quadro, e no ciclo 2 do quadro de 13/02/2026, anterior à alocação (auditoria 36). 1ª opção e origem: listas de classificação dos editais, ligadas ao cadastro de profissionais do CNES pelo portão G1; a origem é onde o médico tinha vínculo no CNES antes das inscrições, não residência. Horas: CNES mensal do DATASUS, por médico e mês, de 2022-01 a 2026-08. Secundárias, em cinza: capital pelo código IBGE (auditoria 36); porte pela população do Censo 2022; regras no mesmo corte nas portarias do MS (auditoria 18) e incentivos ligados à vulnerabilidade (auditoria 35). Servem para o diagnóstico da queda e para a leitura do pacote do corte; não entram na especificação principal. Dados pessoais só em memória ou em cache fora do Git.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ciclo é um chamamento do PMM-E com quadro de vagas próprio: o ciclo 1 com quadro de 24/07/2025, o ciclo 2 com quadro de 03/02/2026 e o ciclo 3 com quadro de 16/07/2026 (ciclo 3 congelado). Municípios: os que tinham vaga no quadro. Célula = estabelecimento × curso no quadro da 1ª chamada. Nesta tabela, no ciclo 1, "preenchida" é alguma confirmação ou homologação; nos ciclos 2 e 3, alocado. As estimativas da H1 usam ao menos um alocado nos três ciclos (no ciclo 1, o confirmado), como conferiu a auditoria 36. Amostra da escolha (H2, plano B): 915, 2.032 e 2.474 candidatos com 1ª opção numa célula do quadro, ligados ao CNES e com município de origem.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Até 0,300, R$ 10 mil; até 0,400, R$ 15 mil; acima, R$ 20 mil. O escore da relação nominal do MS é o IVS 2010 oficial em 404/404 municípios. No ciclo 3, congelado, 747 de 748: o que falta foi criado depois de 2010. Em 0,300 e 0,400 mudam também outras regras federais: pacote do corte.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Só células com pelo menos uma vaga imediata (no ciclo 2, pelo quadro de 13/02/2026, anterior à alocação). Cada ponto é a fração de células preenchidas numa faixa de 0,010 de IVS; cada linha, a reta local de um lado. Abaixo de 0,300, 56,1% dessas células são preenchidas. A distância crua entre as retas não é a estimativa: a HI-1 compara células do mesmo curso e ciclo, com uma reta por ciclo, e dá −3,7 p.p. [−21,3; +13,9] em 0,300 e −2,3 em 0,400. Saídas do adendo 48b (auditoria 38). Por que a reta de baixo sobe (protocolo 62, doc 57m, auditoria 37; descritivo e pós-resultado): na faixa de R$ 10 mil, a fração de células preenchidas sobe +11,9 p.p. a cada 0,100 de IVS [+6,0; +17,7]; comparando só células da mesma UF, sobram +1,3 p.p. O Nordeste é a região que mais preenche nessa faixa (43% das células) e a de IVS mais alto. Diz com o que a subida anda junto, não por quê.</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Especificação principal da H1 desde 26/10/2026 (adendo 48b, pós-resultado), RDD sharp local linear em cada corte separado. A equação da tela é a HI-2: médicos alocados na 1ª chamada em vagas imediatas, por município, com intercepto por ciclo, o salto do lado de bolsa maior, uma reta de cada lado por ciclo e o controle das vagas imediatas com coeficiente por ciclo. A HI-1 é a célula com vaga imediata preenchida na 1ª chamada, com efeitos fixos de curso × ciclo. Amostra: só células com pelo menos uma vaga imediata, ciclos 1–3; as demais ficam fora e são contadas. Kernel triangular, h = 0,050, erro-padrão agrupado por município; Holm entre as quatro linhas primárias. Comparamos vagas do mesmo tipo; a reserva se preenche por remanejamento e pela priorização da SGTES, outro mecanismo (doc 57n). No ciclo 2, o tipo de vaga é o do quadro de 13/02/2026 (auditoria 36). Em cinza, os planos B. H2: logit condicional (McFadden); cada um dos 5.421 candidatos escolhe a vaga de maior utilidade entre as do seu curso e ciclo: utilidade = bolsa + IVS + distância + origem; a curva do IVS é um spline com nós nos cortes, e só o salto da bolsa nos cortes identifica o peso dela; erro-padrão agrupado por conjunto de escolha; o teste é o peso da UF de origem menos o de toda a bolsa, unilateral e pós-resultado. H3: estudo de evento escalonado (Callaway e Sant'Anna) no médico e no município × mês; erro-padrão por bootstrap multiplicador agrupado; sensibilidades: Rambachan–Roth e a comparação na nota de corte. Cuidado: pacote do corte.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Regra sharp: o IVS 2010 oficial reproduz a faixa de todos os municípios dos ciclos 1 e 2. Sem manipulação: o IVS foi medido em 2010, antes do programa, e o teste de densidade não acusa acúmulo no ciclo 1 (p de Holm 0,707 em 0,300 e 0,658 em 0,400). Balanço: covariáveis pré e placebos de outcome e de corte passam; ressalvas: em 0,400, seleção suspeita no ciclo 1; em 0,300, a parte dos municípios que são capitais cai −17,8 p.p. [−34,1; −1,5] no corte (auditoria 36, diagnóstico); o adendo 48d acha também, do lado de cima, menos Nordeste e mais especialistas no resto da região de saúde (slide 11). Pacote do corte: a única regra federal que muda em 0,300 e não em 0,400 é o acréscimo no teto de emendas e nas parcelas de custeio da APS e da MAC do município (auditoria 18); nenhum incentivo individual ao especialista além da bolsa muda em 0,300; em 0,400 mudam incentivos de médicos da APS (AgSUS e PMMB) (auditoria 35). Por isso o contraste é o pacote do corte, não a bolsa sozinha. Tipo de vaga: a SGTES/MS decide se a vaga é imediata ou de cadastro reserva, por critério que não está nos dados nem nos editais, e a decisão pode responder ao corte; comparar só vagas imediatas pode então comparar grupos selecionados de forma diferente (doc 05, §2.12). Testado no adendo 48f (doc 57t, auditoria 44). Os limites de Lee, que não supõem como o Ministério escolheu o tipo, contêm zero nos dois cortes: em 0,300, [−7,4; +9,6] p.p. na fração preenchida e [−0,05; +0,12] nos alocados por vaga imediata; em 0,400, [−13,0; +16,2] p.p. e [−0,15; +0,16]. A premissa é a monotonicidade dentro de cada ciclo: em cada ciclo, o corte empurra o tipo de vaga num só sentido. Em 0,300, o lado com mais vaga imediata troca entre ciclos, e por isso os limites aparam ciclo a ciclo. Na sensibilidade com a reta, os alocados por vaga imediata em 0,300 ficam inteiramente abaixo de zero, [−0,19; −0,01], mas o IC de Imbens–Manski contém zero [−0,39; +0,19]. Restringir a vagas imediatas piora o balanço em 0,300: 3 covariáveis saltam no corte entre os municípios com vaga imediata (capital, Nordeste, especialistas na região), contra 1 na amostra toda. Na H3 (plano B), o teste conjunto do pré falha nas horas no município do posto; na H2, a independência de alternativas irrelevantes é violada em parte, e o peso da bolsa muda pouco.</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Especificação principal da H1 (adendo 48b; auditoria 38, aprovado com correções de texto, nenhum número mudou; pós-resultado). HI-1, a chance de uma célula com vaga imediata ser preenchida na 1ª chamada: −3,7 p.p. [−21,3; +13,9] em 0,300 e −2,3 p.p. [−24,0; +19,4] em 0,400, p de Holm 1,000 nos dois. HI-2, médicos alocados nessas vagas por município, comparando municípios com as mesmas vagas imediatas: −1,13 [−2,15; −0,10] em 0,300, p de Holm 0,126 (média abaixo 2,77); −0,16 [−0,99; +0,68] em 0,400, p de Holm 1,000. O IC convencional exclui zero só em HI-2 em 0,300, mas o sinal não sobrevive à correção para quatro testes: p = 0,032 sem correção e p de Holm = 0,126. O adendo previa só dois casos, as quatro com IC que contém zero ou alguma que rejeita zero depois do Holm; este fica entre os dois. Ler esse caso intermediário como "nem ausência de diferença, nem efeito confirmado" foi decisão de implementação, não leitura pré-registrada (auditoria 38, achado 3). IC que contém zero não é efeito zero. TOST (HI-s7), com IC de 90% e as margens do protocolo 60: HI-1 [−18,4; +11,1] em 0,300 e [−20,5; +15,9] em 0,400, contra ±10 p.p.: inconclusivo. HI-2 em 0,300: [−1,99; −0,26] contra ±0,69 médico por município (25% da média abaixo): não houve aumento igual ou maior que a margem, mas uma queda desse tamanho não fica descartada. HI-2 em 0,400, contra ±0,50: inconclusivo. No IC convencional, sob a aproximação local linear e para o pacote do corte. Não dá para dizer que nada mudou. Tudo se refere ao pacote do corte, não à bolsa isolada. Cautela: Pós-resultado (adendo 48b); pacote do corte.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Especificação secundária da H1: a medida antiga, alocados por município (N1), que mistura vaga imediata e cadastro reserva. Sem controle, o efeito total de abrir vagas e preenchê-las; com controle, o preenchimento dado o número de vagas. A decomposição é exata: sem controle = via vagas + com controle. Em 0,400: −1,36 = −1,22 + −0,14; do lado de bolsa maior há menos vagas oferecidas (−3,59), sobretudo por alguns municípios grandes logo abaixo do corte. Em 0,300: −1,56 = −0,11 + −1,45 [−2,67; −0,22]; a oferta não muda (+0,39). Só com vagas imediatas, os saltos em 0,300 encolhem: N1 com controle de −1,45 para −1,13 (HI-2); a célula aberta preenchida (A3) de −8,4 p.p. [−18,5; +1,7] para −3,7 p.p. (HI-1). Linhas por corte, sem correção múltipla.</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Todas as combinações de ciclo, corte e medida estão gravadas; nada foi estimado para este slide. Na taxa por vaga oferecida, o ciclo 2 dá −27,8 p.p. [−49,0; −6,7] em 0,300, contra −16,0 com os ciclos juntos, e responde por 51% do salto conjunto. Na A3, o ciclo 2 dá −10,2 p.p., com IC que contém zero. "Preenchida" é ao menos um alocado nos três ciclos (no ciclo 1, o confirmado), conferido pela auditoria 36. A A3 usa o tipo de vaga do ciclo 2 do quadro retificado de 19/03/2026, refeito depois do resultado preliminar; com o tipo de vaga de antes da alocação, a queda aumenta. A H1 principal (adendo 48b) usa o quadro de 13/02/2026. Cautela: Tipo de vaga do ciclo 2: quadro refeito depois do resultado (auditoria 36).</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Especificação secundária da H1: comparar municípios parecidos dos dois lados do corte (adendos 48d e 48e). A figura mostra, em cada corte, a fração das células com vaga imediata preenchidas em quatro versões. RDD sem controle, na amostra com todas as variáveis: −4,1 p.p. [−23,6; +15,4] em 0,300 e +2,8 [−20,3; +25,8] em 0,400; difere da HI-1 do slide 8 (−3,7 e −2,3) porque saem as células sem as variáveis de médicos. Com localização (capital, macrorregião, porte) e médicos na região somados na regressão: +3,6 [−16,8; +23,9] e −1,5 [−23,9; +20,9]. Pareando pela regra literal (PM-1, o principal do 48e), por município × ciclo: +4,7 [−6,5; +16,0] com 92 pares em 0,300 e +5,5 [−9,7; +20,7] com 70 pares em 0,400, p de Holm 1,000. Pareando pela regra do 48d: −0,6 [−13,1; +11,8], 86 pares, só em 0,300; o ponto muda de sinal com a regra de pareamento, então vale ler o intervalo, não o ponto. Nos alocados por município (HI-2) em 0,300, a queda vai de −1,11 [−2,17; −0,05] sem controle a −0,25 [−1,37; +0,87] com localização e médicos; pareando, os alocados por vaga imediata ficam em +0,10 [−0,01; +0,22], p de Holm 0,636. Balanço no corte 0,300, na amostra da HI-2: do lado de bolsa maior, a parte de capitais muda −29,9 p.p., a do Nordeste −47,7 p.p., e há +10,54 especialistas por 10 mil hab. no resto da região de saúde; em 0,400, só os especialistas no resto da região diferem (+6,21). Ressalvas: (a) é robustez pós-resultado, feita depois de ver a H1; (b) o pareamento supõe randomização local condicional às variáveis, não a continuidade da RDD; (c) em 0,400 vale só para municípios que não são capitais, fora do Sul e do Centro-Oeste, porque essas categorias só aparecem abaixo do corte; (d) não separa a bolsa do pacote do corte; (e) a capital sozinha explica pouco: com a dummy de capital, a HI-2 em 0,300 vai de −1,13 a −0,83, e 73% do salto fica (auditoria 42). Capitais (auditoria 36): na janela de 0,050 há 13 capitais abaixo de 0,300 e 6 acima; a menos de 0,010 do corte, São Paulo, Goiânia, Natal e Brasília ficam abaixo e nenhuma capital acima; a parte dos municípios que são capitais cai −17,8 p.p. [−34,1; −1,5] no corte. Nada disso mostra que a localização explica a queda: é limite da RDD em 0,300. Cautela: Robustez pós-resultado; pacote do corte.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Uma frase por explicação; todas são diagnósticos pós-resultado e medem o pacote do corte. Reta: nas médias simples da janela, 33,3% das células são preenchidas abaixo de 0,300 e 33,5% acima; a RDD compara as duas retas no ponto do corte, e a de baixo carrega uma subida que só existe nos últimos municípios antes de 0,300, com capitais e Nordeste logo abaixo do corte. Pelo adendo 48d (doc 63), em 0,300 os lados diferem em localização (capital, Nordeste) e em especialistas no resto da região de saúde; com essas variáveis na regressão, a HI-2 deixa de excluir zero. É limite da RDD nesse corte, não prova de que a localização explica a queda. Vagas: do lado de cima há mais vagas de cadastro reserva e de cursos que preenchem pouco em qualquer lugar; só com vagas imediatas, a queda encolhe, e os limites de Lee da seleção pelo tipo de vaga contêm zero (adendo 48f). Porte: em 0,400, municípios grandes logo abaixo abrem e preenchem muitas vagas; com o controle das vagas, o salto quase some. Incentivo: nos atos lidos, nenhum incentivo individual além da bolsa muda em 0,300 (auditoria 35); muda o teto de emendas do município (auditoria 18). Acaso: com os 3 cortes falsos do protocolo, o p por posto é 0,250, o menor possível; numa grade maior, fora do protocolo, 0,031; não fica descartado nem confirmado. Nada disso mostra que a bolsa reduz o preenchimento.</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Planos B, em cinza. H2 (P1h, pós-resultado): diferença, em log-chance, entre o peso de a vaga ficar na mesma UF de origem do médico e o peso de toda a bolsa, no modelo de escolha da 1ª opção, estimado em cada ciclo: 2,34 no ciclo 1, 1,31 no ciclo 2 e 2,37 no ciclo 3. Com os ciclos juntos, toda a bolsa pesa 0,42 e a mesma UF 2,40; diferença 1,98 [1,56; 2,40]. Origem é preferência revelada, não efeito causal; escolha não é expansão: o que uma vaga ganha, outra do mesmo curso perde. Reestimação em curso (52c): o ciclo 2 será refeito com o tipo de vaga do quadro de 13/02/2026; até lá, valem estes números. H3, nível do médico (P4): as horas cadastradas do próprio médico do PMM-E sobem +6,6 h/sem [+5,4; +7,8] depois da entrada (+8,7 no município do posto, −2,1 fora dele), e 51,0% [48,4; 53,7] já tinham vínculo no município do posto; na comparação na nota de corte, +7,91 h/sem [−0,63; +16,45]. Associação; não diz nada sobre os outros médicos do município e não é efeito da bolsa nem da participação no PMM-E. H3, nível do município, comparando os lados do corte (protocolo 64; doc 57q; auditoria 39): a mudança nos vínculos de especialistas entre o pré e o pós é −0,23 [−1,51; +1,05] por 10 mil hab. em 0,300 e −0,46 [−1,86; +0,94] em 0,400; nas horas SUS também não há diferença; p de Holm 1,000 nas quatro primárias. Os outros especialistas, sem os do programa, não saem: −4,75 [−19,26; +9,76] horas SUS por 10 mil hab. em 0,300 e +0,37 [−12,46; +13,20] em 0,400. O placebo de generalistas não se mexe e o pré é plano. A razão fuzzy (efeito de receber médico) não entra: o corte quase não muda quem recebe médico do programa (F robusto 0,2 e 0,0), o instrumento é fraco e a estimativa fica vazia de propósito. É o pacote do corte; não detectar diferença não é efeito zero. Pela chegada do médico (protocolo 60, parte B; doc 57k; auditoria 34), vínculos e horas sobem, mas o pré já vinha subindo e a conclusão não aguenta Rambachan–Roth. Horas cadastradas não são presença.</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história parte da H1. No modelo da banca 1, o médico aceita a vaga se a bolsa compensa o custo do lugar. O preenchimento não sobe no corte; o sinal negativo é a estimativa no corte, puxada por poucos municípios. Incentivo limitado: a política mexe numa variável, e o custo do lugar (longe da origem, da família e da rede) continua contra; a bolsa reordena os candidatos entre as vagas abertas (H2, plano B). Pacote do corte: em 0,300 e 0,400 mudam também outras regras federais, então o contraste não isola a bolsa. Vínculo não é presença: na oferta (H3, plano B), o médico soma horas cadastradas, mas metade já trabalhava no município do posto, e no município não dá para afirmar aumento. Associação não é efeito; inconclusivo não é efeito zero. Próximos passos: as decisões do autor que seguem abertas (doc 05, §4.1), o ciclo 3 com a competência 202703 madura e o universo de inscritos.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3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990207427"/>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147036973"/>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7697137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0756092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Content Placeholder 3"/>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Content Placeholder 5"/>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0071273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70320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637318631"/>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214903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t-BR"/>
              <a:t>Clique no ícone para adicionar uma imagem</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33286938"/>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03076906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2826200"/>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367A2F4C-DAA8-8712-AB90-F775778131EB}"/>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6034692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1" name="Text Placeholder 6">
            <a:extLst>
              <a:ext uri="{FF2B5EF4-FFF2-40B4-BE49-F238E27FC236}">
                <a16:creationId xmlns:a16="http://schemas.microsoft.com/office/drawing/2014/main" id="{822180D5-F5AE-E908-939E-72E57D6A182A}"/>
              </a:ext>
            </a:extLst>
          </p:cNvPr>
          <p:cNvSpPr>
            <a:spLocks noGrp="1"/>
          </p:cNvSpPr>
          <p:nvPr>
            <p:ph type="body" sz="quarter" idx="23" hasCustomPrompt="1"/>
          </p:nvPr>
        </p:nvSpPr>
        <p:spPr>
          <a:xfrm>
            <a:off x="9640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III. </a:t>
            </a:r>
            <a:r>
              <a:rPr lang="en-US" err="1"/>
              <a:t>Adicione</a:t>
            </a:r>
            <a:r>
              <a:rPr lang="en-US"/>
              <a:t> o </a:t>
            </a:r>
            <a:r>
              <a:rPr lang="en-US" err="1"/>
              <a:t>Título</a:t>
            </a:r>
            <a:r>
              <a:rPr lang="en-US"/>
              <a:t> do </a:t>
            </a:r>
            <a:r>
              <a:rPr lang="en-US" err="1"/>
              <a:t>Espaço</a:t>
            </a:r>
            <a:endParaRPr lang="en-US"/>
          </a:p>
        </p:txBody>
      </p:sp>
      <p:sp>
        <p:nvSpPr>
          <p:cNvPr id="12" name="Text Placeholder 6">
            <a:extLst>
              <a:ext uri="{FF2B5EF4-FFF2-40B4-BE49-F238E27FC236}">
                <a16:creationId xmlns:a16="http://schemas.microsoft.com/office/drawing/2014/main" id="{AA7E4745-F5C0-57EC-C4EE-23C7AE1723D9}"/>
              </a:ext>
            </a:extLst>
          </p:cNvPr>
          <p:cNvSpPr>
            <a:spLocks noGrp="1"/>
          </p:cNvSpPr>
          <p:nvPr>
            <p:ph type="body" sz="quarter" idx="24" hasCustomPrompt="1"/>
          </p:nvPr>
        </p:nvSpPr>
        <p:spPr>
          <a:xfrm>
            <a:off x="9640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3" name="Text Placeholder 6">
            <a:extLst>
              <a:ext uri="{FF2B5EF4-FFF2-40B4-BE49-F238E27FC236}">
                <a16:creationId xmlns:a16="http://schemas.microsoft.com/office/drawing/2014/main" id="{27C4E54D-FD02-1A8B-E46D-3439E9604D09}"/>
              </a:ext>
            </a:extLst>
          </p:cNvPr>
          <p:cNvSpPr>
            <a:spLocks noGrp="1"/>
          </p:cNvSpPr>
          <p:nvPr>
            <p:ph type="body" sz="quarter" idx="25" hasCustomPrompt="1"/>
          </p:nvPr>
        </p:nvSpPr>
        <p:spPr>
          <a:xfrm>
            <a:off x="600952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IV. </a:t>
            </a:r>
            <a:r>
              <a:rPr lang="en-US" err="1"/>
              <a:t>Adicione</a:t>
            </a:r>
            <a:r>
              <a:rPr lang="en-US"/>
              <a:t> o </a:t>
            </a:r>
            <a:r>
              <a:rPr lang="en-US" err="1"/>
              <a:t>Título</a:t>
            </a:r>
            <a:r>
              <a:rPr lang="en-US"/>
              <a:t> do </a:t>
            </a:r>
            <a:r>
              <a:rPr lang="en-US" err="1"/>
              <a:t>Espaço</a:t>
            </a:r>
            <a:endParaRPr lang="en-US"/>
          </a:p>
        </p:txBody>
      </p:sp>
      <p:sp>
        <p:nvSpPr>
          <p:cNvPr id="14" name="Text Placeholder 6">
            <a:extLst>
              <a:ext uri="{FF2B5EF4-FFF2-40B4-BE49-F238E27FC236}">
                <a16:creationId xmlns:a16="http://schemas.microsoft.com/office/drawing/2014/main" id="{2C437402-58A6-DC18-5B92-9D36FFBDF4A1}"/>
              </a:ext>
            </a:extLst>
          </p:cNvPr>
          <p:cNvSpPr>
            <a:spLocks noGrp="1"/>
          </p:cNvSpPr>
          <p:nvPr>
            <p:ph type="body" sz="quarter" idx="26" hasCustomPrompt="1"/>
          </p:nvPr>
        </p:nvSpPr>
        <p:spPr>
          <a:xfrm>
            <a:off x="600952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253BFACC-C342-BD02-B693-874FA6B8D555}"/>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3659143195"/>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611083F6-B93A-0DB8-F435-0A777D6E2E72}"/>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9160625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2.jpeg"/><Relationship Id="rId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microsoft.com/office/2007/relationships/hdphoto" Target="../media/hdphoto1.wdp"/><Relationship Id="rId2" Type="http://schemas.openxmlformats.org/officeDocument/2006/relationships/slideLayout" Target="../slideLayouts/slideLayout3.xml"/><Relationship Id="rId16"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theme" Target="../theme/theme2.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Picture 2">
            <a:extLst>
              <a:ext uri="{FF2B5EF4-FFF2-40B4-BE49-F238E27FC236}">
                <a16:creationId xmlns:a16="http://schemas.microsoft.com/office/drawing/2014/main" id="{4746CDE0-88FF-89A6-2A88-842B39588D25}"/>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sp>
        <p:nvSpPr>
          <p:cNvPr id="15" name="Retângulo 11">
            <a:extLst>
              <a:ext uri="{FF2B5EF4-FFF2-40B4-BE49-F238E27FC236}">
                <a16:creationId xmlns:a16="http://schemas.microsoft.com/office/drawing/2014/main" id="{6A237113-A397-7EE1-5A04-85D6E69C6F52}"/>
              </a:ext>
            </a:extLst>
          </p:cNvPr>
          <p:cNvSpPr/>
          <p:nvPr userDrawn="1"/>
        </p:nvSpPr>
        <p:spPr>
          <a:xfrm>
            <a:off x="62997" y="-1"/>
            <a:ext cx="2471643" cy="68580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Picture 15">
            <a:extLst>
              <a:ext uri="{FF2B5EF4-FFF2-40B4-BE49-F238E27FC236}">
                <a16:creationId xmlns:a16="http://schemas.microsoft.com/office/drawing/2014/main" id="{7121A603-83D0-22E9-055B-C441B4E515B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 y="0"/>
            <a:ext cx="12192000" cy="6858000"/>
          </a:xfrm>
          <a:prstGeom prst="rect">
            <a:avLst/>
          </a:prstGeom>
        </p:spPr>
      </p:pic>
      <p:sp>
        <p:nvSpPr>
          <p:cNvPr id="17" name="Seta: Pentágono 1">
            <a:extLst>
              <a:ext uri="{FF2B5EF4-FFF2-40B4-BE49-F238E27FC236}">
                <a16:creationId xmlns:a16="http://schemas.microsoft.com/office/drawing/2014/main" id="{80005EE4-7739-28E3-7D31-82F649FFB4A0}"/>
              </a:ext>
            </a:extLst>
          </p:cNvPr>
          <p:cNvSpPr/>
          <p:nvPr userDrawn="1"/>
        </p:nvSpPr>
        <p:spPr>
          <a:xfrm>
            <a:off x="4577" y="6441621"/>
            <a:ext cx="11428854" cy="54941"/>
          </a:xfrm>
          <a:prstGeom prst="homePlate">
            <a:avLst>
              <a:gd name="adj" fmla="val 57237"/>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ctangle 17">
            <a:extLst>
              <a:ext uri="{FF2B5EF4-FFF2-40B4-BE49-F238E27FC236}">
                <a16:creationId xmlns:a16="http://schemas.microsoft.com/office/drawing/2014/main" id="{936585DA-14E3-404D-6A53-CBADB9A4BC2E}"/>
              </a:ext>
            </a:extLst>
          </p:cNvPr>
          <p:cNvSpPr/>
          <p:nvPr userDrawn="1"/>
        </p:nvSpPr>
        <p:spPr>
          <a:xfrm>
            <a:off x="0" y="-2"/>
            <a:ext cx="12192001" cy="6876412"/>
          </a:xfrm>
          <a:prstGeom prst="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1" name="Straight Connector 20">
            <a:extLst>
              <a:ext uri="{FF2B5EF4-FFF2-40B4-BE49-F238E27FC236}">
                <a16:creationId xmlns:a16="http://schemas.microsoft.com/office/drawing/2014/main" id="{1C295FB8-A933-8199-CF10-7AD2069990AA}"/>
              </a:ext>
            </a:extLst>
          </p:cNvPr>
          <p:cNvCxnSpPr>
            <a:cxnSpLocks/>
          </p:cNvCxnSpPr>
          <p:nvPr userDrawn="1"/>
        </p:nvCxnSpPr>
        <p:spPr>
          <a:xfrm>
            <a:off x="792492" y="2858474"/>
            <a:ext cx="10484923" cy="4404"/>
          </a:xfrm>
          <a:prstGeom prst="line">
            <a:avLst/>
          </a:prstGeom>
          <a:ln>
            <a:solidFill>
              <a:srgbClr val="056429"/>
            </a:solidFill>
          </a:ln>
        </p:spPr>
        <p:style>
          <a:lnRef idx="2">
            <a:schemeClr val="accent1"/>
          </a:lnRef>
          <a:fillRef idx="0">
            <a:schemeClr val="accent1"/>
          </a:fillRef>
          <a:effectRef idx="1">
            <a:schemeClr val="accent1"/>
          </a:effectRef>
          <a:fontRef idx="minor">
            <a:schemeClr val="tx1"/>
          </a:fontRef>
        </p:style>
      </p:cxnSp>
      <p:sp>
        <p:nvSpPr>
          <p:cNvPr id="23" name="Title Placeholder 1">
            <a:extLst>
              <a:ext uri="{FF2B5EF4-FFF2-40B4-BE49-F238E27FC236}">
                <a16:creationId xmlns:a16="http://schemas.microsoft.com/office/drawing/2014/main" id="{3BB53381-9738-8DCB-6452-DC0DDFDE021D}"/>
              </a:ext>
            </a:extLst>
          </p:cNvPr>
          <p:cNvSpPr txBox="1">
            <a:spLocks/>
          </p:cNvSpPr>
          <p:nvPr userDrawn="1"/>
        </p:nvSpPr>
        <p:spPr>
          <a:xfrm>
            <a:off x="-163373" y="5953550"/>
            <a:ext cx="11769851" cy="55513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b="1" kern="1200">
                <a:solidFill>
                  <a:schemeClr val="bg1"/>
                </a:solidFill>
                <a:latin typeface="Montserrat" panose="00000500000000000000" pitchFamily="2" charset="0"/>
                <a:ea typeface="+mj-ea"/>
                <a:cs typeface="+mj-cs"/>
              </a:defRPr>
            </a:lvl1pPr>
          </a:lstStyle>
          <a:p>
            <a:pPr algn="ctr"/>
            <a:r>
              <a:rPr lang="pt-BR" sz="1400" b="0" i="1">
                <a:solidFill>
                  <a:schemeClr val="tx1"/>
                </a:solidFill>
              </a:rPr>
              <a:t>Grupo 2 - Gabriel </a:t>
            </a:r>
            <a:r>
              <a:rPr lang="pt-BR" sz="1400" b="0" i="1" err="1">
                <a:solidFill>
                  <a:schemeClr val="tx1"/>
                </a:solidFill>
              </a:rPr>
              <a:t>Benegra</a:t>
            </a:r>
            <a:r>
              <a:rPr lang="pt-BR" sz="1400" b="0" i="1">
                <a:solidFill>
                  <a:schemeClr val="tx1"/>
                </a:solidFill>
              </a:rPr>
              <a:t> | Felipe Barros | Bernardo Gomes | Vinicius </a:t>
            </a:r>
            <a:r>
              <a:rPr lang="pt-BR" sz="1400" b="0" i="1" err="1">
                <a:solidFill>
                  <a:schemeClr val="tx1"/>
                </a:solidFill>
              </a:rPr>
              <a:t>Sbruzzi</a:t>
            </a:r>
            <a:r>
              <a:rPr lang="pt-BR" sz="1400" b="0" i="1">
                <a:solidFill>
                  <a:schemeClr val="tx1"/>
                </a:solidFill>
              </a:rPr>
              <a:t> | Felipe Marques | </a:t>
            </a:r>
            <a:r>
              <a:rPr lang="pt-BR" sz="1400" b="0" i="1" err="1">
                <a:solidFill>
                  <a:schemeClr val="tx1"/>
                </a:solidFill>
              </a:rPr>
              <a:t>Kauã</a:t>
            </a:r>
            <a:r>
              <a:rPr lang="pt-BR" sz="1400" b="0" i="1">
                <a:solidFill>
                  <a:schemeClr val="tx1"/>
                </a:solidFill>
              </a:rPr>
              <a:t> Santos</a:t>
            </a:r>
            <a:endParaRPr lang="en-US" sz="1400" b="0" i="1">
              <a:solidFill>
                <a:schemeClr val="tx1"/>
              </a:solidFill>
            </a:endParaRPr>
          </a:p>
        </p:txBody>
      </p:sp>
      <p:sp>
        <p:nvSpPr>
          <p:cNvPr id="3" name="Retângulo 2">
            <a:extLst>
              <a:ext uri="{FF2B5EF4-FFF2-40B4-BE49-F238E27FC236}">
                <a16:creationId xmlns:a16="http://schemas.microsoft.com/office/drawing/2014/main" id="{494C6341-8154-8EBB-44DF-326C0874563F}"/>
              </a:ext>
            </a:extLst>
          </p:cNvPr>
          <p:cNvSpPr/>
          <p:nvPr userDrawn="1"/>
        </p:nvSpPr>
        <p:spPr>
          <a:xfrm>
            <a:off x="11491850" y="4586988"/>
            <a:ext cx="700149" cy="22710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35340621"/>
      </p:ext>
    </p:extLst>
  </p:cSld>
  <p:clrMap bg1="lt1" tx1="dk1" bg2="lt2" tx2="dk2" accent1="accent1" accent2="accent2" accent3="accent3" accent4="accent4" accent5="accent5" accent6="accent6" hlink="hlink" folHlink="folHlink"/>
  <p:sldLayoutIdLst>
    <p:sldLayoutId id="2147483651" r:id="rId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
        <p:nvSpPr>
          <p:cNvPr id="7" name="Rectangle 7">
            <a:extLst>
              <a:ext uri="{FF2B5EF4-FFF2-40B4-BE49-F238E27FC236}">
                <a16:creationId xmlns:a16="http://schemas.microsoft.com/office/drawing/2014/main" id="{B1B09DE7-FAC2-4ED9-12C8-DB40D887E893}"/>
              </a:ext>
            </a:extLst>
          </p:cNvPr>
          <p:cNvSpPr/>
          <p:nvPr userDrawn="1"/>
        </p:nvSpPr>
        <p:spPr>
          <a:xfrm rot="16200000">
            <a:off x="5773800" y="-5772461"/>
            <a:ext cx="644400" cy="12192000"/>
          </a:xfrm>
          <a:prstGeom prst="rect">
            <a:avLst/>
          </a:prstGeom>
          <a:gradFill>
            <a:gsLst>
              <a:gs pos="100000">
                <a:srgbClr val="8AD594"/>
              </a:gs>
              <a:gs pos="70000">
                <a:srgbClr val="1D4D24"/>
              </a:gs>
              <a:gs pos="39000">
                <a:srgbClr val="133418"/>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8">
            <a:extLst>
              <a:ext uri="{FF2B5EF4-FFF2-40B4-BE49-F238E27FC236}">
                <a16:creationId xmlns:a16="http://schemas.microsoft.com/office/drawing/2014/main" id="{20AF2047-A578-BB66-A1A0-8565BCDE87B5}"/>
              </a:ext>
            </a:extLst>
          </p:cNvPr>
          <p:cNvGrpSpPr/>
          <p:nvPr userDrawn="1"/>
        </p:nvGrpSpPr>
        <p:grpSpPr>
          <a:xfrm>
            <a:off x="7451386" y="-1"/>
            <a:ext cx="4777529" cy="627979"/>
            <a:chOff x="7945414" y="0"/>
            <a:chExt cx="4028761" cy="638366"/>
          </a:xfrm>
        </p:grpSpPr>
        <p:sp>
          <p:nvSpPr>
            <p:cNvPr id="9" name="object 39">
              <a:extLst>
                <a:ext uri="{FF2B5EF4-FFF2-40B4-BE49-F238E27FC236}">
                  <a16:creationId xmlns:a16="http://schemas.microsoft.com/office/drawing/2014/main" id="{DA474A2B-4975-85C4-9C0A-3971BE53EDBB}"/>
                </a:ext>
              </a:extLst>
            </p:cNvPr>
            <p:cNvSpPr/>
            <p:nvPr userDrawn="1"/>
          </p:nvSpPr>
          <p:spPr>
            <a:xfrm>
              <a:off x="7945414" y="2"/>
              <a:ext cx="1526674" cy="630990"/>
            </a:xfrm>
            <a:prstGeom prst="rtTriangle">
              <a:avLst/>
            </a:prstGeom>
            <a:gradFill flip="none" rotWithShape="1">
              <a:gsLst>
                <a:gs pos="68000">
                  <a:srgbClr val="235F2C"/>
                </a:gs>
                <a:gs pos="27000">
                  <a:srgbClr val="1B4922"/>
                </a:gs>
              </a:gsLst>
              <a:lin ang="0" scaled="1"/>
              <a:tileRect/>
            </a:gradFill>
          </p:spPr>
          <p:txBody>
            <a:bodyPr wrap="square" lIns="0" tIns="0" rIns="0" bIns="0" rtlCol="0"/>
            <a:lstStyle/>
            <a:p>
              <a:endParaRPr/>
            </a:p>
          </p:txBody>
        </p:sp>
        <p:sp>
          <p:nvSpPr>
            <p:cNvPr id="10" name="object 39">
              <a:extLst>
                <a:ext uri="{FF2B5EF4-FFF2-40B4-BE49-F238E27FC236}">
                  <a16:creationId xmlns:a16="http://schemas.microsoft.com/office/drawing/2014/main" id="{D5FEA038-9DED-AAAF-A13C-3653101851F5}"/>
                </a:ext>
              </a:extLst>
            </p:cNvPr>
            <p:cNvSpPr/>
            <p:nvPr userDrawn="1"/>
          </p:nvSpPr>
          <p:spPr>
            <a:xfrm>
              <a:off x="8779443" y="1"/>
              <a:ext cx="1526674" cy="630990"/>
            </a:xfrm>
            <a:prstGeom prst="rtTriangle">
              <a:avLst/>
            </a:prstGeom>
            <a:gradFill flip="none" rotWithShape="1">
              <a:gsLst>
                <a:gs pos="34000">
                  <a:srgbClr val="2B7636"/>
                </a:gs>
                <a:gs pos="68000">
                  <a:srgbClr val="328A3F"/>
                </a:gs>
              </a:gsLst>
              <a:lin ang="0" scaled="1"/>
              <a:tileRect/>
            </a:gradFill>
          </p:spPr>
          <p:txBody>
            <a:bodyPr wrap="square" lIns="0" tIns="0" rIns="0" bIns="0" rtlCol="0"/>
            <a:lstStyle/>
            <a:p>
              <a:endParaRPr/>
            </a:p>
          </p:txBody>
        </p:sp>
        <p:sp>
          <p:nvSpPr>
            <p:cNvPr id="11" name="object 39">
              <a:extLst>
                <a:ext uri="{FF2B5EF4-FFF2-40B4-BE49-F238E27FC236}">
                  <a16:creationId xmlns:a16="http://schemas.microsoft.com/office/drawing/2014/main" id="{C4F0C5CE-3E9F-DF48-CEAF-A90D3E32D679}"/>
                </a:ext>
              </a:extLst>
            </p:cNvPr>
            <p:cNvSpPr/>
            <p:nvPr userDrawn="1"/>
          </p:nvSpPr>
          <p:spPr>
            <a:xfrm>
              <a:off x="9613472" y="0"/>
              <a:ext cx="1526674" cy="630990"/>
            </a:xfrm>
            <a:prstGeom prst="rtTriangle">
              <a:avLst/>
            </a:prstGeom>
            <a:gradFill flip="none" rotWithShape="1">
              <a:gsLst>
                <a:gs pos="70000">
                  <a:srgbClr val="3CA64B"/>
                </a:gs>
                <a:gs pos="39000">
                  <a:srgbClr val="389A46"/>
                </a:gs>
              </a:gsLst>
              <a:lin ang="0" scaled="1"/>
              <a:tileRect/>
            </a:gradFill>
          </p:spPr>
          <p:txBody>
            <a:bodyPr wrap="square" lIns="0" tIns="0" rIns="0" bIns="0" rtlCol="0"/>
            <a:lstStyle/>
            <a:p>
              <a:endParaRPr/>
            </a:p>
          </p:txBody>
        </p:sp>
        <p:sp>
          <p:nvSpPr>
            <p:cNvPr id="12" name="object 39">
              <a:extLst>
                <a:ext uri="{FF2B5EF4-FFF2-40B4-BE49-F238E27FC236}">
                  <a16:creationId xmlns:a16="http://schemas.microsoft.com/office/drawing/2014/main" id="{CD95D092-E55C-CC16-93B5-99B84E935A85}"/>
                </a:ext>
              </a:extLst>
            </p:cNvPr>
            <p:cNvSpPr/>
            <p:nvPr userDrawn="1"/>
          </p:nvSpPr>
          <p:spPr>
            <a:xfrm>
              <a:off x="10447501" y="1340"/>
              <a:ext cx="1526674" cy="637026"/>
            </a:xfrm>
            <a:prstGeom prst="rtTriangle">
              <a:avLst/>
            </a:prstGeom>
            <a:gradFill flip="none" rotWithShape="1">
              <a:gsLst>
                <a:gs pos="70000">
                  <a:srgbClr val="50C060"/>
                </a:gs>
                <a:gs pos="39000">
                  <a:srgbClr val="62C670"/>
                </a:gs>
              </a:gsLst>
              <a:lin ang="0" scaled="1"/>
              <a:tileRect/>
            </a:gradFill>
          </p:spPr>
          <p:txBody>
            <a:bodyPr wrap="square" lIns="0" tIns="0" rIns="0" bIns="0" rtlCol="0"/>
            <a:lstStyle/>
            <a:p>
              <a:endParaRPr/>
            </a:p>
          </p:txBody>
        </p:sp>
      </p:grpSp>
      <p:pic>
        <p:nvPicPr>
          <p:cNvPr id="13" name="Picture 2">
            <a:extLst>
              <a:ext uri="{FF2B5EF4-FFF2-40B4-BE49-F238E27FC236}">
                <a16:creationId xmlns:a16="http://schemas.microsoft.com/office/drawing/2014/main" id="{019BA6DF-26FF-F704-FFF4-777670686B4D}"/>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Agrupar 12">
            <a:extLst>
              <a:ext uri="{FF2B5EF4-FFF2-40B4-BE49-F238E27FC236}">
                <a16:creationId xmlns:a16="http://schemas.microsoft.com/office/drawing/2014/main" id="{E78BD19A-0D39-41F3-3003-3977D6843AD8}"/>
              </a:ext>
            </a:extLst>
          </p:cNvPr>
          <p:cNvGrpSpPr/>
          <p:nvPr userDrawn="1"/>
        </p:nvGrpSpPr>
        <p:grpSpPr>
          <a:xfrm>
            <a:off x="-5238944" y="796697"/>
            <a:ext cx="3564000" cy="4749592"/>
            <a:chOff x="-4981837" y="1224860"/>
            <a:chExt cx="3564000" cy="4749592"/>
          </a:xfrm>
        </p:grpSpPr>
        <p:sp>
          <p:nvSpPr>
            <p:cNvPr id="15" name="Rectangle 11">
              <a:extLst>
                <a:ext uri="{FF2B5EF4-FFF2-40B4-BE49-F238E27FC236}">
                  <a16:creationId xmlns:a16="http://schemas.microsoft.com/office/drawing/2014/main" id="{AD944268-344C-8C2F-4D9D-359CC02927DA}"/>
                </a:ext>
              </a:extLst>
            </p:cNvPr>
            <p:cNvSpPr/>
            <p:nvPr userDrawn="1"/>
          </p:nvSpPr>
          <p:spPr>
            <a:xfrm rot="16200000">
              <a:off x="-4981836" y="4786452"/>
              <a:ext cx="1188000" cy="118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6" name="Rectangle 12">
              <a:extLst>
                <a:ext uri="{FF2B5EF4-FFF2-40B4-BE49-F238E27FC236}">
                  <a16:creationId xmlns:a16="http://schemas.microsoft.com/office/drawing/2014/main" id="{6C9F4315-F18C-3228-6412-1ABE23A21D6F}"/>
                </a:ext>
              </a:extLst>
            </p:cNvPr>
            <p:cNvSpPr/>
            <p:nvPr userDrawn="1"/>
          </p:nvSpPr>
          <p:spPr>
            <a:xfrm rot="16200000">
              <a:off x="-3793837" y="1224861"/>
              <a:ext cx="1188000" cy="1188000"/>
            </a:xfrm>
            <a:prstGeom prst="rect">
              <a:avLst/>
            </a:prstGeom>
            <a:solidFill>
              <a:srgbClr val="1B6F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7" name="Rectangle 13">
              <a:extLst>
                <a:ext uri="{FF2B5EF4-FFF2-40B4-BE49-F238E27FC236}">
                  <a16:creationId xmlns:a16="http://schemas.microsoft.com/office/drawing/2014/main" id="{E8D86182-EA28-A36A-F26A-8B627051A2C6}"/>
                </a:ext>
              </a:extLst>
            </p:cNvPr>
            <p:cNvSpPr/>
            <p:nvPr userDrawn="1"/>
          </p:nvSpPr>
          <p:spPr>
            <a:xfrm rot="16200000">
              <a:off x="-3793836" y="2412058"/>
              <a:ext cx="1188000" cy="118800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8" name="Rectangle 14">
              <a:extLst>
                <a:ext uri="{FF2B5EF4-FFF2-40B4-BE49-F238E27FC236}">
                  <a16:creationId xmlns:a16="http://schemas.microsoft.com/office/drawing/2014/main" id="{7B0FE874-D8BA-0805-AD07-9CCED5CD071E}"/>
                </a:ext>
              </a:extLst>
            </p:cNvPr>
            <p:cNvSpPr/>
            <p:nvPr userDrawn="1"/>
          </p:nvSpPr>
          <p:spPr>
            <a:xfrm rot="16200000">
              <a:off x="-3793836" y="3599255"/>
              <a:ext cx="1188000" cy="118800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9" name="Rectangle 16">
              <a:extLst>
                <a:ext uri="{FF2B5EF4-FFF2-40B4-BE49-F238E27FC236}">
                  <a16:creationId xmlns:a16="http://schemas.microsoft.com/office/drawing/2014/main" id="{F2C8A2DB-56DA-8635-4B6F-B87AFAE78624}"/>
                </a:ext>
              </a:extLst>
            </p:cNvPr>
            <p:cNvSpPr/>
            <p:nvPr userDrawn="1"/>
          </p:nvSpPr>
          <p:spPr>
            <a:xfrm rot="16200000">
              <a:off x="-3793836" y="4786452"/>
              <a:ext cx="1188000" cy="118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0" name="Rectangle 17">
              <a:extLst>
                <a:ext uri="{FF2B5EF4-FFF2-40B4-BE49-F238E27FC236}">
                  <a16:creationId xmlns:a16="http://schemas.microsoft.com/office/drawing/2014/main" id="{00B4AD2D-5A97-F402-C442-E8A6D4D1C988}"/>
                </a:ext>
              </a:extLst>
            </p:cNvPr>
            <p:cNvSpPr/>
            <p:nvPr userDrawn="1"/>
          </p:nvSpPr>
          <p:spPr>
            <a:xfrm rot="16200000">
              <a:off x="-4981837" y="2412057"/>
              <a:ext cx="1188000" cy="1188000"/>
            </a:xfrm>
            <a:prstGeom prst="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1" name="Rectangle 18">
              <a:extLst>
                <a:ext uri="{FF2B5EF4-FFF2-40B4-BE49-F238E27FC236}">
                  <a16:creationId xmlns:a16="http://schemas.microsoft.com/office/drawing/2014/main" id="{F3D2BA38-A4B4-3343-7EB8-0DD6EE3D665C}"/>
                </a:ext>
              </a:extLst>
            </p:cNvPr>
            <p:cNvSpPr/>
            <p:nvPr userDrawn="1"/>
          </p:nvSpPr>
          <p:spPr>
            <a:xfrm rot="16200000">
              <a:off x="-4981836" y="3599254"/>
              <a:ext cx="1188000" cy="118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2" name="Rectangle 19">
              <a:extLst>
                <a:ext uri="{FF2B5EF4-FFF2-40B4-BE49-F238E27FC236}">
                  <a16:creationId xmlns:a16="http://schemas.microsoft.com/office/drawing/2014/main" id="{95709C78-D5AF-7605-DD57-D152C2D2143E}"/>
                </a:ext>
              </a:extLst>
            </p:cNvPr>
            <p:cNvSpPr/>
            <p:nvPr userDrawn="1"/>
          </p:nvSpPr>
          <p:spPr>
            <a:xfrm rot="16200000">
              <a:off x="-4981837" y="1224860"/>
              <a:ext cx="1188000" cy="1188000"/>
            </a:xfrm>
            <a:prstGeom prst="rect">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3" name="Rectangle 12">
              <a:extLst>
                <a:ext uri="{FF2B5EF4-FFF2-40B4-BE49-F238E27FC236}">
                  <a16:creationId xmlns:a16="http://schemas.microsoft.com/office/drawing/2014/main" id="{074C0049-A358-FE17-EDC8-5C1F01BC53A7}"/>
                </a:ext>
              </a:extLst>
            </p:cNvPr>
            <p:cNvSpPr/>
            <p:nvPr/>
          </p:nvSpPr>
          <p:spPr>
            <a:xfrm rot="16200000">
              <a:off x="-2605838" y="1224861"/>
              <a:ext cx="1188000" cy="1188000"/>
            </a:xfrm>
            <a:prstGeom prst="rect">
              <a:avLst/>
            </a:prstGeom>
            <a:solidFill>
              <a:srgbClr val="2082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4" name="Rectangle 13">
              <a:extLst>
                <a:ext uri="{FF2B5EF4-FFF2-40B4-BE49-F238E27FC236}">
                  <a16:creationId xmlns:a16="http://schemas.microsoft.com/office/drawing/2014/main" id="{955043F6-89A1-56FB-3782-96B7E7B6E516}"/>
                </a:ext>
              </a:extLst>
            </p:cNvPr>
            <p:cNvSpPr/>
            <p:nvPr/>
          </p:nvSpPr>
          <p:spPr>
            <a:xfrm rot="16200000">
              <a:off x="-2605837" y="2412058"/>
              <a:ext cx="1188000" cy="1188000"/>
            </a:xfrm>
            <a:prstGeom prst="rect">
              <a:avLst/>
            </a:prstGeom>
            <a:solidFill>
              <a:schemeClr val="accent3">
                <a:lumMod val="20000"/>
                <a:lumOff val="80000"/>
                <a:alpha val="7137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5" name="Rectangle 14">
              <a:extLst>
                <a:ext uri="{FF2B5EF4-FFF2-40B4-BE49-F238E27FC236}">
                  <a16:creationId xmlns:a16="http://schemas.microsoft.com/office/drawing/2014/main" id="{D3813CF5-2289-23A5-59EF-1EC29AB79A9E}"/>
                </a:ext>
              </a:extLst>
            </p:cNvPr>
            <p:cNvSpPr/>
            <p:nvPr/>
          </p:nvSpPr>
          <p:spPr>
            <a:xfrm rot="16200000">
              <a:off x="-2605837" y="3599255"/>
              <a:ext cx="1188000" cy="118800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6" name="Rectangle 16">
              <a:extLst>
                <a:ext uri="{FF2B5EF4-FFF2-40B4-BE49-F238E27FC236}">
                  <a16:creationId xmlns:a16="http://schemas.microsoft.com/office/drawing/2014/main" id="{1778AA98-7C10-7AD0-AAE1-CCA6BE939A69}"/>
                </a:ext>
              </a:extLst>
            </p:cNvPr>
            <p:cNvSpPr/>
            <p:nvPr/>
          </p:nvSpPr>
          <p:spPr>
            <a:xfrm rot="16200000">
              <a:off x="-2605837" y="4786452"/>
              <a:ext cx="1188000" cy="118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grpSp>
      <p:cxnSp>
        <p:nvCxnSpPr>
          <p:cNvPr id="27" name="Straight Connector 27">
            <a:extLst>
              <a:ext uri="{FF2B5EF4-FFF2-40B4-BE49-F238E27FC236}">
                <a16:creationId xmlns:a16="http://schemas.microsoft.com/office/drawing/2014/main" id="{341B6652-A938-0152-5BB5-1D5694688FB8}"/>
              </a:ext>
            </a:extLst>
          </p:cNvPr>
          <p:cNvCxnSpPr>
            <a:cxnSpLocks/>
          </p:cNvCxnSpPr>
          <p:nvPr userDrawn="1"/>
        </p:nvCxnSpPr>
        <p:spPr>
          <a:xfrm>
            <a:off x="107004" y="6654369"/>
            <a:ext cx="11528802" cy="0"/>
          </a:xfrm>
          <a:prstGeom prst="line">
            <a:avLst/>
          </a:prstGeom>
          <a:ln w="1587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1449787"/>
      </p:ext>
    </p:extLst>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53"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curto_01_regra_bolsa_ivs_oficial.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curto_02_HI_scatter_imediatas.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curto_03_HI_principal.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curto_04_h1_controle.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curto_05_curto_h1_por_ciclo.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 Id="rId3" Type="http://schemas.openxmlformats.org/officeDocument/2006/relationships/image" Target="../media/curto_06_curto_h1_parecidos.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Hipóteses: a H1 é a candidata central</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b="1" dirty="0">
                <a:solidFill>
                  <a:srgbClr val="114719"/>
                </a:solidFill>
                <a:latin typeface="Montserrat"/>
              </a:rPr>
              <a:t>Hipótese</a:t>
            </a:r>
            <a:r>
              <a:rPr lang="pt-BR" sz="1000" dirty="0">
                <a:latin typeface="Montserrat"/>
              </a:rPr>
              <a:t xml:space="preserv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H2 é pós-resultado.</a:t>
            </a:r>
          </a:p>
        </p:txBody>
      </p:sp>
      <p:sp>
        <p:nvSpPr>
          <p:cNvPr id="102" name="Rótulo central"/>
          <p:cNvSpPr/>
          <p:nvPr/>
        </p:nvSpPr>
        <p:spPr>
          <a:xfrm>
            <a:off x="292608" y="804672"/>
            <a:ext cx="2651760" cy="208940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800" b="1" dirty="0">
                <a:solidFill>
                  <a:srgbClr val="FFFFFF"/>
                </a:solidFill>
                <a:latin typeface="Montserrat"/>
              </a:rPr>
              <a:t>H1 · central</a:t>
            </a:r>
          </a:p>
        </p:txBody>
      </p:sp>
      <p:sp>
        <p:nvSpPr>
          <p:cNvPr id="103" name="Hipótese central"/>
          <p:cNvSpPr/>
          <p:nvPr/>
        </p:nvSpPr>
        <p:spPr>
          <a:xfrm>
            <a:off x="3081528" y="804672"/>
            <a:ext cx="8805672" cy="2089404"/>
          </a:xfrm>
          <a:prstGeom prst="roundRect">
            <a:avLst>
              <a:gd name="adj" fmla="val 6000"/>
            </a:avLst>
          </a:prstGeom>
          <a:solidFill>
            <a:srgbClr val="F4F8F5"/>
          </a:solidFill>
          <a:ln w="25400">
            <a:solidFill>
              <a:srgbClr val="056429"/>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800" b="1" dirty="0">
                <a:solidFill>
                  <a:srgbClr val="3A3A3A"/>
                </a:solidFill>
                <a:latin typeface="Montserrat"/>
              </a:rPr>
              <a:t>bolsa maior, mais vagas preenchidas</a:t>
            </a:r>
          </a:p>
        </p:txBody>
      </p:sp>
      <p:sp>
        <p:nvSpPr>
          <p:cNvPr id="104" name="Rótulo plano B"/>
          <p:cNvSpPr/>
          <p:nvPr/>
        </p:nvSpPr>
        <p:spPr>
          <a:xfrm>
            <a:off x="292608" y="3122676"/>
            <a:ext cx="2651760" cy="1044702"/>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H2 · plano B</a:t>
            </a:r>
          </a:p>
        </p:txBody>
      </p:sp>
      <p:sp>
        <p:nvSpPr>
          <p:cNvPr id="105" name="Hipótese plano B"/>
          <p:cNvSpPr/>
          <p:nvPr/>
        </p:nvSpPr>
        <p:spPr>
          <a:xfrm>
            <a:off x="3081528" y="3122676"/>
            <a:ext cx="8805672" cy="1044702"/>
          </a:xfrm>
          <a:prstGeom prst="roundRect">
            <a:avLst>
              <a:gd name="adj" fmla="val 6000"/>
            </a:avLst>
          </a:prstGeom>
          <a:solidFill>
            <a:srgbClr val="F2F2F0"/>
          </a:solidFill>
          <a:ln w="12700">
            <a:solidFill>
              <a:srgbClr val="C9C9C4"/>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a bolsa pesa pouco perto da origem</a:t>
            </a:r>
          </a:p>
        </p:txBody>
      </p:sp>
      <p:sp>
        <p:nvSpPr>
          <p:cNvPr id="106" name="Rótulo plano B"/>
          <p:cNvSpPr/>
          <p:nvPr/>
        </p:nvSpPr>
        <p:spPr>
          <a:xfrm>
            <a:off x="292608" y="4395978"/>
            <a:ext cx="2651760" cy="1044702"/>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H3 · plano B</a:t>
            </a:r>
          </a:p>
        </p:txBody>
      </p:sp>
      <p:sp>
        <p:nvSpPr>
          <p:cNvPr id="107" name="Hipótese plano B"/>
          <p:cNvSpPr/>
          <p:nvPr/>
        </p:nvSpPr>
        <p:spPr>
          <a:xfrm>
            <a:off x="3081528" y="4395978"/>
            <a:ext cx="8805672" cy="1044702"/>
          </a:xfrm>
          <a:prstGeom prst="roundRect">
            <a:avLst>
              <a:gd name="adj" fmla="val 6000"/>
            </a:avLst>
          </a:prstGeom>
          <a:solidFill>
            <a:srgbClr val="F2F2F0"/>
          </a:solidFill>
          <a:ln w="12700">
            <a:solidFill>
              <a:srgbClr val="C9C9C4"/>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a chegada soma oferta ou remaneja?</a:t>
            </a:r>
          </a:p>
        </p:txBody>
      </p:sp>
      <p:sp>
        <p:nvSpPr>
          <p:cNvPr id="108"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plano da banca 2, §3; doc 06 da banca 2; doc 57i (P1h, protocolo 52b, auditoria 31).</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Dados: as variáveis e de onde vêm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b="1" dirty="0">
                <a:solidFill>
                  <a:srgbClr val="114719"/>
                </a:solidFill>
                <a:latin typeface="Montserrat"/>
              </a:rPr>
              <a:t>Dados</a:t>
            </a:r>
            <a:r>
              <a:rPr lang="pt-BR" sz="1000" dirty="0">
                <a:latin typeface="Montserrat"/>
              </a:rPr>
              <a:t xml:space="preserve">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7345084"/>
                <a:gridCol w="4249508"/>
              </a:tblGrid>
              <a:tr h="641223">
                <a:tc>
                  <a:txBody>
                    <a:bodyPr/>
                    <a:lstStyle/>
                    <a:p>
                      <a:pPr marL="0" indent="0" algn="l">
                        <a:lnSpc>
                          <a:spcPct val="100000"/>
                        </a:lnSpc>
                        <a:spcBef>
                          <a:spcPts val="0"/>
                        </a:spcBef>
                        <a:spcAft>
                          <a:spcPts val="0"/>
                        </a:spcAft>
                        <a:buNone/>
                      </a:pPr>
                      <a:r>
                        <a:rPr lang="pt-BR" sz="2400" b="1" dirty="0">
                          <a:solidFill>
                            <a:srgbClr val="FFFFFF"/>
                          </a:solidFill>
                          <a:latin typeface="Montserrat"/>
                        </a:rPr>
                        <a:t>Variável: principal · </a:t>
                      </a:r>
                      <a:r>
                        <a:rPr lang="pt-BR" sz="2400" b="1" i="1" dirty="0">
                          <a:solidFill>
                            <a:srgbClr val="FFFFFF"/>
                          </a:solidFill>
                          <a:latin typeface="Montserrat"/>
                        </a:rPr>
                        <a:t>secundária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Fonte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641223">
                <a:tc>
                  <a:txBody>
                    <a:bodyPr/>
                    <a:lstStyle/>
                    <a:p>
                      <a:pPr marL="0" indent="0" algn="l">
                        <a:lnSpc>
                          <a:spcPct val="100000"/>
                        </a:lnSpc>
                        <a:spcBef>
                          <a:spcPts val="0"/>
                        </a:spcBef>
                        <a:spcAft>
                          <a:spcPts val="0"/>
                        </a:spcAft>
                        <a:buNone/>
                      </a:pPr>
                      <a:r>
                        <a:rPr lang="pt-BR" sz="2400" b="1" dirty="0">
                          <a:solidFill>
                            <a:srgbClr val="3A3A3A"/>
                          </a:solidFill>
                          <a:latin typeface="Montserrat"/>
                        </a:rPr>
                        <a:t>Bolsa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editais SGTES/MS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641223">
                <a:tc>
                  <a:txBody>
                    <a:bodyPr/>
                    <a:lstStyle/>
                    <a:p>
                      <a:pPr marL="0" indent="0" algn="l">
                        <a:lnSpc>
                          <a:spcPct val="100000"/>
                        </a:lnSpc>
                        <a:spcBef>
                          <a:spcPts val="0"/>
                        </a:spcBef>
                        <a:spcAft>
                          <a:spcPts val="0"/>
                        </a:spcAft>
                        <a:buNone/>
                      </a:pPr>
                      <a:r>
                        <a:rPr lang="pt-BR" sz="2400" b="1" dirty="0">
                          <a:solidFill>
                            <a:srgbClr val="3A3A3A"/>
                          </a:solidFill>
                          <a:latin typeface="Montserrat"/>
                        </a:rPr>
                        <a:t>IVS 2010</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Ipea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641223">
                <a:tc>
                  <a:txBody>
                    <a:bodyPr/>
                    <a:lstStyle/>
                    <a:p>
                      <a:pPr marL="0" indent="0" algn="l">
                        <a:lnSpc>
                          <a:spcPct val="100000"/>
                        </a:lnSpc>
                        <a:spcBef>
                          <a:spcPts val="0"/>
                        </a:spcBef>
                        <a:spcAft>
                          <a:spcPts val="0"/>
                        </a:spcAft>
                        <a:buNone/>
                      </a:pPr>
                      <a:r>
                        <a:rPr lang="pt-BR" sz="2400" b="1" dirty="0">
                          <a:solidFill>
                            <a:srgbClr val="3A3A3A"/>
                          </a:solidFill>
                          <a:latin typeface="Montserrat"/>
                        </a:rPr>
                        <a:t>Preenchimento, tipo de vaga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quadros SGTES/MS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641223">
                <a:tc>
                  <a:txBody>
                    <a:bodyPr/>
                    <a:lstStyle/>
                    <a:p>
                      <a:pPr marL="0" indent="0" algn="l">
                        <a:lnSpc>
                          <a:spcPct val="100000"/>
                        </a:lnSpc>
                        <a:spcBef>
                          <a:spcPts val="0"/>
                        </a:spcBef>
                        <a:spcAft>
                          <a:spcPts val="0"/>
                        </a:spcAft>
                        <a:buNone/>
                      </a:pPr>
                      <a:r>
                        <a:rPr lang="pt-BR" sz="2400" b="1" dirty="0">
                          <a:solidFill>
                            <a:srgbClr val="3A3A3A"/>
                          </a:solidFill>
                          <a:latin typeface="Montserrat"/>
                        </a:rPr>
                        <a:t>1ª opção, origem</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editais + CNES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641223">
                <a:tc>
                  <a:txBody>
                    <a:bodyPr/>
                    <a:lstStyle/>
                    <a:p>
                      <a:pPr marL="0" indent="0" algn="l">
                        <a:lnSpc>
                          <a:spcPct val="100000"/>
                        </a:lnSpc>
                        <a:spcBef>
                          <a:spcPts val="0"/>
                        </a:spcBef>
                        <a:spcAft>
                          <a:spcPts val="0"/>
                        </a:spcAft>
                        <a:buNone/>
                      </a:pPr>
                      <a:r>
                        <a:rPr lang="pt-BR" sz="2400" b="1" dirty="0">
                          <a:solidFill>
                            <a:srgbClr val="3A3A3A"/>
                          </a:solidFill>
                          <a:latin typeface="Montserrat"/>
                        </a:rPr>
                        <a:t>Horas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CNES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641223">
                <a:tc>
                  <a:txBody>
                    <a:bodyPr/>
                    <a:lstStyle/>
                    <a:p>
                      <a:pPr marL="0" indent="0" algn="l">
                        <a:lnSpc>
                          <a:spcPct val="100000"/>
                        </a:lnSpc>
                        <a:spcBef>
                          <a:spcPts val="0"/>
                        </a:spcBef>
                        <a:spcAft>
                          <a:spcPts val="0"/>
                        </a:spcAft>
                        <a:buNone/>
                      </a:pPr>
                      <a:r>
                        <a:rPr lang="pt-BR" sz="2400" b="0" i="1" dirty="0">
                          <a:solidFill>
                            <a:srgbClr val="8A8A85"/>
                          </a:solidFill>
                          <a:latin typeface="Montserrat"/>
                        </a:rPr>
                        <a:t>Capital, porte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i="1" dirty="0">
                          <a:solidFill>
                            <a:srgbClr val="8A8A85"/>
                          </a:solidFill>
                          <a:latin typeface="Montserrat"/>
                        </a:rPr>
                        <a:t>IBGE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641223">
                <a:tc>
                  <a:txBody>
                    <a:bodyPr/>
                    <a:lstStyle/>
                    <a:p>
                      <a:pPr marL="0" indent="0" algn="l">
                        <a:lnSpc>
                          <a:spcPct val="100000"/>
                        </a:lnSpc>
                        <a:spcBef>
                          <a:spcPts val="0"/>
                        </a:spcBef>
                        <a:spcAft>
                          <a:spcPts val="0"/>
                        </a:spcAft>
                        <a:buNone/>
                      </a:pPr>
                      <a:r>
                        <a:rPr lang="pt-BR" sz="2400" b="0" i="1" dirty="0">
                          <a:solidFill>
                            <a:srgbClr val="8A8A85"/>
                          </a:solidFill>
                          <a:latin typeface="Montserrat"/>
                        </a:rPr>
                        <a:t>Regras no corte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i="1" dirty="0">
                          <a:solidFill>
                            <a:srgbClr val="8A8A85"/>
                          </a:solidFill>
                          <a:latin typeface="Montserrat"/>
                        </a:rPr>
                        <a:t>portarias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output/apresentacao_banca2/tabela_fontes.csv; auditorias 16, 18, 35 e 36; portão G1.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Os três ciclos em números</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Ciclo</a:t>
            </a:r>
            <a:r>
              <a:rPr lang="pt-BR" sz="1800" b="0" dirty="0">
                <a:solidFill>
                  <a:srgbClr val="3A3A3A"/>
                </a:solidFill>
                <a:latin typeface="Montserrat"/>
              </a:rPr>
              <a:t> = edital de vagas: 2025, início e meio de 2026</a:t>
            </a:r>
          </a:p>
        </p:txBody>
      </p:sp>
      <p:graphicFrame>
        <p:nvGraphicFramePr>
          <p:cNvPr id="102" name="Tabela"/>
          <p:cNvGraphicFramePr>
            <a:graphicFrameLocks noGrp="1"/>
          </p:cNvGraphicFramePr>
          <p:nvPr/>
        </p:nvGraphicFramePr>
        <p:xfrm>
          <a:off x="292608" y="850392"/>
          <a:ext cx="11594592" cy="4709160"/>
        </p:xfrm>
        <a:graphic>
          <a:graphicData uri="http://schemas.openxmlformats.org/drawingml/2006/table">
            <a:tbl>
              <a:tblPr firstRow="1" bandRow="1"/>
              <a:tblGrid>
                <a:gridCol w="5254690"/>
                <a:gridCol w="2113301"/>
                <a:gridCol w="2113301"/>
                <a:gridCol w="2113301"/>
              </a:tblGrid>
              <a:tr h="1177290">
                <a:tc>
                  <a:txBody>
                    <a:bodyPr/>
                    <a:lstStyle/>
                    <a:p>
                      <a:pPr marL="0" indent="0" algn="l">
                        <a:lnSpc>
                          <a:spcPct val="100000"/>
                        </a:lnSpc>
                        <a:spcBef>
                          <a:spcPts val="0"/>
                        </a:spcBef>
                        <a:spcAft>
                          <a:spcPts val="0"/>
                        </a:spcAft>
                        <a:buNone/>
                      </a:pP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Ciclo 1</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Ciclo 2</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Ciclo 3</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1177290">
                <a:tc>
                  <a:txBody>
                    <a:bodyPr/>
                    <a:lstStyle/>
                    <a:p>
                      <a:pPr marL="0" indent="0" algn="l">
                        <a:lnSpc>
                          <a:spcPct val="100000"/>
                        </a:lnSpc>
                        <a:spcBef>
                          <a:spcPts val="0"/>
                        </a:spcBef>
                        <a:spcAft>
                          <a:spcPts val="0"/>
                        </a:spcAft>
                        <a:buNone/>
                      </a:pPr>
                      <a:r>
                        <a:rPr lang="pt-BR" sz="2400" b="1" dirty="0">
                          <a:solidFill>
                            <a:srgbClr val="3A3A3A"/>
                          </a:solidFill>
                          <a:latin typeface="Montserrat"/>
                        </a:rPr>
                        <a:t>Municípios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368</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454</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748</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1177290">
                <a:tc>
                  <a:txBody>
                    <a:bodyPr/>
                    <a:lstStyle/>
                    <a:p>
                      <a:pPr marL="0" indent="0" algn="l">
                        <a:lnSpc>
                          <a:spcPct val="100000"/>
                        </a:lnSpc>
                        <a:spcBef>
                          <a:spcPts val="0"/>
                        </a:spcBef>
                        <a:spcAft>
                          <a:spcPts val="0"/>
                        </a:spcAft>
                        <a:buNone/>
                      </a:pPr>
                      <a:r>
                        <a:rPr lang="pt-BR" sz="2400" b="1" dirty="0">
                          <a:solidFill>
                            <a:srgbClr val="3A3A3A"/>
                          </a:solidFill>
                          <a:latin typeface="Montserrat"/>
                        </a:rPr>
                        <a:t>Células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1.295</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1.547</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2.293</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1177290">
                <a:tc>
                  <a:txBody>
                    <a:bodyPr/>
                    <a:lstStyle/>
                    <a:p>
                      <a:pPr marL="0" indent="0" algn="l">
                        <a:lnSpc>
                          <a:spcPct val="100000"/>
                        </a:lnSpc>
                        <a:spcBef>
                          <a:spcPts val="0"/>
                        </a:spcBef>
                        <a:spcAft>
                          <a:spcPts val="0"/>
                        </a:spcAft>
                        <a:buNone/>
                      </a:pPr>
                      <a:r>
                        <a:rPr lang="pt-BR" sz="2400" b="1" dirty="0">
                          <a:solidFill>
                            <a:srgbClr val="3A3A3A"/>
                          </a:solidFill>
                          <a:latin typeface="Montserrat"/>
                        </a:rPr>
                        <a:t>Preenchidas (1ª chamada)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30,3%</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47,1%</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21,7%</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bl>
          </a:graphicData>
        </a:graphic>
      </p:graphicFrame>
      <p:sp>
        <p:nvSpPr>
          <p:cNvPr id="103"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output/apresentacao_banca2/tabela_descritiva_ciclos.csv; cronologia_ciclos.csv.</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 bolsa é função exata do IVS: a regra é sharp</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Ciclos 1 e 2:</a:t>
            </a:r>
            <a:r>
              <a:rPr lang="pt-BR" sz="1800" b="0" dirty="0">
                <a:solidFill>
                  <a:srgbClr val="3A3A3A"/>
                </a:solidFill>
                <a:latin typeface="Montserrat"/>
              </a:rPr>
              <a:t> a regra reproduz a faixa de 368 de 368 e de 454 de 454 municípios.</a:t>
            </a:r>
          </a:p>
        </p:txBody>
      </p:sp>
      <p:pic>
        <p:nvPicPr>
          <p:cNvPr id="102" name="Figura" descr="Bolsa anunciada contra o IVS 2010 oficial, ciclo 1, um ponto por município"/>
          <p:cNvPicPr>
            <a:picLocks noChangeAspect="1"/>
          </p:cNvPicPr>
          <p:nvPr/>
        </p:nvPicPr>
        <p:blipFill>
          <a:blip r:embed="rId3"/>
          <a:stretch>
            <a:fillRect/>
          </a:stretch>
        </p:blipFill>
        <p:spPr>
          <a:xfrm>
            <a:off x="292608" y="948448"/>
            <a:ext cx="11594592" cy="4467328"/>
          </a:xfrm>
          <a:prstGeom prst="rect">
            <a:avLst/>
          </a:prstGeom>
          <a:ln w="6350">
            <a:solidFill>
              <a:srgbClr val="DDE7DF"/>
            </a:solidFill>
          </a:ln>
        </p:spPr>
      </p:pic>
      <p:sp>
        <p:nvSpPr>
          <p:cNvPr id="103"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output/rdd_bolsa/portao_r1_ivs_oficial.json; output/aquisicao/a08_ivs_2010_oficial_municipio.csv; auditoria 16.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H1 · Dados crus, só vagas imediatas</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pic>
        <p:nvPicPr>
          <p:cNvPr id="101" name="Figura" descr="Só células com vaga imediata: médias por faixa de 0,010 de IVS e reta local de cada lado, nos cortes 0,300 e 0,400"/>
          <p:cNvPicPr>
            <a:picLocks noChangeAspect="1"/>
          </p:cNvPicPr>
          <p:nvPr/>
        </p:nvPicPr>
        <p:blipFill>
          <a:blip r:embed="rId3"/>
          <a:stretch>
            <a:fillRect/>
          </a:stretch>
        </p:blipFill>
        <p:spPr>
          <a:xfrm>
            <a:off x="292608" y="1227563"/>
            <a:ext cx="8211312" cy="4439449"/>
          </a:xfrm>
          <a:prstGeom prst="rect">
            <a:avLst/>
          </a:prstGeom>
          <a:ln w="6350">
            <a:solidFill>
              <a:srgbClr val="DDE7DF"/>
            </a:solidFill>
          </a:ln>
        </p:spPr>
      </p:pic>
      <p:sp>
        <p:nvSpPr>
          <p:cNvPr id="102" name="Linha"/>
          <p:cNvSpPr/>
          <p:nvPr/>
        </p:nvSpPr>
        <p:spPr>
          <a:xfrm>
            <a:off x="8778240" y="1227563"/>
            <a:ext cx="3108960" cy="2137429"/>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Em 0,300</a:t>
            </a:r>
            <a:r>
              <a:rPr lang="pt-BR" sz="1600" b="0" dirty="0">
                <a:solidFill>
                  <a:srgbClr val="3A3A3A"/>
                </a:solidFill>
                <a:latin typeface="Montserrat"/>
              </a:rPr>
              <a:t>, a reta de baixo sobe forte até o corte e chega alta.</a:t>
            </a:r>
          </a:p>
        </p:txBody>
      </p:sp>
      <p:sp>
        <p:nvSpPr>
          <p:cNvPr id="103" name="Linha"/>
          <p:cNvSpPr/>
          <p:nvPr/>
        </p:nvSpPr>
        <p:spPr>
          <a:xfrm>
            <a:off x="8778240" y="3529584"/>
            <a:ext cx="3108960" cy="2137429"/>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0" dirty="0">
                <a:solidFill>
                  <a:srgbClr val="3A3A3A"/>
                </a:solidFill>
                <a:latin typeface="Montserrat"/>
              </a:rPr>
              <a:t>Dados crus; com curso e ciclo, a HI-1 fica bem menor.</a:t>
            </a:r>
          </a:p>
        </p:txBody>
      </p:sp>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output/rdd_bolsa/HI_figuras/HI_scatter_imediatas.png, HI_resumo.json e HI_estimativas.csv (adendo 48b; doc 57n; auditoria 38); doc 57m (auditoria 37); figura usada sem redesenho.</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H1 · O salto no corte, só com vagas imediatas</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b="1" dirty="0">
                <a:solidFill>
                  <a:srgbClr val="114719"/>
                </a:solidFill>
                <a:latin typeface="Montserrat"/>
              </a:rPr>
              <a:t>Metodologia</a:t>
            </a:r>
            <a:r>
              <a:rPr lang="pt-BR" sz="1000" dirty="0">
                <a:latin typeface="Montserrat"/>
              </a:rPr>
              <a:t xml:space="preserve">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Equação em palavras"/>
          <p:cNvSpPr/>
          <p:nvPr/>
        </p:nvSpPr>
        <p:spPr>
          <a:xfrm>
            <a:off x="292608" y="850392"/>
            <a:ext cx="11594592" cy="1600200"/>
          </a:xfrm>
          <a:prstGeom prst="roundRect">
            <a:avLst>
              <a:gd name="adj" fmla="val 8000"/>
            </a:avLst>
          </a:prstGeom>
          <a:solidFill>
            <a:srgbClr val="114719"/>
          </a:solidFill>
          <a:ln>
            <a:noFill/>
          </a:ln>
        </p:spPr>
        <p:txBody>
          <a:bodyPr wrap="square" lIns="365760" tIns="73152" rIns="365760" bIns="73152" rtlCol="0" anchor="ctr">
            <a:noAutofit/>
          </a:bodyPr>
          <a:lstStyle/>
          <a:p>
            <a:pPr marL="0" indent="0" algn="ctr">
              <a:lnSpc>
                <a:spcPct val="100000"/>
              </a:lnSpc>
              <a:spcBef>
                <a:spcPts val="0"/>
              </a:spcBef>
              <a:spcAft>
                <a:spcPts val="0"/>
              </a:spcAft>
              <a:buNone/>
            </a:pPr>
            <a:r>
              <a:rPr lang="pt-BR" sz="2800" b="0" dirty="0">
                <a:solidFill>
                  <a:srgbClr val="FFFFFF"/>
                </a:solidFill>
                <a:latin typeface="Montserrat"/>
              </a:rPr>
              <a:t>alocados = ciclo + salto × lado de bolsa maior + retas por lado e ciclo + ciclo × vagas imediatas</a:t>
            </a:r>
          </a:p>
        </p:txBody>
      </p:sp>
      <p:sp>
        <p:nvSpPr>
          <p:cNvPr id="102" name="Rótulo"/>
          <p:cNvSpPr/>
          <p:nvPr/>
        </p:nvSpPr>
        <p:spPr>
          <a:xfrm>
            <a:off x="292608" y="2724912"/>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h = 0,050</a:t>
            </a:r>
          </a:p>
        </p:txBody>
      </p:sp>
      <p:sp>
        <p:nvSpPr>
          <p:cNvPr id="103" name="Item"/>
          <p:cNvSpPr/>
          <p:nvPr/>
        </p:nvSpPr>
        <p:spPr>
          <a:xfrm>
            <a:off x="2624328" y="2724912"/>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triangular; erro-padrão por município</a:t>
            </a:r>
          </a:p>
        </p:txBody>
      </p:sp>
      <p:sp>
        <p:nvSpPr>
          <p:cNvPr id="104" name="Rótulo plano B"/>
          <p:cNvSpPr/>
          <p:nvPr/>
        </p:nvSpPr>
        <p:spPr>
          <a:xfrm>
            <a:off x="292608" y="3907536"/>
            <a:ext cx="2194560" cy="999744"/>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H2</a:t>
            </a:r>
          </a:p>
        </p:txBody>
      </p:sp>
      <p:sp>
        <p:nvSpPr>
          <p:cNvPr id="105" name="Item plano B"/>
          <p:cNvSpPr/>
          <p:nvPr/>
        </p:nvSpPr>
        <p:spPr>
          <a:xfrm>
            <a:off x="2624328" y="3907536"/>
            <a:ext cx="9262872" cy="999744"/>
          </a:xfrm>
          <a:prstGeom prst="roundRect">
            <a:avLst>
              <a:gd name="adj" fmla="val 6000"/>
            </a:avLst>
          </a:prstGeom>
          <a:solidFill>
            <a:srgbClr val="F2F2F0"/>
          </a:solidFill>
          <a:ln w="12700">
            <a:solidFill>
              <a:srgbClr val="C9C9C4"/>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logit da 1ª opção</a:t>
            </a:r>
          </a:p>
        </p:txBody>
      </p:sp>
      <p:sp>
        <p:nvSpPr>
          <p:cNvPr id="106" name="Rótulo plano B"/>
          <p:cNvSpPr/>
          <p:nvPr/>
        </p:nvSpPr>
        <p:spPr>
          <a:xfrm>
            <a:off x="292608" y="5090160"/>
            <a:ext cx="2194560" cy="999744"/>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H3</a:t>
            </a:r>
          </a:p>
        </p:txBody>
      </p:sp>
      <p:sp>
        <p:nvSpPr>
          <p:cNvPr id="107" name="Item plano B"/>
          <p:cNvSpPr/>
          <p:nvPr/>
        </p:nvSpPr>
        <p:spPr>
          <a:xfrm>
            <a:off x="2624328" y="5090160"/>
            <a:ext cx="9262872" cy="999744"/>
          </a:xfrm>
          <a:prstGeom prst="roundRect">
            <a:avLst>
              <a:gd name="adj" fmla="val 6000"/>
            </a:avLst>
          </a:prstGeom>
          <a:solidFill>
            <a:srgbClr val="F2F2F0"/>
          </a:solidFill>
          <a:ln w="12700">
            <a:solidFill>
              <a:srgbClr val="C9C9C4"/>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estudo de evento</a:t>
            </a:r>
          </a:p>
        </p:txBody>
      </p:sp>
      <p:sp>
        <p:nvSpPr>
          <p:cNvPr id="108"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adendo 48b ao protocolo 48 (docs/06_execucao/48b_adendo_H1_vagas_imediatas.md); protocolos 52, 52b, 54, 59 e 60.</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H1 · RDD: as premissas e o nosso caso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b="1" dirty="0">
                <a:solidFill>
                  <a:srgbClr val="114719"/>
                </a:solidFill>
                <a:latin typeface="Montserrat"/>
              </a:rPr>
              <a:t>Identificação</a:t>
            </a:r>
            <a:r>
              <a:rPr lang="pt-BR" sz="1000" dirty="0">
                <a:latin typeface="Montserrat"/>
              </a:rPr>
              <a:t xml:space="preserve">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6534538"/>
                <a:gridCol w="5060054"/>
              </a:tblGrid>
              <a:tr h="854964">
                <a:tc>
                  <a:txBody>
                    <a:bodyPr/>
                    <a:lstStyle/>
                    <a:p>
                      <a:pPr marL="0" indent="0" algn="l">
                        <a:lnSpc>
                          <a:spcPct val="100000"/>
                        </a:lnSpc>
                        <a:spcBef>
                          <a:spcPts val="0"/>
                        </a:spcBef>
                        <a:spcAft>
                          <a:spcPts val="0"/>
                        </a:spcAft>
                        <a:buNone/>
                      </a:pPr>
                      <a:r>
                        <a:rPr lang="pt-BR" sz="2400" b="1" dirty="0">
                          <a:solidFill>
                            <a:srgbClr val="FFFFFF"/>
                          </a:solidFill>
                          <a:latin typeface="Montserrat"/>
                        </a:rPr>
                        <a:t>Premissa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Aderência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Regra sharp</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368/368, 454/454</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Sem manipulação, balanço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passam, salvo capitais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Só a bolsa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pacote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Outro incentivo individual em 0,300</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nenhum</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Tipo de vaga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testado: Lee contém zero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auditorias 16, 18, 35, 36 e 44; docs 37, 41, 49 e 05 (§2.12) da banca 2; output/rdd_bolsa/E1_densidade_estimativas.csv; output/auditoria_H1/a36_estimativas.csv; output/rdd_bolsa/SV_estimativas.csv e SV_resumo.json (adendo 48f; doc 57t).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H1 · Só vagas imediatas: nada passa no Holm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pic>
        <p:nvPicPr>
          <p:cNvPr id="101" name="Figura" descr="H1 principal: HI-1 (célula com vaga imediata preenchida) e HI-2 (alocados em vagas imediatas por município), por corte, com IC 95% e p de Holm"/>
          <p:cNvPicPr>
            <a:picLocks noChangeAspect="1"/>
          </p:cNvPicPr>
          <p:nvPr/>
        </p:nvPicPr>
        <p:blipFill>
          <a:blip r:embed="rId3"/>
          <a:stretch>
            <a:fillRect/>
          </a:stretch>
        </p:blipFill>
        <p:spPr>
          <a:xfrm>
            <a:off x="292608" y="1110032"/>
            <a:ext cx="8211312" cy="3992166"/>
          </a:xfrm>
          <a:prstGeom prst="rect">
            <a:avLst/>
          </a:prstGeom>
          <a:ln w="6350">
            <a:solidFill>
              <a:srgbClr val="DDE7DF"/>
            </a:solidFill>
          </a:ln>
        </p:spPr>
      </p:pic>
      <p:sp>
        <p:nvSpPr>
          <p:cNvPr id="102" name="Cautela"/>
          <p:cNvSpPr/>
          <p:nvPr/>
        </p:nvSpPr>
        <p:spPr>
          <a:xfrm>
            <a:off x="292608" y="5266790"/>
            <a:ext cx="8211312" cy="517754"/>
          </a:xfrm>
          <a:prstGeom prst="roundRect">
            <a:avLst>
              <a:gd name="adj" fmla="val 8000"/>
            </a:avLst>
          </a:prstGeom>
          <a:solidFill>
            <a:srgbClr val="E7F1EA"/>
          </a:solidFill>
          <a:ln>
            <a:no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Pós-resultado (adendo 48b); pacote do corte.</a:t>
            </a:r>
          </a:p>
        </p:txBody>
      </p:sp>
      <p:sp>
        <p:nvSpPr>
          <p:cNvPr id="103" name="Linha"/>
          <p:cNvSpPr/>
          <p:nvPr/>
        </p:nvSpPr>
        <p:spPr>
          <a:xfrm>
            <a:off x="8778240" y="1110032"/>
            <a:ext cx="3108960" cy="2114955"/>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0" dirty="0">
                <a:solidFill>
                  <a:srgbClr val="3A3A3A"/>
                </a:solidFill>
                <a:latin typeface="Montserrat"/>
              </a:rPr>
              <a:t>Nada passa no Holm; HI-1: IC contém zero nos dois cortes.</a:t>
            </a:r>
          </a:p>
        </p:txBody>
      </p:sp>
      <p:sp>
        <p:nvSpPr>
          <p:cNvPr id="104" name="Linha"/>
          <p:cNvSpPr/>
          <p:nvPr/>
        </p:nvSpPr>
        <p:spPr>
          <a:xfrm>
            <a:off x="8778240" y="3389579"/>
            <a:ext cx="3108960" cy="2394965"/>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TOST:</a:t>
            </a:r>
            <a:r>
              <a:rPr lang="pt-BR" sz="1600" b="0" dirty="0">
                <a:solidFill>
                  <a:srgbClr val="3A3A3A"/>
                </a:solidFill>
                <a:latin typeface="Montserrat"/>
              </a:rPr>
              <a:t> HI-2 em 0,300 descarta aumento ≥ 25% da média, não descarta queda.</a:t>
            </a:r>
          </a:p>
        </p:txBody>
      </p:sp>
      <p:sp>
        <p:nvSpPr>
          <p:cNvPr id="105"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output/rdd_bolsa/HI_estimativas.csv, HI_resumo.json e HI_figuras/HI_principal.png (adendo 48b; doc 57n; auditoria 38); figura usada sem redesenho.</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H1 · Antes e depois do controle das vagas</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b="1" dirty="0">
                <a:solidFill>
                  <a:srgbClr val="114719"/>
                </a:solidFill>
                <a:latin typeface="Montserrat"/>
              </a:rPr>
              <a:t>Robustez</a:t>
            </a:r>
            <a:r>
              <a:rPr lang="pt-BR" sz="1000" dirty="0">
                <a:latin typeface="Montserrat"/>
              </a:rPr>
              <a:t xml:space="preserve">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0,400:</a:t>
            </a:r>
            <a:r>
              <a:rPr lang="pt-BR" sz="1800" b="0" dirty="0">
                <a:solidFill>
                  <a:srgbClr val="3A3A3A"/>
                </a:solidFill>
                <a:latin typeface="Montserrat"/>
              </a:rPr>
              <a:t> a queda passa pelas vagas: cidades grandes logo abaixo; com o controle, some.</a:t>
            </a:r>
          </a:p>
        </p:txBody>
      </p:sp>
      <p:sp>
        <p:nvSpPr>
          <p:cNvPr id="102"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0,300:</a:t>
            </a:r>
            <a:r>
              <a:rPr lang="pt-BR" sz="1800" b="0" dirty="0">
                <a:solidFill>
                  <a:srgbClr val="3A3A3A"/>
                </a:solidFill>
                <a:latin typeface="Montserrat"/>
              </a:rPr>
              <a:t> a oferta não muda; cai o preenchimento por vaga.</a:t>
            </a:r>
          </a:p>
        </p:txBody>
      </p:sp>
      <p:pic>
        <p:nvPicPr>
          <p:cNvPr id="103" name="Figura" descr="Antes e depois do controle das vagas oferecidas, por corte: sem controle e com controle em dois gráficos na mesma escala; ao lado, o salto nas vagas oferecidas"/>
          <p:cNvPicPr>
            <a:picLocks noChangeAspect="1"/>
          </p:cNvPicPr>
          <p:nvPr/>
        </p:nvPicPr>
        <p:blipFill>
          <a:blip r:embed="rId3"/>
          <a:stretch>
            <a:fillRect/>
          </a:stretch>
        </p:blipFill>
        <p:spPr>
          <a:xfrm>
            <a:off x="292608" y="1271165"/>
            <a:ext cx="11594592" cy="3346407"/>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output/rdd_bolsa/N_estimativas.csv (decomposição e S-c; doc 49, §3 a §5); ND_estimativas.csv (doc 49b, §3); HI_estimativas.csv (adendo 48b; doc 57n; auditoria 38).</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H1 · Por ciclo: a queda em 0,300 vem do ciclo 2</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b="1" dirty="0">
                <a:solidFill>
                  <a:srgbClr val="114719"/>
                </a:solidFill>
                <a:latin typeface="Montserrat"/>
              </a:rPr>
              <a:t>Robustez</a:t>
            </a:r>
            <a:r>
              <a:rPr lang="pt-BR" sz="1000" dirty="0">
                <a:latin typeface="Montserrat"/>
              </a:rPr>
              <a:t xml:space="preserve">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A queda em 0,300 vem sobretudo do ciclo 2; por ciclo, os intervalos são largos.</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Tipo de vaga do ciclo 2: quadro refeito depois do resultado (auditoria 36).</a:t>
            </a:r>
          </a:p>
        </p:txBody>
      </p:sp>
      <p:pic>
        <p:nvPicPr>
          <p:cNvPr id="103" name="Figura" descr="H1 por ciclo e por corte: célula aberta preenchida (A3) e taxa por vaga oferecida, ciclos 1, 2 e 3 e juntos, com IC 95%"/>
          <p:cNvPicPr>
            <a:picLocks noChangeAspect="1"/>
          </p:cNvPicPr>
          <p:nvPr/>
        </p:nvPicPr>
        <p:blipFill>
          <a:blip r:embed="rId3"/>
          <a:stretch>
            <a:fillRect/>
          </a:stretch>
        </p:blipFill>
        <p:spPr>
          <a:xfrm>
            <a:off x="1512815" y="804672"/>
            <a:ext cx="9154178"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output/rdd_bolsa/NA_estimativas.csv (A3 por ciclo); ND_estimativas.csv (taxa por vaga, adendo AD2; doc 49b); auditoria 36.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H1 · Comparando municípios parecidos</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b="1" dirty="0">
                <a:solidFill>
                  <a:srgbClr val="114719"/>
                </a:solidFill>
                <a:latin typeface="Montserrat"/>
              </a:rPr>
              <a:t>Robustez</a:t>
            </a:r>
            <a:r>
              <a:rPr lang="pt-BR" sz="1000" dirty="0">
                <a:latin typeface="Montserrat"/>
              </a:rPr>
              <a:t xml:space="preserve">  |  </a:t>
            </a:r>
            <a:r>
              <a:rPr lang="pt-BR" sz="1000" dirty="0">
                <a:latin typeface="Montserrat"/>
              </a:rPr>
              <a:t xml:space="preserve">Discussão</a:t>
            </a:r>
          </a:p>
        </p:txBody>
      </p:sp>
      <p:sp>
        <p:nvSpPr>
          <p:cNvPr id="101" name="Linha"/>
          <p:cNvSpPr/>
          <p:nvPr/>
        </p:nvSpPr>
        <p:spPr>
          <a:xfrm>
            <a:off x="292608" y="4736592"/>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Perto de 0,300, os lados diferem em capital, Nordeste e especialistas na região.</a:t>
            </a:r>
          </a:p>
        </p:txBody>
      </p:sp>
      <p:sp>
        <p:nvSpPr>
          <p:cNvPr id="102"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Comparando municípios parecidos, a diferença não aparece.</a:t>
            </a:r>
          </a:p>
        </p:txBody>
      </p:sp>
      <p:sp>
        <p:nvSpPr>
          <p:cNvPr id="103"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Robustez pós-resultado; pacote do corte.</a:t>
            </a:r>
          </a:p>
        </p:txBody>
      </p:sp>
      <p:pic>
        <p:nvPicPr>
          <p:cNvPr id="104" name="Figura" descr="H1 comparando municípios parecidos, por corte: fração das células com vaga imediata preenchidas sem controle, com localização e médicos na região na regressão e pareada (regra literal e regra do 48d), com IC 95%"/>
          <p:cNvPicPr>
            <a:picLocks noChangeAspect="1"/>
          </p:cNvPicPr>
          <p:nvPr/>
        </p:nvPicPr>
        <p:blipFill>
          <a:blip r:embed="rId3"/>
          <a:stretch>
            <a:fillRect/>
          </a:stretch>
        </p:blipFill>
        <p:spPr>
          <a:xfrm>
            <a:off x="674624" y="804672"/>
            <a:ext cx="10830560" cy="3803904"/>
          </a:xfrm>
          <a:prstGeom prst="rect">
            <a:avLst/>
          </a:prstGeom>
          <a:ln w="6350">
            <a:solidFill>
              <a:srgbClr val="DDE7DF"/>
            </a:solidFill>
          </a:ln>
        </p:spPr>
      </p:pic>
      <p:sp>
        <p:nvSpPr>
          <p:cNvPr id="105"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output/rdd_bolsa/CL_estimativas.csv e CL_balanco.csv (adendo 48d; doc 57r; auditoria 40); PM_estimativas.csv (adendo 48e; doc 57s; auditoria 43); HC_estimativas.csv (adendo 48c; auditoria 42); output/auditoria_H1/a36_estimativas.csv (auditoria 36).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H1 · Por que o sinal sai negativo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sp>
        <p:nvSpPr>
          <p:cNvPr id="101" name="Rótulo"/>
          <p:cNvSpPr/>
          <p:nvPr/>
        </p:nvSpPr>
        <p:spPr>
          <a:xfrm>
            <a:off x="292608" y="896112"/>
            <a:ext cx="1828800" cy="114757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Reta</a:t>
            </a:r>
          </a:p>
        </p:txBody>
      </p:sp>
      <p:sp>
        <p:nvSpPr>
          <p:cNvPr id="102" name="Item"/>
          <p:cNvSpPr/>
          <p:nvPr/>
        </p:nvSpPr>
        <p:spPr>
          <a:xfrm>
            <a:off x="2258568" y="896112"/>
            <a:ext cx="9628632" cy="114757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em 0,300, lados diferem em localização e médicos na região</a:t>
            </a:r>
          </a:p>
        </p:txBody>
      </p:sp>
      <p:sp>
        <p:nvSpPr>
          <p:cNvPr id="103" name="Rótulo"/>
          <p:cNvSpPr/>
          <p:nvPr/>
        </p:nvSpPr>
        <p:spPr>
          <a:xfrm>
            <a:off x="292608" y="2244852"/>
            <a:ext cx="1828800" cy="114757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Vagas</a:t>
            </a:r>
          </a:p>
        </p:txBody>
      </p:sp>
      <p:sp>
        <p:nvSpPr>
          <p:cNvPr id="104" name="Item"/>
          <p:cNvSpPr/>
          <p:nvPr/>
        </p:nvSpPr>
        <p:spPr>
          <a:xfrm>
            <a:off x="2258568" y="2244852"/>
            <a:ext cx="9628632" cy="114757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diferentes do lado de cima</a:t>
            </a:r>
          </a:p>
        </p:txBody>
      </p:sp>
      <p:sp>
        <p:nvSpPr>
          <p:cNvPr id="105" name="Rótulo"/>
          <p:cNvSpPr/>
          <p:nvPr/>
        </p:nvSpPr>
        <p:spPr>
          <a:xfrm>
            <a:off x="292608" y="3593592"/>
            <a:ext cx="1828800" cy="114757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Porte</a:t>
            </a:r>
          </a:p>
        </p:txBody>
      </p:sp>
      <p:sp>
        <p:nvSpPr>
          <p:cNvPr id="106" name="Item"/>
          <p:cNvSpPr/>
          <p:nvPr/>
        </p:nvSpPr>
        <p:spPr>
          <a:xfrm>
            <a:off x="2258568" y="3593592"/>
            <a:ext cx="9628632" cy="114757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municípios grandes logo abaixo de 0,400</a:t>
            </a:r>
          </a:p>
        </p:txBody>
      </p:sp>
      <p:sp>
        <p:nvSpPr>
          <p:cNvPr id="107" name="Rótulo"/>
          <p:cNvSpPr/>
          <p:nvPr/>
        </p:nvSpPr>
        <p:spPr>
          <a:xfrm>
            <a:off x="292608" y="4942332"/>
            <a:ext cx="1828800" cy="114757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Incentivo</a:t>
            </a:r>
          </a:p>
        </p:txBody>
      </p:sp>
      <p:sp>
        <p:nvSpPr>
          <p:cNvPr id="108" name="Item"/>
          <p:cNvSpPr/>
          <p:nvPr/>
        </p:nvSpPr>
        <p:spPr>
          <a:xfrm>
            <a:off x="2258568" y="4942332"/>
            <a:ext cx="9628632" cy="114757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nenhum individual muda em 0,300</a:t>
            </a:r>
          </a:p>
        </p:txBody>
      </p:sp>
      <p:sp>
        <p:nvSpPr>
          <p:cNvPr id="109"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síntese da Robustez; doc 49b; doc 57l (auditoria 33); doc 57m (auditoria 37); doc 57r (auditoria 40); doc 57t (auditoria 44); doc 63; auditorias 18, 35 e 36.</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C4CCC6"/>
                </a:solidFill>
                <a:latin typeface="Montserrat"/>
              </a:rPr>
              <a:t>H2 e H3 · plano B: origem pesa; oferta incerta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sp>
        <p:nvSpPr>
          <p:cNvPr id="101" name="Rótulo plano B"/>
          <p:cNvSpPr/>
          <p:nvPr/>
        </p:nvSpPr>
        <p:spPr>
          <a:xfrm>
            <a:off x="292608" y="896112"/>
            <a:ext cx="2590800" cy="1597152"/>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H2</a:t>
            </a:r>
          </a:p>
        </p:txBody>
      </p:sp>
      <p:sp>
        <p:nvSpPr>
          <p:cNvPr id="102" name="Item plano B"/>
          <p:cNvSpPr/>
          <p:nvPr/>
        </p:nvSpPr>
        <p:spPr>
          <a:xfrm>
            <a:off x="3020568" y="896112"/>
            <a:ext cx="8866632" cy="1597152"/>
          </a:xfrm>
          <a:prstGeom prst="roundRect">
            <a:avLst>
              <a:gd name="adj" fmla="val 6000"/>
            </a:avLst>
          </a:prstGeom>
          <a:solidFill>
            <a:srgbClr val="F2F2F0"/>
          </a:solidFill>
          <a:ln w="12700">
            <a:solidFill>
              <a:srgbClr val="C9C9C4"/>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origem supera toda a bolsa: 2,34 · 1,31 · 2,37 (ciclos 1–3)</a:t>
            </a:r>
          </a:p>
        </p:txBody>
      </p:sp>
      <p:sp>
        <p:nvSpPr>
          <p:cNvPr id="103" name="Rótulo plano B"/>
          <p:cNvSpPr/>
          <p:nvPr/>
        </p:nvSpPr>
        <p:spPr>
          <a:xfrm>
            <a:off x="292608" y="2694432"/>
            <a:ext cx="2590800" cy="1597152"/>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H3</a:t>
            </a:r>
          </a:p>
        </p:txBody>
      </p:sp>
      <p:sp>
        <p:nvSpPr>
          <p:cNvPr id="104" name="Item plano B"/>
          <p:cNvSpPr/>
          <p:nvPr/>
        </p:nvSpPr>
        <p:spPr>
          <a:xfrm>
            <a:off x="3020568" y="2694432"/>
            <a:ext cx="8866632" cy="1597152"/>
          </a:xfrm>
          <a:prstGeom prst="roundRect">
            <a:avLst>
              <a:gd name="adj" fmla="val 6000"/>
            </a:avLst>
          </a:prstGeom>
          <a:solidFill>
            <a:srgbClr val="F2F2F0"/>
          </a:solidFill>
          <a:ln w="12700">
            <a:solidFill>
              <a:srgbClr val="C9C9C4"/>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+6,6 h/sem do próprio médico; metade já estava lá</a:t>
            </a:r>
          </a:p>
        </p:txBody>
      </p:sp>
      <p:sp>
        <p:nvSpPr>
          <p:cNvPr id="105" name="Rótulo plano B"/>
          <p:cNvSpPr/>
          <p:nvPr/>
        </p:nvSpPr>
        <p:spPr>
          <a:xfrm>
            <a:off x="292608" y="4492752"/>
            <a:ext cx="2590800" cy="1597152"/>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H3 · município</a:t>
            </a:r>
          </a:p>
        </p:txBody>
      </p:sp>
      <p:sp>
        <p:nvSpPr>
          <p:cNvPr id="106" name="Item plano B"/>
          <p:cNvSpPr/>
          <p:nvPr/>
        </p:nvSpPr>
        <p:spPr>
          <a:xfrm>
            <a:off x="3020568" y="4492752"/>
            <a:ext cx="8866632" cy="1597152"/>
          </a:xfrm>
          <a:prstGeom prst="roundRect">
            <a:avLst>
              <a:gd name="adj" fmla="val 6000"/>
            </a:avLst>
          </a:prstGeom>
          <a:solidFill>
            <a:srgbClr val="F2F2F0"/>
          </a:solidFill>
          <a:ln w="12700">
            <a:solidFill>
              <a:srgbClr val="C9C9C4"/>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corte: oferta igual, Holm 1,000; outros ficam</a:t>
            </a:r>
          </a:p>
        </p:txBody>
      </p:sp>
      <p:sp>
        <p:nvSpPr>
          <p:cNvPr id="107"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output/rdd_bolsa/P1h_magnitudes.csv (doc 57i; auditoria 31); S57_resumo.json (doc 57d); CA_estimativas.csv (doc 57h); OL_resumo.json (doc 57k; auditoria 34); OC_estimativas.csv (protocolo 64; doc 57q; auditoria 39).</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Discussão: por que não sobe? Um incentivo limitado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sp>
        <p:nvSpPr>
          <p:cNvPr id="101" name="Rótulo"/>
          <p:cNvSpPr/>
          <p:nvPr/>
        </p:nvSpPr>
        <p:spPr>
          <a:xfrm>
            <a:off x="292608" y="896112"/>
            <a:ext cx="3200400" cy="1604603"/>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Incentivo limitado</a:t>
            </a:r>
          </a:p>
        </p:txBody>
      </p:sp>
      <p:sp>
        <p:nvSpPr>
          <p:cNvPr id="102" name="Item"/>
          <p:cNvSpPr/>
          <p:nvPr/>
        </p:nvSpPr>
        <p:spPr>
          <a:xfrm>
            <a:off x="3630168" y="896112"/>
            <a:ext cx="8257032" cy="1604603"/>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a bolsa mexe numa variável; o custo do lugar continua contra</a:t>
            </a:r>
          </a:p>
        </p:txBody>
      </p:sp>
      <p:sp>
        <p:nvSpPr>
          <p:cNvPr id="103" name="Rótulo"/>
          <p:cNvSpPr/>
          <p:nvPr/>
        </p:nvSpPr>
        <p:spPr>
          <a:xfrm>
            <a:off x="292608" y="2701883"/>
            <a:ext cx="3200400" cy="1593427"/>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Pacote do corte</a:t>
            </a:r>
          </a:p>
        </p:txBody>
      </p:sp>
      <p:sp>
        <p:nvSpPr>
          <p:cNvPr id="104" name="Item"/>
          <p:cNvSpPr/>
          <p:nvPr/>
        </p:nvSpPr>
        <p:spPr>
          <a:xfrm>
            <a:off x="3630168" y="2701883"/>
            <a:ext cx="8257032" cy="1593427"/>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com a bolsa, mudam outras regras</a:t>
            </a:r>
          </a:p>
        </p:txBody>
      </p:sp>
      <p:sp>
        <p:nvSpPr>
          <p:cNvPr id="105" name="Rótulo"/>
          <p:cNvSpPr/>
          <p:nvPr/>
        </p:nvSpPr>
        <p:spPr>
          <a:xfrm>
            <a:off x="292608" y="4496477"/>
            <a:ext cx="3200400" cy="1593427"/>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Oferta</a:t>
            </a:r>
          </a:p>
        </p:txBody>
      </p:sp>
      <p:sp>
        <p:nvSpPr>
          <p:cNvPr id="106" name="Item"/>
          <p:cNvSpPr/>
          <p:nvPr/>
        </p:nvSpPr>
        <p:spPr>
          <a:xfrm>
            <a:off x="3630168" y="4496477"/>
            <a:ext cx="8257032" cy="1593427"/>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vínculo cadastrado não é presença</a:t>
            </a:r>
          </a:p>
        </p:txBody>
      </p:sp>
      <p:sp>
        <p:nvSpPr>
          <p:cNvPr id="107"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síntese dos slides anteriores; modelo da banca 1; docs 57, 57d, 57i e 57k; auditorias 18 e 35.</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2013 - 2022">
  <a:themeElements>
    <a:clrScheme name="Tema do 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o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o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9553001-6307-0648-A07B-CCACFB8D8DAB}">
  <we:reference id="wa200010725" version="1.0.0.1" store="en-US" storeType="OMEX"/>
  <we:alternateReferences>
    <we:reference id="WA200010725" version="1.0.0.1" store="" storeType="OMEX"/>
  </we:alternateReferences>
  <we:properties>
    <we:property name="claude.fileId" value="&quot;5c5ac6b1-f68a-4f11-a502-6011a988e643&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6bf3eb3e-0d9a-437c-860c-69ce48f2cdf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38C8786BE86CB408D96F421BBC77521" ma:contentTypeVersion="5" ma:contentTypeDescription="Create a new document." ma:contentTypeScope="" ma:versionID="5da4dd9addb67677410ddfb5845d64f7">
  <xsd:schema xmlns:xsd="http://www.w3.org/2001/XMLSchema" xmlns:xs="http://www.w3.org/2001/XMLSchema" xmlns:p="http://schemas.microsoft.com/office/2006/metadata/properties" xmlns:ns3="6bf3eb3e-0d9a-437c-860c-69ce48f2cdf0" targetNamespace="http://schemas.microsoft.com/office/2006/metadata/properties" ma:root="true" ma:fieldsID="fb40ab77a2ad640a954feaa1eb039dd4" ns3:_="">
    <xsd:import namespace="6bf3eb3e-0d9a-437c-860c-69ce48f2cdf0"/>
    <xsd:element name="properties">
      <xsd:complexType>
        <xsd:sequence>
          <xsd:element name="documentManagement">
            <xsd:complexType>
              <xsd:all>
                <xsd:element ref="ns3:_activity" minOccurs="0"/>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f3eb3e-0d9a-437c-860c-69ce48f2cdf0"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DateTaken" ma:index="9" nillable="true" ma:displayName="MediaServiceDateTaken" ma:hidden="true" ma:indexed="true" ma:internalName="MediaServiceDateTaken" ma:readOnly="true">
      <xsd:simpleType>
        <xsd:restriction base="dms:Text"/>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A9A4F2D-BA7A-420A-859C-AF67393E28D2}">
  <ds:schemaRefs>
    <ds:schemaRef ds:uri="6bf3eb3e-0d9a-437c-860c-69ce48f2cd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F5D4C76-7C3B-451C-A6D4-FBDF882EB00F}">
  <ds:schemaRefs>
    <ds:schemaRef ds:uri="6bf3eb3e-0d9a-437c-860c-69ce48f2cd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customXml/itemProps3.xml><?xml version="1.0" encoding="utf-8"?>
<ds:datastoreItem xmlns:ds="http://schemas.openxmlformats.org/officeDocument/2006/customXml" ds:itemID="{1A42ECBC-5C73-45EC-9763-C55A66CE0F5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36</Slides>
  <Notes>22</Notes>
  <HiddenSlides>8</HiddenSlides>
  <ScaleCrop>false</ScaleCrop>
  <HeadingPairs>
    <vt:vector size="4" baseType="variant">
      <vt:variant>
        <vt:lpstr>Theme</vt:lpstr>
      </vt:variant>
      <vt:variant>
        <vt:i4>2</vt:i4>
      </vt:variant>
      <vt:variant>
        <vt:lpstr>Slide Titles</vt:lpstr>
      </vt:variant>
      <vt:variant>
        <vt:i4>36</vt:i4>
      </vt:variant>
    </vt:vector>
  </HeadingPairs>
  <TitlesOfParts>
    <vt:vector size="38" baseType="lpstr">
      <vt:lpstr>1_Office Theme</vt:lpstr>
      <vt:lpstr>Tema do Office 2013 - 2022</vt:lpstr>
      <vt:lpstr>PowerPoint Presentation</vt:lpstr>
      <vt:lpstr>PowerPoint Presentation</vt:lpstr>
      <vt:lpstr>A escassez de especialistas já é tratada como urgência sanitária</vt:lpstr>
      <vt:lpstr>A escassez de especialistas já é tratada como urgência sanitária</vt:lpstr>
      <vt:lpstr>A vulnerabilidade social define o piso da bolsa do PMM-E</vt:lpstr>
      <vt:lpstr>A vulnerabilidade social define o piso da bolsa do PMM-E</vt:lpstr>
      <vt:lpstr>A vulnerabilidade social define o piso da bolsa do PMM-E</vt:lpstr>
      <vt:lpstr>A vulnerabilidade social define o piso da bolsa do PMM-E</vt:lpstr>
      <vt:lpstr>Política direciona incentivos aos territórios mais vulneráveis</vt:lpstr>
      <vt:lpstr>Política direciona incentivos aos territórios mais vulneráveis</vt:lpstr>
      <vt:lpstr>O programa é importante, e há indícios de efetividade</vt:lpstr>
      <vt:lpstr>PowerPoint Presentation</vt:lpstr>
      <vt:lpstr>Política direciona incentivos aos territórios mais vulneráveis</vt:lpstr>
      <vt:lpstr>Presença de especialistas cresceu em todos os níveis sociais</vt:lpstr>
      <vt:lpstr>PowerPoint Presentation</vt:lpstr>
      <vt:lpstr>O modelo combina três elementos da teoria</vt:lpstr>
      <vt:lpstr>A escolha locacional maximiza a utilidade</vt:lpstr>
      <vt:lpstr>Da escolha individual ao preenchimento agregado</vt:lpstr>
      <vt:lpstr>A escolha locacional maximiza a renda real líquida</vt:lpstr>
      <vt:lpstr>Literatura divide o custo em dois tipos: geográfico e laboral</vt:lpstr>
      <vt:lpstr>Da escolha individual ao preenchimento agregado</vt:lpstr>
      <vt:lpstr>PowerPoint Presentation</vt:lpstr>
      <vt:lpstr>Da condição de aceitação, sai nossa hipótese econômica</vt:lpstr>
      <vt:lpstr>PowerPoint Presentation</vt:lpstr>
      <vt:lpstr>X</vt:lpstr>
      <vt:lpstr>PowerPoint Presentation</vt:lpstr>
      <vt:lpstr>X</vt:lpstr>
      <vt:lpstr>PowerPoint Presentation</vt:lpstr>
      <vt:lpstr>X</vt:lpstr>
      <vt:lpstr>PowerPoint Presentation</vt:lpstr>
      <vt:lpstr>PowerPoint Presentation</vt:lpstr>
      <vt:lpstr>PowerPoint Presentation</vt:lpstr>
      <vt:lpstr>PowerPoint Presentation</vt:lpstr>
      <vt:lpstr>O desafio é separar o efeito da bolsa do efeito da vulnerabilidade</vt:lpstr>
      <vt:lpstr>O desafio é separar o efeito da bolsa do efeito da vulnerabilidade</vt:lpstr>
      <vt:lpstr>O IVS mede a vulnerabilidade social dos territórios brasileiros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benegra.rg@gmail.com</dc:creator>
  <cp:revision>1</cp:revision>
  <dcterms:created xsi:type="dcterms:W3CDTF">2026-08-31T13:12:19Z</dcterms:created>
  <dcterms:modified xsi:type="dcterms:W3CDTF">2026-10-19T14:29:23Z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0x010100038C8786BE86CB408D96F421BBC77521</vt:lpwstr>
  </property>
</Properties>
</file>