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7.xml" ContentType="application/vnd.openxmlformats-officedocument.presentationml.slide+xml"/>
  <Override PartName="/ppt/notesSlides/notesSlide23.xml" ContentType="application/vnd.openxmlformats-officedocument.presentationml.notesSlide+xml"/>
  <Override PartName="/ppt/slides/slide38.xml" ContentType="application/vnd.openxmlformats-officedocument.presentationml.slide+xml"/>
  <Override PartName="/ppt/notesSlides/notesSlide24.xml" ContentType="application/vnd.openxmlformats-officedocument.presentationml.notesSlide+xml"/>
  <Override PartName="/ppt/slides/slide39.xml" ContentType="application/vnd.openxmlformats-officedocument.presentationml.slide+xml"/>
  <Override PartName="/ppt/notesSlides/notesSlide25.xml" ContentType="application/vnd.openxmlformats-officedocument.presentationml.notesSlide+xml"/>
  <Override PartName="/ppt/slides/slide40.xml" ContentType="application/vnd.openxmlformats-officedocument.presentationml.slide+xml"/>
  <Override PartName="/ppt/notesSlides/notesSlide26.xml" ContentType="application/vnd.openxmlformats-officedocument.presentationml.notesSlide+xml"/>
  <Override PartName="/ppt/slides/slide41.xml" ContentType="application/vnd.openxmlformats-officedocument.presentationml.slide+xml"/>
  <Override PartName="/ppt/notesSlides/notesSlide27.xml" ContentType="application/vnd.openxmlformats-officedocument.presentationml.notesSlide+xml"/>
  <Override PartName="/ppt/slides/slide42.xml" ContentType="application/vnd.openxmlformats-officedocument.presentationml.slide+xml"/>
  <Override PartName="/ppt/notesSlides/notesSlide28.xml" ContentType="application/vnd.openxmlformats-officedocument.presentationml.notesSlide+xml"/>
  <Override PartName="/ppt/slides/slide43.xml" ContentType="application/vnd.openxmlformats-officedocument.presentationml.slide+xml"/>
  <Override PartName="/ppt/notesSlides/notesSlide29.xml" ContentType="application/vnd.openxmlformats-officedocument.presentationml.notesSlide+xml"/>
  <Override PartName="/ppt/slides/slide44.xml" ContentType="application/vnd.openxmlformats-officedocument.presentationml.slide+xml"/>
  <Override PartName="/ppt/notesSlides/notesSlide30.xml" ContentType="application/vnd.openxmlformats-officedocument.presentationml.notesSlide+xml"/>
  <Override PartName="/ppt/slides/slide45.xml" ContentType="application/vnd.openxmlformats-officedocument.presentationml.slide+xml"/>
  <Override PartName="/ppt/notesSlides/notesSlide31.xml" ContentType="application/vnd.openxmlformats-officedocument.presentationml.notesSlide+xml"/>
  <Override PartName="/ppt/slides/slide46.xml" ContentType="application/vnd.openxmlformats-officedocument.presentationml.slide+xml"/>
  <Override PartName="/ppt/notesSlides/notesSlide32.xml" ContentType="application/vnd.openxmlformats-officedocument.presentationml.notesSlide+xml"/>
  <Override PartName="/ppt/slides/slide47.xml" ContentType="application/vnd.openxmlformats-officedocument.presentationml.slide+xml"/>
  <Override PartName="/ppt/notesSlides/notesSlide33.xml" ContentType="application/vnd.openxmlformats-officedocument.presentationml.notesSlide+xml"/>
  <Override PartName="/ppt/slides/slide48.xml" ContentType="application/vnd.openxmlformats-officedocument.presentationml.slide+xml"/>
  <Override PartName="/ppt/notesSlides/notesSlide34.xml" ContentType="application/vnd.openxmlformats-officedocument.presentationml.notesSlide+xml"/>
  <Override PartName="/ppt/slides/slide49.xml" ContentType="application/vnd.openxmlformats-officedocument.presentationml.slide+xml"/>
  <Override PartName="/ppt/notesSlides/notesSlide35.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50" r:id="rId4"/>
    <p:sldMasterId id="2147483654" r:id="rId5"/>
  </p:sldMasterIdLst>
  <p:notesMasterIdLst>
    <p:notesMasterId r:id="rId42"/>
  </p:notesMasterIdLst>
  <p:sldIdLst>
    <p:sldId id="402" r:id="rId49"/>
    <p:sldId id="403" r:id="rId50"/>
    <p:sldId id="404" r:id="rId51"/>
    <p:sldId id="405" r:id="rId52"/>
    <p:sldId id="406" r:id="rId53"/>
    <p:sldId id="407" r:id="rId54"/>
    <p:sldId id="408" r:id="rId55"/>
    <p:sldId id="409" r:id="rId56"/>
    <p:sldId id="410" r:id="rId57"/>
    <p:sldId id="411" r:id="rId58"/>
    <p:sldId id="412" r:id="rId59"/>
    <p:sldId id="413" r:id="rId60"/>
    <p:sldId id="414" r:id="rId6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33" userDrawn="1">
          <p15:clr>
            <a:srgbClr val="A4A3A4"/>
          </p15:clr>
        </p15:guide>
        <p15:guide id="2" pos="3840" userDrawn="1">
          <p15:clr>
            <a:srgbClr val="A4A3A4"/>
          </p15:clr>
        </p15:guide>
        <p15:guide id="3" orient="horz" pos="4088" userDrawn="1">
          <p15:clr>
            <a:srgbClr val="A4A3A4"/>
          </p15:clr>
        </p15:guide>
        <p15:guide id="4" orient="horz" pos="1820" userDrawn="1">
          <p15:clr>
            <a:srgbClr val="A4A3A4"/>
          </p15:clr>
        </p15:guide>
        <p15:guide id="5" orient="horz" pos="935" userDrawn="1">
          <p15:clr>
            <a:srgbClr val="A4A3A4"/>
          </p15:clr>
        </p15:guide>
        <p15:guide id="7" pos="3613" userDrawn="1">
          <p15:clr>
            <a:srgbClr val="A4A3A4"/>
          </p15:clr>
        </p15:guide>
        <p15:guide id="8" pos="3772" userDrawn="1">
          <p15:clr>
            <a:srgbClr val="A4A3A4"/>
          </p15:clr>
        </p15:guide>
        <p15:guide id="9" pos="7333" userDrawn="1">
          <p15:clr>
            <a:srgbClr val="A4A3A4"/>
          </p15:clr>
        </p15:guide>
        <p15:guide id="10" pos="12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14719"/>
    <a:srgbClr val="7F7F7F"/>
    <a:srgbClr val="EEF3ED"/>
    <a:srgbClr val="1B3A20"/>
    <a:srgbClr val="A9C0A7"/>
    <a:srgbClr val="698F6E"/>
    <a:srgbClr val="396444"/>
    <a:srgbClr val="D6E1D3"/>
    <a:srgbClr val="797979"/>
    <a:srgbClr val="3964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0306FF0-EBC5-4939-8C28-FB7939CB6E19}" v="179" dt="2026-10-19T13:28:16.949"/>
    <p1510:client id="{9F336FA0-0749-4B81-93D9-F595834F8A4D}" v="11036" dt="2026-10-19T14:29:08.239"/>
    <p1510:client id="{F73E5D69-B8CD-4751-88D7-3AED7A889B2D}" v="29" dt="2026-10-19T13:08:18.8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1933"/>
        <p:guide pos="3840"/>
        <p:guide orient="horz" pos="4088"/>
        <p:guide orient="horz" pos="1820"/>
        <p:guide orient="horz" pos="935"/>
        <p:guide pos="3613"/>
        <p:guide pos="3772"/>
        <p:guide pos="7333"/>
        <p:guide pos="121"/>
      </p:guideLst>
    </p:cSldViewPr>
  </p:slideViewPr>
  <p:gridSpacing cx="76200" cy="76200"/>
</p:viewPr>
</file>

<file path=ppt/_rels/presentation.xml.rels><?xml version="1.0" encoding="UTF-8" standalone="yes"?>
<Relationships xmlns="http://schemas.openxmlformats.org/package/2006/relationships"><Relationship Id="rId42" Type="http://schemas.openxmlformats.org/officeDocument/2006/relationships/notesMaster" Target="notesMasters/notesMaster1.xml"/><Relationship Id="rId47" Type="http://schemas.microsoft.com/office/2016/11/relationships/changesInfo" Target="changesInfos/changesInfo1.xml"/><Relationship Id="rId2" Type="http://schemas.openxmlformats.org/officeDocument/2006/relationships/customXml" Target="../customXml/item2.xml"/><Relationship Id="rId1" Type="http://schemas.openxmlformats.org/officeDocument/2006/relationships/customXml" Target="../customXml/item1.xml"/><Relationship Id="rId45" Type="http://schemas.openxmlformats.org/officeDocument/2006/relationships/theme" Target="theme/theme1.xml"/><Relationship Id="rId5" Type="http://schemas.openxmlformats.org/officeDocument/2006/relationships/slideMaster" Target="slideMasters/slideMaster2.xml"/><Relationship Id="rId44" Type="http://schemas.openxmlformats.org/officeDocument/2006/relationships/viewProps" Target="viewProps.xml"/><Relationship Id="rId4" Type="http://schemas.openxmlformats.org/officeDocument/2006/relationships/slideMaster" Target="slideMasters/slideMaster1.xml"/><Relationship Id="rId43" Type="http://schemas.openxmlformats.org/officeDocument/2006/relationships/presProps" Target="presProps.xml"/><Relationship Id="rId48" Type="http://schemas.microsoft.com/office/2015/10/relationships/revisionInfo" Target="revisionInfo.xml"/><Relationship Id="rId3" Type="http://schemas.openxmlformats.org/officeDocument/2006/relationships/customXml" Target="../customXml/item3.xml"/><Relationship Id="rId46" Type="http://schemas.openxmlformats.org/officeDocument/2006/relationships/tableStyles" Target="tableStyles.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briel Rodrigues Benegra" userId="15951f17-e43d-4387-8d23-f76792a6730a" providerId="ADAL" clId="{20306FF0-EBC5-4939-8C28-FB7939CB6E19}"/>
    <pc:docChg chg="undo custSel addSld delSld modSld sldOrd">
      <pc:chgData name="Gabriel Rodrigues Benegra" userId="15951f17-e43d-4387-8d23-f76792a6730a" providerId="ADAL" clId="{20306FF0-EBC5-4939-8C28-FB7939CB6E19}" dt="2026-10-19T13:06:24.286" v="8341"/>
      <pc:docMkLst>
        <pc:docMk/>
      </pc:docMkLst>
      <pc:sldChg chg="modSp mod">
        <pc:chgData name="Gabriel Rodrigues Benegra" userId="15951f17-e43d-4387-8d23-f76792a6730a" providerId="ADAL" clId="{20306FF0-EBC5-4939-8C28-FB7939CB6E19}" dt="2026-09-09T14:05:59.312" v="2" actId="1036"/>
        <pc:sldMkLst>
          <pc:docMk/>
          <pc:sldMk cId="940414154" sldId="272"/>
        </pc:sldMkLst>
        <pc:spChg chg="mod">
          <ac:chgData name="Gabriel Rodrigues Benegra" userId="15951f17-e43d-4387-8d23-f76792a6730a" providerId="ADAL" clId="{20306FF0-EBC5-4939-8C28-FB7939CB6E19}" dt="2026-09-09T14:05:59.312" v="2" actId="1036"/>
          <ac:spMkLst>
            <pc:docMk/>
            <pc:sldMk cId="940414154" sldId="272"/>
            <ac:spMk id="3" creationId="{F33F0DF1-831B-C8EE-9529-7A1584C93111}"/>
          </ac:spMkLst>
        </pc:spChg>
      </pc:sldChg>
      <pc:sldChg chg="addSp delSp modSp mod">
        <pc:chgData name="Gabriel Rodrigues Benegra" userId="15951f17-e43d-4387-8d23-f76792a6730a" providerId="ADAL" clId="{20306FF0-EBC5-4939-8C28-FB7939CB6E19}" dt="2026-10-14T13:44:35.441" v="6280" actId="20577"/>
        <pc:sldMkLst>
          <pc:docMk/>
          <pc:sldMk cId="1653737069" sldId="286"/>
        </pc:sldMkLst>
        <pc:spChg chg="add del">
          <ac:chgData name="Gabriel Rodrigues Benegra" userId="15951f17-e43d-4387-8d23-f76792a6730a" providerId="ADAL" clId="{20306FF0-EBC5-4939-8C28-FB7939CB6E19}" dt="2026-10-14T13:38:22.570" v="6042"/>
          <ac:spMkLst>
            <pc:docMk/>
            <pc:sldMk cId="1653737069" sldId="286"/>
            <ac:spMk id="2" creationId="{292C61EF-2F82-7EDD-DE6A-DE6F5C630AFE}"/>
          </ac:spMkLst>
        </pc:spChg>
        <pc:spChg chg="add mod">
          <ac:chgData name="Gabriel Rodrigues Benegra" userId="15951f17-e43d-4387-8d23-f76792a6730a" providerId="ADAL" clId="{20306FF0-EBC5-4939-8C28-FB7939CB6E19}" dt="2026-10-14T13:44:00.991" v="6257" actId="1037"/>
          <ac:spMkLst>
            <pc:docMk/>
            <pc:sldMk cId="1653737069" sldId="286"/>
            <ac:spMk id="3" creationId="{E5C901EA-882B-3D2D-09C3-FA69B71CFE96}"/>
          </ac:spMkLst>
        </pc:spChg>
        <pc:spChg chg="mod">
          <ac:chgData name="Gabriel Rodrigues Benegra" userId="15951f17-e43d-4387-8d23-f76792a6730a" providerId="ADAL" clId="{20306FF0-EBC5-4939-8C28-FB7939CB6E19}" dt="2026-10-14T13:28:54.686" v="5952" actId="1076"/>
          <ac:spMkLst>
            <pc:docMk/>
            <pc:sldMk cId="1653737069" sldId="286"/>
            <ac:spMk id="10" creationId="{A36FEEF8-9FBC-1A65-A14B-698DF8CD4BDC}"/>
          </ac:spMkLst>
        </pc:spChg>
        <pc:spChg chg="mod">
          <ac:chgData name="Gabriel Rodrigues Benegra" userId="15951f17-e43d-4387-8d23-f76792a6730a" providerId="ADAL" clId="{20306FF0-EBC5-4939-8C28-FB7939CB6E19}" dt="2026-09-14T12:56:35.391" v="510" actId="14100"/>
          <ac:spMkLst>
            <pc:docMk/>
            <pc:sldMk cId="1653737069" sldId="286"/>
            <ac:spMk id="23" creationId="{6082F17A-5AD1-3FD3-DA0A-419F8FF9FB79}"/>
          </ac:spMkLst>
        </pc:spChg>
        <pc:spChg chg="mod">
          <ac:chgData name="Gabriel Rodrigues Benegra" userId="15951f17-e43d-4387-8d23-f76792a6730a" providerId="ADAL" clId="{20306FF0-EBC5-4939-8C28-FB7939CB6E19}" dt="2026-10-14T13:30:29.456" v="5964" actId="14100"/>
          <ac:spMkLst>
            <pc:docMk/>
            <pc:sldMk cId="1653737069" sldId="286"/>
            <ac:spMk id="27" creationId="{218C7C74-E83A-F4E0-4177-356EC2DF102D}"/>
          </ac:spMkLst>
        </pc:spChg>
        <pc:spChg chg="mod">
          <ac:chgData name="Gabriel Rodrigues Benegra" userId="15951f17-e43d-4387-8d23-f76792a6730a" providerId="ADAL" clId="{20306FF0-EBC5-4939-8C28-FB7939CB6E19}" dt="2026-10-14T13:35:10.614" v="6040" actId="113"/>
          <ac:spMkLst>
            <pc:docMk/>
            <pc:sldMk cId="1653737069" sldId="286"/>
            <ac:spMk id="29" creationId="{83C33592-ACE8-F0DA-616D-FA66348FEDAC}"/>
          </ac:spMkLst>
        </pc:spChg>
        <pc:spChg chg="mod">
          <ac:chgData name="Gabriel Rodrigues Benegra" userId="15951f17-e43d-4387-8d23-f76792a6730a" providerId="ADAL" clId="{20306FF0-EBC5-4939-8C28-FB7939CB6E19}" dt="2026-10-14T13:44:35.441" v="6280" actId="20577"/>
          <ac:spMkLst>
            <pc:docMk/>
            <pc:sldMk cId="1653737069" sldId="286"/>
            <ac:spMk id="31" creationId="{9A3C1FB9-EF03-8156-3CA8-3AD211DC54DF}"/>
          </ac:spMkLst>
        </pc:spChg>
        <pc:spChg chg="mod">
          <ac:chgData name="Gabriel Rodrigues Benegra" userId="15951f17-e43d-4387-8d23-f76792a6730a" providerId="ADAL" clId="{20306FF0-EBC5-4939-8C28-FB7939CB6E19}" dt="2026-10-14T13:40:03.600" v="6124" actId="113"/>
          <ac:spMkLst>
            <pc:docMk/>
            <pc:sldMk cId="1653737069" sldId="286"/>
            <ac:spMk id="33" creationId="{69298370-0554-BCED-4107-E00D640B8A3D}"/>
          </ac:spMkLst>
        </pc:spChg>
        <pc:spChg chg="mod">
          <ac:chgData name="Gabriel Rodrigues Benegra" userId="15951f17-e43d-4387-8d23-f76792a6730a" providerId="ADAL" clId="{20306FF0-EBC5-4939-8C28-FB7939CB6E19}" dt="2026-09-14T12:57:23.688" v="516" actId="2711"/>
          <ac:spMkLst>
            <pc:docMk/>
            <pc:sldMk cId="1653737069" sldId="286"/>
            <ac:spMk id="35" creationId="{7B731846-CEF9-5650-39A6-B2C0A98D9FDD}"/>
          </ac:spMkLst>
        </pc:spChg>
        <pc:spChg chg="mod">
          <ac:chgData name="Gabriel Rodrigues Benegra" userId="15951f17-e43d-4387-8d23-f76792a6730a" providerId="ADAL" clId="{20306FF0-EBC5-4939-8C28-FB7939CB6E19}" dt="2026-09-14T12:57:30.993" v="517" actId="2711"/>
          <ac:spMkLst>
            <pc:docMk/>
            <pc:sldMk cId="1653737069" sldId="286"/>
            <ac:spMk id="37" creationId="{A624A51B-1F6F-9EA0-D1CD-DC9A17C5D3F4}"/>
          </ac:spMkLst>
        </pc:spChg>
        <pc:spChg chg="mod">
          <ac:chgData name="Gabriel Rodrigues Benegra" userId="15951f17-e43d-4387-8d23-f76792a6730a" providerId="ADAL" clId="{20306FF0-EBC5-4939-8C28-FB7939CB6E19}" dt="2026-10-14T13:43:50.083" v="6247" actId="20577"/>
          <ac:spMkLst>
            <pc:docMk/>
            <pc:sldMk cId="1653737069" sldId="286"/>
            <ac:spMk id="39" creationId="{AE9B93B8-0E29-8838-E977-6FD99BAD27E0}"/>
          </ac:spMkLst>
        </pc:spChg>
        <pc:spChg chg="mod">
          <ac:chgData name="Gabriel Rodrigues Benegra" userId="15951f17-e43d-4387-8d23-f76792a6730a" providerId="ADAL" clId="{20306FF0-EBC5-4939-8C28-FB7939CB6E19}" dt="2026-09-14T12:58:53.445" v="580" actId="1038"/>
          <ac:spMkLst>
            <pc:docMk/>
            <pc:sldMk cId="1653737069" sldId="286"/>
            <ac:spMk id="202" creationId="{1F49769F-0CAA-EDF0-F6B0-D2E574D7340F}"/>
          </ac:spMkLst>
        </pc:spChg>
        <pc:spChg chg="mod">
          <ac:chgData name="Gabriel Rodrigues Benegra" userId="15951f17-e43d-4387-8d23-f76792a6730a" providerId="ADAL" clId="{20306FF0-EBC5-4939-8C28-FB7939CB6E19}" dt="2026-09-14T12:58:28.053" v="547" actId="1038"/>
          <ac:spMkLst>
            <pc:docMk/>
            <pc:sldMk cId="1653737069" sldId="286"/>
            <ac:spMk id="203" creationId="{98486FDE-B2DC-E786-85CA-360D8BC9A86E}"/>
          </ac:spMkLst>
        </pc:spChg>
        <pc:spChg chg="mod">
          <ac:chgData name="Gabriel Rodrigues Benegra" userId="15951f17-e43d-4387-8d23-f76792a6730a" providerId="ADAL" clId="{20306FF0-EBC5-4939-8C28-FB7939CB6E19}" dt="2026-09-14T12:58:35.915" v="562" actId="1037"/>
          <ac:spMkLst>
            <pc:docMk/>
            <pc:sldMk cId="1653737069" sldId="286"/>
            <ac:spMk id="204" creationId="{9DA9C8DC-B4D9-7D00-C1CD-1794968EFD08}"/>
          </ac:spMkLst>
        </pc:spChg>
      </pc:sldChg>
      <pc:sldChg chg="addSp delSp modSp add mod">
        <pc:chgData name="Gabriel Rodrigues Benegra" userId="15951f17-e43d-4387-8d23-f76792a6730a" providerId="ADAL" clId="{20306FF0-EBC5-4939-8C28-FB7939CB6E19}" dt="2026-09-16T12:58:33.820" v="932" actId="1036"/>
        <pc:sldMkLst>
          <pc:docMk/>
          <pc:sldMk cId="1695601358" sldId="317"/>
        </pc:sldMkLst>
        <pc:spChg chg="add mod">
          <ac:chgData name="Gabriel Rodrigues Benegra" userId="15951f17-e43d-4387-8d23-f76792a6730a" providerId="ADAL" clId="{20306FF0-EBC5-4939-8C28-FB7939CB6E19}" dt="2026-09-16T12:57:53.937" v="895"/>
          <ac:spMkLst>
            <pc:docMk/>
            <pc:sldMk cId="1695601358" sldId="317"/>
            <ac:spMk id="7" creationId="{72BC5D49-81F0-36D0-0DA9-FD55B01A1D55}"/>
          </ac:spMkLst>
        </pc:spChg>
        <pc:spChg chg="add mod">
          <ac:chgData name="Gabriel Rodrigues Benegra" userId="15951f17-e43d-4387-8d23-f76792a6730a" providerId="ADAL" clId="{20306FF0-EBC5-4939-8C28-FB7939CB6E19}" dt="2026-09-16T12:58:33.820" v="932" actId="1036"/>
          <ac:spMkLst>
            <pc:docMk/>
            <pc:sldMk cId="1695601358" sldId="317"/>
            <ac:spMk id="8" creationId="{00BC5D0C-9282-390D-6D6E-1B02823708B5}"/>
          </ac:spMkLst>
        </pc:spChg>
        <pc:picChg chg="add mod">
          <ac:chgData name="Gabriel Rodrigues Benegra" userId="15951f17-e43d-4387-8d23-f76792a6730a" providerId="ADAL" clId="{20306FF0-EBC5-4939-8C28-FB7939CB6E19}" dt="2026-09-16T12:57:46.159" v="894" actId="14100"/>
          <ac:picMkLst>
            <pc:docMk/>
            <pc:sldMk cId="1695601358" sldId="317"/>
            <ac:picMk id="3" creationId="{51C0B4CC-5D89-60B0-E0CE-8509F42F988E}"/>
          </ac:picMkLst>
        </pc:picChg>
      </pc:sldChg>
      <pc:sldChg chg="addSp delSp modSp add mod ord modNotesTx">
        <pc:chgData name="Gabriel Rodrigues Benegra" userId="15951f17-e43d-4387-8d23-f76792a6730a" providerId="ADAL" clId="{20306FF0-EBC5-4939-8C28-FB7939CB6E19}" dt="2026-10-19T13:06:24.286" v="8341"/>
        <pc:sldMkLst>
          <pc:docMk/>
          <pc:sldMk cId="2721456284" sldId="328"/>
        </pc:sldMkLst>
        <pc:spChg chg="add mod">
          <ac:chgData name="Gabriel Rodrigues Benegra" userId="15951f17-e43d-4387-8d23-f76792a6730a" providerId="ADAL" clId="{20306FF0-EBC5-4939-8C28-FB7939CB6E19}" dt="2026-09-16T13:53:16.601" v="3590" actId="207"/>
          <ac:spMkLst>
            <pc:docMk/>
            <pc:sldMk cId="2721456284" sldId="328"/>
            <ac:spMk id="5" creationId="{985978EA-62E5-5444-25C9-1E5117C7568B}"/>
          </ac:spMkLst>
        </pc:spChg>
        <pc:spChg chg="mod">
          <ac:chgData name="Gabriel Rodrigues Benegra" userId="15951f17-e43d-4387-8d23-f76792a6730a" providerId="ADAL" clId="{20306FF0-EBC5-4939-8C28-FB7939CB6E19}" dt="2026-09-20T21:33:36.128" v="5262" actId="20577"/>
          <ac:spMkLst>
            <pc:docMk/>
            <pc:sldMk cId="2721456284" sldId="328"/>
            <ac:spMk id="6" creationId="{71A78142-FD64-C970-A9AC-CEFCC745BDF7}"/>
          </ac:spMkLst>
        </pc:spChg>
        <pc:spChg chg="add mod">
          <ac:chgData name="Gabriel Rodrigues Benegra" userId="15951f17-e43d-4387-8d23-f76792a6730a" providerId="ADAL" clId="{20306FF0-EBC5-4939-8C28-FB7939CB6E19}" dt="2026-09-16T14:36:24.393" v="4728" actId="1037"/>
          <ac:spMkLst>
            <pc:docMk/>
            <pc:sldMk cId="2721456284" sldId="328"/>
            <ac:spMk id="8" creationId="{85F5A5DC-0139-79BC-99F1-5BC2742958CB}"/>
          </ac:spMkLst>
        </pc:spChg>
        <pc:spChg chg="mod ord">
          <ac:chgData name="Gabriel Rodrigues Benegra" userId="15951f17-e43d-4387-8d23-f76792a6730a" providerId="ADAL" clId="{20306FF0-EBC5-4939-8C28-FB7939CB6E19}" dt="2026-09-20T21:50:02.611" v="5770" actId="1036"/>
          <ac:spMkLst>
            <pc:docMk/>
            <pc:sldMk cId="2721456284" sldId="328"/>
            <ac:spMk id="13" creationId="{E7F8ADC8-BF58-2DED-8774-D99E4527AB78}"/>
          </ac:spMkLst>
        </pc:spChg>
        <pc:spChg chg="add mod">
          <ac:chgData name="Gabriel Rodrigues Benegra" userId="15951f17-e43d-4387-8d23-f76792a6730a" providerId="ADAL" clId="{20306FF0-EBC5-4939-8C28-FB7939CB6E19}" dt="2026-09-20T21:51:03.197" v="5773" actId="1035"/>
          <ac:spMkLst>
            <pc:docMk/>
            <pc:sldMk cId="2721456284" sldId="328"/>
            <ac:spMk id="21" creationId="{E2F180CF-09D1-B73C-EF67-A17E37AED802}"/>
          </ac:spMkLst>
        </pc:spChg>
        <pc:spChg chg="add mod">
          <ac:chgData name="Gabriel Rodrigues Benegra" userId="15951f17-e43d-4387-8d23-f76792a6730a" providerId="ADAL" clId="{20306FF0-EBC5-4939-8C28-FB7939CB6E19}" dt="2026-09-20T21:33:03.256" v="5251" actId="113"/>
          <ac:spMkLst>
            <pc:docMk/>
            <pc:sldMk cId="2721456284" sldId="328"/>
            <ac:spMk id="25" creationId="{C06B81C7-0D37-807B-27F3-BDE4E2100DF2}"/>
          </ac:spMkLst>
        </pc:spChg>
        <pc:spChg chg="mod">
          <ac:chgData name="Gabriel Rodrigues Benegra" userId="15951f17-e43d-4387-8d23-f76792a6730a" providerId="ADAL" clId="{20306FF0-EBC5-4939-8C28-FB7939CB6E19}" dt="2026-09-20T21:38:40.272" v="5752" actId="1038"/>
          <ac:spMkLst>
            <pc:docMk/>
            <pc:sldMk cId="2721456284" sldId="328"/>
            <ac:spMk id="30" creationId="{88E05A83-BA15-E84C-39E1-3EE09D018190}"/>
          </ac:spMkLst>
        </pc:spChg>
        <pc:spChg chg="mod">
          <ac:chgData name="Gabriel Rodrigues Benegra" userId="15951f17-e43d-4387-8d23-f76792a6730a" providerId="ADAL" clId="{20306FF0-EBC5-4939-8C28-FB7939CB6E19}" dt="2026-09-20T21:38:40.272" v="5752" actId="1038"/>
          <ac:spMkLst>
            <pc:docMk/>
            <pc:sldMk cId="2721456284" sldId="328"/>
            <ac:spMk id="31" creationId="{4C3A937A-A972-E90A-0457-474C926F09FA}"/>
          </ac:spMkLst>
        </pc:spChg>
        <pc:spChg chg="mod">
          <ac:chgData name="Gabriel Rodrigues Benegra" userId="15951f17-e43d-4387-8d23-f76792a6730a" providerId="ADAL" clId="{20306FF0-EBC5-4939-8C28-FB7939CB6E19}" dt="2026-09-20T21:38:40.272" v="5752" actId="1038"/>
          <ac:spMkLst>
            <pc:docMk/>
            <pc:sldMk cId="2721456284" sldId="328"/>
            <ac:spMk id="33" creationId="{CAEC2B22-F8E2-F5DE-CD1F-BDA55B5C0067}"/>
          </ac:spMkLst>
        </pc:spChg>
        <pc:spChg chg="mod">
          <ac:chgData name="Gabriel Rodrigues Benegra" userId="15951f17-e43d-4387-8d23-f76792a6730a" providerId="ADAL" clId="{20306FF0-EBC5-4939-8C28-FB7939CB6E19}" dt="2026-09-20T21:38:40.272" v="5752" actId="1038"/>
          <ac:spMkLst>
            <pc:docMk/>
            <pc:sldMk cId="2721456284" sldId="328"/>
            <ac:spMk id="34" creationId="{3BE9C572-D2E6-86CB-1587-EA01C3F96FC8}"/>
          </ac:spMkLst>
        </pc:spChg>
        <pc:spChg chg="mod">
          <ac:chgData name="Gabriel Rodrigues Benegra" userId="15951f17-e43d-4387-8d23-f76792a6730a" providerId="ADAL" clId="{20306FF0-EBC5-4939-8C28-FB7939CB6E19}" dt="2026-09-20T21:38:40.272" v="5752" actId="1038"/>
          <ac:spMkLst>
            <pc:docMk/>
            <pc:sldMk cId="2721456284" sldId="328"/>
            <ac:spMk id="37" creationId="{1195DBA2-0282-37A6-3A35-079C9B8C375F}"/>
          </ac:spMkLst>
        </pc:spChg>
        <pc:spChg chg="mod">
          <ac:chgData name="Gabriel Rodrigues Benegra" userId="15951f17-e43d-4387-8d23-f76792a6730a" providerId="ADAL" clId="{20306FF0-EBC5-4939-8C28-FB7939CB6E19}" dt="2026-09-20T21:38:40.272" v="5752" actId="1038"/>
          <ac:spMkLst>
            <pc:docMk/>
            <pc:sldMk cId="2721456284" sldId="328"/>
            <ac:spMk id="38" creationId="{D2260992-2D44-499E-3CD3-D390D3EBE176}"/>
          </ac:spMkLst>
        </pc:spChg>
        <pc:spChg chg="mod">
          <ac:chgData name="Gabriel Rodrigues Benegra" userId="15951f17-e43d-4387-8d23-f76792a6730a" providerId="ADAL" clId="{20306FF0-EBC5-4939-8C28-FB7939CB6E19}" dt="2026-09-20T21:38:40.272" v="5752" actId="1038"/>
          <ac:spMkLst>
            <pc:docMk/>
            <pc:sldMk cId="2721456284" sldId="328"/>
            <ac:spMk id="40" creationId="{34E5FE27-ED12-5830-04CE-79BFAB8BD152}"/>
          </ac:spMkLst>
        </pc:spChg>
        <pc:spChg chg="mod">
          <ac:chgData name="Gabriel Rodrigues Benegra" userId="15951f17-e43d-4387-8d23-f76792a6730a" providerId="ADAL" clId="{20306FF0-EBC5-4939-8C28-FB7939CB6E19}" dt="2026-09-20T21:38:40.272" v="5752" actId="1038"/>
          <ac:spMkLst>
            <pc:docMk/>
            <pc:sldMk cId="2721456284" sldId="328"/>
            <ac:spMk id="41" creationId="{E5AFCA71-4556-0927-CC18-E35AF9C15E52}"/>
          </ac:spMkLst>
        </pc:spChg>
        <pc:spChg chg="mod">
          <ac:chgData name="Gabriel Rodrigues Benegra" userId="15951f17-e43d-4387-8d23-f76792a6730a" providerId="ADAL" clId="{20306FF0-EBC5-4939-8C28-FB7939CB6E19}" dt="2026-09-20T21:38:40.272" v="5752" actId="1038"/>
          <ac:spMkLst>
            <pc:docMk/>
            <pc:sldMk cId="2721456284" sldId="328"/>
            <ac:spMk id="42" creationId="{ADAF658A-EE6C-9A45-8A24-555F1FCC921A}"/>
          </ac:spMkLst>
        </pc:spChg>
        <pc:spChg chg="mod">
          <ac:chgData name="Gabriel Rodrigues Benegra" userId="15951f17-e43d-4387-8d23-f76792a6730a" providerId="ADAL" clId="{20306FF0-EBC5-4939-8C28-FB7939CB6E19}" dt="2026-09-20T21:38:40.272" v="5752" actId="1038"/>
          <ac:spMkLst>
            <pc:docMk/>
            <pc:sldMk cId="2721456284" sldId="328"/>
            <ac:spMk id="43" creationId="{81960EB9-61E3-A17B-4175-8B5388BAD1B5}"/>
          </ac:spMkLst>
        </pc:spChg>
        <pc:spChg chg="mod">
          <ac:chgData name="Gabriel Rodrigues Benegra" userId="15951f17-e43d-4387-8d23-f76792a6730a" providerId="ADAL" clId="{20306FF0-EBC5-4939-8C28-FB7939CB6E19}" dt="2026-09-20T21:38:40.272" v="5752" actId="1038"/>
          <ac:spMkLst>
            <pc:docMk/>
            <pc:sldMk cId="2721456284" sldId="328"/>
            <ac:spMk id="44" creationId="{E184A842-2B88-F602-EAE5-7847EB80A204}"/>
          </ac:spMkLst>
        </pc:spChg>
        <pc:spChg chg="mod">
          <ac:chgData name="Gabriel Rodrigues Benegra" userId="15951f17-e43d-4387-8d23-f76792a6730a" providerId="ADAL" clId="{20306FF0-EBC5-4939-8C28-FB7939CB6E19}" dt="2026-09-20T21:38:40.272" v="5752" actId="1038"/>
          <ac:spMkLst>
            <pc:docMk/>
            <pc:sldMk cId="2721456284" sldId="328"/>
            <ac:spMk id="45" creationId="{A75846B6-9F47-2ADE-B15A-A71A703DA040}"/>
          </ac:spMkLst>
        </pc:spChg>
        <pc:spChg chg="mod">
          <ac:chgData name="Gabriel Rodrigues Benegra" userId="15951f17-e43d-4387-8d23-f76792a6730a" providerId="ADAL" clId="{20306FF0-EBC5-4939-8C28-FB7939CB6E19}" dt="2026-09-20T21:38:40.272" v="5752" actId="1038"/>
          <ac:spMkLst>
            <pc:docMk/>
            <pc:sldMk cId="2721456284" sldId="328"/>
            <ac:spMk id="46" creationId="{AE5B36C9-ABD5-3D75-DA64-00090FA3FA1A}"/>
          </ac:spMkLst>
        </pc:spChg>
        <pc:spChg chg="mod">
          <ac:chgData name="Gabriel Rodrigues Benegra" userId="15951f17-e43d-4387-8d23-f76792a6730a" providerId="ADAL" clId="{20306FF0-EBC5-4939-8C28-FB7939CB6E19}" dt="2026-09-20T21:38:40.272" v="5752" actId="1038"/>
          <ac:spMkLst>
            <pc:docMk/>
            <pc:sldMk cId="2721456284" sldId="328"/>
            <ac:spMk id="47" creationId="{4CAD3348-C567-15A4-2830-0E7FD9C98CD8}"/>
          </ac:spMkLst>
        </pc:spChg>
        <pc:spChg chg="mod">
          <ac:chgData name="Gabriel Rodrigues Benegra" userId="15951f17-e43d-4387-8d23-f76792a6730a" providerId="ADAL" clId="{20306FF0-EBC5-4939-8C28-FB7939CB6E19}" dt="2026-09-20T21:38:40.272" v="5752" actId="1038"/>
          <ac:spMkLst>
            <pc:docMk/>
            <pc:sldMk cId="2721456284" sldId="328"/>
            <ac:spMk id="48" creationId="{BDF4B993-62BB-5286-C676-C926520E9A3A}"/>
          </ac:spMkLst>
        </pc:spChg>
        <pc:spChg chg="mod">
          <ac:chgData name="Gabriel Rodrigues Benegra" userId="15951f17-e43d-4387-8d23-f76792a6730a" providerId="ADAL" clId="{20306FF0-EBC5-4939-8C28-FB7939CB6E19}" dt="2026-09-20T21:38:40.272" v="5752" actId="1038"/>
          <ac:spMkLst>
            <pc:docMk/>
            <pc:sldMk cId="2721456284" sldId="328"/>
            <ac:spMk id="49" creationId="{95472DE3-CF2C-A176-3DFC-C3CAF98C651E}"/>
          </ac:spMkLst>
        </pc:spChg>
        <pc:spChg chg="mod">
          <ac:chgData name="Gabriel Rodrigues Benegra" userId="15951f17-e43d-4387-8d23-f76792a6730a" providerId="ADAL" clId="{20306FF0-EBC5-4939-8C28-FB7939CB6E19}" dt="2026-09-20T21:38:40.272" v="5752" actId="1038"/>
          <ac:spMkLst>
            <pc:docMk/>
            <pc:sldMk cId="2721456284" sldId="328"/>
            <ac:spMk id="50" creationId="{8EDAC523-3440-F5E1-3B09-3E46F6FB1180}"/>
          </ac:spMkLst>
        </pc:spChg>
        <pc:spChg chg="mod">
          <ac:chgData name="Gabriel Rodrigues Benegra" userId="15951f17-e43d-4387-8d23-f76792a6730a" providerId="ADAL" clId="{20306FF0-EBC5-4939-8C28-FB7939CB6E19}" dt="2026-09-20T21:38:40.272" v="5752" actId="1038"/>
          <ac:spMkLst>
            <pc:docMk/>
            <pc:sldMk cId="2721456284" sldId="328"/>
            <ac:spMk id="51" creationId="{A19E2BBC-2364-42E7-8697-C2ED4F6B41F6}"/>
          </ac:spMkLst>
        </pc:spChg>
        <pc:spChg chg="mod">
          <ac:chgData name="Gabriel Rodrigues Benegra" userId="15951f17-e43d-4387-8d23-f76792a6730a" providerId="ADAL" clId="{20306FF0-EBC5-4939-8C28-FB7939CB6E19}" dt="2026-09-20T21:38:40.272" v="5752" actId="1038"/>
          <ac:spMkLst>
            <pc:docMk/>
            <pc:sldMk cId="2721456284" sldId="328"/>
            <ac:spMk id="52" creationId="{2EEF50C7-B3BC-4B0D-5EB2-2A4755C30980}"/>
          </ac:spMkLst>
        </pc:spChg>
        <pc:spChg chg="mod">
          <ac:chgData name="Gabriel Rodrigues Benegra" userId="15951f17-e43d-4387-8d23-f76792a6730a" providerId="ADAL" clId="{20306FF0-EBC5-4939-8C28-FB7939CB6E19}" dt="2026-09-20T21:38:40.272" v="5752" actId="1038"/>
          <ac:spMkLst>
            <pc:docMk/>
            <pc:sldMk cId="2721456284" sldId="328"/>
            <ac:spMk id="53" creationId="{A686153D-87F0-673A-12E0-7132437CD2B7}"/>
          </ac:spMkLst>
        </pc:spChg>
        <pc:spChg chg="mod">
          <ac:chgData name="Gabriel Rodrigues Benegra" userId="15951f17-e43d-4387-8d23-f76792a6730a" providerId="ADAL" clId="{20306FF0-EBC5-4939-8C28-FB7939CB6E19}" dt="2026-09-20T21:38:40.272" v="5752" actId="1038"/>
          <ac:spMkLst>
            <pc:docMk/>
            <pc:sldMk cId="2721456284" sldId="328"/>
            <ac:spMk id="54" creationId="{EB013C36-223E-DC9C-CE24-E43A4271C1F3}"/>
          </ac:spMkLst>
        </pc:spChg>
        <pc:spChg chg="mod">
          <ac:chgData name="Gabriel Rodrigues Benegra" userId="15951f17-e43d-4387-8d23-f76792a6730a" providerId="ADAL" clId="{20306FF0-EBC5-4939-8C28-FB7939CB6E19}" dt="2026-09-20T21:38:40.272" v="5752" actId="1038"/>
          <ac:spMkLst>
            <pc:docMk/>
            <pc:sldMk cId="2721456284" sldId="328"/>
            <ac:spMk id="55" creationId="{810DA4F3-4AEF-82E4-F7D5-C713926B9058}"/>
          </ac:spMkLst>
        </pc:spChg>
        <pc:spChg chg="mod">
          <ac:chgData name="Gabriel Rodrigues Benegra" userId="15951f17-e43d-4387-8d23-f76792a6730a" providerId="ADAL" clId="{20306FF0-EBC5-4939-8C28-FB7939CB6E19}" dt="2026-09-20T21:38:40.272" v="5752" actId="1038"/>
          <ac:spMkLst>
            <pc:docMk/>
            <pc:sldMk cId="2721456284" sldId="328"/>
            <ac:spMk id="56" creationId="{FCF6F84C-6FDA-5A23-E069-7B6EB94AC346}"/>
          </ac:spMkLst>
        </pc:spChg>
        <pc:spChg chg="mod">
          <ac:chgData name="Gabriel Rodrigues Benegra" userId="15951f17-e43d-4387-8d23-f76792a6730a" providerId="ADAL" clId="{20306FF0-EBC5-4939-8C28-FB7939CB6E19}" dt="2026-09-20T21:38:40.272" v="5752" actId="1038"/>
          <ac:spMkLst>
            <pc:docMk/>
            <pc:sldMk cId="2721456284" sldId="328"/>
            <ac:spMk id="57" creationId="{FE3FCA8F-D61C-2493-4980-78F3B5655899}"/>
          </ac:spMkLst>
        </pc:spChg>
        <pc:spChg chg="mod">
          <ac:chgData name="Gabriel Rodrigues Benegra" userId="15951f17-e43d-4387-8d23-f76792a6730a" providerId="ADAL" clId="{20306FF0-EBC5-4939-8C28-FB7939CB6E19}" dt="2026-09-20T21:38:40.272" v="5752" actId="1038"/>
          <ac:spMkLst>
            <pc:docMk/>
            <pc:sldMk cId="2721456284" sldId="328"/>
            <ac:spMk id="58" creationId="{54C50595-A194-049D-00E2-44D2E1214D83}"/>
          </ac:spMkLst>
        </pc:spChg>
        <pc:spChg chg="mod">
          <ac:chgData name="Gabriel Rodrigues Benegra" userId="15951f17-e43d-4387-8d23-f76792a6730a" providerId="ADAL" clId="{20306FF0-EBC5-4939-8C28-FB7939CB6E19}" dt="2026-09-20T21:38:40.272" v="5752" actId="1038"/>
          <ac:spMkLst>
            <pc:docMk/>
            <pc:sldMk cId="2721456284" sldId="328"/>
            <ac:spMk id="59" creationId="{42B7DE57-7ABB-0563-35BA-6022E9B25062}"/>
          </ac:spMkLst>
        </pc:spChg>
        <pc:spChg chg="mod">
          <ac:chgData name="Gabriel Rodrigues Benegra" userId="15951f17-e43d-4387-8d23-f76792a6730a" providerId="ADAL" clId="{20306FF0-EBC5-4939-8C28-FB7939CB6E19}" dt="2026-09-20T21:38:40.272" v="5752" actId="1038"/>
          <ac:spMkLst>
            <pc:docMk/>
            <pc:sldMk cId="2721456284" sldId="328"/>
            <ac:spMk id="60" creationId="{4BBABFF3-0735-3BD5-94E9-C7DDF8919F4E}"/>
          </ac:spMkLst>
        </pc:spChg>
        <pc:grpChg chg="add mod">
          <ac:chgData name="Gabriel Rodrigues Benegra" userId="15951f17-e43d-4387-8d23-f76792a6730a" providerId="ADAL" clId="{20306FF0-EBC5-4939-8C28-FB7939CB6E19}" dt="2026-09-20T21:38:40.272" v="5752" actId="1038"/>
          <ac:grpSpMkLst>
            <pc:docMk/>
            <pc:sldMk cId="2721456284" sldId="328"/>
            <ac:grpSpMk id="28" creationId="{17F44C52-A592-F4FA-F73E-76DB1487FF07}"/>
          </ac:grpSpMkLst>
        </pc:grpChg>
        <pc:picChg chg="add mod ord modCrop">
          <ac:chgData name="Gabriel Rodrigues Benegra" userId="15951f17-e43d-4387-8d23-f76792a6730a" providerId="ADAL" clId="{20306FF0-EBC5-4939-8C28-FB7939CB6E19}" dt="2026-09-20T21:35:47.714" v="5684" actId="1035"/>
          <ac:picMkLst>
            <pc:docMk/>
            <pc:sldMk cId="2721456284" sldId="328"/>
            <ac:picMk id="22" creationId="{FBC7BA27-3F5C-AC55-92CE-8C27CAA84D15}"/>
          </ac:picMkLst>
        </pc:picChg>
      </pc:sldChg>
      <pc:sldChg chg="modSp mod">
        <pc:chgData name="Gabriel Rodrigues Benegra" userId="15951f17-e43d-4387-8d23-f76792a6730a" providerId="ADAL" clId="{20306FF0-EBC5-4939-8C28-FB7939CB6E19}" dt="2026-10-14T13:46:24.169" v="6281"/>
        <pc:sldMkLst>
          <pc:docMk/>
          <pc:sldMk cId="881085822" sldId="341"/>
        </pc:sldMkLst>
        <pc:spChg chg="mod">
          <ac:chgData name="Gabriel Rodrigues Benegra" userId="15951f17-e43d-4387-8d23-f76792a6730a" providerId="ADAL" clId="{20306FF0-EBC5-4939-8C28-FB7939CB6E19}" dt="2026-10-14T13:46:24.169" v="6281"/>
          <ac:spMkLst>
            <pc:docMk/>
            <pc:sldMk cId="881085822" sldId="341"/>
            <ac:spMk id="15" creationId="{094E1B5B-F37A-10AA-A2EB-06EDE9D756E9}"/>
          </ac:spMkLst>
        </pc:spChg>
      </pc:sldChg>
      <pc:sldChg chg="ord">
        <pc:chgData name="Gabriel Rodrigues Benegra" userId="15951f17-e43d-4387-8d23-f76792a6730a" providerId="ADAL" clId="{20306FF0-EBC5-4939-8C28-FB7939CB6E19}" dt="2026-09-21T12:23:38.253" v="5775"/>
        <pc:sldMkLst>
          <pc:docMk/>
          <pc:sldMk cId="4207788666" sldId="347"/>
        </pc:sldMkLst>
      </pc:sldChg>
      <pc:sldChg chg="modSp add mod">
        <pc:chgData name="Gabriel Rodrigues Benegra" userId="15951f17-e43d-4387-8d23-f76792a6730a" providerId="ADAL" clId="{20306FF0-EBC5-4939-8C28-FB7939CB6E19}" dt="2026-09-20T21:26:03.853" v="4789" actId="1035"/>
        <pc:sldMkLst>
          <pc:docMk/>
          <pc:sldMk cId="2855766738" sldId="350"/>
        </pc:sldMkLst>
        <pc:spChg chg="mod">
          <ac:chgData name="Gabriel Rodrigues Benegra" userId="15951f17-e43d-4387-8d23-f76792a6730a" providerId="ADAL" clId="{20306FF0-EBC5-4939-8C28-FB7939CB6E19}" dt="2026-09-20T21:26:03.853" v="4789" actId="1035"/>
          <ac:spMkLst>
            <pc:docMk/>
            <pc:sldMk cId="2855766738" sldId="350"/>
            <ac:spMk id="8" creationId="{65AAED65-3818-1D6F-46A2-74200BCE7D7F}"/>
          </ac:spMkLst>
        </pc:spChg>
      </pc:sldChg>
      <pc:sldChg chg="addSp delSp modSp add mod">
        <pc:chgData name="Gabriel Rodrigues Benegra" userId="15951f17-e43d-4387-8d23-f76792a6730a" providerId="ADAL" clId="{20306FF0-EBC5-4939-8C28-FB7939CB6E19}" dt="2026-09-20T21:39:18.407" v="5756" actId="1076"/>
        <pc:sldMkLst>
          <pc:docMk/>
          <pc:sldMk cId="4210405125" sldId="351"/>
        </pc:sldMkLst>
        <pc:spChg chg="mod">
          <ac:chgData name="Gabriel Rodrigues Benegra" userId="15951f17-e43d-4387-8d23-f76792a6730a" providerId="ADAL" clId="{20306FF0-EBC5-4939-8C28-FB7939CB6E19}" dt="2026-09-20T21:39:18.407" v="5756" actId="1076"/>
          <ac:spMkLst>
            <pc:docMk/>
            <pc:sldMk cId="4210405125" sldId="351"/>
            <ac:spMk id="24" creationId="{E0F56E96-8BCE-1B54-94F9-D8E6BF738316}"/>
          </ac:spMkLst>
        </pc:spChg>
        <pc:spChg chg="mod">
          <ac:chgData name="Gabriel Rodrigues Benegra" userId="15951f17-e43d-4387-8d23-f76792a6730a" providerId="ADAL" clId="{20306FF0-EBC5-4939-8C28-FB7939CB6E19}" dt="2026-09-20T21:39:18.407" v="5756" actId="1076"/>
          <ac:spMkLst>
            <pc:docMk/>
            <pc:sldMk cId="4210405125" sldId="351"/>
            <ac:spMk id="25" creationId="{097A154A-7AD9-36F0-C821-C2EDB5121973}"/>
          </ac:spMkLst>
        </pc:spChg>
        <pc:spChg chg="mod">
          <ac:chgData name="Gabriel Rodrigues Benegra" userId="15951f17-e43d-4387-8d23-f76792a6730a" providerId="ADAL" clId="{20306FF0-EBC5-4939-8C28-FB7939CB6E19}" dt="2026-09-20T21:39:18.407" v="5756" actId="1076"/>
          <ac:spMkLst>
            <pc:docMk/>
            <pc:sldMk cId="4210405125" sldId="351"/>
            <ac:spMk id="28" creationId="{F5B91B3F-02EA-E0CA-6ADC-F8BE746051E8}"/>
          </ac:spMkLst>
        </pc:spChg>
        <pc:spChg chg="mod">
          <ac:chgData name="Gabriel Rodrigues Benegra" userId="15951f17-e43d-4387-8d23-f76792a6730a" providerId="ADAL" clId="{20306FF0-EBC5-4939-8C28-FB7939CB6E19}" dt="2026-09-20T21:39:18.407" v="5756" actId="1076"/>
          <ac:spMkLst>
            <pc:docMk/>
            <pc:sldMk cId="4210405125" sldId="351"/>
            <ac:spMk id="30" creationId="{AA38D075-E999-F241-01F0-5FFA54261C6B}"/>
          </ac:spMkLst>
        </pc:spChg>
        <pc:spChg chg="mod">
          <ac:chgData name="Gabriel Rodrigues Benegra" userId="15951f17-e43d-4387-8d23-f76792a6730a" providerId="ADAL" clId="{20306FF0-EBC5-4939-8C28-FB7939CB6E19}" dt="2026-09-20T21:39:18.407" v="5756" actId="1076"/>
          <ac:spMkLst>
            <pc:docMk/>
            <pc:sldMk cId="4210405125" sldId="351"/>
            <ac:spMk id="31" creationId="{C08ED914-BFDF-0F5D-985F-31D2798FE7E5}"/>
          </ac:spMkLst>
        </pc:spChg>
        <pc:spChg chg="mod">
          <ac:chgData name="Gabriel Rodrigues Benegra" userId="15951f17-e43d-4387-8d23-f76792a6730a" providerId="ADAL" clId="{20306FF0-EBC5-4939-8C28-FB7939CB6E19}" dt="2026-09-20T21:39:18.407" v="5756" actId="1076"/>
          <ac:spMkLst>
            <pc:docMk/>
            <pc:sldMk cId="4210405125" sldId="351"/>
            <ac:spMk id="33" creationId="{3B44DDA0-33AC-E91C-82D9-C50B36C1C312}"/>
          </ac:spMkLst>
        </pc:spChg>
        <pc:spChg chg="mod">
          <ac:chgData name="Gabriel Rodrigues Benegra" userId="15951f17-e43d-4387-8d23-f76792a6730a" providerId="ADAL" clId="{20306FF0-EBC5-4939-8C28-FB7939CB6E19}" dt="2026-09-20T21:39:18.407" v="5756" actId="1076"/>
          <ac:spMkLst>
            <pc:docMk/>
            <pc:sldMk cId="4210405125" sldId="351"/>
            <ac:spMk id="34" creationId="{40CDFB65-A3A8-1918-F266-9970819324AE}"/>
          </ac:spMkLst>
        </pc:spChg>
        <pc:spChg chg="mod">
          <ac:chgData name="Gabriel Rodrigues Benegra" userId="15951f17-e43d-4387-8d23-f76792a6730a" providerId="ADAL" clId="{20306FF0-EBC5-4939-8C28-FB7939CB6E19}" dt="2026-09-20T21:39:18.407" v="5756" actId="1076"/>
          <ac:spMkLst>
            <pc:docMk/>
            <pc:sldMk cId="4210405125" sldId="351"/>
            <ac:spMk id="37" creationId="{9F27EFA8-F41C-A139-0843-3F0DB2DB8DA7}"/>
          </ac:spMkLst>
        </pc:spChg>
        <pc:spChg chg="mod">
          <ac:chgData name="Gabriel Rodrigues Benegra" userId="15951f17-e43d-4387-8d23-f76792a6730a" providerId="ADAL" clId="{20306FF0-EBC5-4939-8C28-FB7939CB6E19}" dt="2026-09-20T21:39:18.407" v="5756" actId="1076"/>
          <ac:spMkLst>
            <pc:docMk/>
            <pc:sldMk cId="4210405125" sldId="351"/>
            <ac:spMk id="38" creationId="{12C22C4E-25A1-3D2D-9341-F8F0A3CE2E4E}"/>
          </ac:spMkLst>
        </pc:spChg>
        <pc:spChg chg="mod">
          <ac:chgData name="Gabriel Rodrigues Benegra" userId="15951f17-e43d-4387-8d23-f76792a6730a" providerId="ADAL" clId="{20306FF0-EBC5-4939-8C28-FB7939CB6E19}" dt="2026-09-20T21:39:18.407" v="5756" actId="1076"/>
          <ac:spMkLst>
            <pc:docMk/>
            <pc:sldMk cId="4210405125" sldId="351"/>
            <ac:spMk id="40" creationId="{8076E413-E84A-76C8-BC44-1D0467E8BA40}"/>
          </ac:spMkLst>
        </pc:spChg>
        <pc:spChg chg="mod">
          <ac:chgData name="Gabriel Rodrigues Benegra" userId="15951f17-e43d-4387-8d23-f76792a6730a" providerId="ADAL" clId="{20306FF0-EBC5-4939-8C28-FB7939CB6E19}" dt="2026-09-20T21:39:18.407" v="5756" actId="1076"/>
          <ac:spMkLst>
            <pc:docMk/>
            <pc:sldMk cId="4210405125" sldId="351"/>
            <ac:spMk id="41" creationId="{6DB18853-BF16-C200-C469-5AD88C3F2FD5}"/>
          </ac:spMkLst>
        </pc:spChg>
        <pc:spChg chg="mod">
          <ac:chgData name="Gabriel Rodrigues Benegra" userId="15951f17-e43d-4387-8d23-f76792a6730a" providerId="ADAL" clId="{20306FF0-EBC5-4939-8C28-FB7939CB6E19}" dt="2026-09-20T21:39:18.407" v="5756" actId="1076"/>
          <ac:spMkLst>
            <pc:docMk/>
            <pc:sldMk cId="4210405125" sldId="351"/>
            <ac:spMk id="42" creationId="{208B88BB-3023-D32F-F245-A9BAEBB68382}"/>
          </ac:spMkLst>
        </pc:spChg>
        <pc:spChg chg="mod">
          <ac:chgData name="Gabriel Rodrigues Benegra" userId="15951f17-e43d-4387-8d23-f76792a6730a" providerId="ADAL" clId="{20306FF0-EBC5-4939-8C28-FB7939CB6E19}" dt="2026-09-20T21:39:18.407" v="5756" actId="1076"/>
          <ac:spMkLst>
            <pc:docMk/>
            <pc:sldMk cId="4210405125" sldId="351"/>
            <ac:spMk id="43" creationId="{045CA533-7792-2924-EDDD-7D064BA6C77C}"/>
          </ac:spMkLst>
        </pc:spChg>
        <pc:spChg chg="mod">
          <ac:chgData name="Gabriel Rodrigues Benegra" userId="15951f17-e43d-4387-8d23-f76792a6730a" providerId="ADAL" clId="{20306FF0-EBC5-4939-8C28-FB7939CB6E19}" dt="2026-09-20T21:39:18.407" v="5756" actId="1076"/>
          <ac:spMkLst>
            <pc:docMk/>
            <pc:sldMk cId="4210405125" sldId="351"/>
            <ac:spMk id="44" creationId="{3A11E3A8-0F0B-3AB3-8268-A171FE5D7EBA}"/>
          </ac:spMkLst>
        </pc:spChg>
        <pc:spChg chg="mod">
          <ac:chgData name="Gabriel Rodrigues Benegra" userId="15951f17-e43d-4387-8d23-f76792a6730a" providerId="ADAL" clId="{20306FF0-EBC5-4939-8C28-FB7939CB6E19}" dt="2026-09-20T21:39:18.407" v="5756" actId="1076"/>
          <ac:spMkLst>
            <pc:docMk/>
            <pc:sldMk cId="4210405125" sldId="351"/>
            <ac:spMk id="45" creationId="{E7F2B9E8-5046-2F6E-5F41-80B2AC7E9CE3}"/>
          </ac:spMkLst>
        </pc:spChg>
        <pc:spChg chg="mod">
          <ac:chgData name="Gabriel Rodrigues Benegra" userId="15951f17-e43d-4387-8d23-f76792a6730a" providerId="ADAL" clId="{20306FF0-EBC5-4939-8C28-FB7939CB6E19}" dt="2026-09-20T21:39:18.407" v="5756" actId="1076"/>
          <ac:spMkLst>
            <pc:docMk/>
            <pc:sldMk cId="4210405125" sldId="351"/>
            <ac:spMk id="46" creationId="{83B71404-C293-7A5A-227C-5765683412A5}"/>
          </ac:spMkLst>
        </pc:spChg>
        <pc:spChg chg="mod">
          <ac:chgData name="Gabriel Rodrigues Benegra" userId="15951f17-e43d-4387-8d23-f76792a6730a" providerId="ADAL" clId="{20306FF0-EBC5-4939-8C28-FB7939CB6E19}" dt="2026-09-20T21:39:18.407" v="5756" actId="1076"/>
          <ac:spMkLst>
            <pc:docMk/>
            <pc:sldMk cId="4210405125" sldId="351"/>
            <ac:spMk id="47" creationId="{2F580B3C-7FC1-34DE-BCB9-B64C1BBA80D7}"/>
          </ac:spMkLst>
        </pc:spChg>
        <pc:spChg chg="mod">
          <ac:chgData name="Gabriel Rodrigues Benegra" userId="15951f17-e43d-4387-8d23-f76792a6730a" providerId="ADAL" clId="{20306FF0-EBC5-4939-8C28-FB7939CB6E19}" dt="2026-09-20T21:39:18.407" v="5756" actId="1076"/>
          <ac:spMkLst>
            <pc:docMk/>
            <pc:sldMk cId="4210405125" sldId="351"/>
            <ac:spMk id="48" creationId="{05E1F93F-CD65-8122-D1F8-2B50FCC19C92}"/>
          </ac:spMkLst>
        </pc:spChg>
        <pc:spChg chg="mod">
          <ac:chgData name="Gabriel Rodrigues Benegra" userId="15951f17-e43d-4387-8d23-f76792a6730a" providerId="ADAL" clId="{20306FF0-EBC5-4939-8C28-FB7939CB6E19}" dt="2026-09-20T21:39:18.407" v="5756" actId="1076"/>
          <ac:spMkLst>
            <pc:docMk/>
            <pc:sldMk cId="4210405125" sldId="351"/>
            <ac:spMk id="49" creationId="{F6713CFC-E7F3-CFAF-12A4-0B42A3ED4E4A}"/>
          </ac:spMkLst>
        </pc:spChg>
        <pc:spChg chg="mod">
          <ac:chgData name="Gabriel Rodrigues Benegra" userId="15951f17-e43d-4387-8d23-f76792a6730a" providerId="ADAL" clId="{20306FF0-EBC5-4939-8C28-FB7939CB6E19}" dt="2026-09-20T21:39:18.407" v="5756" actId="1076"/>
          <ac:spMkLst>
            <pc:docMk/>
            <pc:sldMk cId="4210405125" sldId="351"/>
            <ac:spMk id="50" creationId="{E475239C-04A3-0178-C4D7-8BE1EA3FAA6A}"/>
          </ac:spMkLst>
        </pc:spChg>
        <pc:spChg chg="mod">
          <ac:chgData name="Gabriel Rodrigues Benegra" userId="15951f17-e43d-4387-8d23-f76792a6730a" providerId="ADAL" clId="{20306FF0-EBC5-4939-8C28-FB7939CB6E19}" dt="2026-09-20T21:39:18.407" v="5756" actId="1076"/>
          <ac:spMkLst>
            <pc:docMk/>
            <pc:sldMk cId="4210405125" sldId="351"/>
            <ac:spMk id="51" creationId="{9868D123-7920-5775-388D-4724FB3500D1}"/>
          </ac:spMkLst>
        </pc:spChg>
        <pc:spChg chg="mod">
          <ac:chgData name="Gabriel Rodrigues Benegra" userId="15951f17-e43d-4387-8d23-f76792a6730a" providerId="ADAL" clId="{20306FF0-EBC5-4939-8C28-FB7939CB6E19}" dt="2026-09-20T21:39:18.407" v="5756" actId="1076"/>
          <ac:spMkLst>
            <pc:docMk/>
            <pc:sldMk cId="4210405125" sldId="351"/>
            <ac:spMk id="52" creationId="{0C6BAED6-4933-7156-997F-F860DD0D6D94}"/>
          </ac:spMkLst>
        </pc:spChg>
        <pc:spChg chg="mod">
          <ac:chgData name="Gabriel Rodrigues Benegra" userId="15951f17-e43d-4387-8d23-f76792a6730a" providerId="ADAL" clId="{20306FF0-EBC5-4939-8C28-FB7939CB6E19}" dt="2026-09-20T21:39:18.407" v="5756" actId="1076"/>
          <ac:spMkLst>
            <pc:docMk/>
            <pc:sldMk cId="4210405125" sldId="351"/>
            <ac:spMk id="53" creationId="{9AFE3034-46FA-9125-7B93-8A8D6D07A0EF}"/>
          </ac:spMkLst>
        </pc:spChg>
        <pc:spChg chg="mod">
          <ac:chgData name="Gabriel Rodrigues Benegra" userId="15951f17-e43d-4387-8d23-f76792a6730a" providerId="ADAL" clId="{20306FF0-EBC5-4939-8C28-FB7939CB6E19}" dt="2026-09-20T21:39:18.407" v="5756" actId="1076"/>
          <ac:spMkLst>
            <pc:docMk/>
            <pc:sldMk cId="4210405125" sldId="351"/>
            <ac:spMk id="54" creationId="{D3666E80-17CC-4DA3-A866-4EE961DE6EBB}"/>
          </ac:spMkLst>
        </pc:spChg>
        <pc:spChg chg="mod">
          <ac:chgData name="Gabriel Rodrigues Benegra" userId="15951f17-e43d-4387-8d23-f76792a6730a" providerId="ADAL" clId="{20306FF0-EBC5-4939-8C28-FB7939CB6E19}" dt="2026-09-20T21:39:18.407" v="5756" actId="1076"/>
          <ac:spMkLst>
            <pc:docMk/>
            <pc:sldMk cId="4210405125" sldId="351"/>
            <ac:spMk id="55" creationId="{35FC4C67-D73C-5021-9B36-C8CC58BC7ACB}"/>
          </ac:spMkLst>
        </pc:spChg>
        <pc:spChg chg="mod">
          <ac:chgData name="Gabriel Rodrigues Benegra" userId="15951f17-e43d-4387-8d23-f76792a6730a" providerId="ADAL" clId="{20306FF0-EBC5-4939-8C28-FB7939CB6E19}" dt="2026-09-20T21:39:18.407" v="5756" actId="1076"/>
          <ac:spMkLst>
            <pc:docMk/>
            <pc:sldMk cId="4210405125" sldId="351"/>
            <ac:spMk id="56" creationId="{BC75ADF3-2880-8FD6-00D4-7E4D40BD3178}"/>
          </ac:spMkLst>
        </pc:spChg>
        <pc:spChg chg="mod">
          <ac:chgData name="Gabriel Rodrigues Benegra" userId="15951f17-e43d-4387-8d23-f76792a6730a" providerId="ADAL" clId="{20306FF0-EBC5-4939-8C28-FB7939CB6E19}" dt="2026-09-20T21:39:18.407" v="5756" actId="1076"/>
          <ac:spMkLst>
            <pc:docMk/>
            <pc:sldMk cId="4210405125" sldId="351"/>
            <ac:spMk id="57" creationId="{41FC0814-215F-A6BB-026F-BA097BDC1496}"/>
          </ac:spMkLst>
        </pc:spChg>
        <pc:grpChg chg="add mod">
          <ac:chgData name="Gabriel Rodrigues Benegra" userId="15951f17-e43d-4387-8d23-f76792a6730a" providerId="ADAL" clId="{20306FF0-EBC5-4939-8C28-FB7939CB6E19}" dt="2026-09-20T21:39:18.407" v="5756" actId="1076"/>
          <ac:grpSpMkLst>
            <pc:docMk/>
            <pc:sldMk cId="4210405125" sldId="351"/>
            <ac:grpSpMk id="23" creationId="{40E765F2-1552-74E2-5E00-918AE5AF6F70}"/>
          </ac:grpSpMkLst>
        </pc:grpChg>
      </pc:sldChg>
      <pc:sldChg chg="addSp delSp modSp mod">
        <pc:chgData name="Gabriel Rodrigues Benegra" userId="15951f17-e43d-4387-8d23-f76792a6730a" providerId="ADAL" clId="{20306FF0-EBC5-4939-8C28-FB7939CB6E19}" dt="2026-10-14T14:03:25.549" v="6443" actId="478"/>
        <pc:sldMkLst>
          <pc:docMk/>
          <pc:sldMk cId="2749314505" sldId="352"/>
        </pc:sldMkLst>
        <pc:spChg chg="mod">
          <ac:chgData name="Gabriel Rodrigues Benegra" userId="15951f17-e43d-4387-8d23-f76792a6730a" providerId="ADAL" clId="{20306FF0-EBC5-4939-8C28-FB7939CB6E19}" dt="2026-10-14T14:03:22.766" v="6442" actId="1037"/>
          <ac:spMkLst>
            <pc:docMk/>
            <pc:sldMk cId="2749314505" sldId="352"/>
            <ac:spMk id="14" creationId="{6A6DC634-30E4-A735-D09E-C7BADD91E17A}"/>
          </ac:spMkLst>
        </pc:spChg>
        <pc:picChg chg="add del mod">
          <ac:chgData name="Gabriel Rodrigues Benegra" userId="15951f17-e43d-4387-8d23-f76792a6730a" providerId="ADAL" clId="{20306FF0-EBC5-4939-8C28-FB7939CB6E19}" dt="2026-10-14T14:03:25.549" v="6443" actId="478"/>
          <ac:picMkLst>
            <pc:docMk/>
            <pc:sldMk cId="2749314505" sldId="352"/>
            <ac:picMk id="3" creationId="{63CA5AC0-7ECA-2E45-E9D1-339AF8B549F9}"/>
          </ac:picMkLst>
        </pc:picChg>
      </pc:sldChg>
      <pc:sldChg chg="addSp delSp modSp new del mod ord">
        <pc:chgData name="Gabriel Rodrigues Benegra" userId="15951f17-e43d-4387-8d23-f76792a6730a" providerId="ADAL" clId="{20306FF0-EBC5-4939-8C28-FB7939CB6E19}" dt="2026-10-14T13:12:29.910" v="5822" actId="47"/>
        <pc:sldMkLst>
          <pc:docMk/>
          <pc:sldMk cId="3294462335" sldId="357"/>
        </pc:sldMkLst>
        <pc:spChg chg="add del mod">
          <ac:chgData name="Gabriel Rodrigues Benegra" userId="15951f17-e43d-4387-8d23-f76792a6730a" providerId="ADAL" clId="{20306FF0-EBC5-4939-8C28-FB7939CB6E19}" dt="2026-10-07T14:35:31.588" v="5787" actId="478"/>
          <ac:spMkLst>
            <pc:docMk/>
            <pc:sldMk cId="3294462335" sldId="357"/>
            <ac:spMk id="3" creationId="{165B47FB-6214-4980-3EBF-4335CEBECF59}"/>
          </ac:spMkLst>
        </pc:spChg>
        <pc:spChg chg="add mod">
          <ac:chgData name="Gabriel Rodrigues Benegra" userId="15951f17-e43d-4387-8d23-f76792a6730a" providerId="ADAL" clId="{20306FF0-EBC5-4939-8C28-FB7939CB6E19}" dt="2026-10-07T14:35:57.915" v="5792" actId="1076"/>
          <ac:spMkLst>
            <pc:docMk/>
            <pc:sldMk cId="3294462335" sldId="357"/>
            <ac:spMk id="4" creationId="{13E2F359-F158-B69C-81B5-0D51DEF32D6E}"/>
          </ac:spMkLst>
        </pc:spChg>
      </pc:sldChg>
      <pc:sldChg chg="addSp delSp modSp new del mod ord">
        <pc:chgData name="Gabriel Rodrigues Benegra" userId="15951f17-e43d-4387-8d23-f76792a6730a" providerId="ADAL" clId="{20306FF0-EBC5-4939-8C28-FB7939CB6E19}" dt="2026-10-14T14:14:58.002" v="6780" actId="47"/>
        <pc:sldMkLst>
          <pc:docMk/>
          <pc:sldMk cId="2820132893" sldId="358"/>
        </pc:sldMkLst>
        <pc:spChg chg="add mod">
          <ac:chgData name="Gabriel Rodrigues Benegra" userId="15951f17-e43d-4387-8d23-f76792a6730a" providerId="ADAL" clId="{20306FF0-EBC5-4939-8C28-FB7939CB6E19}" dt="2026-10-07T14:38:42.526" v="5798" actId="1076"/>
          <ac:spMkLst>
            <pc:docMk/>
            <pc:sldMk cId="2820132893" sldId="358"/>
            <ac:spMk id="3" creationId="{0F3DAAE7-F681-5A44-CA37-55D7D0D783CA}"/>
          </ac:spMkLst>
        </pc:spChg>
        <pc:spChg chg="add mod">
          <ac:chgData name="Gabriel Rodrigues Benegra" userId="15951f17-e43d-4387-8d23-f76792a6730a" providerId="ADAL" clId="{20306FF0-EBC5-4939-8C28-FB7939CB6E19}" dt="2026-10-07T14:41:51.230" v="5806" actId="1076"/>
          <ac:spMkLst>
            <pc:docMk/>
            <pc:sldMk cId="2820132893" sldId="358"/>
            <ac:spMk id="4" creationId="{5C3FC81C-830D-BDBA-6D04-BB39B789F576}"/>
          </ac:spMkLst>
        </pc:spChg>
        <pc:spChg chg="add mod">
          <ac:chgData name="Gabriel Rodrigues Benegra" userId="15951f17-e43d-4387-8d23-f76792a6730a" providerId="ADAL" clId="{20306FF0-EBC5-4939-8C28-FB7939CB6E19}" dt="2026-10-07T14:42:04.013" v="5809"/>
          <ac:spMkLst>
            <pc:docMk/>
            <pc:sldMk cId="2820132893" sldId="358"/>
            <ac:spMk id="5" creationId="{E38E2939-F210-EFD0-D525-EAB052EC967F}"/>
          </ac:spMkLst>
        </pc:spChg>
        <pc:spChg chg="add mod">
          <ac:chgData name="Gabriel Rodrigues Benegra" userId="15951f17-e43d-4387-8d23-f76792a6730a" providerId="ADAL" clId="{20306FF0-EBC5-4939-8C28-FB7939CB6E19}" dt="2026-10-07T14:42:32.287" v="5815" actId="1076"/>
          <ac:spMkLst>
            <pc:docMk/>
            <pc:sldMk cId="2820132893" sldId="358"/>
            <ac:spMk id="6" creationId="{8DFC1B7C-A2B0-7F2F-C8FE-E15C9616F35C}"/>
          </ac:spMkLst>
        </pc:spChg>
        <pc:spChg chg="add del mod">
          <ac:chgData name="Gabriel Rodrigues Benegra" userId="15951f17-e43d-4387-8d23-f76792a6730a" providerId="ADAL" clId="{20306FF0-EBC5-4939-8C28-FB7939CB6E19}" dt="2026-10-14T13:51:01.936" v="6284" actId="478"/>
          <ac:spMkLst>
            <pc:docMk/>
            <pc:sldMk cId="2820132893" sldId="358"/>
            <ac:spMk id="7" creationId="{59FBA2FD-BA0A-D708-717F-55210B23902B}"/>
          </ac:spMkLst>
        </pc:spChg>
        <pc:spChg chg="add mod">
          <ac:chgData name="Gabriel Rodrigues Benegra" userId="15951f17-e43d-4387-8d23-f76792a6730a" providerId="ADAL" clId="{20306FF0-EBC5-4939-8C28-FB7939CB6E19}" dt="2026-10-14T13:51:24.803" v="6392" actId="20577"/>
          <ac:spMkLst>
            <pc:docMk/>
            <pc:sldMk cId="2820132893" sldId="358"/>
            <ac:spMk id="8" creationId="{B28692F2-6850-7EE3-47D0-2B5D0DAE9AC6}"/>
          </ac:spMkLst>
        </pc:spChg>
      </pc:sldChg>
      <pc:sldChg chg="modSp mod">
        <pc:chgData name="Gabriel Rodrigues Benegra" userId="15951f17-e43d-4387-8d23-f76792a6730a" providerId="ADAL" clId="{20306FF0-EBC5-4939-8C28-FB7939CB6E19}" dt="2026-10-14T13:56:40.870" v="6397" actId="1076"/>
        <pc:sldMkLst>
          <pc:docMk/>
          <pc:sldMk cId="3148204388" sldId="366"/>
        </pc:sldMkLst>
        <pc:spChg chg="mod">
          <ac:chgData name="Gabriel Rodrigues Benegra" userId="15951f17-e43d-4387-8d23-f76792a6730a" providerId="ADAL" clId="{20306FF0-EBC5-4939-8C28-FB7939CB6E19}" dt="2026-10-14T13:56:40.870" v="6397" actId="1076"/>
          <ac:spMkLst>
            <pc:docMk/>
            <pc:sldMk cId="3148204388" sldId="366"/>
            <ac:spMk id="5" creationId="{2F2CE470-BA60-F6F9-CCF3-3C0AA9FAE566}"/>
          </ac:spMkLst>
        </pc:spChg>
      </pc:sldChg>
      <pc:sldChg chg="addSp delSp modSp add del mod">
        <pc:chgData name="Gabriel Rodrigues Benegra" userId="15951f17-e43d-4387-8d23-f76792a6730a" providerId="ADAL" clId="{20306FF0-EBC5-4939-8C28-FB7939CB6E19}" dt="2026-10-14T14:12:30.969" v="6620" actId="47"/>
        <pc:sldMkLst>
          <pc:docMk/>
          <pc:sldMk cId="3862414350" sldId="370"/>
        </pc:sldMkLst>
        <pc:spChg chg="del">
          <ac:chgData name="Gabriel Rodrigues Benegra" userId="15951f17-e43d-4387-8d23-f76792a6730a" providerId="ADAL" clId="{20306FF0-EBC5-4939-8C28-FB7939CB6E19}" dt="2026-10-14T14:04:18.171" v="6445" actId="478"/>
          <ac:spMkLst>
            <pc:docMk/>
            <pc:sldMk cId="3862414350" sldId="370"/>
            <ac:spMk id="3" creationId="{0F3DAAE7-F681-5A44-CA37-55D7D0D783CA}"/>
          </ac:spMkLst>
        </pc:spChg>
        <pc:spChg chg="del">
          <ac:chgData name="Gabriel Rodrigues Benegra" userId="15951f17-e43d-4387-8d23-f76792a6730a" providerId="ADAL" clId="{20306FF0-EBC5-4939-8C28-FB7939CB6E19}" dt="2026-10-14T14:04:18.171" v="6445" actId="478"/>
          <ac:spMkLst>
            <pc:docMk/>
            <pc:sldMk cId="3862414350" sldId="370"/>
            <ac:spMk id="4" creationId="{5C3FC81C-830D-BDBA-6D04-BB39B789F576}"/>
          </ac:spMkLst>
        </pc:spChg>
        <pc:spChg chg="del">
          <ac:chgData name="Gabriel Rodrigues Benegra" userId="15951f17-e43d-4387-8d23-f76792a6730a" providerId="ADAL" clId="{20306FF0-EBC5-4939-8C28-FB7939CB6E19}" dt="2026-10-14T14:04:18.171" v="6445" actId="478"/>
          <ac:spMkLst>
            <pc:docMk/>
            <pc:sldMk cId="3862414350" sldId="370"/>
            <ac:spMk id="5" creationId="{E38E2939-F210-EFD0-D525-EAB052EC967F}"/>
          </ac:spMkLst>
        </pc:spChg>
        <pc:spChg chg="del">
          <ac:chgData name="Gabriel Rodrigues Benegra" userId="15951f17-e43d-4387-8d23-f76792a6730a" providerId="ADAL" clId="{20306FF0-EBC5-4939-8C28-FB7939CB6E19}" dt="2026-10-14T14:04:18.171" v="6445" actId="478"/>
          <ac:spMkLst>
            <pc:docMk/>
            <pc:sldMk cId="3862414350" sldId="370"/>
            <ac:spMk id="6" creationId="{8DFC1B7C-A2B0-7F2F-C8FE-E15C9616F35C}"/>
          </ac:spMkLst>
        </pc:spChg>
        <pc:spChg chg="add mod">
          <ac:chgData name="Gabriel Rodrigues Benegra" userId="15951f17-e43d-4387-8d23-f76792a6730a" providerId="ADAL" clId="{20306FF0-EBC5-4939-8C28-FB7939CB6E19}" dt="2026-10-14T14:05:27.747" v="6526" actId="164"/>
          <ac:spMkLst>
            <pc:docMk/>
            <pc:sldMk cId="3862414350" sldId="370"/>
            <ac:spMk id="9" creationId="{E667F79F-750C-2364-5527-36EA8802B7E1}"/>
          </ac:spMkLst>
        </pc:spChg>
        <pc:spChg chg="add mod">
          <ac:chgData name="Gabriel Rodrigues Benegra" userId="15951f17-e43d-4387-8d23-f76792a6730a" providerId="ADAL" clId="{20306FF0-EBC5-4939-8C28-FB7939CB6E19}" dt="2026-10-14T14:05:27.747" v="6526" actId="164"/>
          <ac:spMkLst>
            <pc:docMk/>
            <pc:sldMk cId="3862414350" sldId="370"/>
            <ac:spMk id="10" creationId="{54BF0170-45BB-4A70-784F-682C478FFCF3}"/>
          </ac:spMkLst>
        </pc:spChg>
        <pc:spChg chg="add mod">
          <ac:chgData name="Gabriel Rodrigues Benegra" userId="15951f17-e43d-4387-8d23-f76792a6730a" providerId="ADAL" clId="{20306FF0-EBC5-4939-8C28-FB7939CB6E19}" dt="2026-10-14T14:05:27.747" v="6526" actId="164"/>
          <ac:spMkLst>
            <pc:docMk/>
            <pc:sldMk cId="3862414350" sldId="370"/>
            <ac:spMk id="11" creationId="{6AECD129-9300-424E-9CBA-599FF6E4093E}"/>
          </ac:spMkLst>
        </pc:spChg>
        <pc:spChg chg="add mod">
          <ac:chgData name="Gabriel Rodrigues Benegra" userId="15951f17-e43d-4387-8d23-f76792a6730a" providerId="ADAL" clId="{20306FF0-EBC5-4939-8C28-FB7939CB6E19}" dt="2026-10-14T14:05:27.747" v="6526" actId="164"/>
          <ac:spMkLst>
            <pc:docMk/>
            <pc:sldMk cId="3862414350" sldId="370"/>
            <ac:spMk id="12" creationId="{35E6F02C-A9FA-D854-1F13-7FCEE0C882FA}"/>
          </ac:spMkLst>
        </pc:spChg>
        <pc:spChg chg="add mod">
          <ac:chgData name="Gabriel Rodrigues Benegra" userId="15951f17-e43d-4387-8d23-f76792a6730a" providerId="ADAL" clId="{20306FF0-EBC5-4939-8C28-FB7939CB6E19}" dt="2026-10-14T14:05:27.747" v="6526" actId="164"/>
          <ac:spMkLst>
            <pc:docMk/>
            <pc:sldMk cId="3862414350" sldId="370"/>
            <ac:spMk id="13" creationId="{F0F4F53F-84F0-6BF5-40BB-0F9C339DA2FD}"/>
          </ac:spMkLst>
        </pc:spChg>
        <pc:spChg chg="add mod">
          <ac:chgData name="Gabriel Rodrigues Benegra" userId="15951f17-e43d-4387-8d23-f76792a6730a" providerId="ADAL" clId="{20306FF0-EBC5-4939-8C28-FB7939CB6E19}" dt="2026-10-14T14:05:27.747" v="6526" actId="164"/>
          <ac:spMkLst>
            <pc:docMk/>
            <pc:sldMk cId="3862414350" sldId="370"/>
            <ac:spMk id="14" creationId="{05E42C53-20A1-B1FD-94D8-90B68A066AF0}"/>
          </ac:spMkLst>
        </pc:spChg>
        <pc:grpChg chg="add mod">
          <ac:chgData name="Gabriel Rodrigues Benegra" userId="15951f17-e43d-4387-8d23-f76792a6730a" providerId="ADAL" clId="{20306FF0-EBC5-4939-8C28-FB7939CB6E19}" dt="2026-10-14T14:05:35.741" v="6530" actId="1035"/>
          <ac:grpSpMkLst>
            <pc:docMk/>
            <pc:sldMk cId="3862414350" sldId="370"/>
            <ac:grpSpMk id="7" creationId="{232DAAC6-3073-07CC-ECF6-8E684A8165FE}"/>
          </ac:grpSpMkLst>
        </pc:grpChg>
      </pc:sldChg>
      <pc:sldChg chg="addSp delSp modSp new del mod">
        <pc:chgData name="Gabriel Rodrigues Benegra" userId="15951f17-e43d-4387-8d23-f76792a6730a" providerId="ADAL" clId="{20306FF0-EBC5-4939-8C28-FB7939CB6E19}" dt="2026-10-14T14:14:49.535" v="6779" actId="47"/>
        <pc:sldMkLst>
          <pc:docMk/>
          <pc:sldMk cId="3809473396" sldId="372"/>
        </pc:sldMkLst>
        <pc:spChg chg="mod">
          <ac:chgData name="Gabriel Rodrigues Benegra" userId="15951f17-e43d-4387-8d23-f76792a6730a" providerId="ADAL" clId="{20306FF0-EBC5-4939-8C28-FB7939CB6E19}" dt="2026-10-14T14:12:03.619" v="6615"/>
          <ac:spMkLst>
            <pc:docMk/>
            <pc:sldMk cId="3809473396" sldId="372"/>
            <ac:spMk id="2" creationId="{AD81F17B-28FD-906B-1FF8-E1E6119FB995}"/>
          </ac:spMkLst>
        </pc:spChg>
        <pc:spChg chg="mod">
          <ac:chgData name="Gabriel Rodrigues Benegra" userId="15951f17-e43d-4387-8d23-f76792a6730a" providerId="ADAL" clId="{20306FF0-EBC5-4939-8C28-FB7939CB6E19}" dt="2026-10-14T14:13:09.827" v="6671" actId="20577"/>
          <ac:spMkLst>
            <pc:docMk/>
            <pc:sldMk cId="3809473396" sldId="372"/>
            <ac:spMk id="3" creationId="{FFD66D5F-B2D5-C731-76CC-714E5C311B40}"/>
          </ac:spMkLst>
        </pc:spChg>
        <pc:spChg chg="mod">
          <ac:chgData name="Gabriel Rodrigues Benegra" userId="15951f17-e43d-4387-8d23-f76792a6730a" providerId="ADAL" clId="{20306FF0-EBC5-4939-8C28-FB7939CB6E19}" dt="2026-10-14T14:07:04.606" v="6538" actId="20577"/>
          <ac:spMkLst>
            <pc:docMk/>
            <pc:sldMk cId="3809473396" sldId="372"/>
            <ac:spMk id="4" creationId="{8428B5C6-8928-85F3-B5AC-321955EEDAF0}"/>
          </ac:spMkLst>
        </pc:spChg>
        <pc:spChg chg="mod">
          <ac:chgData name="Gabriel Rodrigues Benegra" userId="15951f17-e43d-4387-8d23-f76792a6730a" providerId="ADAL" clId="{20306FF0-EBC5-4939-8C28-FB7939CB6E19}" dt="2026-10-14T14:09:26.192" v="6597" actId="1035"/>
          <ac:spMkLst>
            <pc:docMk/>
            <pc:sldMk cId="3809473396" sldId="372"/>
            <ac:spMk id="6" creationId="{624EFFB2-B551-84DA-3013-166BA45BC2B5}"/>
          </ac:spMkLst>
        </pc:spChg>
        <pc:spChg chg="mod">
          <ac:chgData name="Gabriel Rodrigues Benegra" userId="15951f17-e43d-4387-8d23-f76792a6730a" providerId="ADAL" clId="{20306FF0-EBC5-4939-8C28-FB7939CB6E19}" dt="2026-10-14T14:09:26.192" v="6597" actId="1035"/>
          <ac:spMkLst>
            <pc:docMk/>
            <pc:sldMk cId="3809473396" sldId="372"/>
            <ac:spMk id="7" creationId="{940BAD32-5CF2-D499-EC87-13FF65D4C658}"/>
          </ac:spMkLst>
        </pc:spChg>
        <pc:spChg chg="del">
          <ac:chgData name="Gabriel Rodrigues Benegra" userId="15951f17-e43d-4387-8d23-f76792a6730a" providerId="ADAL" clId="{20306FF0-EBC5-4939-8C28-FB7939CB6E19}" dt="2026-10-14T14:06:58.751" v="6535" actId="478"/>
          <ac:spMkLst>
            <pc:docMk/>
            <pc:sldMk cId="3809473396" sldId="372"/>
            <ac:spMk id="8" creationId="{3E9E6D0E-ACF0-6099-668B-90C52E148F77}"/>
          </ac:spMkLst>
        </pc:spChg>
        <pc:spChg chg="del">
          <ac:chgData name="Gabriel Rodrigues Benegra" userId="15951f17-e43d-4387-8d23-f76792a6730a" providerId="ADAL" clId="{20306FF0-EBC5-4939-8C28-FB7939CB6E19}" dt="2026-10-14T14:06:57.161" v="6534" actId="478"/>
          <ac:spMkLst>
            <pc:docMk/>
            <pc:sldMk cId="3809473396" sldId="372"/>
            <ac:spMk id="9" creationId="{78D601A4-DAC0-0468-E159-41E5340F3EA7}"/>
          </ac:spMkLst>
        </pc:spChg>
        <pc:spChg chg="del">
          <ac:chgData name="Gabriel Rodrigues Benegra" userId="15951f17-e43d-4387-8d23-f76792a6730a" providerId="ADAL" clId="{20306FF0-EBC5-4939-8C28-FB7939CB6E19}" dt="2026-10-14T14:06:50.731" v="6532" actId="478"/>
          <ac:spMkLst>
            <pc:docMk/>
            <pc:sldMk cId="3809473396" sldId="372"/>
            <ac:spMk id="10" creationId="{9D29E2CF-0BCA-CAB2-F2D0-71C9AA0AB650}"/>
          </ac:spMkLst>
        </pc:spChg>
        <pc:spChg chg="del">
          <ac:chgData name="Gabriel Rodrigues Benegra" userId="15951f17-e43d-4387-8d23-f76792a6730a" providerId="ADAL" clId="{20306FF0-EBC5-4939-8C28-FB7939CB6E19}" dt="2026-10-14T14:06:51.992" v="6533" actId="478"/>
          <ac:spMkLst>
            <pc:docMk/>
            <pc:sldMk cId="3809473396" sldId="372"/>
            <ac:spMk id="11" creationId="{69951BB0-2A7D-AEEC-37C8-E2E0585307E2}"/>
          </ac:spMkLst>
        </pc:spChg>
        <pc:spChg chg="mod">
          <ac:chgData name="Gabriel Rodrigues Benegra" userId="15951f17-e43d-4387-8d23-f76792a6730a" providerId="ADAL" clId="{20306FF0-EBC5-4939-8C28-FB7939CB6E19}" dt="2026-10-14T14:07:20.441" v="6542"/>
          <ac:spMkLst>
            <pc:docMk/>
            <pc:sldMk cId="3809473396" sldId="372"/>
            <ac:spMk id="14" creationId="{021A6F0F-7EE7-7C08-236A-2C22A29CF723}"/>
          </ac:spMkLst>
        </pc:spChg>
        <pc:spChg chg="mod">
          <ac:chgData name="Gabriel Rodrigues Benegra" userId="15951f17-e43d-4387-8d23-f76792a6730a" providerId="ADAL" clId="{20306FF0-EBC5-4939-8C28-FB7939CB6E19}" dt="2026-10-14T14:07:20.441" v="6542"/>
          <ac:spMkLst>
            <pc:docMk/>
            <pc:sldMk cId="3809473396" sldId="372"/>
            <ac:spMk id="15" creationId="{CDD98219-FE4B-9F0E-8CF3-5F377AAA9C86}"/>
          </ac:spMkLst>
        </pc:spChg>
        <pc:spChg chg="mod">
          <ac:chgData name="Gabriel Rodrigues Benegra" userId="15951f17-e43d-4387-8d23-f76792a6730a" providerId="ADAL" clId="{20306FF0-EBC5-4939-8C28-FB7939CB6E19}" dt="2026-10-14T14:07:20.441" v="6542"/>
          <ac:spMkLst>
            <pc:docMk/>
            <pc:sldMk cId="3809473396" sldId="372"/>
            <ac:spMk id="16" creationId="{6735B5BA-37A8-0FA2-F3B2-B542A33C089E}"/>
          </ac:spMkLst>
        </pc:spChg>
        <pc:spChg chg="mod">
          <ac:chgData name="Gabriel Rodrigues Benegra" userId="15951f17-e43d-4387-8d23-f76792a6730a" providerId="ADAL" clId="{20306FF0-EBC5-4939-8C28-FB7939CB6E19}" dt="2026-10-14T14:07:20.441" v="6542"/>
          <ac:spMkLst>
            <pc:docMk/>
            <pc:sldMk cId="3809473396" sldId="372"/>
            <ac:spMk id="17" creationId="{A0BF3D58-9727-4502-3A5C-1030BEE545D5}"/>
          </ac:spMkLst>
        </pc:spChg>
        <pc:spChg chg="mod">
          <ac:chgData name="Gabriel Rodrigues Benegra" userId="15951f17-e43d-4387-8d23-f76792a6730a" providerId="ADAL" clId="{20306FF0-EBC5-4939-8C28-FB7939CB6E19}" dt="2026-10-14T14:07:20.441" v="6542"/>
          <ac:spMkLst>
            <pc:docMk/>
            <pc:sldMk cId="3809473396" sldId="372"/>
            <ac:spMk id="18" creationId="{A71A235C-FB1F-B314-FC98-927BF76C4798}"/>
          </ac:spMkLst>
        </pc:spChg>
        <pc:spChg chg="mod">
          <ac:chgData name="Gabriel Rodrigues Benegra" userId="15951f17-e43d-4387-8d23-f76792a6730a" providerId="ADAL" clId="{20306FF0-EBC5-4939-8C28-FB7939CB6E19}" dt="2026-10-14T14:07:20.441" v="6542"/>
          <ac:spMkLst>
            <pc:docMk/>
            <pc:sldMk cId="3809473396" sldId="372"/>
            <ac:spMk id="19" creationId="{759E9C8E-ED9E-10E6-9820-047D6C9C9542}"/>
          </ac:spMkLst>
        </pc:spChg>
        <pc:spChg chg="add del mod">
          <ac:chgData name="Gabriel Rodrigues Benegra" userId="15951f17-e43d-4387-8d23-f76792a6730a" providerId="ADAL" clId="{20306FF0-EBC5-4939-8C28-FB7939CB6E19}" dt="2026-10-14T14:09:55.730" v="6601" actId="478"/>
          <ac:spMkLst>
            <pc:docMk/>
            <pc:sldMk cId="3809473396" sldId="372"/>
            <ac:spMk id="20" creationId="{B73F7046-4266-7177-FF0A-6D61B26533E4}"/>
          </ac:spMkLst>
        </pc:spChg>
        <pc:spChg chg="mod">
          <ac:chgData name="Gabriel Rodrigues Benegra" userId="15951f17-e43d-4387-8d23-f76792a6730a" providerId="ADAL" clId="{20306FF0-EBC5-4939-8C28-FB7939CB6E19}" dt="2026-10-14T14:10:08.421" v="6602"/>
          <ac:spMkLst>
            <pc:docMk/>
            <pc:sldMk cId="3809473396" sldId="372"/>
            <ac:spMk id="22" creationId="{CEAC052E-4AB8-3245-EBC5-47CEC431F000}"/>
          </ac:spMkLst>
        </pc:spChg>
        <pc:spChg chg="mod">
          <ac:chgData name="Gabriel Rodrigues Benegra" userId="15951f17-e43d-4387-8d23-f76792a6730a" providerId="ADAL" clId="{20306FF0-EBC5-4939-8C28-FB7939CB6E19}" dt="2026-10-14T14:10:08.421" v="6602"/>
          <ac:spMkLst>
            <pc:docMk/>
            <pc:sldMk cId="3809473396" sldId="372"/>
            <ac:spMk id="23" creationId="{34DF97AA-2A7F-F8D5-61A7-60528E439581}"/>
          </ac:spMkLst>
        </pc:spChg>
        <pc:spChg chg="mod">
          <ac:chgData name="Gabriel Rodrigues Benegra" userId="15951f17-e43d-4387-8d23-f76792a6730a" providerId="ADAL" clId="{20306FF0-EBC5-4939-8C28-FB7939CB6E19}" dt="2026-10-14T14:10:08.421" v="6602"/>
          <ac:spMkLst>
            <pc:docMk/>
            <pc:sldMk cId="3809473396" sldId="372"/>
            <ac:spMk id="24" creationId="{7431ABA4-A186-5070-F676-033A2F0D9060}"/>
          </ac:spMkLst>
        </pc:spChg>
        <pc:spChg chg="mod">
          <ac:chgData name="Gabriel Rodrigues Benegra" userId="15951f17-e43d-4387-8d23-f76792a6730a" providerId="ADAL" clId="{20306FF0-EBC5-4939-8C28-FB7939CB6E19}" dt="2026-10-14T14:10:08.421" v="6602"/>
          <ac:spMkLst>
            <pc:docMk/>
            <pc:sldMk cId="3809473396" sldId="372"/>
            <ac:spMk id="25" creationId="{C9F71383-228E-3D06-09EA-E086DE0048FA}"/>
          </ac:spMkLst>
        </pc:spChg>
        <pc:spChg chg="mod">
          <ac:chgData name="Gabriel Rodrigues Benegra" userId="15951f17-e43d-4387-8d23-f76792a6730a" providerId="ADAL" clId="{20306FF0-EBC5-4939-8C28-FB7939CB6E19}" dt="2026-10-14T14:10:08.421" v="6602"/>
          <ac:spMkLst>
            <pc:docMk/>
            <pc:sldMk cId="3809473396" sldId="372"/>
            <ac:spMk id="26" creationId="{C0DFA777-80FC-A58F-B03C-7633154900BF}"/>
          </ac:spMkLst>
        </pc:spChg>
        <pc:spChg chg="mod">
          <ac:chgData name="Gabriel Rodrigues Benegra" userId="15951f17-e43d-4387-8d23-f76792a6730a" providerId="ADAL" clId="{20306FF0-EBC5-4939-8C28-FB7939CB6E19}" dt="2026-10-14T14:10:08.421" v="6602"/>
          <ac:spMkLst>
            <pc:docMk/>
            <pc:sldMk cId="3809473396" sldId="372"/>
            <ac:spMk id="27" creationId="{60DBC1E5-5258-2F6C-A2A8-23AF3C662241}"/>
          </ac:spMkLst>
        </pc:spChg>
        <pc:spChg chg="add del mod">
          <ac:chgData name="Gabriel Rodrigues Benegra" userId="15951f17-e43d-4387-8d23-f76792a6730a" providerId="ADAL" clId="{20306FF0-EBC5-4939-8C28-FB7939CB6E19}" dt="2026-10-14T14:12:06.252" v="6619" actId="20577"/>
          <ac:spMkLst>
            <pc:docMk/>
            <pc:sldMk cId="3809473396" sldId="372"/>
            <ac:spMk id="28" creationId="{14D5AF00-FA5C-9933-6642-9460F92C8C45}"/>
          </ac:spMkLst>
        </pc:spChg>
        <pc:spChg chg="add del mod">
          <ac:chgData name="Gabriel Rodrigues Benegra" userId="15951f17-e43d-4387-8d23-f76792a6730a" providerId="ADAL" clId="{20306FF0-EBC5-4939-8C28-FB7939CB6E19}" dt="2026-10-14T14:12:06.052" v="6618"/>
          <ac:spMkLst>
            <pc:docMk/>
            <pc:sldMk cId="3809473396" sldId="372"/>
            <ac:spMk id="29" creationId="{A8B5273C-BEE8-4647-BAA3-081C0BDB5C90}"/>
          </ac:spMkLst>
        </pc:spChg>
        <pc:grpChg chg="add mod">
          <ac:chgData name="Gabriel Rodrigues Benegra" userId="15951f17-e43d-4387-8d23-f76792a6730a" providerId="ADAL" clId="{20306FF0-EBC5-4939-8C28-FB7939CB6E19}" dt="2026-10-14T14:10:12.911" v="6605" actId="1035"/>
          <ac:grpSpMkLst>
            <pc:docMk/>
            <pc:sldMk cId="3809473396" sldId="372"/>
            <ac:grpSpMk id="13" creationId="{DABC7A7B-1FDA-BB92-CD2F-10B5CE31F4EF}"/>
          </ac:grpSpMkLst>
        </pc:grpChg>
        <pc:grpChg chg="add mod">
          <ac:chgData name="Gabriel Rodrigues Benegra" userId="15951f17-e43d-4387-8d23-f76792a6730a" providerId="ADAL" clId="{20306FF0-EBC5-4939-8C28-FB7939CB6E19}" dt="2026-10-14T14:11:33.017" v="6610" actId="14100"/>
          <ac:grpSpMkLst>
            <pc:docMk/>
            <pc:sldMk cId="3809473396" sldId="372"/>
            <ac:grpSpMk id="21" creationId="{CF8A367C-49E6-6BF1-B7EE-52EBBA907A3D}"/>
          </ac:grpSpMkLst>
        </pc:grpChg>
      </pc:sldChg>
      <pc:sldChg chg="modSp del mod">
        <pc:chgData name="Gabriel Rodrigues Benegra" userId="15951f17-e43d-4387-8d23-f76792a6730a" providerId="ADAL" clId="{20306FF0-EBC5-4939-8C28-FB7939CB6E19}" dt="2026-10-14T14:38:47.909" v="8097" actId="47"/>
        <pc:sldMkLst>
          <pc:docMk/>
          <pc:sldMk cId="2071329001" sldId="379"/>
        </pc:sldMkLst>
        <pc:spChg chg="mod">
          <ac:chgData name="Gabriel Rodrigues Benegra" userId="15951f17-e43d-4387-8d23-f76792a6730a" providerId="ADAL" clId="{20306FF0-EBC5-4939-8C28-FB7939CB6E19}" dt="2026-10-14T14:14:08.837" v="6776" actId="20577"/>
          <ac:spMkLst>
            <pc:docMk/>
            <pc:sldMk cId="2071329001" sldId="379"/>
            <ac:spMk id="8" creationId="{4CAFA3C4-D9AE-E541-2669-85A23B29AEC9}"/>
          </ac:spMkLst>
        </pc:spChg>
      </pc:sldChg>
      <pc:sldChg chg="addSp delSp modSp new del mod">
        <pc:chgData name="Gabriel Rodrigues Benegra" userId="15951f17-e43d-4387-8d23-f76792a6730a" providerId="ADAL" clId="{20306FF0-EBC5-4939-8C28-FB7939CB6E19}" dt="2026-10-14T14:34:24.720" v="8001" actId="47"/>
        <pc:sldMkLst>
          <pc:docMk/>
          <pc:sldMk cId="2461303407" sldId="380"/>
        </pc:sldMkLst>
        <pc:spChg chg="mod">
          <ac:chgData name="Gabriel Rodrigues Benegra" userId="15951f17-e43d-4387-8d23-f76792a6730a" providerId="ADAL" clId="{20306FF0-EBC5-4939-8C28-FB7939CB6E19}" dt="2026-10-14T14:15:18.469" v="6784" actId="20577"/>
          <ac:spMkLst>
            <pc:docMk/>
            <pc:sldMk cId="2461303407" sldId="380"/>
            <ac:spMk id="4" creationId="{433FF70F-8BE4-5713-ABB4-C799A1D73E14}"/>
          </ac:spMkLst>
        </pc:spChg>
        <pc:spChg chg="mod">
          <ac:chgData name="Gabriel Rodrigues Benegra" userId="15951f17-e43d-4387-8d23-f76792a6730a" providerId="ADAL" clId="{20306FF0-EBC5-4939-8C28-FB7939CB6E19}" dt="2026-10-14T14:15:26.320" v="6811" actId="20577"/>
          <ac:spMkLst>
            <pc:docMk/>
            <pc:sldMk cId="2461303407" sldId="380"/>
            <ac:spMk id="5" creationId="{9D2219B5-E25A-9B03-3AFF-A115A8A07FA3}"/>
          </ac:spMkLst>
        </pc:spChg>
        <pc:spChg chg="del">
          <ac:chgData name="Gabriel Rodrigues Benegra" userId="15951f17-e43d-4387-8d23-f76792a6730a" providerId="ADAL" clId="{20306FF0-EBC5-4939-8C28-FB7939CB6E19}" dt="2026-10-14T14:16:05.923" v="6902" actId="478"/>
          <ac:spMkLst>
            <pc:docMk/>
            <pc:sldMk cId="2461303407" sldId="380"/>
            <ac:spMk id="6" creationId="{D16DC06C-09FD-1E4A-B2A3-FC15B64FC5BA}"/>
          </ac:spMkLst>
        </pc:spChg>
        <pc:spChg chg="del">
          <ac:chgData name="Gabriel Rodrigues Benegra" userId="15951f17-e43d-4387-8d23-f76792a6730a" providerId="ADAL" clId="{20306FF0-EBC5-4939-8C28-FB7939CB6E19}" dt="2026-10-14T14:16:05.923" v="6902" actId="478"/>
          <ac:spMkLst>
            <pc:docMk/>
            <pc:sldMk cId="2461303407" sldId="380"/>
            <ac:spMk id="7" creationId="{57D89B3C-DE6A-2E27-4E94-E058AE9CE049}"/>
          </ac:spMkLst>
        </pc:spChg>
        <pc:spChg chg="del">
          <ac:chgData name="Gabriel Rodrigues Benegra" userId="15951f17-e43d-4387-8d23-f76792a6730a" providerId="ADAL" clId="{20306FF0-EBC5-4939-8C28-FB7939CB6E19}" dt="2026-10-14T14:16:05.923" v="6902" actId="478"/>
          <ac:spMkLst>
            <pc:docMk/>
            <pc:sldMk cId="2461303407" sldId="380"/>
            <ac:spMk id="8" creationId="{8914DF16-E8AA-4A1A-08D6-CC3A54D151B8}"/>
          </ac:spMkLst>
        </pc:spChg>
        <pc:spChg chg="del">
          <ac:chgData name="Gabriel Rodrigues Benegra" userId="15951f17-e43d-4387-8d23-f76792a6730a" providerId="ADAL" clId="{20306FF0-EBC5-4939-8C28-FB7939CB6E19}" dt="2026-10-14T14:16:05.923" v="6902" actId="478"/>
          <ac:spMkLst>
            <pc:docMk/>
            <pc:sldMk cId="2461303407" sldId="380"/>
            <ac:spMk id="9" creationId="{D71FB601-D548-F469-7757-8232C77D1970}"/>
          </ac:spMkLst>
        </pc:spChg>
        <pc:spChg chg="mod">
          <ac:chgData name="Gabriel Rodrigues Benegra" userId="15951f17-e43d-4387-8d23-f76792a6730a" providerId="ADAL" clId="{20306FF0-EBC5-4939-8C28-FB7939CB6E19}" dt="2026-10-14T14:15:22.574" v="6789" actId="20577"/>
          <ac:spMkLst>
            <pc:docMk/>
            <pc:sldMk cId="2461303407" sldId="380"/>
            <ac:spMk id="10" creationId="{819CD4EA-475D-309C-0FC8-E9EFB5BA118E}"/>
          </ac:spMkLst>
        </pc:spChg>
        <pc:spChg chg="mod">
          <ac:chgData name="Gabriel Rodrigues Benegra" userId="15951f17-e43d-4387-8d23-f76792a6730a" providerId="ADAL" clId="{20306FF0-EBC5-4939-8C28-FB7939CB6E19}" dt="2026-10-14T14:15:30.042" v="6834" actId="20577"/>
          <ac:spMkLst>
            <pc:docMk/>
            <pc:sldMk cId="2461303407" sldId="380"/>
            <ac:spMk id="11" creationId="{C4B2A119-65A1-1C9A-0672-DBBDF0002A45}"/>
          </ac:spMkLst>
        </pc:spChg>
        <pc:spChg chg="add del mod">
          <ac:chgData name="Gabriel Rodrigues Benegra" userId="15951f17-e43d-4387-8d23-f76792a6730a" providerId="ADAL" clId="{20306FF0-EBC5-4939-8C28-FB7939CB6E19}" dt="2026-10-14T14:15:56.780" v="6900" actId="478"/>
          <ac:spMkLst>
            <pc:docMk/>
            <pc:sldMk cId="2461303407" sldId="380"/>
            <ac:spMk id="13" creationId="{77846BA3-8CB9-C9CE-4DF8-8A00124AE87F}"/>
          </ac:spMkLst>
        </pc:spChg>
        <pc:spChg chg="add del mod">
          <ac:chgData name="Gabriel Rodrigues Benegra" userId="15951f17-e43d-4387-8d23-f76792a6730a" providerId="ADAL" clId="{20306FF0-EBC5-4939-8C28-FB7939CB6E19}" dt="2026-10-14T14:15:56.780" v="6900" actId="478"/>
          <ac:spMkLst>
            <pc:docMk/>
            <pc:sldMk cId="2461303407" sldId="380"/>
            <ac:spMk id="14" creationId="{CA9536A8-38FF-7E27-5212-E3F1582A5119}"/>
          </ac:spMkLst>
        </pc:spChg>
        <pc:spChg chg="add del mod">
          <ac:chgData name="Gabriel Rodrigues Benegra" userId="15951f17-e43d-4387-8d23-f76792a6730a" providerId="ADAL" clId="{20306FF0-EBC5-4939-8C28-FB7939CB6E19}" dt="2026-10-14T14:15:56.780" v="6900" actId="478"/>
          <ac:spMkLst>
            <pc:docMk/>
            <pc:sldMk cId="2461303407" sldId="380"/>
            <ac:spMk id="15" creationId="{C85D5BD6-80E5-EE40-2003-AE31E5010945}"/>
          </ac:spMkLst>
        </pc:spChg>
        <pc:spChg chg="add del mod">
          <ac:chgData name="Gabriel Rodrigues Benegra" userId="15951f17-e43d-4387-8d23-f76792a6730a" providerId="ADAL" clId="{20306FF0-EBC5-4939-8C28-FB7939CB6E19}" dt="2026-10-14T14:15:56.780" v="6900" actId="478"/>
          <ac:spMkLst>
            <pc:docMk/>
            <pc:sldMk cId="2461303407" sldId="380"/>
            <ac:spMk id="16" creationId="{7A6E90E8-7FFE-352D-0604-391D49AD2926}"/>
          </ac:spMkLst>
        </pc:spChg>
        <pc:spChg chg="add del mod">
          <ac:chgData name="Gabriel Rodrigues Benegra" userId="15951f17-e43d-4387-8d23-f76792a6730a" providerId="ADAL" clId="{20306FF0-EBC5-4939-8C28-FB7939CB6E19}" dt="2026-10-14T14:15:56.780" v="6900" actId="478"/>
          <ac:spMkLst>
            <pc:docMk/>
            <pc:sldMk cId="2461303407" sldId="380"/>
            <ac:spMk id="17" creationId="{3CD2FF31-619B-C043-6BBB-87E8E9C64BF1}"/>
          </ac:spMkLst>
        </pc:spChg>
        <pc:spChg chg="add del mod">
          <ac:chgData name="Gabriel Rodrigues Benegra" userId="15951f17-e43d-4387-8d23-f76792a6730a" providerId="ADAL" clId="{20306FF0-EBC5-4939-8C28-FB7939CB6E19}" dt="2026-10-14T14:15:56.780" v="6900" actId="478"/>
          <ac:spMkLst>
            <pc:docMk/>
            <pc:sldMk cId="2461303407" sldId="380"/>
            <ac:spMk id="18" creationId="{7A41D3B9-A1C7-B264-2D8E-0074D5B8F909}"/>
          </ac:spMkLst>
        </pc:spChg>
        <pc:spChg chg="add del mod">
          <ac:chgData name="Gabriel Rodrigues Benegra" userId="15951f17-e43d-4387-8d23-f76792a6730a" providerId="ADAL" clId="{20306FF0-EBC5-4939-8C28-FB7939CB6E19}" dt="2026-10-14T14:15:56.780" v="6900" actId="478"/>
          <ac:spMkLst>
            <pc:docMk/>
            <pc:sldMk cId="2461303407" sldId="380"/>
            <ac:spMk id="19" creationId="{EF888EFD-735E-3037-D8D8-AC4A2A442727}"/>
          </ac:spMkLst>
        </pc:spChg>
        <pc:spChg chg="add del mod">
          <ac:chgData name="Gabriel Rodrigues Benegra" userId="15951f17-e43d-4387-8d23-f76792a6730a" providerId="ADAL" clId="{20306FF0-EBC5-4939-8C28-FB7939CB6E19}" dt="2026-10-14T14:15:56.780" v="6900" actId="478"/>
          <ac:spMkLst>
            <pc:docMk/>
            <pc:sldMk cId="2461303407" sldId="380"/>
            <ac:spMk id="20" creationId="{13BD5CA3-384F-41B1-7D60-260181462B21}"/>
          </ac:spMkLst>
        </pc:spChg>
        <pc:spChg chg="add del mod">
          <ac:chgData name="Gabriel Rodrigues Benegra" userId="15951f17-e43d-4387-8d23-f76792a6730a" providerId="ADAL" clId="{20306FF0-EBC5-4939-8C28-FB7939CB6E19}" dt="2026-10-14T14:15:56.780" v="6900" actId="478"/>
          <ac:spMkLst>
            <pc:docMk/>
            <pc:sldMk cId="2461303407" sldId="380"/>
            <ac:spMk id="21" creationId="{DCA8FABB-1823-DDAE-FB84-9F842FF4C33D}"/>
          </ac:spMkLst>
        </pc:spChg>
        <pc:spChg chg="add del mod">
          <ac:chgData name="Gabriel Rodrigues Benegra" userId="15951f17-e43d-4387-8d23-f76792a6730a" providerId="ADAL" clId="{20306FF0-EBC5-4939-8C28-FB7939CB6E19}" dt="2026-10-14T14:15:56.780" v="6900" actId="478"/>
          <ac:spMkLst>
            <pc:docMk/>
            <pc:sldMk cId="2461303407" sldId="380"/>
            <ac:spMk id="22" creationId="{27D06D65-77EA-E60F-F7A9-72BC4E8C66A9}"/>
          </ac:spMkLst>
        </pc:spChg>
        <pc:spChg chg="add del mod">
          <ac:chgData name="Gabriel Rodrigues Benegra" userId="15951f17-e43d-4387-8d23-f76792a6730a" providerId="ADAL" clId="{20306FF0-EBC5-4939-8C28-FB7939CB6E19}" dt="2026-10-14T14:15:56.780" v="6900" actId="478"/>
          <ac:spMkLst>
            <pc:docMk/>
            <pc:sldMk cId="2461303407" sldId="380"/>
            <ac:spMk id="23" creationId="{C89AEF5A-FA55-9B1C-565A-B8248DF8C47D}"/>
          </ac:spMkLst>
        </pc:spChg>
        <pc:spChg chg="add del mod">
          <ac:chgData name="Gabriel Rodrigues Benegra" userId="15951f17-e43d-4387-8d23-f76792a6730a" providerId="ADAL" clId="{20306FF0-EBC5-4939-8C28-FB7939CB6E19}" dt="2026-10-14T14:15:56.780" v="6900" actId="478"/>
          <ac:spMkLst>
            <pc:docMk/>
            <pc:sldMk cId="2461303407" sldId="380"/>
            <ac:spMk id="24" creationId="{4081B51B-E493-2C69-D28D-99414BAECB0F}"/>
          </ac:spMkLst>
        </pc:spChg>
        <pc:spChg chg="add del mod">
          <ac:chgData name="Gabriel Rodrigues Benegra" userId="15951f17-e43d-4387-8d23-f76792a6730a" providerId="ADAL" clId="{20306FF0-EBC5-4939-8C28-FB7939CB6E19}" dt="2026-10-14T14:15:56.780" v="6900" actId="478"/>
          <ac:spMkLst>
            <pc:docMk/>
            <pc:sldMk cId="2461303407" sldId="380"/>
            <ac:spMk id="25" creationId="{07672A1B-C41C-929E-18FA-2074017DD029}"/>
          </ac:spMkLst>
        </pc:spChg>
        <pc:spChg chg="add del mod">
          <ac:chgData name="Gabriel Rodrigues Benegra" userId="15951f17-e43d-4387-8d23-f76792a6730a" providerId="ADAL" clId="{20306FF0-EBC5-4939-8C28-FB7939CB6E19}" dt="2026-10-14T14:15:56.780" v="6900" actId="478"/>
          <ac:spMkLst>
            <pc:docMk/>
            <pc:sldMk cId="2461303407" sldId="380"/>
            <ac:spMk id="26" creationId="{A056A1AE-380E-68C3-4C02-1202ACECE61A}"/>
          </ac:spMkLst>
        </pc:spChg>
        <pc:spChg chg="add del mod">
          <ac:chgData name="Gabriel Rodrigues Benegra" userId="15951f17-e43d-4387-8d23-f76792a6730a" providerId="ADAL" clId="{20306FF0-EBC5-4939-8C28-FB7939CB6E19}" dt="2026-10-14T14:15:56.780" v="6900" actId="478"/>
          <ac:spMkLst>
            <pc:docMk/>
            <pc:sldMk cId="2461303407" sldId="380"/>
            <ac:spMk id="27" creationId="{B9B2A36D-A455-9340-9404-8D5EFADC64C3}"/>
          </ac:spMkLst>
        </pc:spChg>
        <pc:spChg chg="add del mod">
          <ac:chgData name="Gabriel Rodrigues Benegra" userId="15951f17-e43d-4387-8d23-f76792a6730a" providerId="ADAL" clId="{20306FF0-EBC5-4939-8C28-FB7939CB6E19}" dt="2026-10-14T14:15:56.780" v="6900" actId="478"/>
          <ac:spMkLst>
            <pc:docMk/>
            <pc:sldMk cId="2461303407" sldId="380"/>
            <ac:spMk id="28" creationId="{1CE09C3B-C596-7EB3-DCA5-679E962EEB46}"/>
          </ac:spMkLst>
        </pc:spChg>
        <pc:spChg chg="add del mod">
          <ac:chgData name="Gabriel Rodrigues Benegra" userId="15951f17-e43d-4387-8d23-f76792a6730a" providerId="ADAL" clId="{20306FF0-EBC5-4939-8C28-FB7939CB6E19}" dt="2026-10-14T14:15:56.780" v="6900" actId="478"/>
          <ac:spMkLst>
            <pc:docMk/>
            <pc:sldMk cId="2461303407" sldId="380"/>
            <ac:spMk id="29" creationId="{3B37FF92-F272-BB37-B0D7-DD56FA873486}"/>
          </ac:spMkLst>
        </pc:spChg>
        <pc:spChg chg="add del mod">
          <ac:chgData name="Gabriel Rodrigues Benegra" userId="15951f17-e43d-4387-8d23-f76792a6730a" providerId="ADAL" clId="{20306FF0-EBC5-4939-8C28-FB7939CB6E19}" dt="2026-10-14T14:15:56.780" v="6900" actId="478"/>
          <ac:spMkLst>
            <pc:docMk/>
            <pc:sldMk cId="2461303407" sldId="380"/>
            <ac:spMk id="30" creationId="{30AA919C-D69A-58CE-D7F2-D06A81DA4455}"/>
          </ac:spMkLst>
        </pc:spChg>
        <pc:spChg chg="add del mod">
          <ac:chgData name="Gabriel Rodrigues Benegra" userId="15951f17-e43d-4387-8d23-f76792a6730a" providerId="ADAL" clId="{20306FF0-EBC5-4939-8C28-FB7939CB6E19}" dt="2026-10-14T14:15:56.780" v="6900" actId="478"/>
          <ac:spMkLst>
            <pc:docMk/>
            <pc:sldMk cId="2461303407" sldId="380"/>
            <ac:spMk id="31" creationId="{7EC6D486-FAF2-944D-D388-3D8964B0C495}"/>
          </ac:spMkLst>
        </pc:spChg>
        <pc:spChg chg="add del mod">
          <ac:chgData name="Gabriel Rodrigues Benegra" userId="15951f17-e43d-4387-8d23-f76792a6730a" providerId="ADAL" clId="{20306FF0-EBC5-4939-8C28-FB7939CB6E19}" dt="2026-10-14T14:15:56.780" v="6900" actId="478"/>
          <ac:spMkLst>
            <pc:docMk/>
            <pc:sldMk cId="2461303407" sldId="380"/>
            <ac:spMk id="32" creationId="{83F9ECAC-2C56-64D6-1FC4-0549BBBCFA6A}"/>
          </ac:spMkLst>
        </pc:spChg>
        <pc:spChg chg="add del mod">
          <ac:chgData name="Gabriel Rodrigues Benegra" userId="15951f17-e43d-4387-8d23-f76792a6730a" providerId="ADAL" clId="{20306FF0-EBC5-4939-8C28-FB7939CB6E19}" dt="2026-10-14T14:15:56.780" v="6900" actId="478"/>
          <ac:spMkLst>
            <pc:docMk/>
            <pc:sldMk cId="2461303407" sldId="380"/>
            <ac:spMk id="33" creationId="{32167E91-3D21-D692-9617-6B3F10D94261}"/>
          </ac:spMkLst>
        </pc:spChg>
        <pc:spChg chg="add del mod">
          <ac:chgData name="Gabriel Rodrigues Benegra" userId="15951f17-e43d-4387-8d23-f76792a6730a" providerId="ADAL" clId="{20306FF0-EBC5-4939-8C28-FB7939CB6E19}" dt="2026-10-14T14:15:56.780" v="6900" actId="478"/>
          <ac:spMkLst>
            <pc:docMk/>
            <pc:sldMk cId="2461303407" sldId="380"/>
            <ac:spMk id="34" creationId="{B750D857-1E4A-9C65-3454-0FD9629F287D}"/>
          </ac:spMkLst>
        </pc:spChg>
        <pc:spChg chg="add del mod">
          <ac:chgData name="Gabriel Rodrigues Benegra" userId="15951f17-e43d-4387-8d23-f76792a6730a" providerId="ADAL" clId="{20306FF0-EBC5-4939-8C28-FB7939CB6E19}" dt="2026-10-14T14:15:56.780" v="6900" actId="478"/>
          <ac:spMkLst>
            <pc:docMk/>
            <pc:sldMk cId="2461303407" sldId="380"/>
            <ac:spMk id="35" creationId="{B500D033-F40D-DA62-844F-07ADEDBE4D21}"/>
          </ac:spMkLst>
        </pc:spChg>
        <pc:spChg chg="add del mod">
          <ac:chgData name="Gabriel Rodrigues Benegra" userId="15951f17-e43d-4387-8d23-f76792a6730a" providerId="ADAL" clId="{20306FF0-EBC5-4939-8C28-FB7939CB6E19}" dt="2026-10-14T14:15:56.780" v="6900" actId="478"/>
          <ac:spMkLst>
            <pc:docMk/>
            <pc:sldMk cId="2461303407" sldId="380"/>
            <ac:spMk id="36" creationId="{79006DE0-5A7C-303A-A8CF-65E133754AEF}"/>
          </ac:spMkLst>
        </pc:spChg>
        <pc:spChg chg="add del mod">
          <ac:chgData name="Gabriel Rodrigues Benegra" userId="15951f17-e43d-4387-8d23-f76792a6730a" providerId="ADAL" clId="{20306FF0-EBC5-4939-8C28-FB7939CB6E19}" dt="2026-10-14T14:15:56.780" v="6900" actId="478"/>
          <ac:spMkLst>
            <pc:docMk/>
            <pc:sldMk cId="2461303407" sldId="380"/>
            <ac:spMk id="37" creationId="{5BCE11AB-F2B4-28F3-8B4F-5FA393A36A09}"/>
          </ac:spMkLst>
        </pc:spChg>
        <pc:spChg chg="add del mod">
          <ac:chgData name="Gabriel Rodrigues Benegra" userId="15951f17-e43d-4387-8d23-f76792a6730a" providerId="ADAL" clId="{20306FF0-EBC5-4939-8C28-FB7939CB6E19}" dt="2026-10-14T14:15:56.780" v="6900" actId="478"/>
          <ac:spMkLst>
            <pc:docMk/>
            <pc:sldMk cId="2461303407" sldId="380"/>
            <ac:spMk id="38" creationId="{8A0084DA-662A-2679-7BE4-7BF81524592E}"/>
          </ac:spMkLst>
        </pc:spChg>
        <pc:spChg chg="add del mod">
          <ac:chgData name="Gabriel Rodrigues Benegra" userId="15951f17-e43d-4387-8d23-f76792a6730a" providerId="ADAL" clId="{20306FF0-EBC5-4939-8C28-FB7939CB6E19}" dt="2026-10-14T14:15:56.780" v="6900" actId="478"/>
          <ac:spMkLst>
            <pc:docMk/>
            <pc:sldMk cId="2461303407" sldId="380"/>
            <ac:spMk id="39" creationId="{BF3B64C6-3F9C-D733-9458-03A0D839010C}"/>
          </ac:spMkLst>
        </pc:spChg>
        <pc:spChg chg="add del mod">
          <ac:chgData name="Gabriel Rodrigues Benegra" userId="15951f17-e43d-4387-8d23-f76792a6730a" providerId="ADAL" clId="{20306FF0-EBC5-4939-8C28-FB7939CB6E19}" dt="2026-10-14T14:16:16.555" v="6948" actId="478"/>
          <ac:spMkLst>
            <pc:docMk/>
            <pc:sldMk cId="2461303407" sldId="380"/>
            <ac:spMk id="40" creationId="{DF7E4396-8761-67DB-6C60-FE5F174CA691}"/>
          </ac:spMkLst>
        </pc:spChg>
        <pc:spChg chg="add del mod">
          <ac:chgData name="Gabriel Rodrigues Benegra" userId="15951f17-e43d-4387-8d23-f76792a6730a" providerId="ADAL" clId="{20306FF0-EBC5-4939-8C28-FB7939CB6E19}" dt="2026-10-14T14:16:19.648" v="6949" actId="478"/>
          <ac:spMkLst>
            <pc:docMk/>
            <pc:sldMk cId="2461303407" sldId="380"/>
            <ac:spMk id="41" creationId="{83A169FA-EBA5-8044-FB20-DD857AC489E5}"/>
          </ac:spMkLst>
        </pc:spChg>
        <pc:spChg chg="add mod">
          <ac:chgData name="Gabriel Rodrigues Benegra" userId="15951f17-e43d-4387-8d23-f76792a6730a" providerId="ADAL" clId="{20306FF0-EBC5-4939-8C28-FB7939CB6E19}" dt="2026-10-14T14:16:11.304" v="6947" actId="1036"/>
          <ac:spMkLst>
            <pc:docMk/>
            <pc:sldMk cId="2461303407" sldId="380"/>
            <ac:spMk id="42" creationId="{CD3C4A4E-21CC-1551-ACD0-9BC62C43FFA4}"/>
          </ac:spMkLst>
        </pc:spChg>
        <pc:spChg chg="add mod">
          <ac:chgData name="Gabriel Rodrigues Benegra" userId="15951f17-e43d-4387-8d23-f76792a6730a" providerId="ADAL" clId="{20306FF0-EBC5-4939-8C28-FB7939CB6E19}" dt="2026-10-14T14:16:11.304" v="6947" actId="1036"/>
          <ac:spMkLst>
            <pc:docMk/>
            <pc:sldMk cId="2461303407" sldId="380"/>
            <ac:spMk id="43" creationId="{350729D8-9215-6257-3E07-E35B1D5C2148}"/>
          </ac:spMkLst>
        </pc:spChg>
        <pc:spChg chg="add mod">
          <ac:chgData name="Gabriel Rodrigues Benegra" userId="15951f17-e43d-4387-8d23-f76792a6730a" providerId="ADAL" clId="{20306FF0-EBC5-4939-8C28-FB7939CB6E19}" dt="2026-10-14T14:16:11.304" v="6947" actId="1036"/>
          <ac:spMkLst>
            <pc:docMk/>
            <pc:sldMk cId="2461303407" sldId="380"/>
            <ac:spMk id="44" creationId="{65F4F11D-2DEB-0ACA-48A5-3A8AD050C0F8}"/>
          </ac:spMkLst>
        </pc:spChg>
        <pc:spChg chg="add mod">
          <ac:chgData name="Gabriel Rodrigues Benegra" userId="15951f17-e43d-4387-8d23-f76792a6730a" providerId="ADAL" clId="{20306FF0-EBC5-4939-8C28-FB7939CB6E19}" dt="2026-10-14T14:16:11.304" v="6947" actId="1036"/>
          <ac:spMkLst>
            <pc:docMk/>
            <pc:sldMk cId="2461303407" sldId="380"/>
            <ac:spMk id="45" creationId="{04E9EF7A-9250-032E-D841-6FD69DF45393}"/>
          </ac:spMkLst>
        </pc:spChg>
        <pc:spChg chg="add mod">
          <ac:chgData name="Gabriel Rodrigues Benegra" userId="15951f17-e43d-4387-8d23-f76792a6730a" providerId="ADAL" clId="{20306FF0-EBC5-4939-8C28-FB7939CB6E19}" dt="2026-10-14T14:16:11.304" v="6947" actId="1036"/>
          <ac:spMkLst>
            <pc:docMk/>
            <pc:sldMk cId="2461303407" sldId="380"/>
            <ac:spMk id="46" creationId="{FC476F82-2159-D186-9FFE-9D27011A3A34}"/>
          </ac:spMkLst>
        </pc:spChg>
        <pc:spChg chg="add mod">
          <ac:chgData name="Gabriel Rodrigues Benegra" userId="15951f17-e43d-4387-8d23-f76792a6730a" providerId="ADAL" clId="{20306FF0-EBC5-4939-8C28-FB7939CB6E19}" dt="2026-10-14T14:16:11.304" v="6947" actId="1036"/>
          <ac:spMkLst>
            <pc:docMk/>
            <pc:sldMk cId="2461303407" sldId="380"/>
            <ac:spMk id="47" creationId="{0909EE91-26B0-0689-E1E7-E69D1E444955}"/>
          </ac:spMkLst>
        </pc:spChg>
        <pc:spChg chg="add mod">
          <ac:chgData name="Gabriel Rodrigues Benegra" userId="15951f17-e43d-4387-8d23-f76792a6730a" providerId="ADAL" clId="{20306FF0-EBC5-4939-8C28-FB7939CB6E19}" dt="2026-10-14T14:16:11.304" v="6947" actId="1036"/>
          <ac:spMkLst>
            <pc:docMk/>
            <pc:sldMk cId="2461303407" sldId="380"/>
            <ac:spMk id="48" creationId="{2E70C7DC-ACCD-027B-0D6C-C05A49BFC89E}"/>
          </ac:spMkLst>
        </pc:spChg>
        <pc:spChg chg="add mod">
          <ac:chgData name="Gabriel Rodrigues Benegra" userId="15951f17-e43d-4387-8d23-f76792a6730a" providerId="ADAL" clId="{20306FF0-EBC5-4939-8C28-FB7939CB6E19}" dt="2026-10-14T14:16:11.304" v="6947" actId="1036"/>
          <ac:spMkLst>
            <pc:docMk/>
            <pc:sldMk cId="2461303407" sldId="380"/>
            <ac:spMk id="49" creationId="{759F8959-835C-C678-C628-3D5BED0C8239}"/>
          </ac:spMkLst>
        </pc:spChg>
        <pc:spChg chg="add mod">
          <ac:chgData name="Gabriel Rodrigues Benegra" userId="15951f17-e43d-4387-8d23-f76792a6730a" providerId="ADAL" clId="{20306FF0-EBC5-4939-8C28-FB7939CB6E19}" dt="2026-10-14T14:16:11.304" v="6947" actId="1036"/>
          <ac:spMkLst>
            <pc:docMk/>
            <pc:sldMk cId="2461303407" sldId="380"/>
            <ac:spMk id="50" creationId="{3AF82E26-55D8-DE38-B2D5-313B40E55DC3}"/>
          </ac:spMkLst>
        </pc:spChg>
        <pc:spChg chg="add mod">
          <ac:chgData name="Gabriel Rodrigues Benegra" userId="15951f17-e43d-4387-8d23-f76792a6730a" providerId="ADAL" clId="{20306FF0-EBC5-4939-8C28-FB7939CB6E19}" dt="2026-10-14T14:16:11.304" v="6947" actId="1036"/>
          <ac:spMkLst>
            <pc:docMk/>
            <pc:sldMk cId="2461303407" sldId="380"/>
            <ac:spMk id="51" creationId="{28CE84A6-34E6-4B63-5460-F811E7AAA8A2}"/>
          </ac:spMkLst>
        </pc:spChg>
        <pc:spChg chg="add mod">
          <ac:chgData name="Gabriel Rodrigues Benegra" userId="15951f17-e43d-4387-8d23-f76792a6730a" providerId="ADAL" clId="{20306FF0-EBC5-4939-8C28-FB7939CB6E19}" dt="2026-10-14T14:16:11.304" v="6947" actId="1036"/>
          <ac:spMkLst>
            <pc:docMk/>
            <pc:sldMk cId="2461303407" sldId="380"/>
            <ac:spMk id="52" creationId="{4E2CE666-7806-3A24-7CE5-B6D302F22209}"/>
          </ac:spMkLst>
        </pc:spChg>
        <pc:spChg chg="add mod">
          <ac:chgData name="Gabriel Rodrigues Benegra" userId="15951f17-e43d-4387-8d23-f76792a6730a" providerId="ADAL" clId="{20306FF0-EBC5-4939-8C28-FB7939CB6E19}" dt="2026-10-14T14:16:11.304" v="6947" actId="1036"/>
          <ac:spMkLst>
            <pc:docMk/>
            <pc:sldMk cId="2461303407" sldId="380"/>
            <ac:spMk id="53" creationId="{2542E6A0-D939-7F80-80BF-034F0F366E54}"/>
          </ac:spMkLst>
        </pc:spChg>
        <pc:spChg chg="add mod">
          <ac:chgData name="Gabriel Rodrigues Benegra" userId="15951f17-e43d-4387-8d23-f76792a6730a" providerId="ADAL" clId="{20306FF0-EBC5-4939-8C28-FB7939CB6E19}" dt="2026-10-14T14:16:11.304" v="6947" actId="1036"/>
          <ac:spMkLst>
            <pc:docMk/>
            <pc:sldMk cId="2461303407" sldId="380"/>
            <ac:spMk id="54" creationId="{3B882E0E-CBB4-CE37-796B-D5D90A401641}"/>
          </ac:spMkLst>
        </pc:spChg>
        <pc:spChg chg="add mod">
          <ac:chgData name="Gabriel Rodrigues Benegra" userId="15951f17-e43d-4387-8d23-f76792a6730a" providerId="ADAL" clId="{20306FF0-EBC5-4939-8C28-FB7939CB6E19}" dt="2026-10-14T14:16:11.304" v="6947" actId="1036"/>
          <ac:spMkLst>
            <pc:docMk/>
            <pc:sldMk cId="2461303407" sldId="380"/>
            <ac:spMk id="55" creationId="{0FD26A6D-CFA5-2F33-2B22-970B23D4799A}"/>
          </ac:spMkLst>
        </pc:spChg>
        <pc:spChg chg="add mod">
          <ac:chgData name="Gabriel Rodrigues Benegra" userId="15951f17-e43d-4387-8d23-f76792a6730a" providerId="ADAL" clId="{20306FF0-EBC5-4939-8C28-FB7939CB6E19}" dt="2026-10-14T14:16:11.304" v="6947" actId="1036"/>
          <ac:spMkLst>
            <pc:docMk/>
            <pc:sldMk cId="2461303407" sldId="380"/>
            <ac:spMk id="56" creationId="{C2DDA61F-3442-3B3F-F153-B3535E2D96BD}"/>
          </ac:spMkLst>
        </pc:spChg>
        <pc:spChg chg="add mod">
          <ac:chgData name="Gabriel Rodrigues Benegra" userId="15951f17-e43d-4387-8d23-f76792a6730a" providerId="ADAL" clId="{20306FF0-EBC5-4939-8C28-FB7939CB6E19}" dt="2026-10-14T14:16:11.304" v="6947" actId="1036"/>
          <ac:spMkLst>
            <pc:docMk/>
            <pc:sldMk cId="2461303407" sldId="380"/>
            <ac:spMk id="57" creationId="{791DDE75-D6B3-924C-0F94-481C222C7ED9}"/>
          </ac:spMkLst>
        </pc:spChg>
        <pc:spChg chg="add mod">
          <ac:chgData name="Gabriel Rodrigues Benegra" userId="15951f17-e43d-4387-8d23-f76792a6730a" providerId="ADAL" clId="{20306FF0-EBC5-4939-8C28-FB7939CB6E19}" dt="2026-10-14T14:16:11.304" v="6947" actId="1036"/>
          <ac:spMkLst>
            <pc:docMk/>
            <pc:sldMk cId="2461303407" sldId="380"/>
            <ac:spMk id="58" creationId="{E0803822-35C8-685E-0A43-D55BCC3E4992}"/>
          </ac:spMkLst>
        </pc:spChg>
        <pc:spChg chg="add mod">
          <ac:chgData name="Gabriel Rodrigues Benegra" userId="15951f17-e43d-4387-8d23-f76792a6730a" providerId="ADAL" clId="{20306FF0-EBC5-4939-8C28-FB7939CB6E19}" dt="2026-10-14T14:16:11.304" v="6947" actId="1036"/>
          <ac:spMkLst>
            <pc:docMk/>
            <pc:sldMk cId="2461303407" sldId="380"/>
            <ac:spMk id="59" creationId="{81567AAD-6CB1-F96A-BF00-EE5783D867B4}"/>
          </ac:spMkLst>
        </pc:spChg>
        <pc:spChg chg="add mod">
          <ac:chgData name="Gabriel Rodrigues Benegra" userId="15951f17-e43d-4387-8d23-f76792a6730a" providerId="ADAL" clId="{20306FF0-EBC5-4939-8C28-FB7939CB6E19}" dt="2026-10-14T14:16:11.304" v="6947" actId="1036"/>
          <ac:spMkLst>
            <pc:docMk/>
            <pc:sldMk cId="2461303407" sldId="380"/>
            <ac:spMk id="60" creationId="{80196903-50EB-8A04-E1DE-214C9D983C4E}"/>
          </ac:spMkLst>
        </pc:spChg>
        <pc:spChg chg="add mod">
          <ac:chgData name="Gabriel Rodrigues Benegra" userId="15951f17-e43d-4387-8d23-f76792a6730a" providerId="ADAL" clId="{20306FF0-EBC5-4939-8C28-FB7939CB6E19}" dt="2026-10-14T14:16:11.304" v="6947" actId="1036"/>
          <ac:spMkLst>
            <pc:docMk/>
            <pc:sldMk cId="2461303407" sldId="380"/>
            <ac:spMk id="61" creationId="{02D5A2DC-C413-1686-6E06-42CC3C4C65F7}"/>
          </ac:spMkLst>
        </pc:spChg>
        <pc:spChg chg="add mod">
          <ac:chgData name="Gabriel Rodrigues Benegra" userId="15951f17-e43d-4387-8d23-f76792a6730a" providerId="ADAL" clId="{20306FF0-EBC5-4939-8C28-FB7939CB6E19}" dt="2026-10-14T14:16:11.304" v="6947" actId="1036"/>
          <ac:spMkLst>
            <pc:docMk/>
            <pc:sldMk cId="2461303407" sldId="380"/>
            <ac:spMk id="62" creationId="{FC9AF5CD-6A54-9D53-9237-7B44CD2CB4D8}"/>
          </ac:spMkLst>
        </pc:spChg>
        <pc:spChg chg="add mod">
          <ac:chgData name="Gabriel Rodrigues Benegra" userId="15951f17-e43d-4387-8d23-f76792a6730a" providerId="ADAL" clId="{20306FF0-EBC5-4939-8C28-FB7939CB6E19}" dt="2026-10-14T14:16:11.304" v="6947" actId="1036"/>
          <ac:spMkLst>
            <pc:docMk/>
            <pc:sldMk cId="2461303407" sldId="380"/>
            <ac:spMk id="63" creationId="{6A12B7A9-B7A5-7EFF-B8D1-C2762AC741EA}"/>
          </ac:spMkLst>
        </pc:spChg>
        <pc:spChg chg="add mod">
          <ac:chgData name="Gabriel Rodrigues Benegra" userId="15951f17-e43d-4387-8d23-f76792a6730a" providerId="ADAL" clId="{20306FF0-EBC5-4939-8C28-FB7939CB6E19}" dt="2026-10-14T14:16:11.304" v="6947" actId="1036"/>
          <ac:spMkLst>
            <pc:docMk/>
            <pc:sldMk cId="2461303407" sldId="380"/>
            <ac:spMk id="64" creationId="{47F2C352-7839-9471-A774-C180C853F813}"/>
          </ac:spMkLst>
        </pc:spChg>
        <pc:spChg chg="add mod">
          <ac:chgData name="Gabriel Rodrigues Benegra" userId="15951f17-e43d-4387-8d23-f76792a6730a" providerId="ADAL" clId="{20306FF0-EBC5-4939-8C28-FB7939CB6E19}" dt="2026-10-14T14:16:11.304" v="6947" actId="1036"/>
          <ac:spMkLst>
            <pc:docMk/>
            <pc:sldMk cId="2461303407" sldId="380"/>
            <ac:spMk id="65" creationId="{42A9BE57-4053-9CD9-ADAD-436BA013D198}"/>
          </ac:spMkLst>
        </pc:spChg>
        <pc:spChg chg="add mod">
          <ac:chgData name="Gabriel Rodrigues Benegra" userId="15951f17-e43d-4387-8d23-f76792a6730a" providerId="ADAL" clId="{20306FF0-EBC5-4939-8C28-FB7939CB6E19}" dt="2026-10-14T14:16:11.304" v="6947" actId="1036"/>
          <ac:spMkLst>
            <pc:docMk/>
            <pc:sldMk cId="2461303407" sldId="380"/>
            <ac:spMk id="66" creationId="{4370282E-1590-E133-64D8-38F9641E26CB}"/>
          </ac:spMkLst>
        </pc:spChg>
      </pc:sldChg>
      <pc:sldChg chg="modSp mod">
        <pc:chgData name="Gabriel Rodrigues Benegra" userId="15951f17-e43d-4387-8d23-f76792a6730a" providerId="ADAL" clId="{20306FF0-EBC5-4939-8C28-FB7939CB6E19}" dt="2026-10-14T14:40:04.720" v="8321" actId="1035"/>
        <pc:sldMkLst>
          <pc:docMk/>
          <pc:sldMk cId="500312946" sldId="382"/>
        </pc:sldMkLst>
        <pc:spChg chg="mod">
          <ac:chgData name="Gabriel Rodrigues Benegra" userId="15951f17-e43d-4387-8d23-f76792a6730a" providerId="ADAL" clId="{20306FF0-EBC5-4939-8C28-FB7939CB6E19}" dt="2026-10-14T14:17:23.765" v="6950" actId="1076"/>
          <ac:spMkLst>
            <pc:docMk/>
            <pc:sldMk cId="500312946" sldId="382"/>
            <ac:spMk id="5044" creationId="{00000000-0000-0000-0000-000000000000}"/>
          </ac:spMkLst>
        </pc:spChg>
        <pc:spChg chg="mod">
          <ac:chgData name="Gabriel Rodrigues Benegra" userId="15951f17-e43d-4387-8d23-f76792a6730a" providerId="ADAL" clId="{20306FF0-EBC5-4939-8C28-FB7939CB6E19}" dt="2026-10-14T14:40:04.720" v="8321" actId="1035"/>
          <ac:spMkLst>
            <pc:docMk/>
            <pc:sldMk cId="500312946" sldId="382"/>
            <ac:spMk id="5046" creationId="{00000000-0000-0000-0000-000000000000}"/>
          </ac:spMkLst>
        </pc:spChg>
      </pc:sldChg>
      <pc:sldChg chg="addSp delSp modSp add del mod">
        <pc:chgData name="Gabriel Rodrigues Benegra" userId="15951f17-e43d-4387-8d23-f76792a6730a" providerId="ADAL" clId="{20306FF0-EBC5-4939-8C28-FB7939CB6E19}" dt="2026-10-14T14:34:18.981" v="8000" actId="47"/>
        <pc:sldMkLst>
          <pc:docMk/>
          <pc:sldMk cId="3547569971" sldId="383"/>
        </pc:sldMkLst>
        <pc:spChg chg="add mod">
          <ac:chgData name="Gabriel Rodrigues Benegra" userId="15951f17-e43d-4387-8d23-f76792a6730a" providerId="ADAL" clId="{20306FF0-EBC5-4939-8C28-FB7939CB6E19}" dt="2026-10-14T14:18:02.150" v="7097" actId="1037"/>
          <ac:spMkLst>
            <pc:docMk/>
            <pc:sldMk cId="3547569971" sldId="383"/>
            <ac:spMk id="13" creationId="{053EC8D3-29FB-3FC6-8C2B-AC8420846187}"/>
          </ac:spMkLst>
        </pc:spChg>
        <pc:spChg chg="add mod">
          <ac:chgData name="Gabriel Rodrigues Benegra" userId="15951f17-e43d-4387-8d23-f76792a6730a" providerId="ADAL" clId="{20306FF0-EBC5-4939-8C28-FB7939CB6E19}" dt="2026-10-14T14:18:02.150" v="7097" actId="1037"/>
          <ac:spMkLst>
            <pc:docMk/>
            <pc:sldMk cId="3547569971" sldId="383"/>
            <ac:spMk id="14" creationId="{FAADA3A9-76A4-F401-BD12-BBAB61653BEE}"/>
          </ac:spMkLst>
        </pc:spChg>
        <pc:spChg chg="add del mod">
          <ac:chgData name="Gabriel Rodrigues Benegra" userId="15951f17-e43d-4387-8d23-f76792a6730a" providerId="ADAL" clId="{20306FF0-EBC5-4939-8C28-FB7939CB6E19}" dt="2026-10-14T14:19:26.142" v="7099" actId="478"/>
          <ac:spMkLst>
            <pc:docMk/>
            <pc:sldMk cId="3547569971" sldId="383"/>
            <ac:spMk id="15" creationId="{76163514-16E3-1BE5-CEE4-D07FA4A156E1}"/>
          </ac:spMkLst>
        </pc:spChg>
        <pc:spChg chg="add del mod">
          <ac:chgData name="Gabriel Rodrigues Benegra" userId="15951f17-e43d-4387-8d23-f76792a6730a" providerId="ADAL" clId="{20306FF0-EBC5-4939-8C28-FB7939CB6E19}" dt="2026-10-14T14:19:26.142" v="7099" actId="478"/>
          <ac:spMkLst>
            <pc:docMk/>
            <pc:sldMk cId="3547569971" sldId="383"/>
            <ac:spMk id="16" creationId="{47A2FAA5-77E1-ED74-3375-A563D174DB08}"/>
          </ac:spMkLst>
        </pc:spChg>
        <pc:spChg chg="add del mod">
          <ac:chgData name="Gabriel Rodrigues Benegra" userId="15951f17-e43d-4387-8d23-f76792a6730a" providerId="ADAL" clId="{20306FF0-EBC5-4939-8C28-FB7939CB6E19}" dt="2026-10-14T14:19:26.142" v="7099" actId="478"/>
          <ac:spMkLst>
            <pc:docMk/>
            <pc:sldMk cId="3547569971" sldId="383"/>
            <ac:spMk id="17" creationId="{9BE219C4-D91F-52DE-9035-96AC98335F9C}"/>
          </ac:spMkLst>
        </pc:spChg>
        <pc:spChg chg="add del mod">
          <ac:chgData name="Gabriel Rodrigues Benegra" userId="15951f17-e43d-4387-8d23-f76792a6730a" providerId="ADAL" clId="{20306FF0-EBC5-4939-8C28-FB7939CB6E19}" dt="2026-10-14T14:19:26.142" v="7099" actId="478"/>
          <ac:spMkLst>
            <pc:docMk/>
            <pc:sldMk cId="3547569971" sldId="383"/>
            <ac:spMk id="18" creationId="{7FC71755-3B99-FDC8-36A5-77643C0FB632}"/>
          </ac:spMkLst>
        </pc:spChg>
        <pc:spChg chg="add del mod">
          <ac:chgData name="Gabriel Rodrigues Benegra" userId="15951f17-e43d-4387-8d23-f76792a6730a" providerId="ADAL" clId="{20306FF0-EBC5-4939-8C28-FB7939CB6E19}" dt="2026-10-14T14:19:26.142" v="7099" actId="478"/>
          <ac:spMkLst>
            <pc:docMk/>
            <pc:sldMk cId="3547569971" sldId="383"/>
            <ac:spMk id="19" creationId="{38C19CCA-58D5-4978-7D5F-D105614E211B}"/>
          </ac:spMkLst>
        </pc:spChg>
        <pc:spChg chg="add del mod">
          <ac:chgData name="Gabriel Rodrigues Benegra" userId="15951f17-e43d-4387-8d23-f76792a6730a" providerId="ADAL" clId="{20306FF0-EBC5-4939-8C28-FB7939CB6E19}" dt="2026-10-14T14:19:26.142" v="7099" actId="478"/>
          <ac:spMkLst>
            <pc:docMk/>
            <pc:sldMk cId="3547569971" sldId="383"/>
            <ac:spMk id="20" creationId="{124BC9FD-222A-35DF-C269-688F99E1F32D}"/>
          </ac:spMkLst>
        </pc:spChg>
        <pc:spChg chg="add del mod">
          <ac:chgData name="Gabriel Rodrigues Benegra" userId="15951f17-e43d-4387-8d23-f76792a6730a" providerId="ADAL" clId="{20306FF0-EBC5-4939-8C28-FB7939CB6E19}" dt="2026-10-14T14:19:26.142" v="7099" actId="478"/>
          <ac:spMkLst>
            <pc:docMk/>
            <pc:sldMk cId="3547569971" sldId="383"/>
            <ac:spMk id="21" creationId="{E2B0B790-2770-5809-CE05-6F2683FE30FB}"/>
          </ac:spMkLst>
        </pc:spChg>
        <pc:spChg chg="add del mod">
          <ac:chgData name="Gabriel Rodrigues Benegra" userId="15951f17-e43d-4387-8d23-f76792a6730a" providerId="ADAL" clId="{20306FF0-EBC5-4939-8C28-FB7939CB6E19}" dt="2026-10-14T14:19:26.142" v="7099" actId="478"/>
          <ac:spMkLst>
            <pc:docMk/>
            <pc:sldMk cId="3547569971" sldId="383"/>
            <ac:spMk id="22" creationId="{778DEF54-6422-FDE3-13AD-6D8A00A590C0}"/>
          </ac:spMkLst>
        </pc:spChg>
        <pc:spChg chg="add del mod">
          <ac:chgData name="Gabriel Rodrigues Benegra" userId="15951f17-e43d-4387-8d23-f76792a6730a" providerId="ADAL" clId="{20306FF0-EBC5-4939-8C28-FB7939CB6E19}" dt="2026-10-14T14:19:26.142" v="7099" actId="478"/>
          <ac:spMkLst>
            <pc:docMk/>
            <pc:sldMk cId="3547569971" sldId="383"/>
            <ac:spMk id="23" creationId="{1D055F0C-4D4D-3B12-5258-6E7FC354F0BB}"/>
          </ac:spMkLst>
        </pc:spChg>
        <pc:spChg chg="add del mod">
          <ac:chgData name="Gabriel Rodrigues Benegra" userId="15951f17-e43d-4387-8d23-f76792a6730a" providerId="ADAL" clId="{20306FF0-EBC5-4939-8C28-FB7939CB6E19}" dt="2026-10-14T14:19:26.142" v="7099" actId="478"/>
          <ac:spMkLst>
            <pc:docMk/>
            <pc:sldMk cId="3547569971" sldId="383"/>
            <ac:spMk id="24" creationId="{85A5DC02-9EB8-239B-48AD-8D4FDC6BF30B}"/>
          </ac:spMkLst>
        </pc:spChg>
      </pc:sldChg>
      <pc:sldChg chg="addSp delSp modSp add mod">
        <pc:chgData name="Gabriel Rodrigues Benegra" userId="15951f17-e43d-4387-8d23-f76792a6730a" providerId="ADAL" clId="{20306FF0-EBC5-4939-8C28-FB7939CB6E19}" dt="2026-10-14T14:40:18.809" v="8339" actId="478"/>
        <pc:sldMkLst>
          <pc:docMk/>
          <pc:sldMk cId="3868462077" sldId="384"/>
        </pc:sldMkLst>
        <pc:spChg chg="del">
          <ac:chgData name="Gabriel Rodrigues Benegra" userId="15951f17-e43d-4387-8d23-f76792a6730a" providerId="ADAL" clId="{20306FF0-EBC5-4939-8C28-FB7939CB6E19}" dt="2026-10-14T14:38:44.910" v="8095" actId="478"/>
          <ac:spMkLst>
            <pc:docMk/>
            <pc:sldMk cId="3868462077" sldId="384"/>
            <ac:spMk id="2" creationId="{6CABAECC-68B4-3CAD-459F-6FE4BF2B5760}"/>
          </ac:spMkLst>
        </pc:spChg>
        <pc:spChg chg="mod">
          <ac:chgData name="Gabriel Rodrigues Benegra" userId="15951f17-e43d-4387-8d23-f76792a6730a" providerId="ADAL" clId="{20306FF0-EBC5-4939-8C28-FB7939CB6E19}" dt="2026-10-14T14:36:51.610" v="8093" actId="27636"/>
          <ac:spMkLst>
            <pc:docMk/>
            <pc:sldMk cId="3868462077" sldId="384"/>
            <ac:spMk id="3" creationId="{8F10025A-02C8-A636-807B-8FEEE25450B5}"/>
          </ac:spMkLst>
        </pc:spChg>
        <pc:spChg chg="mod">
          <ac:chgData name="Gabriel Rodrigues Benegra" userId="15951f17-e43d-4387-8d23-f76792a6730a" providerId="ADAL" clId="{20306FF0-EBC5-4939-8C28-FB7939CB6E19}" dt="2026-10-14T14:39:00.436" v="8122" actId="20577"/>
          <ac:spMkLst>
            <pc:docMk/>
            <pc:sldMk cId="3868462077" sldId="384"/>
            <ac:spMk id="4" creationId="{433FF70F-8BE4-5713-ABB4-C799A1D73E14}"/>
          </ac:spMkLst>
        </pc:spChg>
        <pc:spChg chg="mod">
          <ac:chgData name="Gabriel Rodrigues Benegra" userId="15951f17-e43d-4387-8d23-f76792a6730a" providerId="ADAL" clId="{20306FF0-EBC5-4939-8C28-FB7939CB6E19}" dt="2026-10-14T14:39:19.532" v="8202" actId="20577"/>
          <ac:spMkLst>
            <pc:docMk/>
            <pc:sldMk cId="3868462077" sldId="384"/>
            <ac:spMk id="5" creationId="{9D2219B5-E25A-9B03-3AFF-A115A8A07FA3}"/>
          </ac:spMkLst>
        </pc:spChg>
        <pc:spChg chg="del">
          <ac:chgData name="Gabriel Rodrigues Benegra" userId="15951f17-e43d-4387-8d23-f76792a6730a" providerId="ADAL" clId="{20306FF0-EBC5-4939-8C28-FB7939CB6E19}" dt="2026-10-14T14:19:34.428" v="7101" actId="478"/>
          <ac:spMkLst>
            <pc:docMk/>
            <pc:sldMk cId="3868462077" sldId="384"/>
            <ac:spMk id="6" creationId="{D16DC06C-09FD-1E4A-B2A3-FC15B64FC5BA}"/>
          </ac:spMkLst>
        </pc:spChg>
        <pc:spChg chg="del">
          <ac:chgData name="Gabriel Rodrigues Benegra" userId="15951f17-e43d-4387-8d23-f76792a6730a" providerId="ADAL" clId="{20306FF0-EBC5-4939-8C28-FB7939CB6E19}" dt="2026-10-14T14:19:34.428" v="7101" actId="478"/>
          <ac:spMkLst>
            <pc:docMk/>
            <pc:sldMk cId="3868462077" sldId="384"/>
            <ac:spMk id="7" creationId="{57D89B3C-DE6A-2E27-4E94-E058AE9CE049}"/>
          </ac:spMkLst>
        </pc:spChg>
        <pc:spChg chg="del">
          <ac:chgData name="Gabriel Rodrigues Benegra" userId="15951f17-e43d-4387-8d23-f76792a6730a" providerId="ADAL" clId="{20306FF0-EBC5-4939-8C28-FB7939CB6E19}" dt="2026-10-14T14:19:34.428" v="7101" actId="478"/>
          <ac:spMkLst>
            <pc:docMk/>
            <pc:sldMk cId="3868462077" sldId="384"/>
            <ac:spMk id="8" creationId="{8914DF16-E8AA-4A1A-08D6-CC3A54D151B8}"/>
          </ac:spMkLst>
        </pc:spChg>
        <pc:spChg chg="del">
          <ac:chgData name="Gabriel Rodrigues Benegra" userId="15951f17-e43d-4387-8d23-f76792a6730a" providerId="ADAL" clId="{20306FF0-EBC5-4939-8C28-FB7939CB6E19}" dt="2026-10-14T14:19:34.428" v="7101" actId="478"/>
          <ac:spMkLst>
            <pc:docMk/>
            <pc:sldMk cId="3868462077" sldId="384"/>
            <ac:spMk id="9" creationId="{D71FB601-D548-F469-7757-8232C77D1970}"/>
          </ac:spMkLst>
        </pc:spChg>
        <pc:spChg chg="mod">
          <ac:chgData name="Gabriel Rodrigues Benegra" userId="15951f17-e43d-4387-8d23-f76792a6730a" providerId="ADAL" clId="{20306FF0-EBC5-4939-8C28-FB7939CB6E19}" dt="2026-10-14T14:39:28.115" v="8228" actId="20577"/>
          <ac:spMkLst>
            <pc:docMk/>
            <pc:sldMk cId="3868462077" sldId="384"/>
            <ac:spMk id="10" creationId="{819CD4EA-475D-309C-0FC8-E9EFB5BA118E}"/>
          </ac:spMkLst>
        </pc:spChg>
        <pc:spChg chg="mod">
          <ac:chgData name="Gabriel Rodrigues Benegra" userId="15951f17-e43d-4387-8d23-f76792a6730a" providerId="ADAL" clId="{20306FF0-EBC5-4939-8C28-FB7939CB6E19}" dt="2026-10-14T14:39:50.137" v="8317" actId="20577"/>
          <ac:spMkLst>
            <pc:docMk/>
            <pc:sldMk cId="3868462077" sldId="384"/>
            <ac:spMk id="11" creationId="{C4B2A119-65A1-1C9A-0672-DBBDF0002A45}"/>
          </ac:spMkLst>
        </pc:spChg>
        <pc:spChg chg="mod topLvl">
          <ac:chgData name="Gabriel Rodrigues Benegra" userId="15951f17-e43d-4387-8d23-f76792a6730a" providerId="ADAL" clId="{20306FF0-EBC5-4939-8C28-FB7939CB6E19}" dt="2026-10-14T14:24:37.510" v="7322" actId="164"/>
          <ac:spMkLst>
            <pc:docMk/>
            <pc:sldMk cId="3868462077" sldId="384"/>
            <ac:spMk id="13" creationId="{053EC8D3-29FB-3FC6-8C2B-AC8420846187}"/>
          </ac:spMkLst>
        </pc:spChg>
        <pc:spChg chg="mod topLvl">
          <ac:chgData name="Gabriel Rodrigues Benegra" userId="15951f17-e43d-4387-8d23-f76792a6730a" providerId="ADAL" clId="{20306FF0-EBC5-4939-8C28-FB7939CB6E19}" dt="2026-10-14T14:24:37.510" v="7322" actId="164"/>
          <ac:spMkLst>
            <pc:docMk/>
            <pc:sldMk cId="3868462077" sldId="384"/>
            <ac:spMk id="14" creationId="{FAADA3A9-76A4-F401-BD12-BBAB61653BEE}"/>
          </ac:spMkLst>
        </pc:spChg>
        <pc:spChg chg="add mod">
          <ac:chgData name="Gabriel Rodrigues Benegra" userId="15951f17-e43d-4387-8d23-f76792a6730a" providerId="ADAL" clId="{20306FF0-EBC5-4939-8C28-FB7939CB6E19}" dt="2026-10-14T14:27:27.014" v="7414" actId="1035"/>
          <ac:spMkLst>
            <pc:docMk/>
            <pc:sldMk cId="3868462077" sldId="384"/>
            <ac:spMk id="15" creationId="{6F13FE3F-34E6-E99B-6E4F-C2058D96F243}"/>
          </ac:spMkLst>
        </pc:spChg>
        <pc:spChg chg="add mod">
          <ac:chgData name="Gabriel Rodrigues Benegra" userId="15951f17-e43d-4387-8d23-f76792a6730a" providerId="ADAL" clId="{20306FF0-EBC5-4939-8C28-FB7939CB6E19}" dt="2026-10-14T14:27:27.014" v="7414" actId="1035"/>
          <ac:spMkLst>
            <pc:docMk/>
            <pc:sldMk cId="3868462077" sldId="384"/>
            <ac:spMk id="16" creationId="{EBA2EBAB-23E0-CE9C-4EBC-4CF32E8933DD}"/>
          </ac:spMkLst>
        </pc:spChg>
        <pc:spChg chg="add mod">
          <ac:chgData name="Gabriel Rodrigues Benegra" userId="15951f17-e43d-4387-8d23-f76792a6730a" providerId="ADAL" clId="{20306FF0-EBC5-4939-8C28-FB7939CB6E19}" dt="2026-10-14T14:27:09.837" v="7407" actId="255"/>
          <ac:spMkLst>
            <pc:docMk/>
            <pc:sldMk cId="3868462077" sldId="384"/>
            <ac:spMk id="17" creationId="{D9DD11E8-3A69-89FC-87DA-BBC6693D7C3D}"/>
          </ac:spMkLst>
        </pc:spChg>
        <pc:spChg chg="add mod">
          <ac:chgData name="Gabriel Rodrigues Benegra" userId="15951f17-e43d-4387-8d23-f76792a6730a" providerId="ADAL" clId="{20306FF0-EBC5-4939-8C28-FB7939CB6E19}" dt="2026-10-14T14:26:45.477" v="7403" actId="255"/>
          <ac:spMkLst>
            <pc:docMk/>
            <pc:sldMk cId="3868462077" sldId="384"/>
            <ac:spMk id="18" creationId="{19BCA68D-BE35-DD0B-5D95-58381103E27E}"/>
          </ac:spMkLst>
        </pc:spChg>
        <pc:spChg chg="add mod">
          <ac:chgData name="Gabriel Rodrigues Benegra" userId="15951f17-e43d-4387-8d23-f76792a6730a" providerId="ADAL" clId="{20306FF0-EBC5-4939-8C28-FB7939CB6E19}" dt="2026-10-14T14:27:27.014" v="7414" actId="1035"/>
          <ac:spMkLst>
            <pc:docMk/>
            <pc:sldMk cId="3868462077" sldId="384"/>
            <ac:spMk id="19" creationId="{D7785EC7-A021-096B-77CA-F06B0642E0FF}"/>
          </ac:spMkLst>
        </pc:spChg>
        <pc:spChg chg="add mod">
          <ac:chgData name="Gabriel Rodrigues Benegra" userId="15951f17-e43d-4387-8d23-f76792a6730a" providerId="ADAL" clId="{20306FF0-EBC5-4939-8C28-FB7939CB6E19}" dt="2026-10-14T14:27:09.837" v="7407" actId="255"/>
          <ac:spMkLst>
            <pc:docMk/>
            <pc:sldMk cId="3868462077" sldId="384"/>
            <ac:spMk id="20" creationId="{B5BF498B-2250-935F-760C-91C26ECA3B89}"/>
          </ac:spMkLst>
        </pc:spChg>
        <pc:spChg chg="add mod">
          <ac:chgData name="Gabriel Rodrigues Benegra" userId="15951f17-e43d-4387-8d23-f76792a6730a" providerId="ADAL" clId="{20306FF0-EBC5-4939-8C28-FB7939CB6E19}" dt="2026-10-14T14:26:52.281" v="7405" actId="255"/>
          <ac:spMkLst>
            <pc:docMk/>
            <pc:sldMk cId="3868462077" sldId="384"/>
            <ac:spMk id="21" creationId="{C8000939-E5FC-1776-E966-2CFE42669B3A}"/>
          </ac:spMkLst>
        </pc:spChg>
        <pc:spChg chg="add mod">
          <ac:chgData name="Gabriel Rodrigues Benegra" userId="15951f17-e43d-4387-8d23-f76792a6730a" providerId="ADAL" clId="{20306FF0-EBC5-4939-8C28-FB7939CB6E19}" dt="2026-10-14T14:27:27.014" v="7414" actId="1035"/>
          <ac:spMkLst>
            <pc:docMk/>
            <pc:sldMk cId="3868462077" sldId="384"/>
            <ac:spMk id="22" creationId="{B412C146-BC06-335B-656C-C901EC544905}"/>
          </ac:spMkLst>
        </pc:spChg>
        <pc:spChg chg="add mod">
          <ac:chgData name="Gabriel Rodrigues Benegra" userId="15951f17-e43d-4387-8d23-f76792a6730a" providerId="ADAL" clId="{20306FF0-EBC5-4939-8C28-FB7939CB6E19}" dt="2026-10-14T14:27:09.837" v="7407" actId="255"/>
          <ac:spMkLst>
            <pc:docMk/>
            <pc:sldMk cId="3868462077" sldId="384"/>
            <ac:spMk id="23" creationId="{68C48127-3B37-4719-0910-0605E3579C3A}"/>
          </ac:spMkLst>
        </pc:spChg>
        <pc:spChg chg="add mod">
          <ac:chgData name="Gabriel Rodrigues Benegra" userId="15951f17-e43d-4387-8d23-f76792a6730a" providerId="ADAL" clId="{20306FF0-EBC5-4939-8C28-FB7939CB6E19}" dt="2026-10-14T14:26:55.718" v="7406" actId="255"/>
          <ac:spMkLst>
            <pc:docMk/>
            <pc:sldMk cId="3868462077" sldId="384"/>
            <ac:spMk id="24" creationId="{99F257EF-B9EC-E22E-EAC3-28350E7F055C}"/>
          </ac:spMkLst>
        </pc:spChg>
        <pc:spChg chg="add mod topLvl">
          <ac:chgData name="Gabriel Rodrigues Benegra" userId="15951f17-e43d-4387-8d23-f76792a6730a" providerId="ADAL" clId="{20306FF0-EBC5-4939-8C28-FB7939CB6E19}" dt="2026-10-14T14:24:37.510" v="7322" actId="164"/>
          <ac:spMkLst>
            <pc:docMk/>
            <pc:sldMk cId="3868462077" sldId="384"/>
            <ac:spMk id="25" creationId="{DC2B860C-5A79-1E7B-897D-04961B183508}"/>
          </ac:spMkLst>
        </pc:spChg>
        <pc:spChg chg="add mod topLvl">
          <ac:chgData name="Gabriel Rodrigues Benegra" userId="15951f17-e43d-4387-8d23-f76792a6730a" providerId="ADAL" clId="{20306FF0-EBC5-4939-8C28-FB7939CB6E19}" dt="2026-10-14T14:24:37.510" v="7322" actId="164"/>
          <ac:spMkLst>
            <pc:docMk/>
            <pc:sldMk cId="3868462077" sldId="384"/>
            <ac:spMk id="26" creationId="{BC22BA68-B9A2-4AB7-5979-BCFA50929489}"/>
          </ac:spMkLst>
        </pc:spChg>
        <pc:spChg chg="add mod topLvl">
          <ac:chgData name="Gabriel Rodrigues Benegra" userId="15951f17-e43d-4387-8d23-f76792a6730a" providerId="ADAL" clId="{20306FF0-EBC5-4939-8C28-FB7939CB6E19}" dt="2026-10-14T14:24:37.510" v="7322" actId="164"/>
          <ac:spMkLst>
            <pc:docMk/>
            <pc:sldMk cId="3868462077" sldId="384"/>
            <ac:spMk id="27" creationId="{496518F5-5DE3-FB77-6956-26838A027A87}"/>
          </ac:spMkLst>
        </pc:spChg>
        <pc:spChg chg="add mod topLvl">
          <ac:chgData name="Gabriel Rodrigues Benegra" userId="15951f17-e43d-4387-8d23-f76792a6730a" providerId="ADAL" clId="{20306FF0-EBC5-4939-8C28-FB7939CB6E19}" dt="2026-10-14T14:24:37.510" v="7322" actId="164"/>
          <ac:spMkLst>
            <pc:docMk/>
            <pc:sldMk cId="3868462077" sldId="384"/>
            <ac:spMk id="28" creationId="{740A2AEE-D50D-2B67-7F65-C002673A2E9C}"/>
          </ac:spMkLst>
        </pc:spChg>
        <pc:spChg chg="add mod">
          <ac:chgData name="Gabriel Rodrigues Benegra" userId="15951f17-e43d-4387-8d23-f76792a6730a" providerId="ADAL" clId="{20306FF0-EBC5-4939-8C28-FB7939CB6E19}" dt="2026-10-14T14:29:38.672" v="7512" actId="1036"/>
          <ac:spMkLst>
            <pc:docMk/>
            <pc:sldMk cId="3868462077" sldId="384"/>
            <ac:spMk id="33" creationId="{A3B2E965-ABA9-8D3E-8B60-9589B9614E87}"/>
          </ac:spMkLst>
        </pc:spChg>
        <pc:spChg chg="add mod">
          <ac:chgData name="Gabriel Rodrigues Benegra" userId="15951f17-e43d-4387-8d23-f76792a6730a" providerId="ADAL" clId="{20306FF0-EBC5-4939-8C28-FB7939CB6E19}" dt="2026-10-14T14:34:04.862" v="7994" actId="1035"/>
          <ac:spMkLst>
            <pc:docMk/>
            <pc:sldMk cId="3868462077" sldId="384"/>
            <ac:spMk id="36" creationId="{E39277A1-A7D4-97FC-E69D-34AF91FE1B6E}"/>
          </ac:spMkLst>
        </pc:spChg>
        <pc:spChg chg="add mod">
          <ac:chgData name="Gabriel Rodrigues Benegra" userId="15951f17-e43d-4387-8d23-f76792a6730a" providerId="ADAL" clId="{20306FF0-EBC5-4939-8C28-FB7939CB6E19}" dt="2026-10-14T14:32:24.025" v="7874" actId="27636"/>
          <ac:spMkLst>
            <pc:docMk/>
            <pc:sldMk cId="3868462077" sldId="384"/>
            <ac:spMk id="37" creationId="{FA958704-BFB8-B746-B1DF-AA5869F8F08A}"/>
          </ac:spMkLst>
        </pc:spChg>
        <pc:spChg chg="add del mod">
          <ac:chgData name="Gabriel Rodrigues Benegra" userId="15951f17-e43d-4387-8d23-f76792a6730a" providerId="ADAL" clId="{20306FF0-EBC5-4939-8C28-FB7939CB6E19}" dt="2026-10-14T14:30:55.813" v="7766" actId="478"/>
          <ac:spMkLst>
            <pc:docMk/>
            <pc:sldMk cId="3868462077" sldId="384"/>
            <ac:spMk id="38" creationId="{6BEDDA11-4A48-89DB-50A4-92469CAAEE42}"/>
          </ac:spMkLst>
        </pc:spChg>
        <pc:spChg chg="add mod">
          <ac:chgData name="Gabriel Rodrigues Benegra" userId="15951f17-e43d-4387-8d23-f76792a6730a" providerId="ADAL" clId="{20306FF0-EBC5-4939-8C28-FB7939CB6E19}" dt="2026-10-14T14:33:11.479" v="7981" actId="14100"/>
          <ac:spMkLst>
            <pc:docMk/>
            <pc:sldMk cId="3868462077" sldId="384"/>
            <ac:spMk id="39" creationId="{55F7A3F9-B31A-7BB1-E971-08C7B3C1CB54}"/>
          </ac:spMkLst>
        </pc:spChg>
        <pc:spChg chg="add del mod">
          <ac:chgData name="Gabriel Rodrigues Benegra" userId="15951f17-e43d-4387-8d23-f76792a6730a" providerId="ADAL" clId="{20306FF0-EBC5-4939-8C28-FB7939CB6E19}" dt="2026-10-14T14:33:23.303" v="7984" actId="478"/>
          <ac:spMkLst>
            <pc:docMk/>
            <pc:sldMk cId="3868462077" sldId="384"/>
            <ac:spMk id="40" creationId="{AE3A333B-9011-EDCE-753F-839181D15873}"/>
          </ac:spMkLst>
        </pc:spChg>
        <pc:spChg chg="add del mod">
          <ac:chgData name="Gabriel Rodrigues Benegra" userId="15951f17-e43d-4387-8d23-f76792a6730a" providerId="ADAL" clId="{20306FF0-EBC5-4939-8C28-FB7939CB6E19}" dt="2026-10-14T14:34:17.330" v="7999" actId="478"/>
          <ac:spMkLst>
            <pc:docMk/>
            <pc:sldMk cId="3868462077" sldId="384"/>
            <ac:spMk id="41" creationId="{27093BD0-F443-D1D4-D71A-F369F8A88B30}"/>
          </ac:spMkLst>
        </pc:spChg>
        <pc:spChg chg="add del mod">
          <ac:chgData name="Gabriel Rodrigues Benegra" userId="15951f17-e43d-4387-8d23-f76792a6730a" providerId="ADAL" clId="{20306FF0-EBC5-4939-8C28-FB7939CB6E19}" dt="2026-10-14T14:34:15.057" v="7998" actId="478"/>
          <ac:spMkLst>
            <pc:docMk/>
            <pc:sldMk cId="3868462077" sldId="384"/>
            <ac:spMk id="42" creationId="{BE117EF9-B8EE-5F8B-F962-2B5F7C827108}"/>
          </ac:spMkLst>
        </pc:spChg>
        <pc:spChg chg="add del mod">
          <ac:chgData name="Gabriel Rodrigues Benegra" userId="15951f17-e43d-4387-8d23-f76792a6730a" providerId="ADAL" clId="{20306FF0-EBC5-4939-8C28-FB7939CB6E19}" dt="2026-10-14T14:34:13.331" v="7997" actId="478"/>
          <ac:spMkLst>
            <pc:docMk/>
            <pc:sldMk cId="3868462077" sldId="384"/>
            <ac:spMk id="43" creationId="{63C19A9D-9036-C5A7-97A5-CAA39B2D6DBD}"/>
          </ac:spMkLst>
        </pc:spChg>
        <pc:spChg chg="add del mod">
          <ac:chgData name="Gabriel Rodrigues Benegra" userId="15951f17-e43d-4387-8d23-f76792a6730a" providerId="ADAL" clId="{20306FF0-EBC5-4939-8C28-FB7939CB6E19}" dt="2026-10-14T14:34:11.117" v="7995" actId="478"/>
          <ac:spMkLst>
            <pc:docMk/>
            <pc:sldMk cId="3868462077" sldId="384"/>
            <ac:spMk id="44" creationId="{43667AFD-EDFC-B12D-E717-2948F691ED75}"/>
          </ac:spMkLst>
        </pc:spChg>
        <pc:spChg chg="add mod">
          <ac:chgData name="Gabriel Rodrigues Benegra" userId="15951f17-e43d-4387-8d23-f76792a6730a" providerId="ADAL" clId="{20306FF0-EBC5-4939-8C28-FB7939CB6E19}" dt="2026-10-14T14:33:48.948" v="7989" actId="1076"/>
          <ac:spMkLst>
            <pc:docMk/>
            <pc:sldMk cId="3868462077" sldId="384"/>
            <ac:spMk id="45" creationId="{48F6EBD8-318A-960F-C056-E1E3813BC104}"/>
          </ac:spMkLst>
        </pc:spChg>
        <pc:spChg chg="add del mod">
          <ac:chgData name="Gabriel Rodrigues Benegra" userId="15951f17-e43d-4387-8d23-f76792a6730a" providerId="ADAL" clId="{20306FF0-EBC5-4939-8C28-FB7939CB6E19}" dt="2026-10-14T14:33:15.509" v="7982" actId="478"/>
          <ac:spMkLst>
            <pc:docMk/>
            <pc:sldMk cId="3868462077" sldId="384"/>
            <ac:spMk id="46" creationId="{7ECADC38-5249-2F12-2358-C9965F67B376}"/>
          </ac:spMkLst>
        </pc:spChg>
        <pc:spChg chg="add mod">
          <ac:chgData name="Gabriel Rodrigues Benegra" userId="15951f17-e43d-4387-8d23-f76792a6730a" providerId="ADAL" clId="{20306FF0-EBC5-4939-8C28-FB7939CB6E19}" dt="2026-10-14T14:33:54.037" v="7990" actId="1076"/>
          <ac:spMkLst>
            <pc:docMk/>
            <pc:sldMk cId="3868462077" sldId="384"/>
            <ac:spMk id="47" creationId="{5C1B0550-DA23-8F28-155B-3CB9A63726B0}"/>
          </ac:spMkLst>
        </pc:spChg>
        <pc:spChg chg="add del mod">
          <ac:chgData name="Gabriel Rodrigues Benegra" userId="15951f17-e43d-4387-8d23-f76792a6730a" providerId="ADAL" clId="{20306FF0-EBC5-4939-8C28-FB7939CB6E19}" dt="2026-10-14T14:35:42.161" v="8047" actId="478"/>
          <ac:spMkLst>
            <pc:docMk/>
            <pc:sldMk cId="3868462077" sldId="384"/>
            <ac:spMk id="48" creationId="{285D2332-E2B1-786A-A8E2-D64B374114DB}"/>
          </ac:spMkLst>
        </pc:spChg>
        <pc:spChg chg="add mod">
          <ac:chgData name="Gabriel Rodrigues Benegra" userId="15951f17-e43d-4387-8d23-f76792a6730a" providerId="ADAL" clId="{20306FF0-EBC5-4939-8C28-FB7939CB6E19}" dt="2026-10-14T14:36:15.847" v="8086" actId="207"/>
          <ac:spMkLst>
            <pc:docMk/>
            <pc:sldMk cId="3868462077" sldId="384"/>
            <ac:spMk id="49" creationId="{62F370E9-D0FE-8861-B757-02BD341178CA}"/>
          </ac:spMkLst>
        </pc:spChg>
        <pc:spChg chg="add mod">
          <ac:chgData name="Gabriel Rodrigues Benegra" userId="15951f17-e43d-4387-8d23-f76792a6730a" providerId="ADAL" clId="{20306FF0-EBC5-4939-8C28-FB7939CB6E19}" dt="2026-10-14T14:36:15.847" v="8086" actId="207"/>
          <ac:spMkLst>
            <pc:docMk/>
            <pc:sldMk cId="3868462077" sldId="384"/>
            <ac:spMk id="50" creationId="{F154111D-C2B6-9B5E-1765-81B61675827B}"/>
          </ac:spMkLst>
        </pc:spChg>
        <pc:spChg chg="add mod">
          <ac:chgData name="Gabriel Rodrigues Benegra" userId="15951f17-e43d-4387-8d23-f76792a6730a" providerId="ADAL" clId="{20306FF0-EBC5-4939-8C28-FB7939CB6E19}" dt="2026-10-14T14:36:28.149" v="8087" actId="207"/>
          <ac:spMkLst>
            <pc:docMk/>
            <pc:sldMk cId="3868462077" sldId="384"/>
            <ac:spMk id="51" creationId="{D8584BB8-B9D7-900A-5841-BFB9948760B3}"/>
          </ac:spMkLst>
        </pc:spChg>
        <pc:spChg chg="add mod">
          <ac:chgData name="Gabriel Rodrigues Benegra" userId="15951f17-e43d-4387-8d23-f76792a6730a" providerId="ADAL" clId="{20306FF0-EBC5-4939-8C28-FB7939CB6E19}" dt="2026-10-14T14:36:28.149" v="8087" actId="207"/>
          <ac:spMkLst>
            <pc:docMk/>
            <pc:sldMk cId="3868462077" sldId="384"/>
            <ac:spMk id="52" creationId="{1682408D-4142-9320-A6ED-A3C7F8200EFE}"/>
          </ac:spMkLst>
        </pc:spChg>
        <pc:spChg chg="add mod">
          <ac:chgData name="Gabriel Rodrigues Benegra" userId="15951f17-e43d-4387-8d23-f76792a6730a" providerId="ADAL" clId="{20306FF0-EBC5-4939-8C28-FB7939CB6E19}" dt="2026-10-14T14:36:28.149" v="8087" actId="207"/>
          <ac:spMkLst>
            <pc:docMk/>
            <pc:sldMk cId="3868462077" sldId="384"/>
            <ac:spMk id="53" creationId="{75614522-8D76-7987-87B9-9FDF3FE81DC5}"/>
          </ac:spMkLst>
        </pc:spChg>
        <pc:spChg chg="add mod">
          <ac:chgData name="Gabriel Rodrigues Benegra" userId="15951f17-e43d-4387-8d23-f76792a6730a" providerId="ADAL" clId="{20306FF0-EBC5-4939-8C28-FB7939CB6E19}" dt="2026-10-14T14:36:28.149" v="8087" actId="207"/>
          <ac:spMkLst>
            <pc:docMk/>
            <pc:sldMk cId="3868462077" sldId="384"/>
            <ac:spMk id="54" creationId="{A4BD4C23-801E-51D6-B556-7356710DFA41}"/>
          </ac:spMkLst>
        </pc:spChg>
        <pc:spChg chg="add mod">
          <ac:chgData name="Gabriel Rodrigues Benegra" userId="15951f17-e43d-4387-8d23-f76792a6730a" providerId="ADAL" clId="{20306FF0-EBC5-4939-8C28-FB7939CB6E19}" dt="2026-10-14T14:36:28.149" v="8087" actId="207"/>
          <ac:spMkLst>
            <pc:docMk/>
            <pc:sldMk cId="3868462077" sldId="384"/>
            <ac:spMk id="55" creationId="{2AB1CB87-0686-5DB4-DECB-50A9EB0358D5}"/>
          </ac:spMkLst>
        </pc:spChg>
        <pc:spChg chg="add mod">
          <ac:chgData name="Gabriel Rodrigues Benegra" userId="15951f17-e43d-4387-8d23-f76792a6730a" providerId="ADAL" clId="{20306FF0-EBC5-4939-8C28-FB7939CB6E19}" dt="2026-10-14T14:36:28.149" v="8087" actId="207"/>
          <ac:spMkLst>
            <pc:docMk/>
            <pc:sldMk cId="3868462077" sldId="384"/>
            <ac:spMk id="56" creationId="{03A4ED0C-6445-616C-285B-65DFDA270F80}"/>
          </ac:spMkLst>
        </pc:spChg>
        <pc:spChg chg="add mod">
          <ac:chgData name="Gabriel Rodrigues Benegra" userId="15951f17-e43d-4387-8d23-f76792a6730a" providerId="ADAL" clId="{20306FF0-EBC5-4939-8C28-FB7939CB6E19}" dt="2026-10-14T14:40:15.690" v="8338" actId="1036"/>
          <ac:spMkLst>
            <pc:docMk/>
            <pc:sldMk cId="3868462077" sldId="384"/>
            <ac:spMk id="57" creationId="{E70E5ABE-46F1-B3CB-53BE-B9A634714D2D}"/>
          </ac:spMkLst>
        </pc:spChg>
        <pc:spChg chg="add mod ord">
          <ac:chgData name="Gabriel Rodrigues Benegra" userId="15951f17-e43d-4387-8d23-f76792a6730a" providerId="ADAL" clId="{20306FF0-EBC5-4939-8C28-FB7939CB6E19}" dt="2026-10-14T14:36:00.848" v="8085" actId="1037"/>
          <ac:spMkLst>
            <pc:docMk/>
            <pc:sldMk cId="3868462077" sldId="384"/>
            <ac:spMk id="58" creationId="{AF8D5A6F-298C-2004-656E-B3B43A86845B}"/>
          </ac:spMkLst>
        </pc:spChg>
        <pc:spChg chg="add mod ord">
          <ac:chgData name="Gabriel Rodrigues Benegra" userId="15951f17-e43d-4387-8d23-f76792a6730a" providerId="ADAL" clId="{20306FF0-EBC5-4939-8C28-FB7939CB6E19}" dt="2026-10-14T14:36:33.843" v="8089" actId="1035"/>
          <ac:spMkLst>
            <pc:docMk/>
            <pc:sldMk cId="3868462077" sldId="384"/>
            <ac:spMk id="59" creationId="{67234D4C-720E-66BD-C94F-63FC619BBCAB}"/>
          </ac:spMkLst>
        </pc:spChg>
        <pc:spChg chg="add mod">
          <ac:chgData name="Gabriel Rodrigues Benegra" userId="15951f17-e43d-4387-8d23-f76792a6730a" providerId="ADAL" clId="{20306FF0-EBC5-4939-8C28-FB7939CB6E19}" dt="2026-10-14T14:38:45.609" v="8096"/>
          <ac:spMkLst>
            <pc:docMk/>
            <pc:sldMk cId="3868462077" sldId="384"/>
            <ac:spMk id="62" creationId="{8D994346-6AC5-548C-5E51-C22F193E1068}"/>
          </ac:spMkLst>
        </pc:spChg>
        <pc:grpChg chg="add mod">
          <ac:chgData name="Gabriel Rodrigues Benegra" userId="15951f17-e43d-4387-8d23-f76792a6730a" providerId="ADAL" clId="{20306FF0-EBC5-4939-8C28-FB7939CB6E19}" dt="2026-10-14T14:21:14.655" v="7161" actId="164"/>
          <ac:grpSpMkLst>
            <pc:docMk/>
            <pc:sldMk cId="3868462077" sldId="384"/>
            <ac:grpSpMk id="29" creationId="{C45BF195-62AD-1DAD-FBD3-0567BD03AA8A}"/>
          </ac:grpSpMkLst>
        </pc:grpChg>
        <pc:grpChg chg="add del mod">
          <ac:chgData name="Gabriel Rodrigues Benegra" userId="15951f17-e43d-4387-8d23-f76792a6730a" providerId="ADAL" clId="{20306FF0-EBC5-4939-8C28-FB7939CB6E19}" dt="2026-10-14T14:22:13.618" v="7254" actId="165"/>
          <ac:grpSpMkLst>
            <pc:docMk/>
            <pc:sldMk cId="3868462077" sldId="384"/>
            <ac:grpSpMk id="30" creationId="{EA4F39B8-BBFA-8451-C88D-33A80448053A}"/>
          </ac:grpSpMkLst>
        </pc:grpChg>
        <pc:grpChg chg="add del mod">
          <ac:chgData name="Gabriel Rodrigues Benegra" userId="15951f17-e43d-4387-8d23-f76792a6730a" providerId="ADAL" clId="{20306FF0-EBC5-4939-8C28-FB7939CB6E19}" dt="2026-10-14T14:23:58.217" v="7305" actId="165"/>
          <ac:grpSpMkLst>
            <pc:docMk/>
            <pc:sldMk cId="3868462077" sldId="384"/>
            <ac:grpSpMk id="31" creationId="{838AD240-B544-2F1A-EB26-C43A950596D6}"/>
          </ac:grpSpMkLst>
        </pc:grpChg>
        <pc:grpChg chg="add mod">
          <ac:chgData name="Gabriel Rodrigues Benegra" userId="15951f17-e43d-4387-8d23-f76792a6730a" providerId="ADAL" clId="{20306FF0-EBC5-4939-8C28-FB7939CB6E19}" dt="2026-10-14T14:33:44.357" v="7988" actId="14100"/>
          <ac:grpSpMkLst>
            <pc:docMk/>
            <pc:sldMk cId="3868462077" sldId="384"/>
            <ac:grpSpMk id="32" creationId="{2E2195A2-9214-C620-7ECE-59BEE312155A}"/>
          </ac:grpSpMkLst>
        </pc:grpChg>
        <pc:picChg chg="add del mod">
          <ac:chgData name="Gabriel Rodrigues Benegra" userId="15951f17-e43d-4387-8d23-f76792a6730a" providerId="ADAL" clId="{20306FF0-EBC5-4939-8C28-FB7939CB6E19}" dt="2026-10-14T14:30:20.248" v="7706" actId="478"/>
          <ac:picMkLst>
            <pc:docMk/>
            <pc:sldMk cId="3868462077" sldId="384"/>
            <ac:picMk id="35" creationId="{93A65A5F-57E3-F410-979A-6FED0C8F8E2A}"/>
          </ac:picMkLst>
        </pc:picChg>
        <pc:picChg chg="add del">
          <ac:chgData name="Gabriel Rodrigues Benegra" userId="15951f17-e43d-4387-8d23-f76792a6730a" providerId="ADAL" clId="{20306FF0-EBC5-4939-8C28-FB7939CB6E19}" dt="2026-10-14T14:40:18.809" v="8339" actId="478"/>
          <ac:picMkLst>
            <pc:docMk/>
            <pc:sldMk cId="3868462077" sldId="384"/>
            <ac:picMk id="61" creationId="{71FD7F03-E590-2C93-C17F-59D6E804001F}"/>
          </ac:picMkLst>
        </pc:picChg>
      </pc:sldChg>
    </pc:docChg>
  </pc:docChgLst>
  <pc:docChgLst>
    <pc:chgData name="Gabriel" userId="15951f17-e43d-4387-8d23-f76792a6730a" providerId="ADAL" clId="{20306FF0-EBC5-4939-8C28-FB7939CB6E19}"/>
    <pc:docChg chg="undo custSel addSld modSld">
      <pc:chgData name="Gabriel" userId="15951f17-e43d-4387-8d23-f76792a6730a" providerId="ADAL" clId="{20306FF0-EBC5-4939-8C28-FB7939CB6E19}" dt="2026-10-19T13:28:16.949" v="174" actId="20577"/>
      <pc:docMkLst>
        <pc:docMk/>
      </pc:docMkLst>
      <pc:sldChg chg="addSp modSp new mod">
        <pc:chgData name="Gabriel" userId="15951f17-e43d-4387-8d23-f76792a6730a" providerId="ADAL" clId="{20306FF0-EBC5-4939-8C28-FB7939CB6E19}" dt="2026-10-19T13:25:55.935" v="84" actId="20577"/>
        <pc:sldMkLst>
          <pc:docMk/>
          <pc:sldMk cId="3845727078" sldId="397"/>
        </pc:sldMkLst>
        <pc:spChg chg="add mod">
          <ac:chgData name="Gabriel" userId="15951f17-e43d-4387-8d23-f76792a6730a" providerId="ADAL" clId="{20306FF0-EBC5-4939-8C28-FB7939CB6E19}" dt="2026-10-19T13:25:55.935" v="84" actId="20577"/>
          <ac:spMkLst>
            <pc:docMk/>
            <pc:sldMk cId="3845727078" sldId="397"/>
            <ac:spMk id="3" creationId="{C4C4CF16-C763-B522-0F48-CC4BDF989B4C}"/>
          </ac:spMkLst>
        </pc:spChg>
        <pc:spChg chg="mod">
          <ac:chgData name="Gabriel" userId="15951f17-e43d-4387-8d23-f76792a6730a" providerId="ADAL" clId="{20306FF0-EBC5-4939-8C28-FB7939CB6E19}" dt="2026-10-19T13:25:31.980" v="1"/>
          <ac:spMkLst>
            <pc:docMk/>
            <pc:sldMk cId="3845727078" sldId="397"/>
            <ac:spMk id="5" creationId="{BADDDF3A-68D4-09BA-38AA-F2156838F88C}"/>
          </ac:spMkLst>
        </pc:spChg>
        <pc:spChg chg="mod">
          <ac:chgData name="Gabriel" userId="15951f17-e43d-4387-8d23-f76792a6730a" providerId="ADAL" clId="{20306FF0-EBC5-4939-8C28-FB7939CB6E19}" dt="2026-10-19T13:25:31.980" v="1"/>
          <ac:spMkLst>
            <pc:docMk/>
            <pc:sldMk cId="3845727078" sldId="397"/>
            <ac:spMk id="6" creationId="{96D94C16-C1CA-8994-DCDF-403F1EB08C46}"/>
          </ac:spMkLst>
        </pc:spChg>
        <pc:spChg chg="mod">
          <ac:chgData name="Gabriel" userId="15951f17-e43d-4387-8d23-f76792a6730a" providerId="ADAL" clId="{20306FF0-EBC5-4939-8C28-FB7939CB6E19}" dt="2026-10-19T13:25:31.980" v="1"/>
          <ac:spMkLst>
            <pc:docMk/>
            <pc:sldMk cId="3845727078" sldId="397"/>
            <ac:spMk id="7" creationId="{A15883F6-E55A-0D86-DDA1-A9A5DC4AFAA8}"/>
          </ac:spMkLst>
        </pc:spChg>
        <pc:spChg chg="mod">
          <ac:chgData name="Gabriel" userId="15951f17-e43d-4387-8d23-f76792a6730a" providerId="ADAL" clId="{20306FF0-EBC5-4939-8C28-FB7939CB6E19}" dt="2026-10-19T13:25:31.980" v="1"/>
          <ac:spMkLst>
            <pc:docMk/>
            <pc:sldMk cId="3845727078" sldId="397"/>
            <ac:spMk id="8" creationId="{7A22D144-424F-F145-4A09-42BA929CD6F9}"/>
          </ac:spMkLst>
        </pc:spChg>
        <pc:spChg chg="mod">
          <ac:chgData name="Gabriel" userId="15951f17-e43d-4387-8d23-f76792a6730a" providerId="ADAL" clId="{20306FF0-EBC5-4939-8C28-FB7939CB6E19}" dt="2026-10-19T13:25:31.980" v="1"/>
          <ac:spMkLst>
            <pc:docMk/>
            <pc:sldMk cId="3845727078" sldId="397"/>
            <ac:spMk id="9" creationId="{C0C9EA00-A39A-A57E-288B-282B17702660}"/>
          </ac:spMkLst>
        </pc:spChg>
        <pc:spChg chg="mod">
          <ac:chgData name="Gabriel" userId="15951f17-e43d-4387-8d23-f76792a6730a" providerId="ADAL" clId="{20306FF0-EBC5-4939-8C28-FB7939CB6E19}" dt="2026-10-19T13:25:31.980" v="1"/>
          <ac:spMkLst>
            <pc:docMk/>
            <pc:sldMk cId="3845727078" sldId="397"/>
            <ac:spMk id="10" creationId="{BCDF2CE3-99C8-140B-E9B1-E4E1D8307D66}"/>
          </ac:spMkLst>
        </pc:spChg>
        <pc:spChg chg="mod">
          <ac:chgData name="Gabriel" userId="15951f17-e43d-4387-8d23-f76792a6730a" providerId="ADAL" clId="{20306FF0-EBC5-4939-8C28-FB7939CB6E19}" dt="2026-10-19T13:25:31.980" v="1"/>
          <ac:spMkLst>
            <pc:docMk/>
            <pc:sldMk cId="3845727078" sldId="397"/>
            <ac:spMk id="11" creationId="{2D70C120-BB1D-A980-B1BA-2C1B7FB87A2B}"/>
          </ac:spMkLst>
        </pc:spChg>
        <pc:spChg chg="mod">
          <ac:chgData name="Gabriel" userId="15951f17-e43d-4387-8d23-f76792a6730a" providerId="ADAL" clId="{20306FF0-EBC5-4939-8C28-FB7939CB6E19}" dt="2026-10-19T13:25:31.980" v="1"/>
          <ac:spMkLst>
            <pc:docMk/>
            <pc:sldMk cId="3845727078" sldId="397"/>
            <ac:spMk id="12" creationId="{8D1998CC-12A8-6A90-9EDB-117ADC44D3EA}"/>
          </ac:spMkLst>
        </pc:spChg>
        <pc:spChg chg="mod">
          <ac:chgData name="Gabriel" userId="15951f17-e43d-4387-8d23-f76792a6730a" providerId="ADAL" clId="{20306FF0-EBC5-4939-8C28-FB7939CB6E19}" dt="2026-10-19T13:25:31.980" v="1"/>
          <ac:spMkLst>
            <pc:docMk/>
            <pc:sldMk cId="3845727078" sldId="397"/>
            <ac:spMk id="13" creationId="{70D7387C-C16C-B469-E9BA-9AE69D5BDECA}"/>
          </ac:spMkLst>
        </pc:spChg>
        <pc:spChg chg="mod">
          <ac:chgData name="Gabriel" userId="15951f17-e43d-4387-8d23-f76792a6730a" providerId="ADAL" clId="{20306FF0-EBC5-4939-8C28-FB7939CB6E19}" dt="2026-10-19T13:25:31.980" v="1"/>
          <ac:spMkLst>
            <pc:docMk/>
            <pc:sldMk cId="3845727078" sldId="397"/>
            <ac:spMk id="14" creationId="{65C8D86F-44F3-104F-E8FD-CF7407EFDA33}"/>
          </ac:spMkLst>
        </pc:spChg>
        <pc:spChg chg="add mod">
          <ac:chgData name="Gabriel" userId="15951f17-e43d-4387-8d23-f76792a6730a" providerId="ADAL" clId="{20306FF0-EBC5-4939-8C28-FB7939CB6E19}" dt="2026-10-19T13:25:31.980" v="1"/>
          <ac:spMkLst>
            <pc:docMk/>
            <pc:sldMk cId="3845727078" sldId="397"/>
            <ac:spMk id="15" creationId="{75FC96A7-E601-4BE2-8F8A-FE7FEA5A2F44}"/>
          </ac:spMkLst>
        </pc:spChg>
        <pc:spChg chg="add mod">
          <ac:chgData name="Gabriel" userId="15951f17-e43d-4387-8d23-f76792a6730a" providerId="ADAL" clId="{20306FF0-EBC5-4939-8C28-FB7939CB6E19}" dt="2026-10-19T13:25:31.980" v="1"/>
          <ac:spMkLst>
            <pc:docMk/>
            <pc:sldMk cId="3845727078" sldId="397"/>
            <ac:spMk id="16" creationId="{F4C4EE5B-FCA5-FD5B-E190-F9A46CAB59F8}"/>
          </ac:spMkLst>
        </pc:spChg>
        <pc:spChg chg="add mod">
          <ac:chgData name="Gabriel" userId="15951f17-e43d-4387-8d23-f76792a6730a" providerId="ADAL" clId="{20306FF0-EBC5-4939-8C28-FB7939CB6E19}" dt="2026-10-19T13:25:31.980" v="1"/>
          <ac:spMkLst>
            <pc:docMk/>
            <pc:sldMk cId="3845727078" sldId="397"/>
            <ac:spMk id="17" creationId="{E8611B42-45CF-70BC-E524-7AEEC888FAB9}"/>
          </ac:spMkLst>
        </pc:spChg>
        <pc:spChg chg="add mod">
          <ac:chgData name="Gabriel" userId="15951f17-e43d-4387-8d23-f76792a6730a" providerId="ADAL" clId="{20306FF0-EBC5-4939-8C28-FB7939CB6E19}" dt="2026-10-19T13:25:31.980" v="1"/>
          <ac:spMkLst>
            <pc:docMk/>
            <pc:sldMk cId="3845727078" sldId="397"/>
            <ac:spMk id="18" creationId="{02D09754-62E7-B9D3-F470-A4D1BEF00ABF}"/>
          </ac:spMkLst>
        </pc:spChg>
        <pc:spChg chg="add mod">
          <ac:chgData name="Gabriel" userId="15951f17-e43d-4387-8d23-f76792a6730a" providerId="ADAL" clId="{20306FF0-EBC5-4939-8C28-FB7939CB6E19}" dt="2026-10-19T13:25:31.980" v="1"/>
          <ac:spMkLst>
            <pc:docMk/>
            <pc:sldMk cId="3845727078" sldId="397"/>
            <ac:spMk id="19" creationId="{1B0C61B7-9371-FEF8-92A7-80D1C7AC4D57}"/>
          </ac:spMkLst>
        </pc:spChg>
        <pc:spChg chg="add mod">
          <ac:chgData name="Gabriel" userId="15951f17-e43d-4387-8d23-f76792a6730a" providerId="ADAL" clId="{20306FF0-EBC5-4939-8C28-FB7939CB6E19}" dt="2026-10-19T13:25:31.980" v="1"/>
          <ac:spMkLst>
            <pc:docMk/>
            <pc:sldMk cId="3845727078" sldId="397"/>
            <ac:spMk id="20" creationId="{31A0F49C-FC9E-AA59-1800-F9E2381496D8}"/>
          </ac:spMkLst>
        </pc:spChg>
        <pc:spChg chg="add mod">
          <ac:chgData name="Gabriel" userId="15951f17-e43d-4387-8d23-f76792a6730a" providerId="ADAL" clId="{20306FF0-EBC5-4939-8C28-FB7939CB6E19}" dt="2026-10-19T13:25:31.980" v="1"/>
          <ac:spMkLst>
            <pc:docMk/>
            <pc:sldMk cId="3845727078" sldId="397"/>
            <ac:spMk id="21" creationId="{C301B91D-FD85-5816-85F7-D0C1FDE7C0EC}"/>
          </ac:spMkLst>
        </pc:spChg>
        <pc:spChg chg="add mod">
          <ac:chgData name="Gabriel" userId="15951f17-e43d-4387-8d23-f76792a6730a" providerId="ADAL" clId="{20306FF0-EBC5-4939-8C28-FB7939CB6E19}" dt="2026-10-19T13:25:31.980" v="1"/>
          <ac:spMkLst>
            <pc:docMk/>
            <pc:sldMk cId="3845727078" sldId="397"/>
            <ac:spMk id="22" creationId="{791C2DE9-B364-52D2-C691-19F76B7DD717}"/>
          </ac:spMkLst>
        </pc:spChg>
        <pc:spChg chg="add mod">
          <ac:chgData name="Gabriel" userId="15951f17-e43d-4387-8d23-f76792a6730a" providerId="ADAL" clId="{20306FF0-EBC5-4939-8C28-FB7939CB6E19}" dt="2026-10-19T13:25:31.980" v="1"/>
          <ac:spMkLst>
            <pc:docMk/>
            <pc:sldMk cId="3845727078" sldId="397"/>
            <ac:spMk id="23" creationId="{6AFA0E09-DD1C-EF0B-CB96-0C6929A385F6}"/>
          </ac:spMkLst>
        </pc:spChg>
        <pc:spChg chg="add mod">
          <ac:chgData name="Gabriel" userId="15951f17-e43d-4387-8d23-f76792a6730a" providerId="ADAL" clId="{20306FF0-EBC5-4939-8C28-FB7939CB6E19}" dt="2026-10-19T13:25:31.980" v="1"/>
          <ac:spMkLst>
            <pc:docMk/>
            <pc:sldMk cId="3845727078" sldId="397"/>
            <ac:spMk id="24" creationId="{5A355B3B-F2A3-EDB4-526C-A7CCC4F62D9E}"/>
          </ac:spMkLst>
        </pc:spChg>
        <pc:spChg chg="add mod">
          <ac:chgData name="Gabriel" userId="15951f17-e43d-4387-8d23-f76792a6730a" providerId="ADAL" clId="{20306FF0-EBC5-4939-8C28-FB7939CB6E19}" dt="2026-10-19T13:25:31.980" v="1"/>
          <ac:spMkLst>
            <pc:docMk/>
            <pc:sldMk cId="3845727078" sldId="397"/>
            <ac:spMk id="25" creationId="{FE66FEBA-545C-3720-9E54-4232C3616B0E}"/>
          </ac:spMkLst>
        </pc:spChg>
        <pc:spChg chg="add mod">
          <ac:chgData name="Gabriel" userId="15951f17-e43d-4387-8d23-f76792a6730a" providerId="ADAL" clId="{20306FF0-EBC5-4939-8C28-FB7939CB6E19}" dt="2026-10-19T13:25:31.980" v="1"/>
          <ac:spMkLst>
            <pc:docMk/>
            <pc:sldMk cId="3845727078" sldId="397"/>
            <ac:spMk id="26" creationId="{FCE32312-E154-02B9-C28F-D29EABDE1679}"/>
          </ac:spMkLst>
        </pc:spChg>
        <pc:spChg chg="add mod">
          <ac:chgData name="Gabriel" userId="15951f17-e43d-4387-8d23-f76792a6730a" providerId="ADAL" clId="{20306FF0-EBC5-4939-8C28-FB7939CB6E19}" dt="2026-10-19T13:25:31.980" v="1"/>
          <ac:spMkLst>
            <pc:docMk/>
            <pc:sldMk cId="3845727078" sldId="397"/>
            <ac:spMk id="27" creationId="{E0DBA176-8BDF-9461-40AF-C6A9A005F22A}"/>
          </ac:spMkLst>
        </pc:spChg>
        <pc:spChg chg="add mod">
          <ac:chgData name="Gabriel" userId="15951f17-e43d-4387-8d23-f76792a6730a" providerId="ADAL" clId="{20306FF0-EBC5-4939-8C28-FB7939CB6E19}" dt="2026-10-19T13:25:31.980" v="1"/>
          <ac:spMkLst>
            <pc:docMk/>
            <pc:sldMk cId="3845727078" sldId="397"/>
            <ac:spMk id="28" creationId="{D47E5AF4-BEF1-286F-510D-5706C75E9791}"/>
          </ac:spMkLst>
        </pc:spChg>
        <pc:spChg chg="add mod">
          <ac:chgData name="Gabriel" userId="15951f17-e43d-4387-8d23-f76792a6730a" providerId="ADAL" clId="{20306FF0-EBC5-4939-8C28-FB7939CB6E19}" dt="2026-10-19T13:25:31.980" v="1"/>
          <ac:spMkLst>
            <pc:docMk/>
            <pc:sldMk cId="3845727078" sldId="397"/>
            <ac:spMk id="29" creationId="{DD739CDC-8658-7742-897C-FF0AECF7277C}"/>
          </ac:spMkLst>
        </pc:spChg>
        <pc:spChg chg="add mod">
          <ac:chgData name="Gabriel" userId="15951f17-e43d-4387-8d23-f76792a6730a" providerId="ADAL" clId="{20306FF0-EBC5-4939-8C28-FB7939CB6E19}" dt="2026-10-19T13:25:31.980" v="1"/>
          <ac:spMkLst>
            <pc:docMk/>
            <pc:sldMk cId="3845727078" sldId="397"/>
            <ac:spMk id="30" creationId="{A91A870F-6DEE-C82D-7DA3-877EDA16C1A4}"/>
          </ac:spMkLst>
        </pc:spChg>
        <pc:spChg chg="add mod">
          <ac:chgData name="Gabriel" userId="15951f17-e43d-4387-8d23-f76792a6730a" providerId="ADAL" clId="{20306FF0-EBC5-4939-8C28-FB7939CB6E19}" dt="2026-10-19T13:25:31.980" v="1"/>
          <ac:spMkLst>
            <pc:docMk/>
            <pc:sldMk cId="3845727078" sldId="397"/>
            <ac:spMk id="31" creationId="{6E67A675-A65B-2D04-47CB-99D21105A874}"/>
          </ac:spMkLst>
        </pc:spChg>
        <pc:spChg chg="add mod">
          <ac:chgData name="Gabriel" userId="15951f17-e43d-4387-8d23-f76792a6730a" providerId="ADAL" clId="{20306FF0-EBC5-4939-8C28-FB7939CB6E19}" dt="2026-10-19T13:25:31.980" v="1"/>
          <ac:spMkLst>
            <pc:docMk/>
            <pc:sldMk cId="3845727078" sldId="397"/>
            <ac:spMk id="32" creationId="{F6EBEBC9-5B19-B3D8-3032-DCAB62EB5F85}"/>
          </ac:spMkLst>
        </pc:spChg>
        <pc:spChg chg="add mod">
          <ac:chgData name="Gabriel" userId="15951f17-e43d-4387-8d23-f76792a6730a" providerId="ADAL" clId="{20306FF0-EBC5-4939-8C28-FB7939CB6E19}" dt="2026-10-19T13:25:31.980" v="1"/>
          <ac:spMkLst>
            <pc:docMk/>
            <pc:sldMk cId="3845727078" sldId="397"/>
            <ac:spMk id="33" creationId="{0A06DC00-2DE2-536A-107D-1DFD3E88568B}"/>
          </ac:spMkLst>
        </pc:spChg>
        <pc:spChg chg="add mod">
          <ac:chgData name="Gabriel" userId="15951f17-e43d-4387-8d23-f76792a6730a" providerId="ADAL" clId="{20306FF0-EBC5-4939-8C28-FB7939CB6E19}" dt="2026-10-19T13:25:31.980" v="1"/>
          <ac:spMkLst>
            <pc:docMk/>
            <pc:sldMk cId="3845727078" sldId="397"/>
            <ac:spMk id="34" creationId="{9093AA81-4C5F-A130-0A19-C381774A5E05}"/>
          </ac:spMkLst>
        </pc:spChg>
        <pc:spChg chg="add mod">
          <ac:chgData name="Gabriel" userId="15951f17-e43d-4387-8d23-f76792a6730a" providerId="ADAL" clId="{20306FF0-EBC5-4939-8C28-FB7939CB6E19}" dt="2026-10-19T13:25:31.980" v="1"/>
          <ac:spMkLst>
            <pc:docMk/>
            <pc:sldMk cId="3845727078" sldId="397"/>
            <ac:spMk id="35" creationId="{714E8F31-F12C-5674-228D-4F29DC4AFE6E}"/>
          </ac:spMkLst>
        </pc:spChg>
        <pc:grpChg chg="add mod">
          <ac:chgData name="Gabriel" userId="15951f17-e43d-4387-8d23-f76792a6730a" providerId="ADAL" clId="{20306FF0-EBC5-4939-8C28-FB7939CB6E19}" dt="2026-10-19T13:25:31.980" v="1"/>
          <ac:grpSpMkLst>
            <pc:docMk/>
            <pc:sldMk cId="3845727078" sldId="397"/>
            <ac:grpSpMk id="4" creationId="{F52E8C5C-341B-4F96-2BCA-DD50AF605C36}"/>
          </ac:grpSpMkLst>
        </pc:grpChg>
      </pc:sldChg>
      <pc:sldChg chg="addSp delSp modSp add mod">
        <pc:chgData name="Gabriel" userId="15951f17-e43d-4387-8d23-f76792a6730a" providerId="ADAL" clId="{20306FF0-EBC5-4939-8C28-FB7939CB6E19}" dt="2026-10-19T13:28:16.949" v="174" actId="20577"/>
        <pc:sldMkLst>
          <pc:docMk/>
          <pc:sldMk cId="1862342928" sldId="398"/>
        </pc:sldMkLst>
        <pc:spChg chg="del">
          <ac:chgData name="Gabriel" userId="15951f17-e43d-4387-8d23-f76792a6730a" providerId="ADAL" clId="{20306FF0-EBC5-4939-8C28-FB7939CB6E19}" dt="2026-10-19T13:26:08.955" v="87" actId="478"/>
          <ac:spMkLst>
            <pc:docMk/>
            <pc:sldMk cId="1862342928" sldId="398"/>
            <ac:spMk id="2" creationId="{636543CF-D0BB-6E41-E836-CE1E11235BA9}"/>
          </ac:spMkLst>
        </pc:spChg>
        <pc:spChg chg="del">
          <ac:chgData name="Gabriel" userId="15951f17-e43d-4387-8d23-f76792a6730a" providerId="ADAL" clId="{20306FF0-EBC5-4939-8C28-FB7939CB6E19}" dt="2026-10-19T13:26:04.966" v="86" actId="478"/>
          <ac:spMkLst>
            <pc:docMk/>
            <pc:sldMk cId="1862342928" sldId="398"/>
            <ac:spMk id="3" creationId="{C4C4CF16-C763-B522-0F48-CC4BDF989B4C}"/>
          </ac:spMkLst>
        </pc:spChg>
        <pc:spChg chg="del">
          <ac:chgData name="Gabriel" userId="15951f17-e43d-4387-8d23-f76792a6730a" providerId="ADAL" clId="{20306FF0-EBC5-4939-8C28-FB7939CB6E19}" dt="2026-10-19T13:26:04.966" v="86" actId="478"/>
          <ac:spMkLst>
            <pc:docMk/>
            <pc:sldMk cId="1862342928" sldId="398"/>
            <ac:spMk id="15" creationId="{75FC96A7-E601-4BE2-8F8A-FE7FEA5A2F44}"/>
          </ac:spMkLst>
        </pc:spChg>
        <pc:spChg chg="del">
          <ac:chgData name="Gabriel" userId="15951f17-e43d-4387-8d23-f76792a6730a" providerId="ADAL" clId="{20306FF0-EBC5-4939-8C28-FB7939CB6E19}" dt="2026-10-19T13:26:04.966" v="86" actId="478"/>
          <ac:spMkLst>
            <pc:docMk/>
            <pc:sldMk cId="1862342928" sldId="398"/>
            <ac:spMk id="16" creationId="{F4C4EE5B-FCA5-FD5B-E190-F9A46CAB59F8}"/>
          </ac:spMkLst>
        </pc:spChg>
        <pc:spChg chg="del">
          <ac:chgData name="Gabriel" userId="15951f17-e43d-4387-8d23-f76792a6730a" providerId="ADAL" clId="{20306FF0-EBC5-4939-8C28-FB7939CB6E19}" dt="2026-10-19T13:26:04.966" v="86" actId="478"/>
          <ac:spMkLst>
            <pc:docMk/>
            <pc:sldMk cId="1862342928" sldId="398"/>
            <ac:spMk id="17" creationId="{E8611B42-45CF-70BC-E524-7AEEC888FAB9}"/>
          </ac:spMkLst>
        </pc:spChg>
        <pc:spChg chg="del">
          <ac:chgData name="Gabriel" userId="15951f17-e43d-4387-8d23-f76792a6730a" providerId="ADAL" clId="{20306FF0-EBC5-4939-8C28-FB7939CB6E19}" dt="2026-10-19T13:26:04.966" v="86" actId="478"/>
          <ac:spMkLst>
            <pc:docMk/>
            <pc:sldMk cId="1862342928" sldId="398"/>
            <ac:spMk id="18" creationId="{02D09754-62E7-B9D3-F470-A4D1BEF00ABF}"/>
          </ac:spMkLst>
        </pc:spChg>
        <pc:spChg chg="del">
          <ac:chgData name="Gabriel" userId="15951f17-e43d-4387-8d23-f76792a6730a" providerId="ADAL" clId="{20306FF0-EBC5-4939-8C28-FB7939CB6E19}" dt="2026-10-19T13:26:04.966" v="86" actId="478"/>
          <ac:spMkLst>
            <pc:docMk/>
            <pc:sldMk cId="1862342928" sldId="398"/>
            <ac:spMk id="19" creationId="{1B0C61B7-9371-FEF8-92A7-80D1C7AC4D57}"/>
          </ac:spMkLst>
        </pc:spChg>
        <pc:spChg chg="del">
          <ac:chgData name="Gabriel" userId="15951f17-e43d-4387-8d23-f76792a6730a" providerId="ADAL" clId="{20306FF0-EBC5-4939-8C28-FB7939CB6E19}" dt="2026-10-19T13:26:04.966" v="86" actId="478"/>
          <ac:spMkLst>
            <pc:docMk/>
            <pc:sldMk cId="1862342928" sldId="398"/>
            <ac:spMk id="20" creationId="{31A0F49C-FC9E-AA59-1800-F9E2381496D8}"/>
          </ac:spMkLst>
        </pc:spChg>
        <pc:spChg chg="del">
          <ac:chgData name="Gabriel" userId="15951f17-e43d-4387-8d23-f76792a6730a" providerId="ADAL" clId="{20306FF0-EBC5-4939-8C28-FB7939CB6E19}" dt="2026-10-19T13:26:04.966" v="86" actId="478"/>
          <ac:spMkLst>
            <pc:docMk/>
            <pc:sldMk cId="1862342928" sldId="398"/>
            <ac:spMk id="21" creationId="{C301B91D-FD85-5816-85F7-D0C1FDE7C0EC}"/>
          </ac:spMkLst>
        </pc:spChg>
        <pc:spChg chg="del">
          <ac:chgData name="Gabriel" userId="15951f17-e43d-4387-8d23-f76792a6730a" providerId="ADAL" clId="{20306FF0-EBC5-4939-8C28-FB7939CB6E19}" dt="2026-10-19T13:26:04.966" v="86" actId="478"/>
          <ac:spMkLst>
            <pc:docMk/>
            <pc:sldMk cId="1862342928" sldId="398"/>
            <ac:spMk id="22" creationId="{791C2DE9-B364-52D2-C691-19F76B7DD717}"/>
          </ac:spMkLst>
        </pc:spChg>
        <pc:spChg chg="del">
          <ac:chgData name="Gabriel" userId="15951f17-e43d-4387-8d23-f76792a6730a" providerId="ADAL" clId="{20306FF0-EBC5-4939-8C28-FB7939CB6E19}" dt="2026-10-19T13:26:08.955" v="87" actId="478"/>
          <ac:spMkLst>
            <pc:docMk/>
            <pc:sldMk cId="1862342928" sldId="398"/>
            <ac:spMk id="23" creationId="{6AFA0E09-DD1C-EF0B-CB96-0C6929A385F6}"/>
          </ac:spMkLst>
        </pc:spChg>
        <pc:spChg chg="del">
          <ac:chgData name="Gabriel" userId="15951f17-e43d-4387-8d23-f76792a6730a" providerId="ADAL" clId="{20306FF0-EBC5-4939-8C28-FB7939CB6E19}" dt="2026-10-19T13:26:08.955" v="87" actId="478"/>
          <ac:spMkLst>
            <pc:docMk/>
            <pc:sldMk cId="1862342928" sldId="398"/>
            <ac:spMk id="24" creationId="{5A355B3B-F2A3-EDB4-526C-A7CCC4F62D9E}"/>
          </ac:spMkLst>
        </pc:spChg>
        <pc:spChg chg="del">
          <ac:chgData name="Gabriel" userId="15951f17-e43d-4387-8d23-f76792a6730a" providerId="ADAL" clId="{20306FF0-EBC5-4939-8C28-FB7939CB6E19}" dt="2026-10-19T13:26:08.955" v="87" actId="478"/>
          <ac:spMkLst>
            <pc:docMk/>
            <pc:sldMk cId="1862342928" sldId="398"/>
            <ac:spMk id="25" creationId="{FE66FEBA-545C-3720-9E54-4232C3616B0E}"/>
          </ac:spMkLst>
        </pc:spChg>
        <pc:spChg chg="del">
          <ac:chgData name="Gabriel" userId="15951f17-e43d-4387-8d23-f76792a6730a" providerId="ADAL" clId="{20306FF0-EBC5-4939-8C28-FB7939CB6E19}" dt="2026-10-19T13:26:04.966" v="86" actId="478"/>
          <ac:spMkLst>
            <pc:docMk/>
            <pc:sldMk cId="1862342928" sldId="398"/>
            <ac:spMk id="26" creationId="{FCE32312-E154-02B9-C28F-D29EABDE1679}"/>
          </ac:spMkLst>
        </pc:spChg>
        <pc:spChg chg="del">
          <ac:chgData name="Gabriel" userId="15951f17-e43d-4387-8d23-f76792a6730a" providerId="ADAL" clId="{20306FF0-EBC5-4939-8C28-FB7939CB6E19}" dt="2026-10-19T13:26:04.966" v="86" actId="478"/>
          <ac:spMkLst>
            <pc:docMk/>
            <pc:sldMk cId="1862342928" sldId="398"/>
            <ac:spMk id="27" creationId="{E0DBA176-8BDF-9461-40AF-C6A9A005F22A}"/>
          </ac:spMkLst>
        </pc:spChg>
        <pc:spChg chg="del">
          <ac:chgData name="Gabriel" userId="15951f17-e43d-4387-8d23-f76792a6730a" providerId="ADAL" clId="{20306FF0-EBC5-4939-8C28-FB7939CB6E19}" dt="2026-10-19T13:26:04.966" v="86" actId="478"/>
          <ac:spMkLst>
            <pc:docMk/>
            <pc:sldMk cId="1862342928" sldId="398"/>
            <ac:spMk id="28" creationId="{D47E5AF4-BEF1-286F-510D-5706C75E9791}"/>
          </ac:spMkLst>
        </pc:spChg>
        <pc:spChg chg="del">
          <ac:chgData name="Gabriel" userId="15951f17-e43d-4387-8d23-f76792a6730a" providerId="ADAL" clId="{20306FF0-EBC5-4939-8C28-FB7939CB6E19}" dt="2026-10-19T13:26:08.955" v="87" actId="478"/>
          <ac:spMkLst>
            <pc:docMk/>
            <pc:sldMk cId="1862342928" sldId="398"/>
            <ac:spMk id="29" creationId="{DD739CDC-8658-7742-897C-FF0AECF7277C}"/>
          </ac:spMkLst>
        </pc:spChg>
        <pc:spChg chg="del">
          <ac:chgData name="Gabriel" userId="15951f17-e43d-4387-8d23-f76792a6730a" providerId="ADAL" clId="{20306FF0-EBC5-4939-8C28-FB7939CB6E19}" dt="2026-10-19T13:26:04.966" v="86" actId="478"/>
          <ac:spMkLst>
            <pc:docMk/>
            <pc:sldMk cId="1862342928" sldId="398"/>
            <ac:spMk id="30" creationId="{A91A870F-6DEE-C82D-7DA3-877EDA16C1A4}"/>
          </ac:spMkLst>
        </pc:spChg>
        <pc:spChg chg="del">
          <ac:chgData name="Gabriel" userId="15951f17-e43d-4387-8d23-f76792a6730a" providerId="ADAL" clId="{20306FF0-EBC5-4939-8C28-FB7939CB6E19}" dt="2026-10-19T13:26:04.966" v="86" actId="478"/>
          <ac:spMkLst>
            <pc:docMk/>
            <pc:sldMk cId="1862342928" sldId="398"/>
            <ac:spMk id="31" creationId="{6E67A675-A65B-2D04-47CB-99D21105A874}"/>
          </ac:spMkLst>
        </pc:spChg>
        <pc:spChg chg="del">
          <ac:chgData name="Gabriel" userId="15951f17-e43d-4387-8d23-f76792a6730a" providerId="ADAL" clId="{20306FF0-EBC5-4939-8C28-FB7939CB6E19}" dt="2026-10-19T13:26:04.966" v="86" actId="478"/>
          <ac:spMkLst>
            <pc:docMk/>
            <pc:sldMk cId="1862342928" sldId="398"/>
            <ac:spMk id="32" creationId="{F6EBEBC9-5B19-B3D8-3032-DCAB62EB5F85}"/>
          </ac:spMkLst>
        </pc:spChg>
        <pc:spChg chg="del">
          <ac:chgData name="Gabriel" userId="15951f17-e43d-4387-8d23-f76792a6730a" providerId="ADAL" clId="{20306FF0-EBC5-4939-8C28-FB7939CB6E19}" dt="2026-10-19T13:26:04.966" v="86" actId="478"/>
          <ac:spMkLst>
            <pc:docMk/>
            <pc:sldMk cId="1862342928" sldId="398"/>
            <ac:spMk id="33" creationId="{0A06DC00-2DE2-536A-107D-1DFD3E88568B}"/>
          </ac:spMkLst>
        </pc:spChg>
        <pc:spChg chg="del">
          <ac:chgData name="Gabriel" userId="15951f17-e43d-4387-8d23-f76792a6730a" providerId="ADAL" clId="{20306FF0-EBC5-4939-8C28-FB7939CB6E19}" dt="2026-10-19T13:26:04.966" v="86" actId="478"/>
          <ac:spMkLst>
            <pc:docMk/>
            <pc:sldMk cId="1862342928" sldId="398"/>
            <ac:spMk id="34" creationId="{9093AA81-4C5F-A130-0A19-C381774A5E05}"/>
          </ac:spMkLst>
        </pc:spChg>
        <pc:spChg chg="del">
          <ac:chgData name="Gabriel" userId="15951f17-e43d-4387-8d23-f76792a6730a" providerId="ADAL" clId="{20306FF0-EBC5-4939-8C28-FB7939CB6E19}" dt="2026-10-19T13:26:04.966" v="86" actId="478"/>
          <ac:spMkLst>
            <pc:docMk/>
            <pc:sldMk cId="1862342928" sldId="398"/>
            <ac:spMk id="35" creationId="{714E8F31-F12C-5674-228D-4F29DC4AFE6E}"/>
          </ac:spMkLst>
        </pc:spChg>
        <pc:spChg chg="mod">
          <ac:chgData name="Gabriel" userId="15951f17-e43d-4387-8d23-f76792a6730a" providerId="ADAL" clId="{20306FF0-EBC5-4939-8C28-FB7939CB6E19}" dt="2026-10-19T13:26:31.950" v="89"/>
          <ac:spMkLst>
            <pc:docMk/>
            <pc:sldMk cId="1862342928" sldId="398"/>
            <ac:spMk id="37" creationId="{8BE58733-1667-75BC-B73B-FB0526CE6826}"/>
          </ac:spMkLst>
        </pc:spChg>
        <pc:spChg chg="mod">
          <ac:chgData name="Gabriel" userId="15951f17-e43d-4387-8d23-f76792a6730a" providerId="ADAL" clId="{20306FF0-EBC5-4939-8C28-FB7939CB6E19}" dt="2026-10-19T13:26:31.950" v="89"/>
          <ac:spMkLst>
            <pc:docMk/>
            <pc:sldMk cId="1862342928" sldId="398"/>
            <ac:spMk id="38" creationId="{8B1315B8-86E7-D8A1-A7A0-3F5352CAF1F8}"/>
          </ac:spMkLst>
        </pc:spChg>
        <pc:spChg chg="mod">
          <ac:chgData name="Gabriel" userId="15951f17-e43d-4387-8d23-f76792a6730a" providerId="ADAL" clId="{20306FF0-EBC5-4939-8C28-FB7939CB6E19}" dt="2026-10-19T13:26:31.950" v="89"/>
          <ac:spMkLst>
            <pc:docMk/>
            <pc:sldMk cId="1862342928" sldId="398"/>
            <ac:spMk id="39" creationId="{734CE522-592F-A05B-4E57-E8F754CCCD8E}"/>
          </ac:spMkLst>
        </pc:spChg>
        <pc:spChg chg="mod">
          <ac:chgData name="Gabriel" userId="15951f17-e43d-4387-8d23-f76792a6730a" providerId="ADAL" clId="{20306FF0-EBC5-4939-8C28-FB7939CB6E19}" dt="2026-10-19T13:26:31.950" v="89"/>
          <ac:spMkLst>
            <pc:docMk/>
            <pc:sldMk cId="1862342928" sldId="398"/>
            <ac:spMk id="40" creationId="{08B1D28E-DEBB-2518-F9CA-48B95BF7629D}"/>
          </ac:spMkLst>
        </pc:spChg>
        <pc:spChg chg="mod">
          <ac:chgData name="Gabriel" userId="15951f17-e43d-4387-8d23-f76792a6730a" providerId="ADAL" clId="{20306FF0-EBC5-4939-8C28-FB7939CB6E19}" dt="2026-10-19T13:26:31.950" v="89"/>
          <ac:spMkLst>
            <pc:docMk/>
            <pc:sldMk cId="1862342928" sldId="398"/>
            <ac:spMk id="41" creationId="{C58067BD-D2C8-58A5-88A1-7AD981E079F7}"/>
          </ac:spMkLst>
        </pc:spChg>
        <pc:spChg chg="mod">
          <ac:chgData name="Gabriel" userId="15951f17-e43d-4387-8d23-f76792a6730a" providerId="ADAL" clId="{20306FF0-EBC5-4939-8C28-FB7939CB6E19}" dt="2026-10-19T13:26:31.950" v="89"/>
          <ac:spMkLst>
            <pc:docMk/>
            <pc:sldMk cId="1862342928" sldId="398"/>
            <ac:spMk id="42" creationId="{A5E79DC1-7546-F31E-38DE-0642DFCCB9BF}"/>
          </ac:spMkLst>
        </pc:spChg>
        <pc:spChg chg="mod">
          <ac:chgData name="Gabriel" userId="15951f17-e43d-4387-8d23-f76792a6730a" providerId="ADAL" clId="{20306FF0-EBC5-4939-8C28-FB7939CB6E19}" dt="2026-10-19T13:26:31.950" v="89"/>
          <ac:spMkLst>
            <pc:docMk/>
            <pc:sldMk cId="1862342928" sldId="398"/>
            <ac:spMk id="43" creationId="{7090C696-1D36-666C-EE02-DB9105F20C01}"/>
          </ac:spMkLst>
        </pc:spChg>
        <pc:spChg chg="mod">
          <ac:chgData name="Gabriel" userId="15951f17-e43d-4387-8d23-f76792a6730a" providerId="ADAL" clId="{20306FF0-EBC5-4939-8C28-FB7939CB6E19}" dt="2026-10-19T13:26:31.950" v="89"/>
          <ac:spMkLst>
            <pc:docMk/>
            <pc:sldMk cId="1862342928" sldId="398"/>
            <ac:spMk id="44" creationId="{6B5DB70D-1B26-2DDE-BE94-D189D2C612D3}"/>
          </ac:spMkLst>
        </pc:spChg>
        <pc:spChg chg="mod">
          <ac:chgData name="Gabriel" userId="15951f17-e43d-4387-8d23-f76792a6730a" providerId="ADAL" clId="{20306FF0-EBC5-4939-8C28-FB7939CB6E19}" dt="2026-10-19T13:26:31.950" v="89"/>
          <ac:spMkLst>
            <pc:docMk/>
            <pc:sldMk cId="1862342928" sldId="398"/>
            <ac:spMk id="45" creationId="{73410F6A-086F-0639-EDB7-62DB9DC82507}"/>
          </ac:spMkLst>
        </pc:spChg>
        <pc:spChg chg="mod">
          <ac:chgData name="Gabriel" userId="15951f17-e43d-4387-8d23-f76792a6730a" providerId="ADAL" clId="{20306FF0-EBC5-4939-8C28-FB7939CB6E19}" dt="2026-10-19T13:26:31.950" v="89"/>
          <ac:spMkLst>
            <pc:docMk/>
            <pc:sldMk cId="1862342928" sldId="398"/>
            <ac:spMk id="46" creationId="{BDA59C4F-700A-DE15-C6F4-C2D92F113403}"/>
          </ac:spMkLst>
        </pc:spChg>
        <pc:spChg chg="add mod">
          <ac:chgData name="Gabriel" userId="15951f17-e43d-4387-8d23-f76792a6730a" providerId="ADAL" clId="{20306FF0-EBC5-4939-8C28-FB7939CB6E19}" dt="2026-10-19T13:26:31.950" v="89"/>
          <ac:spMkLst>
            <pc:docMk/>
            <pc:sldMk cId="1862342928" sldId="398"/>
            <ac:spMk id="47" creationId="{28541EA6-5C81-D9F3-43AD-658293EC7ACD}"/>
          </ac:spMkLst>
        </pc:spChg>
        <pc:spChg chg="add mod">
          <ac:chgData name="Gabriel" userId="15951f17-e43d-4387-8d23-f76792a6730a" providerId="ADAL" clId="{20306FF0-EBC5-4939-8C28-FB7939CB6E19}" dt="2026-10-19T13:26:31.950" v="89"/>
          <ac:spMkLst>
            <pc:docMk/>
            <pc:sldMk cId="1862342928" sldId="398"/>
            <ac:spMk id="48" creationId="{DEEE1747-E030-0E91-27E5-5CB40C619E41}"/>
          </ac:spMkLst>
        </pc:spChg>
        <pc:spChg chg="add mod">
          <ac:chgData name="Gabriel" userId="15951f17-e43d-4387-8d23-f76792a6730a" providerId="ADAL" clId="{20306FF0-EBC5-4939-8C28-FB7939CB6E19}" dt="2026-10-19T13:26:31.950" v="89"/>
          <ac:spMkLst>
            <pc:docMk/>
            <pc:sldMk cId="1862342928" sldId="398"/>
            <ac:spMk id="49" creationId="{F1699610-D75C-4A31-6563-556C4554FA8A}"/>
          </ac:spMkLst>
        </pc:spChg>
        <pc:spChg chg="add mod">
          <ac:chgData name="Gabriel" userId="15951f17-e43d-4387-8d23-f76792a6730a" providerId="ADAL" clId="{20306FF0-EBC5-4939-8C28-FB7939CB6E19}" dt="2026-10-19T13:26:31.950" v="89"/>
          <ac:spMkLst>
            <pc:docMk/>
            <pc:sldMk cId="1862342928" sldId="398"/>
            <ac:spMk id="50" creationId="{127A85B1-06C5-A299-8685-9B984E57F419}"/>
          </ac:spMkLst>
        </pc:spChg>
        <pc:spChg chg="add mod">
          <ac:chgData name="Gabriel" userId="15951f17-e43d-4387-8d23-f76792a6730a" providerId="ADAL" clId="{20306FF0-EBC5-4939-8C28-FB7939CB6E19}" dt="2026-10-19T13:26:31.950" v="89"/>
          <ac:spMkLst>
            <pc:docMk/>
            <pc:sldMk cId="1862342928" sldId="398"/>
            <ac:spMk id="51" creationId="{033BC5C6-10AA-5738-9091-BC18B297B191}"/>
          </ac:spMkLst>
        </pc:spChg>
        <pc:spChg chg="add mod">
          <ac:chgData name="Gabriel" userId="15951f17-e43d-4387-8d23-f76792a6730a" providerId="ADAL" clId="{20306FF0-EBC5-4939-8C28-FB7939CB6E19}" dt="2026-10-19T13:26:31.950" v="89"/>
          <ac:spMkLst>
            <pc:docMk/>
            <pc:sldMk cId="1862342928" sldId="398"/>
            <ac:spMk id="52" creationId="{626980D0-F525-5388-3314-8D4313005308}"/>
          </ac:spMkLst>
        </pc:spChg>
        <pc:spChg chg="add mod">
          <ac:chgData name="Gabriel" userId="15951f17-e43d-4387-8d23-f76792a6730a" providerId="ADAL" clId="{20306FF0-EBC5-4939-8C28-FB7939CB6E19}" dt="2026-10-19T13:26:31.950" v="89"/>
          <ac:spMkLst>
            <pc:docMk/>
            <pc:sldMk cId="1862342928" sldId="398"/>
            <ac:spMk id="53" creationId="{3B27A3F0-CCE4-3D5D-75E6-6D54E0530B15}"/>
          </ac:spMkLst>
        </pc:spChg>
        <pc:spChg chg="add mod">
          <ac:chgData name="Gabriel" userId="15951f17-e43d-4387-8d23-f76792a6730a" providerId="ADAL" clId="{20306FF0-EBC5-4939-8C28-FB7939CB6E19}" dt="2026-10-19T13:26:31.950" v="89"/>
          <ac:spMkLst>
            <pc:docMk/>
            <pc:sldMk cId="1862342928" sldId="398"/>
            <ac:spMk id="54" creationId="{7A40DA2F-B255-6B5E-7AAA-B91F3EF5577A}"/>
          </ac:spMkLst>
        </pc:spChg>
        <pc:spChg chg="add mod">
          <ac:chgData name="Gabriel" userId="15951f17-e43d-4387-8d23-f76792a6730a" providerId="ADAL" clId="{20306FF0-EBC5-4939-8C28-FB7939CB6E19}" dt="2026-10-19T13:26:31.950" v="89"/>
          <ac:spMkLst>
            <pc:docMk/>
            <pc:sldMk cId="1862342928" sldId="398"/>
            <ac:spMk id="55" creationId="{5304D10F-9559-5322-871A-5408A60E4F7C}"/>
          </ac:spMkLst>
        </pc:spChg>
        <pc:spChg chg="add mod">
          <ac:chgData name="Gabriel" userId="15951f17-e43d-4387-8d23-f76792a6730a" providerId="ADAL" clId="{20306FF0-EBC5-4939-8C28-FB7939CB6E19}" dt="2026-10-19T13:26:31.950" v="89"/>
          <ac:spMkLst>
            <pc:docMk/>
            <pc:sldMk cId="1862342928" sldId="398"/>
            <ac:spMk id="56" creationId="{F4C20BC3-E43A-3178-BB48-5B1077C6F874}"/>
          </ac:spMkLst>
        </pc:spChg>
        <pc:spChg chg="add mod">
          <ac:chgData name="Gabriel" userId="15951f17-e43d-4387-8d23-f76792a6730a" providerId="ADAL" clId="{20306FF0-EBC5-4939-8C28-FB7939CB6E19}" dt="2026-10-19T13:26:31.950" v="89"/>
          <ac:spMkLst>
            <pc:docMk/>
            <pc:sldMk cId="1862342928" sldId="398"/>
            <ac:spMk id="57" creationId="{018A3089-E4F1-201C-5D68-279F4992D655}"/>
          </ac:spMkLst>
        </pc:spChg>
        <pc:spChg chg="add mod">
          <ac:chgData name="Gabriel" userId="15951f17-e43d-4387-8d23-f76792a6730a" providerId="ADAL" clId="{20306FF0-EBC5-4939-8C28-FB7939CB6E19}" dt="2026-10-19T13:26:31.950" v="89"/>
          <ac:spMkLst>
            <pc:docMk/>
            <pc:sldMk cId="1862342928" sldId="398"/>
            <ac:spMk id="58" creationId="{1EC70C2D-163F-7F63-7B7A-EF8E3B1B5142}"/>
          </ac:spMkLst>
        </pc:spChg>
        <pc:spChg chg="add mod">
          <ac:chgData name="Gabriel" userId="15951f17-e43d-4387-8d23-f76792a6730a" providerId="ADAL" clId="{20306FF0-EBC5-4939-8C28-FB7939CB6E19}" dt="2026-10-19T13:26:31.950" v="89"/>
          <ac:spMkLst>
            <pc:docMk/>
            <pc:sldMk cId="1862342928" sldId="398"/>
            <ac:spMk id="59" creationId="{04018F4B-56E9-6DFA-63C9-D5784243723E}"/>
          </ac:spMkLst>
        </pc:spChg>
        <pc:spChg chg="add mod">
          <ac:chgData name="Gabriel" userId="15951f17-e43d-4387-8d23-f76792a6730a" providerId="ADAL" clId="{20306FF0-EBC5-4939-8C28-FB7939CB6E19}" dt="2026-10-19T13:26:31.950" v="89"/>
          <ac:spMkLst>
            <pc:docMk/>
            <pc:sldMk cId="1862342928" sldId="398"/>
            <ac:spMk id="60" creationId="{2684E1FE-026F-3FC5-051B-07B1D1980288}"/>
          </ac:spMkLst>
        </pc:spChg>
        <pc:spChg chg="add mod">
          <ac:chgData name="Gabriel" userId="15951f17-e43d-4387-8d23-f76792a6730a" providerId="ADAL" clId="{20306FF0-EBC5-4939-8C28-FB7939CB6E19}" dt="2026-10-19T13:26:31.950" v="89"/>
          <ac:spMkLst>
            <pc:docMk/>
            <pc:sldMk cId="1862342928" sldId="398"/>
            <ac:spMk id="61" creationId="{6BDF5FC6-ACBD-47D5-8587-DDB29A75364F}"/>
          </ac:spMkLst>
        </pc:spChg>
        <pc:spChg chg="add mod">
          <ac:chgData name="Gabriel" userId="15951f17-e43d-4387-8d23-f76792a6730a" providerId="ADAL" clId="{20306FF0-EBC5-4939-8C28-FB7939CB6E19}" dt="2026-10-19T13:26:31.950" v="89"/>
          <ac:spMkLst>
            <pc:docMk/>
            <pc:sldMk cId="1862342928" sldId="398"/>
            <ac:spMk id="62" creationId="{5961E8F9-743F-0017-78CE-A74FCBFB527D}"/>
          </ac:spMkLst>
        </pc:spChg>
        <pc:spChg chg="add mod">
          <ac:chgData name="Gabriel" userId="15951f17-e43d-4387-8d23-f76792a6730a" providerId="ADAL" clId="{20306FF0-EBC5-4939-8C28-FB7939CB6E19}" dt="2026-10-19T13:26:31.950" v="89"/>
          <ac:spMkLst>
            <pc:docMk/>
            <pc:sldMk cId="1862342928" sldId="398"/>
            <ac:spMk id="63" creationId="{FD307CC4-E979-87EC-0E02-E2A2F7A842E1}"/>
          </ac:spMkLst>
        </pc:spChg>
        <pc:spChg chg="add mod">
          <ac:chgData name="Gabriel" userId="15951f17-e43d-4387-8d23-f76792a6730a" providerId="ADAL" clId="{20306FF0-EBC5-4939-8C28-FB7939CB6E19}" dt="2026-10-19T13:26:31.950" v="89"/>
          <ac:spMkLst>
            <pc:docMk/>
            <pc:sldMk cId="1862342928" sldId="398"/>
            <ac:spMk id="64" creationId="{D6984E84-495B-0479-F3E5-AE1AFE550F70}"/>
          </ac:spMkLst>
        </pc:spChg>
        <pc:spChg chg="add mod">
          <ac:chgData name="Gabriel" userId="15951f17-e43d-4387-8d23-f76792a6730a" providerId="ADAL" clId="{20306FF0-EBC5-4939-8C28-FB7939CB6E19}" dt="2026-10-19T13:26:31.950" v="89"/>
          <ac:spMkLst>
            <pc:docMk/>
            <pc:sldMk cId="1862342928" sldId="398"/>
            <ac:spMk id="65" creationId="{50A8FC72-E0DC-F14A-AD65-90D52A0F50CC}"/>
          </ac:spMkLst>
        </pc:spChg>
        <pc:spChg chg="add mod">
          <ac:chgData name="Gabriel" userId="15951f17-e43d-4387-8d23-f76792a6730a" providerId="ADAL" clId="{20306FF0-EBC5-4939-8C28-FB7939CB6E19}" dt="2026-10-19T13:26:31.950" v="89"/>
          <ac:spMkLst>
            <pc:docMk/>
            <pc:sldMk cId="1862342928" sldId="398"/>
            <ac:spMk id="66" creationId="{57E42355-210E-0237-3D3A-DB5FDE2DF10E}"/>
          </ac:spMkLst>
        </pc:spChg>
        <pc:spChg chg="add mod">
          <ac:chgData name="Gabriel" userId="15951f17-e43d-4387-8d23-f76792a6730a" providerId="ADAL" clId="{20306FF0-EBC5-4939-8C28-FB7939CB6E19}" dt="2026-10-19T13:26:31.950" v="89"/>
          <ac:spMkLst>
            <pc:docMk/>
            <pc:sldMk cId="1862342928" sldId="398"/>
            <ac:spMk id="67" creationId="{520D80D9-5283-D807-F01F-FB27900162B9}"/>
          </ac:spMkLst>
        </pc:spChg>
        <pc:spChg chg="mod">
          <ac:chgData name="Gabriel" userId="15951f17-e43d-4387-8d23-f76792a6730a" providerId="ADAL" clId="{20306FF0-EBC5-4939-8C28-FB7939CB6E19}" dt="2026-10-19T13:26:31.950" v="89"/>
          <ac:spMkLst>
            <pc:docMk/>
            <pc:sldMk cId="1862342928" sldId="398"/>
            <ac:spMk id="69" creationId="{361BC59D-2E13-9031-A1F3-31742205E886}"/>
          </ac:spMkLst>
        </pc:spChg>
        <pc:spChg chg="mod">
          <ac:chgData name="Gabriel" userId="15951f17-e43d-4387-8d23-f76792a6730a" providerId="ADAL" clId="{20306FF0-EBC5-4939-8C28-FB7939CB6E19}" dt="2026-10-19T13:26:31.950" v="89"/>
          <ac:spMkLst>
            <pc:docMk/>
            <pc:sldMk cId="1862342928" sldId="398"/>
            <ac:spMk id="70" creationId="{553C6C4B-EFBD-F941-92E5-373B4B867085}"/>
          </ac:spMkLst>
        </pc:spChg>
        <pc:spChg chg="mod">
          <ac:chgData name="Gabriel" userId="15951f17-e43d-4387-8d23-f76792a6730a" providerId="ADAL" clId="{20306FF0-EBC5-4939-8C28-FB7939CB6E19}" dt="2026-10-19T13:26:31.950" v="89"/>
          <ac:spMkLst>
            <pc:docMk/>
            <pc:sldMk cId="1862342928" sldId="398"/>
            <ac:spMk id="71" creationId="{72516439-6432-F254-77DA-7589662ABB3C}"/>
          </ac:spMkLst>
        </pc:spChg>
        <pc:spChg chg="mod">
          <ac:chgData name="Gabriel" userId="15951f17-e43d-4387-8d23-f76792a6730a" providerId="ADAL" clId="{20306FF0-EBC5-4939-8C28-FB7939CB6E19}" dt="2026-10-19T13:26:31.950" v="89"/>
          <ac:spMkLst>
            <pc:docMk/>
            <pc:sldMk cId="1862342928" sldId="398"/>
            <ac:spMk id="72" creationId="{1A023780-F83F-F31C-13C5-B5EB8CFE89D7}"/>
          </ac:spMkLst>
        </pc:spChg>
        <pc:spChg chg="add mod">
          <ac:chgData name="Gabriel" userId="15951f17-e43d-4387-8d23-f76792a6730a" providerId="ADAL" clId="{20306FF0-EBC5-4939-8C28-FB7939CB6E19}" dt="2026-10-19T13:26:31.950" v="89"/>
          <ac:spMkLst>
            <pc:docMk/>
            <pc:sldMk cId="1862342928" sldId="398"/>
            <ac:spMk id="73" creationId="{4AF71DF6-318E-9163-6C0D-40F178BDC303}"/>
          </ac:spMkLst>
        </pc:spChg>
        <pc:spChg chg="add mod">
          <ac:chgData name="Gabriel" userId="15951f17-e43d-4387-8d23-f76792a6730a" providerId="ADAL" clId="{20306FF0-EBC5-4939-8C28-FB7939CB6E19}" dt="2026-10-19T13:26:31.950" v="89"/>
          <ac:spMkLst>
            <pc:docMk/>
            <pc:sldMk cId="1862342928" sldId="398"/>
            <ac:spMk id="74" creationId="{9284A1BB-E6D0-861A-339A-A9269D3F918E}"/>
          </ac:spMkLst>
        </pc:spChg>
        <pc:spChg chg="add mod">
          <ac:chgData name="Gabriel" userId="15951f17-e43d-4387-8d23-f76792a6730a" providerId="ADAL" clId="{20306FF0-EBC5-4939-8C28-FB7939CB6E19}" dt="2026-10-19T13:28:16.949" v="174" actId="20577"/>
          <ac:spMkLst>
            <pc:docMk/>
            <pc:sldMk cId="1862342928" sldId="398"/>
            <ac:spMk id="75" creationId="{5DA0569F-716F-A02C-7D81-469275441ABB}"/>
          </ac:spMkLst>
        </pc:spChg>
        <pc:grpChg chg="del">
          <ac:chgData name="Gabriel" userId="15951f17-e43d-4387-8d23-f76792a6730a" providerId="ADAL" clId="{20306FF0-EBC5-4939-8C28-FB7939CB6E19}" dt="2026-10-19T13:26:12.562" v="88" actId="478"/>
          <ac:grpSpMkLst>
            <pc:docMk/>
            <pc:sldMk cId="1862342928" sldId="398"/>
            <ac:grpSpMk id="4" creationId="{F52E8C5C-341B-4F96-2BCA-DD50AF605C36}"/>
          </ac:grpSpMkLst>
        </pc:grpChg>
        <pc:grpChg chg="add mod">
          <ac:chgData name="Gabriel" userId="15951f17-e43d-4387-8d23-f76792a6730a" providerId="ADAL" clId="{20306FF0-EBC5-4939-8C28-FB7939CB6E19}" dt="2026-10-19T13:26:31.950" v="89"/>
          <ac:grpSpMkLst>
            <pc:docMk/>
            <pc:sldMk cId="1862342928" sldId="398"/>
            <ac:grpSpMk id="36" creationId="{08378750-D837-83D1-F87E-367BD9BE0EA9}"/>
          </ac:grpSpMkLst>
        </pc:grpChg>
        <pc:grpChg chg="add mod">
          <ac:chgData name="Gabriel" userId="15951f17-e43d-4387-8d23-f76792a6730a" providerId="ADAL" clId="{20306FF0-EBC5-4939-8C28-FB7939CB6E19}" dt="2026-10-19T13:26:43.925" v="114" actId="1035"/>
          <ac:grpSpMkLst>
            <pc:docMk/>
            <pc:sldMk cId="1862342928" sldId="398"/>
            <ac:grpSpMk id="68" creationId="{57839F7F-98AF-44EB-11BD-84DA34B93EB7}"/>
          </ac:grpSpMkLst>
        </pc:grpChg>
      </pc:sldChg>
    </pc:docChg>
  </pc:docChgLst>
  <pc:docChgLst>
    <pc:chgData name="Guest User" userId="S::urn:spo:tenantanon#6370a6c0-7b90-4709-bd6e-59c28ede833b::" providerId="AD" clId="Web-{00558199-1D2A-D010-C23A-1FC4AD272521}"/>
    <pc:docChg chg="modSld">
      <pc:chgData name="Guest User" userId="S::urn:spo:tenantanon#6370a6c0-7b90-4709-bd6e-59c28ede833b::" providerId="AD" clId="Web-{00558199-1D2A-D010-C23A-1FC4AD272521}" dt="2026-10-07T14:18:17.077" v="1" actId="20577"/>
      <pc:docMkLst>
        <pc:docMk/>
      </pc:docMkLst>
      <pc:sldChg chg="modSp">
        <pc:chgData name="Guest User" userId="S::urn:spo:tenantanon#6370a6c0-7b90-4709-bd6e-59c28ede833b::" providerId="AD" clId="Web-{00558199-1D2A-D010-C23A-1FC4AD272521}" dt="2026-10-07T14:18:17.077" v="1" actId="20577"/>
        <pc:sldMkLst>
          <pc:docMk/>
          <pc:sldMk cId="1118591106" sldId="354"/>
        </pc:sldMkLst>
        <pc:spChg chg="mod">
          <ac:chgData name="Guest User" userId="S::urn:spo:tenantanon#6370a6c0-7b90-4709-bd6e-59c28ede833b::" providerId="AD" clId="Web-{00558199-1D2A-D010-C23A-1FC4AD272521}" dt="2026-10-07T14:18:17.077" v="1" actId="20577"/>
          <ac:spMkLst>
            <pc:docMk/>
            <pc:sldMk cId="1118591106" sldId="354"/>
            <ac:spMk id="84" creationId="{D1519720-65BB-0FAC-7C89-2D9A95DDA667}"/>
          </ac:spMkLst>
        </pc:spChg>
      </pc:sldChg>
    </pc:docChg>
  </pc:docChgLst>
  <pc:docChgLst>
    <pc:chgData name="Kauã Victor Dias dos Santos" userId="S::kauavds@al.insper.edu.br::563eb8b5-1801-4757-bc17-2373c34c55c9" providerId="AD" clId="Web-{E6867C31-A894-FB3E-30C4-E62862FE5B41}"/>
    <pc:docChg chg="addSld delSld modSld sldOrd">
      <pc:chgData name="Kauã Victor Dias dos Santos" userId="S::kauavds@al.insper.edu.br::563eb8b5-1801-4757-bc17-2373c34c55c9" providerId="AD" clId="Web-{E6867C31-A894-FB3E-30C4-E62862FE5B41}" dt="2026-09-21T00:05:59.167" v="166" actId="20577"/>
      <pc:docMkLst>
        <pc:docMk/>
      </pc:docMkLst>
      <pc:sldChg chg="modSp">
        <pc:chgData name="Kauã Victor Dias dos Santos" userId="S::kauavds@al.insper.edu.br::563eb8b5-1801-4757-bc17-2373c34c55c9" providerId="AD" clId="Web-{E6867C31-A894-FB3E-30C4-E62862FE5B41}" dt="2026-09-20T23:35:35.741" v="17" actId="20577"/>
        <pc:sldMkLst>
          <pc:docMk/>
          <pc:sldMk cId="1653737069" sldId="286"/>
        </pc:sldMkLst>
        <pc:spChg chg="mod">
          <ac:chgData name="Kauã Victor Dias dos Santos" userId="S::kauavds@al.insper.edu.br::563eb8b5-1801-4757-bc17-2373c34c55c9" providerId="AD" clId="Web-{E6867C31-A894-FB3E-30C4-E62862FE5B41}" dt="2026-09-20T23:35:35.741" v="17" actId="20577"/>
          <ac:spMkLst>
            <pc:docMk/>
            <pc:sldMk cId="1653737069" sldId="286"/>
            <ac:spMk id="40" creationId="{03DAEF48-553D-8ADE-F5B7-3A469646B4CB}"/>
          </ac:spMkLst>
        </pc:spChg>
      </pc:sldChg>
      <pc:sldChg chg="modSp">
        <pc:chgData name="Kauã Victor Dias dos Santos" userId="S::kauavds@al.insper.edu.br::563eb8b5-1801-4757-bc17-2373c34c55c9" providerId="AD" clId="Web-{E6867C31-A894-FB3E-30C4-E62862FE5B41}" dt="2026-09-20T23:46:09.887" v="125" actId="20577"/>
        <pc:sldMkLst>
          <pc:docMk/>
          <pc:sldMk cId="801149791" sldId="311"/>
        </pc:sldMkLst>
        <pc:spChg chg="mod">
          <ac:chgData name="Kauã Victor Dias dos Santos" userId="S::kauavds@al.insper.edu.br::563eb8b5-1801-4757-bc17-2373c34c55c9" providerId="AD" clId="Web-{E6867C31-A894-FB3E-30C4-E62862FE5B41}" dt="2026-09-20T23:46:09.887" v="125" actId="20577"/>
          <ac:spMkLst>
            <pc:docMk/>
            <pc:sldMk cId="801149791" sldId="311"/>
            <ac:spMk id="3" creationId="{F33F0DF1-831B-C8EE-9529-7A1584C93111}"/>
          </ac:spMkLst>
        </pc:spChg>
        <pc:spChg chg="mod">
          <ac:chgData name="Kauã Victor Dias dos Santos" userId="S::kauavds@al.insper.edu.br::563eb8b5-1801-4757-bc17-2373c34c55c9" providerId="AD" clId="Web-{E6867C31-A894-FB3E-30C4-E62862FE5B41}" dt="2026-09-20T23:38:34.856" v="41" actId="20577"/>
          <ac:spMkLst>
            <pc:docMk/>
            <pc:sldMk cId="801149791" sldId="311"/>
            <ac:spMk id="11" creationId="{6DC6E710-8D0C-AF3E-B8D1-1B55D5636C6C}"/>
          </ac:spMkLst>
        </pc:spChg>
        <pc:spChg chg="mod">
          <ac:chgData name="Kauã Victor Dias dos Santos" userId="S::kauavds@al.insper.edu.br::563eb8b5-1801-4757-bc17-2373c34c55c9" providerId="AD" clId="Web-{E6867C31-A894-FB3E-30C4-E62862FE5B41}" dt="2026-09-20T23:45:31.183" v="72" actId="14100"/>
          <ac:spMkLst>
            <pc:docMk/>
            <pc:sldMk cId="801149791" sldId="311"/>
            <ac:spMk id="14" creationId="{732AE37C-2EEA-B1C7-D0D5-8524C136F308}"/>
          </ac:spMkLst>
        </pc:spChg>
      </pc:sldChg>
      <pc:sldChg chg="modSp">
        <pc:chgData name="Kauã Victor Dias dos Santos" userId="S::kauavds@al.insper.edu.br::563eb8b5-1801-4757-bc17-2373c34c55c9" providerId="AD" clId="Web-{E6867C31-A894-FB3E-30C4-E62862FE5B41}" dt="2026-09-20T23:36:06.476" v="21" actId="14100"/>
        <pc:sldMkLst>
          <pc:docMk/>
          <pc:sldMk cId="4031254641" sldId="326"/>
        </pc:sldMkLst>
        <pc:spChg chg="mod">
          <ac:chgData name="Kauã Victor Dias dos Santos" userId="S::kauavds@al.insper.edu.br::563eb8b5-1801-4757-bc17-2373c34c55c9" providerId="AD" clId="Web-{E6867C31-A894-FB3E-30C4-E62862FE5B41}" dt="2026-09-20T23:36:06.476" v="21" actId="14100"/>
          <ac:spMkLst>
            <pc:docMk/>
            <pc:sldMk cId="4031254641" sldId="326"/>
            <ac:spMk id="2" creationId="{B7AEDC8D-5250-6AED-156D-B9884E7DF04A}"/>
          </ac:spMkLst>
        </pc:spChg>
      </pc:sldChg>
      <pc:sldChg chg="modSp">
        <pc:chgData name="Kauã Victor Dias dos Santos" userId="S::kauavds@al.insper.edu.br::563eb8b5-1801-4757-bc17-2373c34c55c9" providerId="AD" clId="Web-{E6867C31-A894-FB3E-30C4-E62862FE5B41}" dt="2026-09-20T23:36:48.243" v="28" actId="20577"/>
        <pc:sldMkLst>
          <pc:docMk/>
          <pc:sldMk cId="2721456284" sldId="328"/>
        </pc:sldMkLst>
        <pc:spChg chg="mod">
          <ac:chgData name="Kauã Victor Dias dos Santos" userId="S::kauavds@al.insper.edu.br::563eb8b5-1801-4757-bc17-2373c34c55c9" providerId="AD" clId="Web-{E6867C31-A894-FB3E-30C4-E62862FE5B41}" dt="2026-09-20T23:36:48.243" v="28" actId="20577"/>
          <ac:spMkLst>
            <pc:docMk/>
            <pc:sldMk cId="2721456284" sldId="328"/>
            <ac:spMk id="7" creationId="{E70B1A57-A6B1-CE34-302B-7472C52C70D6}"/>
          </ac:spMkLst>
        </pc:spChg>
        <pc:grpChg chg="ord">
          <ac:chgData name="Kauã Victor Dias dos Santos" userId="S::kauavds@al.insper.edu.br::563eb8b5-1801-4757-bc17-2373c34c55c9" providerId="AD" clId="Web-{E6867C31-A894-FB3E-30C4-E62862FE5B41}" dt="2026-09-20T23:36:44.009" v="26"/>
          <ac:grpSpMkLst>
            <pc:docMk/>
            <pc:sldMk cId="2721456284" sldId="328"/>
            <ac:grpSpMk id="28" creationId="{17F44C52-A592-F4FA-F73E-76DB1487FF07}"/>
          </ac:grpSpMkLst>
        </pc:grpChg>
      </pc:sldChg>
      <pc:sldChg chg="modSp">
        <pc:chgData name="Kauã Victor Dias dos Santos" userId="S::kauavds@al.insper.edu.br::563eb8b5-1801-4757-bc17-2373c34c55c9" providerId="AD" clId="Web-{E6867C31-A894-FB3E-30C4-E62862FE5B41}" dt="2026-09-20T23:35:50.507" v="19" actId="20577"/>
        <pc:sldMkLst>
          <pc:docMk/>
          <pc:sldMk cId="3816260276" sldId="329"/>
        </pc:sldMkLst>
        <pc:spChg chg="mod">
          <ac:chgData name="Kauã Victor Dias dos Santos" userId="S::kauavds@al.insper.edu.br::563eb8b5-1801-4757-bc17-2373c34c55c9" providerId="AD" clId="Web-{E6867C31-A894-FB3E-30C4-E62862FE5B41}" dt="2026-09-20T23:35:50.507" v="19" actId="20577"/>
          <ac:spMkLst>
            <pc:docMk/>
            <pc:sldMk cId="3816260276" sldId="329"/>
            <ac:spMk id="31" creationId="{12E6B28E-684A-A5F9-35DC-69E3CE2CABBD}"/>
          </ac:spMkLst>
        </pc:spChg>
      </pc:sldChg>
      <pc:sldChg chg="modSp">
        <pc:chgData name="Kauã Victor Dias dos Santos" userId="S::kauavds@al.insper.edu.br::563eb8b5-1801-4757-bc17-2373c34c55c9" providerId="AD" clId="Web-{E6867C31-A894-FB3E-30C4-E62862FE5B41}" dt="2026-09-20T23:36:26.946" v="25" actId="14100"/>
        <pc:sldMkLst>
          <pc:docMk/>
          <pc:sldMk cId="881085822" sldId="341"/>
        </pc:sldMkLst>
        <pc:spChg chg="mod">
          <ac:chgData name="Kauã Victor Dias dos Santos" userId="S::kauavds@al.insper.edu.br::563eb8b5-1801-4757-bc17-2373c34c55c9" providerId="AD" clId="Web-{E6867C31-A894-FB3E-30C4-E62862FE5B41}" dt="2026-09-20T23:36:26.946" v="25" actId="14100"/>
          <ac:spMkLst>
            <pc:docMk/>
            <pc:sldMk cId="881085822" sldId="341"/>
            <ac:spMk id="2" creationId="{D9CA186D-EC52-86D3-BA6A-7BD5A19621E0}"/>
          </ac:spMkLst>
        </pc:spChg>
      </pc:sldChg>
      <pc:sldChg chg="modSp mod ord modShow">
        <pc:chgData name="Kauã Victor Dias dos Santos" userId="S::kauavds@al.insper.edu.br::563eb8b5-1801-4757-bc17-2373c34c55c9" providerId="AD" clId="Web-{E6867C31-A894-FB3E-30C4-E62862FE5B41}" dt="2026-09-20T23:37:56.292" v="36" actId="20577"/>
        <pc:sldMkLst>
          <pc:docMk/>
          <pc:sldMk cId="917026926" sldId="344"/>
        </pc:sldMkLst>
        <pc:spChg chg="mod">
          <ac:chgData name="Kauã Victor Dias dos Santos" userId="S::kauavds@al.insper.edu.br::563eb8b5-1801-4757-bc17-2373c34c55c9" providerId="AD" clId="Web-{E6867C31-A894-FB3E-30C4-E62862FE5B41}" dt="2026-09-20T23:37:56.292" v="36" actId="20577"/>
          <ac:spMkLst>
            <pc:docMk/>
            <pc:sldMk cId="917026926" sldId="344"/>
            <ac:spMk id="2" creationId="{C6D584C9-F7E1-E9D4-047F-9F73944D6EEC}"/>
          </ac:spMkLst>
        </pc:spChg>
        <pc:grpChg chg="ord">
          <ac:chgData name="Kauã Victor Dias dos Santos" userId="S::kauavds@al.insper.edu.br::563eb8b5-1801-4757-bc17-2373c34c55c9" providerId="AD" clId="Web-{E6867C31-A894-FB3E-30C4-E62862FE5B41}" dt="2026-09-20T23:37:22.994" v="34"/>
          <ac:grpSpMkLst>
            <pc:docMk/>
            <pc:sldMk cId="917026926" sldId="344"/>
            <ac:grpSpMk id="97" creationId="{0D0B5E15-BA88-ADF3-F9E1-E8DAAE870F94}"/>
          </ac:grpSpMkLst>
        </pc:grpChg>
      </pc:sldChg>
      <pc:sldChg chg="modSp">
        <pc:chgData name="Kauã Victor Dias dos Santos" userId="S::kauavds@al.insper.edu.br::563eb8b5-1801-4757-bc17-2373c34c55c9" providerId="AD" clId="Web-{E6867C31-A894-FB3E-30C4-E62862FE5B41}" dt="2026-09-20T23:34:18.628" v="12" actId="20577"/>
        <pc:sldMkLst>
          <pc:docMk/>
          <pc:sldMk cId="2248886962" sldId="346"/>
        </pc:sldMkLst>
        <pc:spChg chg="mod">
          <ac:chgData name="Kauã Victor Dias dos Santos" userId="S::kauavds@al.insper.edu.br::563eb8b5-1801-4757-bc17-2373c34c55c9" providerId="AD" clId="Web-{E6867C31-A894-FB3E-30C4-E62862FE5B41}" dt="2026-09-20T23:34:18.628" v="12" actId="20577"/>
          <ac:spMkLst>
            <pc:docMk/>
            <pc:sldMk cId="2248886962" sldId="346"/>
            <ac:spMk id="12" creationId="{94DEB549-9409-52FA-7D37-FC6267DDFDE1}"/>
          </ac:spMkLst>
        </pc:spChg>
        <pc:graphicFrameChg chg="ord">
          <ac:chgData name="Kauã Victor Dias dos Santos" userId="S::kauavds@al.insper.edu.br::563eb8b5-1801-4757-bc17-2373c34c55c9" providerId="AD" clId="Web-{E6867C31-A894-FB3E-30C4-E62862FE5B41}" dt="2026-09-20T23:34:04.159" v="11"/>
          <ac:graphicFrameMkLst>
            <pc:docMk/>
            <pc:sldMk cId="2248886962" sldId="346"/>
            <ac:graphicFrameMk id="15" creationId="{40858FDC-1996-FAB9-71DD-3E2D9B48183F}"/>
          </ac:graphicFrameMkLst>
        </pc:graphicFrameChg>
      </pc:sldChg>
      <pc:sldChg chg="modSp">
        <pc:chgData name="Kauã Victor Dias dos Santos" userId="S::kauavds@al.insper.edu.br::563eb8b5-1801-4757-bc17-2373c34c55c9" providerId="AD" clId="Web-{E6867C31-A894-FB3E-30C4-E62862FE5B41}" dt="2026-09-20T23:33:46.486" v="10" actId="20577"/>
        <pc:sldMkLst>
          <pc:docMk/>
          <pc:sldMk cId="4207788666" sldId="347"/>
        </pc:sldMkLst>
        <pc:spChg chg="mod">
          <ac:chgData name="Kauã Victor Dias dos Santos" userId="S::kauavds@al.insper.edu.br::563eb8b5-1801-4757-bc17-2373c34c55c9" providerId="AD" clId="Web-{E6867C31-A894-FB3E-30C4-E62862FE5B41}" dt="2026-09-20T23:33:46.486" v="10" actId="20577"/>
          <ac:spMkLst>
            <pc:docMk/>
            <pc:sldMk cId="4207788666" sldId="347"/>
            <ac:spMk id="2" creationId="{5FC69101-08D8-EB8C-3A56-E12E4CFC6D99}"/>
          </ac:spMkLst>
        </pc:spChg>
        <pc:grpChg chg="ord">
          <ac:chgData name="Kauã Victor Dias dos Santos" userId="S::kauavds@al.insper.edu.br::563eb8b5-1801-4757-bc17-2373c34c55c9" providerId="AD" clId="Web-{E6867C31-A894-FB3E-30C4-E62862FE5B41}" dt="2026-09-20T23:33:32.814" v="8"/>
          <ac:grpSpMkLst>
            <pc:docMk/>
            <pc:sldMk cId="4207788666" sldId="347"/>
            <ac:grpSpMk id="97" creationId="{91A83713-1435-73DA-C348-FC280E7BB767}"/>
          </ac:grpSpMkLst>
        </pc:grpChg>
      </pc:sldChg>
      <pc:sldChg chg="modSp">
        <pc:chgData name="Kauã Victor Dias dos Santos" userId="S::kauavds@al.insper.edu.br::563eb8b5-1801-4757-bc17-2373c34c55c9" providerId="AD" clId="Web-{E6867C31-A894-FB3E-30C4-E62862FE5B41}" dt="2026-09-20T23:37:12.947" v="33" actId="20577"/>
        <pc:sldMkLst>
          <pc:docMk/>
          <pc:sldMk cId="4210405125" sldId="351"/>
        </pc:sldMkLst>
        <pc:spChg chg="mod">
          <ac:chgData name="Kauã Victor Dias dos Santos" userId="S::kauavds@al.insper.edu.br::563eb8b5-1801-4757-bc17-2373c34c55c9" providerId="AD" clId="Web-{E6867C31-A894-FB3E-30C4-E62862FE5B41}" dt="2026-09-20T23:37:12.947" v="33" actId="20577"/>
          <ac:spMkLst>
            <pc:docMk/>
            <pc:sldMk cId="4210405125" sldId="351"/>
            <ac:spMk id="7" creationId="{E70B1A57-A6B1-CE34-302B-7472C52C70D6}"/>
          </ac:spMkLst>
        </pc:spChg>
      </pc:sldChg>
      <pc:sldChg chg="modSp">
        <pc:chgData name="Kauã Victor Dias dos Santos" userId="S::kauavds@al.insper.edu.br::563eb8b5-1801-4757-bc17-2373c34c55c9" providerId="AD" clId="Web-{E6867C31-A894-FB3E-30C4-E62862FE5B41}" dt="2026-09-21T00:05:59.167" v="166" actId="20577"/>
        <pc:sldMkLst>
          <pc:docMk/>
          <pc:sldMk cId="2749314505" sldId="352"/>
        </pc:sldMkLst>
        <pc:spChg chg="mod">
          <ac:chgData name="Kauã Victor Dias dos Santos" userId="S::kauavds@al.insper.edu.br::563eb8b5-1801-4757-bc17-2373c34c55c9" providerId="AD" clId="Web-{E6867C31-A894-FB3E-30C4-E62862FE5B41}" dt="2026-09-21T00:05:59.167" v="166" actId="20577"/>
          <ac:spMkLst>
            <pc:docMk/>
            <pc:sldMk cId="2749314505" sldId="352"/>
            <ac:spMk id="15" creationId="{7B65B2D0-3C24-8F73-AE44-33AE3BB7F314}"/>
          </ac:spMkLst>
        </pc:spChg>
      </pc:sldChg>
    </pc:docChg>
  </pc:docChgLst>
  <pc:docChgLst>
    <pc:chgData name="Bernardo Caputo Gomes" userId="6da50d2c-d1b7-4a9f-8ea6-11c55775b80e" providerId="ADAL" clId="{2E3FE783-9AB9-4869-96B1-16E14BA4AC72}"/>
    <pc:docChg chg="undo redo custSel addSld delSld modSld sldOrd delMainMaster modMainMaster">
      <pc:chgData name="Bernardo Caputo Gomes" userId="6da50d2c-d1b7-4a9f-8ea6-11c55775b80e" providerId="ADAL" clId="{2E3FE783-9AB9-4869-96B1-16E14BA4AC72}" dt="2026-10-19T14:29:08.238" v="13964" actId="403"/>
      <pc:docMkLst>
        <pc:docMk/>
      </pc:docMkLst>
      <pc:sldChg chg="addSp delSp modSp mod modClrScheme modShow chgLayout">
        <pc:chgData name="Bernardo Caputo Gomes" userId="6da50d2c-d1b7-4a9f-8ea6-11c55775b80e" providerId="ADAL" clId="{2E3FE783-9AB9-4869-96B1-16E14BA4AC72}" dt="2026-10-07T13:45:46.409" v="8523" actId="729"/>
        <pc:sldMkLst>
          <pc:docMk/>
          <pc:sldMk cId="940414154" sldId="272"/>
        </pc:sldMkLst>
        <pc:spChg chg="add mod">
          <ac:chgData name="Bernardo Caputo Gomes" userId="6da50d2c-d1b7-4a9f-8ea6-11c55775b80e" providerId="ADAL" clId="{2E3FE783-9AB9-4869-96B1-16E14BA4AC72}" dt="2026-09-20T23:46:43.818" v="3586" actId="6549"/>
          <ac:spMkLst>
            <pc:docMk/>
            <pc:sldMk cId="940414154" sldId="272"/>
            <ac:spMk id="6" creationId="{6D4469EB-7206-72B7-1A21-EECA3D666919}"/>
          </ac:spMkLst>
        </pc:spChg>
        <pc:graphicFrameChg chg="mod ord">
          <ac:chgData name="Bernardo Caputo Gomes" userId="6da50d2c-d1b7-4a9f-8ea6-11c55775b80e" providerId="ADAL" clId="{2E3FE783-9AB9-4869-96B1-16E14BA4AC72}" dt="2026-09-20T23:48:45.600" v="3592" actId="14100"/>
          <ac:graphicFrameMkLst>
            <pc:docMk/>
            <pc:sldMk cId="940414154" sldId="272"/>
            <ac:graphicFrameMk id="9" creationId="{6DE7F02F-00D3-C89F-66F5-C164ADAD0927}"/>
          </ac:graphicFrameMkLst>
        </pc:graphicFrameChg>
        <pc:graphicFrameChg chg="mod">
          <ac:chgData name="Bernardo Caputo Gomes" userId="6da50d2c-d1b7-4a9f-8ea6-11c55775b80e" providerId="ADAL" clId="{2E3FE783-9AB9-4869-96B1-16E14BA4AC72}" dt="2026-09-20T23:48:49.924" v="3595" actId="14100"/>
          <ac:graphicFrameMkLst>
            <pc:docMk/>
            <pc:sldMk cId="940414154" sldId="272"/>
            <ac:graphicFrameMk id="12" creationId="{7E1C1D41-567A-FB20-1E44-07EF3FC14593}"/>
          </ac:graphicFrameMkLst>
        </pc:graphicFrameChg>
        <pc:picChg chg="mod">
          <ac:chgData name="Bernardo Caputo Gomes" userId="6da50d2c-d1b7-4a9f-8ea6-11c55775b80e" providerId="ADAL" clId="{2E3FE783-9AB9-4869-96B1-16E14BA4AC72}" dt="2026-10-05T13:46:21.991" v="4745" actId="1036"/>
          <ac:picMkLst>
            <pc:docMk/>
            <pc:sldMk cId="940414154" sldId="272"/>
            <ac:picMk id="16" creationId="{BC6F6E1E-9C7F-105C-D78F-39AE4F6FB058}"/>
          </ac:picMkLst>
        </pc:picChg>
      </pc:sldChg>
      <pc:sldChg chg="addSp delSp modSp add mod">
        <pc:chgData name="Bernardo Caputo Gomes" userId="6da50d2c-d1b7-4a9f-8ea6-11c55775b80e" providerId="ADAL" clId="{2E3FE783-9AB9-4869-96B1-16E14BA4AC72}" dt="2026-10-19T13:26:58.376" v="12194" actId="113"/>
        <pc:sldMkLst>
          <pc:docMk/>
          <pc:sldMk cId="1653737069" sldId="286"/>
        </pc:sldMkLst>
        <pc:spChg chg="del mod topLvl">
          <ac:chgData name="Bernardo Caputo Gomes" userId="6da50d2c-d1b7-4a9f-8ea6-11c55775b80e" providerId="ADAL" clId="{2E3FE783-9AB9-4869-96B1-16E14BA4AC72}" dt="2026-10-19T12:49:48.505" v="10793" actId="478"/>
          <ac:spMkLst>
            <pc:docMk/>
            <pc:sldMk cId="1653737069" sldId="286"/>
            <ac:spMk id="11" creationId="{D68D64CE-AEA1-536E-3933-3075B8121D97}"/>
          </ac:spMkLst>
        </pc:spChg>
        <pc:spChg chg="add mod">
          <ac:chgData name="Bernardo Caputo Gomes" userId="6da50d2c-d1b7-4a9f-8ea6-11c55775b80e" providerId="ADAL" clId="{2E3FE783-9AB9-4869-96B1-16E14BA4AC72}" dt="2026-10-19T12:50:28.408" v="10860" actId="1038"/>
          <ac:spMkLst>
            <pc:docMk/>
            <pc:sldMk cId="1653737069" sldId="286"/>
            <ac:spMk id="12" creationId="{B290C74C-7BF3-D6E0-CF8D-F896C008BB0F}"/>
          </ac:spMkLst>
        </pc:spChg>
        <pc:spChg chg="mod topLvl">
          <ac:chgData name="Bernardo Caputo Gomes" userId="6da50d2c-d1b7-4a9f-8ea6-11c55775b80e" providerId="ADAL" clId="{2E3FE783-9AB9-4869-96B1-16E14BA4AC72}" dt="2026-10-19T12:50:03.986" v="10821" actId="165"/>
          <ac:spMkLst>
            <pc:docMk/>
            <pc:sldMk cId="1653737069" sldId="286"/>
            <ac:spMk id="13" creationId="{7C825678-67A3-A9A0-33DA-B2ADE645F599}"/>
          </ac:spMkLst>
        </pc:spChg>
        <pc:spChg chg="mod topLvl">
          <ac:chgData name="Bernardo Caputo Gomes" userId="6da50d2c-d1b7-4a9f-8ea6-11c55775b80e" providerId="ADAL" clId="{2E3FE783-9AB9-4869-96B1-16E14BA4AC72}" dt="2026-10-19T12:50:03.986" v="10821" actId="165"/>
          <ac:spMkLst>
            <pc:docMk/>
            <pc:sldMk cId="1653737069" sldId="286"/>
            <ac:spMk id="14" creationId="{9BF0AB2A-E89D-9B79-6400-8494EA21916F}"/>
          </ac:spMkLst>
        </pc:spChg>
        <pc:spChg chg="mod topLvl">
          <ac:chgData name="Bernardo Caputo Gomes" userId="6da50d2c-d1b7-4a9f-8ea6-11c55775b80e" providerId="ADAL" clId="{2E3FE783-9AB9-4869-96B1-16E14BA4AC72}" dt="2026-10-19T12:50:03.986" v="10821" actId="165"/>
          <ac:spMkLst>
            <pc:docMk/>
            <pc:sldMk cId="1653737069" sldId="286"/>
            <ac:spMk id="16" creationId="{FFE47A81-988D-4579-349C-AE3ECDA85037}"/>
          </ac:spMkLst>
        </pc:spChg>
        <pc:spChg chg="mod topLvl">
          <ac:chgData name="Bernardo Caputo Gomes" userId="6da50d2c-d1b7-4a9f-8ea6-11c55775b80e" providerId="ADAL" clId="{2E3FE783-9AB9-4869-96B1-16E14BA4AC72}" dt="2026-10-19T12:50:03.986" v="10821" actId="165"/>
          <ac:spMkLst>
            <pc:docMk/>
            <pc:sldMk cId="1653737069" sldId="286"/>
            <ac:spMk id="17" creationId="{2B2D5480-16CF-B1E8-62B9-359A9609B689}"/>
          </ac:spMkLst>
        </pc:spChg>
        <pc:spChg chg="mod topLvl">
          <ac:chgData name="Bernardo Caputo Gomes" userId="6da50d2c-d1b7-4a9f-8ea6-11c55775b80e" providerId="ADAL" clId="{2E3FE783-9AB9-4869-96B1-16E14BA4AC72}" dt="2026-10-19T12:57:01.514" v="10927" actId="207"/>
          <ac:spMkLst>
            <pc:docMk/>
            <pc:sldMk cId="1653737069" sldId="286"/>
            <ac:spMk id="18" creationId="{32B4C71B-800A-2A13-15EE-42EB0354CFB2}"/>
          </ac:spMkLst>
        </pc:spChg>
        <pc:spChg chg="mod topLvl">
          <ac:chgData name="Bernardo Caputo Gomes" userId="6da50d2c-d1b7-4a9f-8ea6-11c55775b80e" providerId="ADAL" clId="{2E3FE783-9AB9-4869-96B1-16E14BA4AC72}" dt="2026-10-19T12:58:38.580" v="10934" actId="207"/>
          <ac:spMkLst>
            <pc:docMk/>
            <pc:sldMk cId="1653737069" sldId="286"/>
            <ac:spMk id="19" creationId="{B40038E8-D01C-DABB-3A71-28A05FD66C56}"/>
          </ac:spMkLst>
        </pc:spChg>
        <pc:spChg chg="add mod">
          <ac:chgData name="Bernardo Caputo Gomes" userId="6da50d2c-d1b7-4a9f-8ea6-11c55775b80e" providerId="ADAL" clId="{2E3FE783-9AB9-4869-96B1-16E14BA4AC72}" dt="2026-10-19T12:50:28.408" v="10860" actId="1038"/>
          <ac:spMkLst>
            <pc:docMk/>
            <pc:sldMk cId="1653737069" sldId="286"/>
            <ac:spMk id="21" creationId="{C7D5890E-C958-FDE3-A43E-3971AF6AFA01}"/>
          </ac:spMkLst>
        </pc:spChg>
        <pc:spChg chg="add mod">
          <ac:chgData name="Bernardo Caputo Gomes" userId="6da50d2c-d1b7-4a9f-8ea6-11c55775b80e" providerId="ADAL" clId="{2E3FE783-9AB9-4869-96B1-16E14BA4AC72}" dt="2026-10-19T13:00:07.518" v="10943" actId="207"/>
          <ac:spMkLst>
            <pc:docMk/>
            <pc:sldMk cId="1653737069" sldId="286"/>
            <ac:spMk id="24" creationId="{DE41B9E2-414D-A7D1-7BCF-7F24B0B6C855}"/>
          </ac:spMkLst>
        </pc:spChg>
        <pc:spChg chg="add mod topLvl">
          <ac:chgData name="Bernardo Caputo Gomes" userId="6da50d2c-d1b7-4a9f-8ea6-11c55775b80e" providerId="ADAL" clId="{2E3FE783-9AB9-4869-96B1-16E14BA4AC72}" dt="2026-10-19T12:50:03.986" v="10821" actId="165"/>
          <ac:spMkLst>
            <pc:docMk/>
            <pc:sldMk cId="1653737069" sldId="286"/>
            <ac:spMk id="27" creationId="{218C7C74-E83A-F4E0-4177-356EC2DF102D}"/>
          </ac:spMkLst>
        </pc:spChg>
        <pc:spChg chg="add del">
          <ac:chgData name="Bernardo Caputo Gomes" userId="6da50d2c-d1b7-4a9f-8ea6-11c55775b80e" providerId="ADAL" clId="{2E3FE783-9AB9-4869-96B1-16E14BA4AC72}" dt="2026-10-19T12:55:03.867" v="10890" actId="478"/>
          <ac:spMkLst>
            <pc:docMk/>
            <pc:sldMk cId="1653737069" sldId="286"/>
            <ac:spMk id="28" creationId="{D241E407-4470-4047-CBF0-F1017F3180C2}"/>
          </ac:spMkLst>
        </pc:spChg>
        <pc:spChg chg="add mod topLvl">
          <ac:chgData name="Bernardo Caputo Gomes" userId="6da50d2c-d1b7-4a9f-8ea6-11c55775b80e" providerId="ADAL" clId="{2E3FE783-9AB9-4869-96B1-16E14BA4AC72}" dt="2026-10-19T12:50:03.986" v="10821" actId="165"/>
          <ac:spMkLst>
            <pc:docMk/>
            <pc:sldMk cId="1653737069" sldId="286"/>
            <ac:spMk id="33" creationId="{69298370-0554-BCED-4107-E00D640B8A3D}"/>
          </ac:spMkLst>
        </pc:spChg>
        <pc:spChg chg="add mod">
          <ac:chgData name="Bernardo Caputo Gomes" userId="6da50d2c-d1b7-4a9f-8ea6-11c55775b80e" providerId="ADAL" clId="{2E3FE783-9AB9-4869-96B1-16E14BA4AC72}" dt="2026-10-19T13:26:58.376" v="12194" actId="113"/>
          <ac:spMkLst>
            <pc:docMk/>
            <pc:sldMk cId="1653737069" sldId="286"/>
            <ac:spMk id="38" creationId="{61D52229-697D-22DD-04DE-8FF4BBA6D6C0}"/>
          </ac:spMkLst>
        </pc:spChg>
        <pc:spChg chg="add mod topLvl">
          <ac:chgData name="Bernardo Caputo Gomes" userId="6da50d2c-d1b7-4a9f-8ea6-11c55775b80e" providerId="ADAL" clId="{2E3FE783-9AB9-4869-96B1-16E14BA4AC72}" dt="2026-10-19T12:50:03.986" v="10821" actId="165"/>
          <ac:spMkLst>
            <pc:docMk/>
            <pc:sldMk cId="1653737069" sldId="286"/>
            <ac:spMk id="39" creationId="{AE9B93B8-0E29-8838-E977-6FD99BAD27E0}"/>
          </ac:spMkLst>
        </pc:spChg>
        <pc:spChg chg="del">
          <ac:chgData name="Bernardo Caputo Gomes" userId="6da50d2c-d1b7-4a9f-8ea6-11c55775b80e" providerId="ADAL" clId="{2E3FE783-9AB9-4869-96B1-16E14BA4AC72}" dt="2026-10-19T13:24:11.171" v="12069" actId="478"/>
          <ac:spMkLst>
            <pc:docMk/>
            <pc:sldMk cId="1653737069" sldId="286"/>
            <ac:spMk id="42" creationId="{B1EE3A88-5BEB-DD07-8A36-C46DF45116CF}"/>
          </ac:spMkLst>
        </pc:spChg>
        <pc:grpChg chg="add mod">
          <ac:chgData name="Bernardo Caputo Gomes" userId="6da50d2c-d1b7-4a9f-8ea6-11c55775b80e" providerId="ADAL" clId="{2E3FE783-9AB9-4869-96B1-16E14BA4AC72}" dt="2026-10-19T12:51:13.641" v="10885" actId="12788"/>
          <ac:grpSpMkLst>
            <pc:docMk/>
            <pc:sldMk cId="1653737069" sldId="286"/>
            <ac:grpSpMk id="25" creationId="{1EB15500-A377-0E38-415F-0001B63F76C5}"/>
          </ac:grpSpMkLst>
        </pc:grpChg>
        <pc:grpChg chg="add del mod">
          <ac:chgData name="Bernardo Caputo Gomes" userId="6da50d2c-d1b7-4a9f-8ea6-11c55775b80e" providerId="ADAL" clId="{2E3FE783-9AB9-4869-96B1-16E14BA4AC72}" dt="2026-10-19T12:50:03.986" v="10821" actId="165"/>
          <ac:grpSpMkLst>
            <pc:docMk/>
            <pc:sldMk cId="1653737069" sldId="286"/>
            <ac:grpSpMk id="43" creationId="{39348266-8065-6117-3727-A2E75C2F740E}"/>
          </ac:grpSpMkLst>
        </pc:grpChg>
        <pc:picChg chg="add del mod modCrop">
          <ac:chgData name="Bernardo Caputo Gomes" userId="6da50d2c-d1b7-4a9f-8ea6-11c55775b80e" providerId="ADAL" clId="{2E3FE783-9AB9-4869-96B1-16E14BA4AC72}" dt="2026-10-19T12:57:04.152" v="10928" actId="478"/>
          <ac:picMkLst>
            <pc:docMk/>
            <pc:sldMk cId="1653737069" sldId="286"/>
            <ac:picMk id="30" creationId="{62D81727-85C1-A0BB-9FE5-0CD2057F3DEC}"/>
          </ac:picMkLst>
        </pc:picChg>
        <pc:picChg chg="add del mod modCrop">
          <ac:chgData name="Bernardo Caputo Gomes" userId="6da50d2c-d1b7-4a9f-8ea6-11c55775b80e" providerId="ADAL" clId="{2E3FE783-9AB9-4869-96B1-16E14BA4AC72}" dt="2026-10-19T12:58:41.048" v="10935" actId="478"/>
          <ac:picMkLst>
            <pc:docMk/>
            <pc:sldMk cId="1653737069" sldId="286"/>
            <ac:picMk id="32" creationId="{972D293E-EB4A-C36F-0437-CBE8FC1E612D}"/>
          </ac:picMkLst>
        </pc:picChg>
        <pc:picChg chg="add del mod modCrop">
          <ac:chgData name="Bernardo Caputo Gomes" userId="6da50d2c-d1b7-4a9f-8ea6-11c55775b80e" providerId="ADAL" clId="{2E3FE783-9AB9-4869-96B1-16E14BA4AC72}" dt="2026-10-19T13:00:09.623" v="10944" actId="478"/>
          <ac:picMkLst>
            <pc:docMk/>
            <pc:sldMk cId="1653737069" sldId="286"/>
            <ac:picMk id="34" creationId="{2C13E044-7493-BE3D-24EC-386A5A44D389}"/>
          </ac:picMkLst>
        </pc:picChg>
      </pc:sldChg>
      <pc:sldChg chg="del">
        <pc:chgData name="Bernardo Caputo Gomes" userId="6da50d2c-d1b7-4a9f-8ea6-11c55775b80e" providerId="ADAL" clId="{2E3FE783-9AB9-4869-96B1-16E14BA4AC72}" dt="2026-10-19T13:16:40.989" v="11901" actId="2696"/>
        <pc:sldMkLst>
          <pc:docMk/>
          <pc:sldMk cId="1406780801" sldId="289"/>
        </pc:sldMkLst>
      </pc:sldChg>
      <pc:sldChg chg="del">
        <pc:chgData name="Bernardo Caputo Gomes" userId="6da50d2c-d1b7-4a9f-8ea6-11c55775b80e" providerId="ADAL" clId="{2E3FE783-9AB9-4869-96B1-16E14BA4AC72}" dt="2026-10-19T13:16:37.575" v="11900" actId="2696"/>
        <pc:sldMkLst>
          <pc:docMk/>
          <pc:sldMk cId="3449326734" sldId="290"/>
        </pc:sldMkLst>
      </pc:sldChg>
      <pc:sldChg chg="del">
        <pc:chgData name="Bernardo Caputo Gomes" userId="6da50d2c-d1b7-4a9f-8ea6-11c55775b80e" providerId="ADAL" clId="{2E3FE783-9AB9-4869-96B1-16E14BA4AC72}" dt="2026-10-19T13:16:32.019" v="11899" actId="2696"/>
        <pc:sldMkLst>
          <pc:docMk/>
          <pc:sldMk cId="111405814" sldId="292"/>
        </pc:sldMkLst>
      </pc:sldChg>
      <pc:sldChg chg="del">
        <pc:chgData name="Bernardo Caputo Gomes" userId="6da50d2c-d1b7-4a9f-8ea6-11c55775b80e" providerId="ADAL" clId="{2E3FE783-9AB9-4869-96B1-16E14BA4AC72}" dt="2026-10-19T13:16:28.705" v="11898" actId="2696"/>
        <pc:sldMkLst>
          <pc:docMk/>
          <pc:sldMk cId="865773221" sldId="293"/>
        </pc:sldMkLst>
      </pc:sldChg>
      <pc:sldChg chg="del">
        <pc:chgData name="Bernardo Caputo Gomes" userId="6da50d2c-d1b7-4a9f-8ea6-11c55775b80e" providerId="ADAL" clId="{2E3FE783-9AB9-4869-96B1-16E14BA4AC72}" dt="2026-10-19T13:16:04.836" v="11892" actId="2696"/>
        <pc:sldMkLst>
          <pc:docMk/>
          <pc:sldMk cId="2436662301" sldId="309"/>
        </pc:sldMkLst>
      </pc:sldChg>
      <pc:sldChg chg="addSp delSp modSp mod modShow">
        <pc:chgData name="Bernardo Caputo Gomes" userId="6da50d2c-d1b7-4a9f-8ea6-11c55775b80e" providerId="ADAL" clId="{2E3FE783-9AB9-4869-96B1-16E14BA4AC72}" dt="2026-10-07T13:46:01.836" v="8530" actId="729"/>
        <pc:sldMkLst>
          <pc:docMk/>
          <pc:sldMk cId="801149791" sldId="311"/>
        </pc:sldMkLst>
        <pc:spChg chg="add mod">
          <ac:chgData name="Bernardo Caputo Gomes" userId="6da50d2c-d1b7-4a9f-8ea6-11c55775b80e" providerId="ADAL" clId="{2E3FE783-9AB9-4869-96B1-16E14BA4AC72}" dt="2026-09-20T19:20:48.183" v="2845" actId="20577"/>
          <ac:spMkLst>
            <pc:docMk/>
            <pc:sldMk cId="801149791" sldId="311"/>
            <ac:spMk id="2" creationId="{A0E77606-26DA-0203-CF64-39E63932F076}"/>
          </ac:spMkLst>
        </pc:spChg>
        <pc:spChg chg="add mod">
          <ac:chgData name="Bernardo Caputo Gomes" userId="6da50d2c-d1b7-4a9f-8ea6-11c55775b80e" providerId="ADAL" clId="{2E3FE783-9AB9-4869-96B1-16E14BA4AC72}" dt="2026-10-07T13:25:20.987" v="8519" actId="207"/>
          <ac:spMkLst>
            <pc:docMk/>
            <pc:sldMk cId="801149791" sldId="311"/>
            <ac:spMk id="6" creationId="{04741E8A-407A-1CBD-17DF-4C49C0C46DFC}"/>
          </ac:spMkLst>
        </pc:spChg>
        <pc:spChg chg="add mod">
          <ac:chgData name="Bernardo Caputo Gomes" userId="6da50d2c-d1b7-4a9f-8ea6-11c55775b80e" providerId="ADAL" clId="{2E3FE783-9AB9-4869-96B1-16E14BA4AC72}" dt="2026-09-20T21:29:50.603" v="3270" actId="20577"/>
          <ac:spMkLst>
            <pc:docMk/>
            <pc:sldMk cId="801149791" sldId="311"/>
            <ac:spMk id="11" creationId="{6DC6E710-8D0C-AF3E-B8D1-1B55D5636C6C}"/>
          </ac:spMkLst>
        </pc:spChg>
        <pc:graphicFrameChg chg="add mod">
          <ac:chgData name="Bernardo Caputo Gomes" userId="6da50d2c-d1b7-4a9f-8ea6-11c55775b80e" providerId="ADAL" clId="{2E3FE783-9AB9-4869-96B1-16E14BA4AC72}" dt="2026-09-20T23:50:29.889" v="3783" actId="554"/>
          <ac:graphicFrameMkLst>
            <pc:docMk/>
            <pc:sldMk cId="801149791" sldId="311"/>
            <ac:graphicFrameMk id="8" creationId="{C244A5EA-3344-9CBD-1007-8198A0191E71}"/>
          </ac:graphicFrameMkLst>
        </pc:graphicFrameChg>
        <pc:picChg chg="mod">
          <ac:chgData name="Bernardo Caputo Gomes" userId="6da50d2c-d1b7-4a9f-8ea6-11c55775b80e" providerId="ADAL" clId="{2E3FE783-9AB9-4869-96B1-16E14BA4AC72}" dt="2026-09-20T23:50:18.132" v="3772" actId="555"/>
          <ac:picMkLst>
            <pc:docMk/>
            <pc:sldMk cId="801149791" sldId="311"/>
            <ac:picMk id="10" creationId="{CCA30358-BB27-4E8D-0F68-70016BFACC66}"/>
          </ac:picMkLst>
        </pc:picChg>
        <pc:picChg chg="mod">
          <ac:chgData name="Bernardo Caputo Gomes" userId="6da50d2c-d1b7-4a9f-8ea6-11c55775b80e" providerId="ADAL" clId="{2E3FE783-9AB9-4869-96B1-16E14BA4AC72}" dt="2026-09-20T23:50:29.889" v="3783" actId="554"/>
          <ac:picMkLst>
            <pc:docMk/>
            <pc:sldMk cId="801149791" sldId="311"/>
            <ac:picMk id="12" creationId="{BDAF4802-C5E5-54A9-BE62-F9F025B7078D}"/>
          </ac:picMkLst>
        </pc:picChg>
      </pc:sldChg>
      <pc:sldChg chg="addSp modSp mod modShow">
        <pc:chgData name="Bernardo Caputo Gomes" userId="6da50d2c-d1b7-4a9f-8ea6-11c55775b80e" providerId="ADAL" clId="{2E3FE783-9AB9-4869-96B1-16E14BA4AC72}" dt="2026-10-07T13:46:20.081" v="8534" actId="729"/>
        <pc:sldMkLst>
          <pc:docMk/>
          <pc:sldMk cId="4177298897" sldId="314"/>
        </pc:sldMkLst>
        <pc:spChg chg="mod ord">
          <ac:chgData name="Bernardo Caputo Gomes" userId="6da50d2c-d1b7-4a9f-8ea6-11c55775b80e" providerId="ADAL" clId="{2E3FE783-9AB9-4869-96B1-16E14BA4AC72}" dt="2026-09-20T19:21:10.554" v="2902" actId="1036"/>
          <ac:spMkLst>
            <pc:docMk/>
            <pc:sldMk cId="4177298897" sldId="314"/>
            <ac:spMk id="2" creationId="{E5BC7041-CE8D-FBE5-1ED1-CE11E4A9002A}"/>
          </ac:spMkLst>
        </pc:spChg>
        <pc:spChg chg="add mod">
          <ac:chgData name="Bernardo Caputo Gomes" userId="6da50d2c-d1b7-4a9f-8ea6-11c55775b80e" providerId="ADAL" clId="{2E3FE783-9AB9-4869-96B1-16E14BA4AC72}" dt="2026-09-20T19:21:04.033" v="2872" actId="20577"/>
          <ac:spMkLst>
            <pc:docMk/>
            <pc:sldMk cId="4177298897" sldId="314"/>
            <ac:spMk id="6" creationId="{EBFC3A54-1B27-3877-1563-920803B00F30}"/>
          </ac:spMkLst>
        </pc:spChg>
      </pc:sldChg>
      <pc:sldChg chg="ord">
        <pc:chgData name="Bernardo Caputo Gomes" userId="6da50d2c-d1b7-4a9f-8ea6-11c55775b80e" providerId="ADAL" clId="{2E3FE783-9AB9-4869-96B1-16E14BA4AC72}" dt="2026-09-20T18:58:23.400" v="2501"/>
        <pc:sldMkLst>
          <pc:docMk/>
          <pc:sldMk cId="1695601358" sldId="317"/>
        </pc:sldMkLst>
      </pc:sldChg>
      <pc:sldChg chg="addSp delSp modSp mod">
        <pc:chgData name="Bernardo Caputo Gomes" userId="6da50d2c-d1b7-4a9f-8ea6-11c55775b80e" providerId="ADAL" clId="{2E3FE783-9AB9-4869-96B1-16E14BA4AC72}" dt="2026-09-20T19:53:20.767" v="2956" actId="12789"/>
        <pc:sldMkLst>
          <pc:docMk/>
          <pc:sldMk cId="4031254641" sldId="326"/>
        </pc:sldMkLst>
        <pc:spChg chg="add mod">
          <ac:chgData name="Bernardo Caputo Gomes" userId="6da50d2c-d1b7-4a9f-8ea6-11c55775b80e" providerId="ADAL" clId="{2E3FE783-9AB9-4869-96B1-16E14BA4AC72}" dt="2026-09-20T19:53:20.767" v="2956" actId="12789"/>
          <ac:spMkLst>
            <pc:docMk/>
            <pc:sldMk cId="4031254641" sldId="326"/>
            <ac:spMk id="3" creationId="{565A2CF0-8812-626E-0F76-2F3BDB1B08AA}"/>
          </ac:spMkLst>
        </pc:spChg>
        <pc:spChg chg="mod">
          <ac:chgData name="Bernardo Caputo Gomes" userId="6da50d2c-d1b7-4a9f-8ea6-11c55775b80e" providerId="ADAL" clId="{2E3FE783-9AB9-4869-96B1-16E14BA4AC72}" dt="2026-09-20T19:53:20.767" v="2956" actId="12789"/>
          <ac:spMkLst>
            <pc:docMk/>
            <pc:sldMk cId="4031254641" sldId="326"/>
            <ac:spMk id="2012" creationId="{00000000-0000-0000-0000-000000000000}"/>
          </ac:spMkLst>
        </pc:spChg>
      </pc:sldChg>
      <pc:sldChg chg="addSp delSp modSp mod">
        <pc:chgData name="Bernardo Caputo Gomes" userId="6da50d2c-d1b7-4a9f-8ea6-11c55775b80e" providerId="ADAL" clId="{2E3FE783-9AB9-4869-96B1-16E14BA4AC72}" dt="2026-10-07T14:00:09.330" v="8760" actId="478"/>
        <pc:sldMkLst>
          <pc:docMk/>
          <pc:sldMk cId="2721456284" sldId="328"/>
        </pc:sldMkLst>
        <pc:spChg chg="mod">
          <ac:chgData name="Bernardo Caputo Gomes" userId="6da50d2c-d1b7-4a9f-8ea6-11c55775b80e" providerId="ADAL" clId="{2E3FE783-9AB9-4869-96B1-16E14BA4AC72}" dt="2026-09-20T20:04:06.412" v="2975" actId="208"/>
          <ac:spMkLst>
            <pc:docMk/>
            <pc:sldMk cId="2721456284" sldId="328"/>
            <ac:spMk id="5" creationId="{985978EA-62E5-5444-25C9-1E5117C7568B}"/>
          </ac:spMkLst>
        </pc:spChg>
        <pc:spChg chg="mod">
          <ac:chgData name="Bernardo Caputo Gomes" userId="6da50d2c-d1b7-4a9f-8ea6-11c55775b80e" providerId="ADAL" clId="{2E3FE783-9AB9-4869-96B1-16E14BA4AC72}" dt="2026-09-20T20:04:19.257" v="2978" actId="1037"/>
          <ac:spMkLst>
            <pc:docMk/>
            <pc:sldMk cId="2721456284" sldId="328"/>
            <ac:spMk id="8" creationId="{85F5A5DC-0139-79BC-99F1-5BC2742958CB}"/>
          </ac:spMkLst>
        </pc:spChg>
        <pc:spChg chg="mod">
          <ac:chgData name="Bernardo Caputo Gomes" userId="6da50d2c-d1b7-4a9f-8ea6-11c55775b80e" providerId="ADAL" clId="{2E3FE783-9AB9-4869-96B1-16E14BA4AC72}" dt="2026-09-20T21:22:29.737" v="3116" actId="1035"/>
          <ac:spMkLst>
            <pc:docMk/>
            <pc:sldMk cId="2721456284" sldId="328"/>
            <ac:spMk id="21" creationId="{E2F180CF-09D1-B73C-EF67-A17E37AED802}"/>
          </ac:spMkLst>
        </pc:spChg>
        <pc:spChg chg="mod">
          <ac:chgData name="Bernardo Caputo Gomes" userId="6da50d2c-d1b7-4a9f-8ea6-11c55775b80e" providerId="ADAL" clId="{2E3FE783-9AB9-4869-96B1-16E14BA4AC72}" dt="2026-09-20T23:51:04.541" v="3790" actId="1038"/>
          <ac:spMkLst>
            <pc:docMk/>
            <pc:sldMk cId="2721456284" sldId="328"/>
            <ac:spMk id="33" creationId="{CAEC2B22-F8E2-F5DE-CD1F-BDA55B5C0067}"/>
          </ac:spMkLst>
        </pc:spChg>
        <pc:spChg chg="mod">
          <ac:chgData name="Bernardo Caputo Gomes" userId="6da50d2c-d1b7-4a9f-8ea6-11c55775b80e" providerId="ADAL" clId="{2E3FE783-9AB9-4869-96B1-16E14BA4AC72}" dt="2026-09-20T23:51:04.541" v="3790" actId="1038"/>
          <ac:spMkLst>
            <pc:docMk/>
            <pc:sldMk cId="2721456284" sldId="328"/>
            <ac:spMk id="34" creationId="{3BE9C572-D2E6-86CB-1587-EA01C3F96FC8}"/>
          </ac:spMkLst>
        </pc:spChg>
        <pc:spChg chg="mod">
          <ac:chgData name="Bernardo Caputo Gomes" userId="6da50d2c-d1b7-4a9f-8ea6-11c55775b80e" providerId="ADAL" clId="{2E3FE783-9AB9-4869-96B1-16E14BA4AC72}" dt="2026-09-20T23:51:04.541" v="3790" actId="1038"/>
          <ac:spMkLst>
            <pc:docMk/>
            <pc:sldMk cId="2721456284" sldId="328"/>
            <ac:spMk id="41" creationId="{E5AFCA71-4556-0927-CC18-E35AF9C15E52}"/>
          </ac:spMkLst>
        </pc:spChg>
        <pc:spChg chg="mod">
          <ac:chgData name="Bernardo Caputo Gomes" userId="6da50d2c-d1b7-4a9f-8ea6-11c55775b80e" providerId="ADAL" clId="{2E3FE783-9AB9-4869-96B1-16E14BA4AC72}" dt="2026-09-20T23:51:04.541" v="3790" actId="1038"/>
          <ac:spMkLst>
            <pc:docMk/>
            <pc:sldMk cId="2721456284" sldId="328"/>
            <ac:spMk id="42" creationId="{ADAF658A-EE6C-9A45-8A24-555F1FCC921A}"/>
          </ac:spMkLst>
        </pc:spChg>
        <pc:spChg chg="mod">
          <ac:chgData name="Bernardo Caputo Gomes" userId="6da50d2c-d1b7-4a9f-8ea6-11c55775b80e" providerId="ADAL" clId="{2E3FE783-9AB9-4869-96B1-16E14BA4AC72}" dt="2026-09-20T23:51:04.541" v="3790" actId="1038"/>
          <ac:spMkLst>
            <pc:docMk/>
            <pc:sldMk cId="2721456284" sldId="328"/>
            <ac:spMk id="45" creationId="{A75846B6-9F47-2ADE-B15A-A71A703DA040}"/>
          </ac:spMkLst>
        </pc:spChg>
        <pc:spChg chg="mod">
          <ac:chgData name="Bernardo Caputo Gomes" userId="6da50d2c-d1b7-4a9f-8ea6-11c55775b80e" providerId="ADAL" clId="{2E3FE783-9AB9-4869-96B1-16E14BA4AC72}" dt="2026-09-20T23:51:04.541" v="3790" actId="1038"/>
          <ac:spMkLst>
            <pc:docMk/>
            <pc:sldMk cId="2721456284" sldId="328"/>
            <ac:spMk id="47" creationId="{4CAD3348-C567-15A4-2830-0E7FD9C98CD8}"/>
          </ac:spMkLst>
        </pc:spChg>
        <pc:spChg chg="mod">
          <ac:chgData name="Bernardo Caputo Gomes" userId="6da50d2c-d1b7-4a9f-8ea6-11c55775b80e" providerId="ADAL" clId="{2E3FE783-9AB9-4869-96B1-16E14BA4AC72}" dt="2026-09-20T23:51:04.541" v="3790" actId="1038"/>
          <ac:spMkLst>
            <pc:docMk/>
            <pc:sldMk cId="2721456284" sldId="328"/>
            <ac:spMk id="50" creationId="{8EDAC523-3440-F5E1-3B09-3E46F6FB1180}"/>
          </ac:spMkLst>
        </pc:spChg>
        <pc:spChg chg="mod">
          <ac:chgData name="Bernardo Caputo Gomes" userId="6da50d2c-d1b7-4a9f-8ea6-11c55775b80e" providerId="ADAL" clId="{2E3FE783-9AB9-4869-96B1-16E14BA4AC72}" dt="2026-09-20T23:51:04.541" v="3790" actId="1038"/>
          <ac:spMkLst>
            <pc:docMk/>
            <pc:sldMk cId="2721456284" sldId="328"/>
            <ac:spMk id="52" creationId="{2EEF50C7-B3BC-4B0D-5EB2-2A4755C30980}"/>
          </ac:spMkLst>
        </pc:spChg>
        <pc:spChg chg="mod">
          <ac:chgData name="Bernardo Caputo Gomes" userId="6da50d2c-d1b7-4a9f-8ea6-11c55775b80e" providerId="ADAL" clId="{2E3FE783-9AB9-4869-96B1-16E14BA4AC72}" dt="2026-09-20T23:51:04.541" v="3790" actId="1038"/>
          <ac:spMkLst>
            <pc:docMk/>
            <pc:sldMk cId="2721456284" sldId="328"/>
            <ac:spMk id="56" creationId="{FCF6F84C-6FDA-5A23-E069-7B6EB94AC346}"/>
          </ac:spMkLst>
        </pc:spChg>
        <pc:spChg chg="mod">
          <ac:chgData name="Bernardo Caputo Gomes" userId="6da50d2c-d1b7-4a9f-8ea6-11c55775b80e" providerId="ADAL" clId="{2E3FE783-9AB9-4869-96B1-16E14BA4AC72}" dt="2026-09-20T23:51:04.541" v="3790" actId="1038"/>
          <ac:spMkLst>
            <pc:docMk/>
            <pc:sldMk cId="2721456284" sldId="328"/>
            <ac:spMk id="57" creationId="{FE3FCA8F-D61C-2493-4980-78F3B5655899}"/>
          </ac:spMkLst>
        </pc:spChg>
        <pc:picChg chg="mod">
          <ac:chgData name="Bernardo Caputo Gomes" userId="6da50d2c-d1b7-4a9f-8ea6-11c55775b80e" providerId="ADAL" clId="{2E3FE783-9AB9-4869-96B1-16E14BA4AC72}" dt="2026-09-20T21:07:02.279" v="3088" actId="14100"/>
          <ac:picMkLst>
            <pc:docMk/>
            <pc:sldMk cId="2721456284" sldId="328"/>
            <ac:picMk id="22" creationId="{FBC7BA27-3F5C-AC55-92CE-8C27CAA84D15}"/>
          </ac:picMkLst>
        </pc:picChg>
      </pc:sldChg>
      <pc:sldChg chg="addSp delSp modSp mod">
        <pc:chgData name="Bernardo Caputo Gomes" userId="6da50d2c-d1b7-4a9f-8ea6-11c55775b80e" providerId="ADAL" clId="{2E3FE783-9AB9-4869-96B1-16E14BA4AC72}" dt="2026-09-20T23:50:43.964" v="3784" actId="478"/>
        <pc:sldMkLst>
          <pc:docMk/>
          <pc:sldMk cId="3816260276" sldId="329"/>
        </pc:sldMkLst>
      </pc:sldChg>
      <pc:sldChg chg="addSp delSp modSp add mod ord modShow">
        <pc:chgData name="Bernardo Caputo Gomes" userId="6da50d2c-d1b7-4a9f-8ea6-11c55775b80e" providerId="ADAL" clId="{2E3FE783-9AB9-4869-96B1-16E14BA4AC72}" dt="2026-09-20T19:01:53.027" v="2843" actId="20577"/>
        <pc:sldMkLst>
          <pc:docMk/>
          <pc:sldMk cId="917026926" sldId="344"/>
        </pc:sldMkLst>
        <pc:spChg chg="mod">
          <ac:chgData name="Bernardo Caputo Gomes" userId="6da50d2c-d1b7-4a9f-8ea6-11c55775b80e" providerId="ADAL" clId="{2E3FE783-9AB9-4869-96B1-16E14BA4AC72}" dt="2026-09-20T16:00:55.993" v="2360" actId="313"/>
          <ac:spMkLst>
            <pc:docMk/>
            <pc:sldMk cId="917026926" sldId="344"/>
            <ac:spMk id="3" creationId="{825EF4D4-933F-A75F-D5A2-5869C711460A}"/>
          </ac:spMkLst>
        </pc:spChg>
        <pc:spChg chg="add mod">
          <ac:chgData name="Bernardo Caputo Gomes" userId="6da50d2c-d1b7-4a9f-8ea6-11c55775b80e" providerId="ADAL" clId="{2E3FE783-9AB9-4869-96B1-16E14BA4AC72}" dt="2026-09-20T16:01:14.823" v="2362" actId="164"/>
          <ac:spMkLst>
            <pc:docMk/>
            <pc:sldMk cId="917026926" sldId="344"/>
            <ac:spMk id="5" creationId="{C678DA31-3BB0-DFEA-48F2-E67463403928}"/>
          </ac:spMkLst>
        </pc:spChg>
        <pc:spChg chg="add mod">
          <ac:chgData name="Bernardo Caputo Gomes" userId="6da50d2c-d1b7-4a9f-8ea6-11c55775b80e" providerId="ADAL" clId="{2E3FE783-9AB9-4869-96B1-16E14BA4AC72}" dt="2026-09-20T16:01:14.823" v="2362" actId="164"/>
          <ac:spMkLst>
            <pc:docMk/>
            <pc:sldMk cId="917026926" sldId="344"/>
            <ac:spMk id="10" creationId="{0D83207D-3922-3DFE-8CE4-7821D12F7489}"/>
          </ac:spMkLst>
        </pc:spChg>
        <pc:spChg chg="add mod">
          <ac:chgData name="Bernardo Caputo Gomes" userId="6da50d2c-d1b7-4a9f-8ea6-11c55775b80e" providerId="ADAL" clId="{2E3FE783-9AB9-4869-96B1-16E14BA4AC72}" dt="2026-09-20T16:01:14.823" v="2362" actId="164"/>
          <ac:spMkLst>
            <pc:docMk/>
            <pc:sldMk cId="917026926" sldId="344"/>
            <ac:spMk id="16" creationId="{3E0C97DF-4723-D794-0BE1-C94A061EFA01}"/>
          </ac:spMkLst>
        </pc:spChg>
        <pc:spChg chg="add mod">
          <ac:chgData name="Bernardo Caputo Gomes" userId="6da50d2c-d1b7-4a9f-8ea6-11c55775b80e" providerId="ADAL" clId="{2E3FE783-9AB9-4869-96B1-16E14BA4AC72}" dt="2026-09-20T16:01:14.823" v="2362" actId="164"/>
          <ac:spMkLst>
            <pc:docMk/>
            <pc:sldMk cId="917026926" sldId="344"/>
            <ac:spMk id="20" creationId="{2CF9107D-5A77-E6F4-C5E8-2CF16F1A7187}"/>
          </ac:spMkLst>
        </pc:spChg>
        <pc:spChg chg="add mod">
          <ac:chgData name="Bernardo Caputo Gomes" userId="6da50d2c-d1b7-4a9f-8ea6-11c55775b80e" providerId="ADAL" clId="{2E3FE783-9AB9-4869-96B1-16E14BA4AC72}" dt="2026-09-20T16:01:14.823" v="2362" actId="164"/>
          <ac:spMkLst>
            <pc:docMk/>
            <pc:sldMk cId="917026926" sldId="344"/>
            <ac:spMk id="24" creationId="{C76546F3-4ACF-048B-EA0C-04B0F24D1C51}"/>
          </ac:spMkLst>
        </pc:spChg>
        <pc:spChg chg="add mod">
          <ac:chgData name="Bernardo Caputo Gomes" userId="6da50d2c-d1b7-4a9f-8ea6-11c55775b80e" providerId="ADAL" clId="{2E3FE783-9AB9-4869-96B1-16E14BA4AC72}" dt="2026-09-20T16:01:14.823" v="2362" actId="164"/>
          <ac:spMkLst>
            <pc:docMk/>
            <pc:sldMk cId="917026926" sldId="344"/>
            <ac:spMk id="26" creationId="{BC8CD39C-4F0C-DFFA-CB2A-F214BD11D440}"/>
          </ac:spMkLst>
        </pc:spChg>
        <pc:spChg chg="add mod">
          <ac:chgData name="Bernardo Caputo Gomes" userId="6da50d2c-d1b7-4a9f-8ea6-11c55775b80e" providerId="ADAL" clId="{2E3FE783-9AB9-4869-96B1-16E14BA4AC72}" dt="2026-09-20T16:01:14.823" v="2362" actId="164"/>
          <ac:spMkLst>
            <pc:docMk/>
            <pc:sldMk cId="917026926" sldId="344"/>
            <ac:spMk id="29" creationId="{17A3757B-3D23-CC99-C609-93EA175E5E1C}"/>
          </ac:spMkLst>
        </pc:spChg>
        <pc:spChg chg="add mod">
          <ac:chgData name="Bernardo Caputo Gomes" userId="6da50d2c-d1b7-4a9f-8ea6-11c55775b80e" providerId="ADAL" clId="{2E3FE783-9AB9-4869-96B1-16E14BA4AC72}" dt="2026-09-20T16:01:14.823" v="2362" actId="164"/>
          <ac:spMkLst>
            <pc:docMk/>
            <pc:sldMk cId="917026926" sldId="344"/>
            <ac:spMk id="33" creationId="{6088F753-4FD4-5A34-C195-06791D3D6C13}"/>
          </ac:spMkLst>
        </pc:spChg>
        <pc:spChg chg="mod">
          <ac:chgData name="Bernardo Caputo Gomes" userId="6da50d2c-d1b7-4a9f-8ea6-11c55775b80e" providerId="ADAL" clId="{2E3FE783-9AB9-4869-96B1-16E14BA4AC72}" dt="2026-09-20T16:02:31.580" v="2368" actId="164"/>
          <ac:spMkLst>
            <pc:docMk/>
            <pc:sldMk cId="917026926" sldId="344"/>
            <ac:spMk id="39" creationId="{AEAC7FCF-A270-3DDA-9CBD-2FBC3897C461}"/>
          </ac:spMkLst>
        </pc:spChg>
        <pc:spChg chg="add mod">
          <ac:chgData name="Bernardo Caputo Gomes" userId="6da50d2c-d1b7-4a9f-8ea6-11c55775b80e" providerId="ADAL" clId="{2E3FE783-9AB9-4869-96B1-16E14BA4AC72}" dt="2026-09-20T16:02:31.580" v="2368" actId="164"/>
          <ac:spMkLst>
            <pc:docMk/>
            <pc:sldMk cId="917026926" sldId="344"/>
            <ac:spMk id="43" creationId="{68EC1178-B3E0-683C-0C89-8459BC3D1055}"/>
          </ac:spMkLst>
        </pc:spChg>
        <pc:spChg chg="mod">
          <ac:chgData name="Bernardo Caputo Gomes" userId="6da50d2c-d1b7-4a9f-8ea6-11c55775b80e" providerId="ADAL" clId="{2E3FE783-9AB9-4869-96B1-16E14BA4AC72}" dt="2026-09-20T16:02:24.770" v="2367" actId="164"/>
          <ac:spMkLst>
            <pc:docMk/>
            <pc:sldMk cId="917026926" sldId="344"/>
            <ac:spMk id="45" creationId="{E94064C7-BA11-7737-396D-8E263430C145}"/>
          </ac:spMkLst>
        </pc:spChg>
        <pc:spChg chg="add mod">
          <ac:chgData name="Bernardo Caputo Gomes" userId="6da50d2c-d1b7-4a9f-8ea6-11c55775b80e" providerId="ADAL" clId="{2E3FE783-9AB9-4869-96B1-16E14BA4AC72}" dt="2026-09-20T16:02:24.770" v="2367" actId="164"/>
          <ac:spMkLst>
            <pc:docMk/>
            <pc:sldMk cId="917026926" sldId="344"/>
            <ac:spMk id="47" creationId="{FF28408C-6E49-C75A-9151-9938FC1DB6C6}"/>
          </ac:spMkLst>
        </pc:spChg>
        <pc:spChg chg="add mod">
          <ac:chgData name="Bernardo Caputo Gomes" userId="6da50d2c-d1b7-4a9f-8ea6-11c55775b80e" providerId="ADAL" clId="{2E3FE783-9AB9-4869-96B1-16E14BA4AC72}" dt="2026-09-20T16:02:24.770" v="2367" actId="164"/>
          <ac:spMkLst>
            <pc:docMk/>
            <pc:sldMk cId="917026926" sldId="344"/>
            <ac:spMk id="51" creationId="{A1265641-DD71-F7E4-D3C9-AA684D31DBE8}"/>
          </ac:spMkLst>
        </pc:spChg>
        <pc:spChg chg="add">
          <ac:chgData name="Bernardo Caputo Gomes" userId="6da50d2c-d1b7-4a9f-8ea6-11c55775b80e" providerId="ADAL" clId="{2E3FE783-9AB9-4869-96B1-16E14BA4AC72}" dt="2026-09-20T16:01:38.770" v="2363" actId="22"/>
          <ac:spMkLst>
            <pc:docMk/>
            <pc:sldMk cId="917026926" sldId="344"/>
            <ac:spMk id="55" creationId="{36A6CB95-61FE-E222-18B8-BC8694108F29}"/>
          </ac:spMkLst>
        </pc:spChg>
        <pc:spChg chg="add mod">
          <ac:chgData name="Bernardo Caputo Gomes" userId="6da50d2c-d1b7-4a9f-8ea6-11c55775b80e" providerId="ADAL" clId="{2E3FE783-9AB9-4869-96B1-16E14BA4AC72}" dt="2026-09-20T16:02:24.770" v="2367" actId="164"/>
          <ac:spMkLst>
            <pc:docMk/>
            <pc:sldMk cId="917026926" sldId="344"/>
            <ac:spMk id="59" creationId="{4C0C3975-5F73-3056-5DB8-EC9CEA09306D}"/>
          </ac:spMkLst>
        </pc:spChg>
        <pc:spChg chg="mod">
          <ac:chgData name="Bernardo Caputo Gomes" userId="6da50d2c-d1b7-4a9f-8ea6-11c55775b80e" providerId="ADAL" clId="{2E3FE783-9AB9-4869-96B1-16E14BA4AC72}" dt="2026-09-20T16:02:24.770" v="2367" actId="164"/>
          <ac:spMkLst>
            <pc:docMk/>
            <pc:sldMk cId="917026926" sldId="344"/>
            <ac:spMk id="63" creationId="{636112A7-D697-73A3-257D-EF8D0D399C21}"/>
          </ac:spMkLst>
        </pc:spChg>
        <pc:spChg chg="add mod">
          <ac:chgData name="Bernardo Caputo Gomes" userId="6da50d2c-d1b7-4a9f-8ea6-11c55775b80e" providerId="ADAL" clId="{2E3FE783-9AB9-4869-96B1-16E14BA4AC72}" dt="2026-09-20T16:02:24.770" v="2367" actId="164"/>
          <ac:spMkLst>
            <pc:docMk/>
            <pc:sldMk cId="917026926" sldId="344"/>
            <ac:spMk id="67" creationId="{3E972387-1627-E2C1-A646-D1878B3A7814}"/>
          </ac:spMkLst>
        </pc:spChg>
        <pc:spChg chg="add mod">
          <ac:chgData name="Bernardo Caputo Gomes" userId="6da50d2c-d1b7-4a9f-8ea6-11c55775b80e" providerId="ADAL" clId="{2E3FE783-9AB9-4869-96B1-16E14BA4AC72}" dt="2026-09-20T16:02:24.770" v="2367" actId="164"/>
          <ac:spMkLst>
            <pc:docMk/>
            <pc:sldMk cId="917026926" sldId="344"/>
            <ac:spMk id="71" creationId="{298126D2-CB5A-1E16-283A-C4F682298DAA}"/>
          </ac:spMkLst>
        </pc:spChg>
        <pc:spChg chg="mod">
          <ac:chgData name="Bernardo Caputo Gomes" userId="6da50d2c-d1b7-4a9f-8ea6-11c55775b80e" providerId="ADAL" clId="{2E3FE783-9AB9-4869-96B1-16E14BA4AC72}" dt="2026-09-20T16:02:24.770" v="2367" actId="164"/>
          <ac:spMkLst>
            <pc:docMk/>
            <pc:sldMk cId="917026926" sldId="344"/>
            <ac:spMk id="78" creationId="{486654E4-AB2D-4093-A331-A607C862D102}"/>
          </ac:spMkLst>
        </pc:spChg>
        <pc:spChg chg="add mod">
          <ac:chgData name="Bernardo Caputo Gomes" userId="6da50d2c-d1b7-4a9f-8ea6-11c55775b80e" providerId="ADAL" clId="{2E3FE783-9AB9-4869-96B1-16E14BA4AC72}" dt="2026-09-20T16:02:24.770" v="2367" actId="164"/>
          <ac:spMkLst>
            <pc:docMk/>
            <pc:sldMk cId="917026926" sldId="344"/>
            <ac:spMk id="82" creationId="{0F0F0484-D426-7493-11AB-F6E6012B5930}"/>
          </ac:spMkLst>
        </pc:spChg>
        <pc:spChg chg="mod">
          <ac:chgData name="Bernardo Caputo Gomes" userId="6da50d2c-d1b7-4a9f-8ea6-11c55775b80e" providerId="ADAL" clId="{2E3FE783-9AB9-4869-96B1-16E14BA4AC72}" dt="2026-09-20T16:02:24.770" v="2367" actId="164"/>
          <ac:spMkLst>
            <pc:docMk/>
            <pc:sldMk cId="917026926" sldId="344"/>
            <ac:spMk id="86" creationId="{23DF7A25-76B3-21BA-E668-9F9E982247AF}"/>
          </ac:spMkLst>
        </pc:spChg>
        <pc:spChg chg="add mod">
          <ac:chgData name="Bernardo Caputo Gomes" userId="6da50d2c-d1b7-4a9f-8ea6-11c55775b80e" providerId="ADAL" clId="{2E3FE783-9AB9-4869-96B1-16E14BA4AC72}" dt="2026-09-20T16:02:58.623" v="2387" actId="164"/>
          <ac:spMkLst>
            <pc:docMk/>
            <pc:sldMk cId="917026926" sldId="344"/>
            <ac:spMk id="90" creationId="{E976D4D9-95A2-B4BA-379D-6481F2053AE3}"/>
          </ac:spMkLst>
        </pc:spChg>
        <pc:spChg chg="add mod">
          <ac:chgData name="Bernardo Caputo Gomes" userId="6da50d2c-d1b7-4a9f-8ea6-11c55775b80e" providerId="ADAL" clId="{2E3FE783-9AB9-4869-96B1-16E14BA4AC72}" dt="2026-09-20T19:01:53.027" v="2843" actId="20577"/>
          <ac:spMkLst>
            <pc:docMk/>
            <pc:sldMk cId="917026926" sldId="344"/>
            <ac:spMk id="94" creationId="{B95565A2-4882-2370-46D5-D12E0B486C40}"/>
          </ac:spMkLst>
        </pc:spChg>
        <pc:spChg chg="add">
          <ac:chgData name="Bernardo Caputo Gomes" userId="6da50d2c-d1b7-4a9f-8ea6-11c55775b80e" providerId="ADAL" clId="{2E3FE783-9AB9-4869-96B1-16E14BA4AC72}" dt="2026-09-20T16:01:55.103" v="2366" actId="22"/>
          <ac:spMkLst>
            <pc:docMk/>
            <pc:sldMk cId="917026926" sldId="344"/>
            <ac:spMk id="162" creationId="{83BDBE20-A294-593C-5A26-21488A7BD3DE}"/>
          </ac:spMkLst>
        </pc:spChg>
        <pc:grpChg chg="add mod">
          <ac:chgData name="Bernardo Caputo Gomes" userId="6da50d2c-d1b7-4a9f-8ea6-11c55775b80e" providerId="ADAL" clId="{2E3FE783-9AB9-4869-96B1-16E14BA4AC72}" dt="2026-09-20T19:00:09.854" v="2528" actId="465"/>
          <ac:grpSpMkLst>
            <pc:docMk/>
            <pc:sldMk cId="917026926" sldId="344"/>
            <ac:grpSpMk id="35" creationId="{C578AC84-2773-A277-A61B-305BD14E15B4}"/>
          </ac:grpSpMkLst>
        </pc:grpChg>
        <pc:grpChg chg="mod">
          <ac:chgData name="Bernardo Caputo Gomes" userId="6da50d2c-d1b7-4a9f-8ea6-11c55775b80e" providerId="ADAL" clId="{2E3FE783-9AB9-4869-96B1-16E14BA4AC72}" dt="2026-09-20T19:00:07.623" v="2527" actId="12788"/>
          <ac:grpSpMkLst>
            <pc:docMk/>
            <pc:sldMk cId="917026926" sldId="344"/>
            <ac:grpSpMk id="163" creationId="{723C95C8-FB99-08ED-6037-EDC5931F5FD1}"/>
          </ac:grpSpMkLst>
        </pc:grpChg>
        <pc:grpChg chg="add mod">
          <ac:chgData name="Bernardo Caputo Gomes" userId="6da50d2c-d1b7-4a9f-8ea6-11c55775b80e" providerId="ADAL" clId="{2E3FE783-9AB9-4869-96B1-16E14BA4AC72}" dt="2026-09-20T19:00:09.854" v="2528" actId="465"/>
          <ac:grpSpMkLst>
            <pc:docMk/>
            <pc:sldMk cId="917026926" sldId="344"/>
            <ac:grpSpMk id="164" creationId="{09F9C9B5-1EA6-E5CC-7A31-BEA9D0901C41}"/>
          </ac:grpSpMkLst>
        </pc:grpChg>
        <pc:grpChg chg="add mod">
          <ac:chgData name="Bernardo Caputo Gomes" userId="6da50d2c-d1b7-4a9f-8ea6-11c55775b80e" providerId="ADAL" clId="{2E3FE783-9AB9-4869-96B1-16E14BA4AC72}" dt="2026-09-20T19:00:07.623" v="2527" actId="12788"/>
          <ac:grpSpMkLst>
            <pc:docMk/>
            <pc:sldMk cId="917026926" sldId="344"/>
            <ac:grpSpMk id="165" creationId="{812C7FBF-C156-B397-C6CD-DB70574B0437}"/>
          </ac:grpSpMkLst>
        </pc:grpChg>
      </pc:sldChg>
      <pc:sldChg chg="addSp delSp modSp add mod ord">
        <pc:chgData name="Bernardo Caputo Gomes" userId="6da50d2c-d1b7-4a9f-8ea6-11c55775b80e" providerId="ADAL" clId="{2E3FE783-9AB9-4869-96B1-16E14BA4AC72}" dt="2026-09-20T16:06:02.901" v="2498" actId="478"/>
        <pc:sldMkLst>
          <pc:docMk/>
          <pc:sldMk cId="477705058" sldId="345"/>
        </pc:sldMkLst>
        <pc:spChg chg="add mod">
          <ac:chgData name="Bernardo Caputo Gomes" userId="6da50d2c-d1b7-4a9f-8ea6-11c55775b80e" providerId="ADAL" clId="{2E3FE783-9AB9-4869-96B1-16E14BA4AC72}" dt="2026-09-20T16:05:48.737" v="2497" actId="1038"/>
          <ac:spMkLst>
            <pc:docMk/>
            <pc:sldMk cId="477705058" sldId="345"/>
            <ac:spMk id="8" creationId="{65AAED65-3818-1D6F-46A2-74200BCE7D7F}"/>
          </ac:spMkLst>
        </pc:spChg>
      </pc:sldChg>
      <pc:sldChg chg="addSp delSp modSp mod modShow">
        <pc:chgData name="Bernardo Caputo Gomes" userId="6da50d2c-d1b7-4a9f-8ea6-11c55775b80e" providerId="ADAL" clId="{2E3FE783-9AB9-4869-96B1-16E14BA4AC72}" dt="2026-10-07T13:45:58.742" v="8529" actId="729"/>
        <pc:sldMkLst>
          <pc:docMk/>
          <pc:sldMk cId="2248886962" sldId="346"/>
        </pc:sldMkLst>
        <pc:spChg chg="add mod">
          <ac:chgData name="Bernardo Caputo Gomes" userId="6da50d2c-d1b7-4a9f-8ea6-11c55775b80e" providerId="ADAL" clId="{2E3FE783-9AB9-4869-96B1-16E14BA4AC72}" dt="2026-09-20T23:49:45.667" v="3767" actId="6549"/>
          <ac:spMkLst>
            <pc:docMk/>
            <pc:sldMk cId="2248886962" sldId="346"/>
            <ac:spMk id="8" creationId="{731D98BD-375F-A40E-CCC8-BFD0A8B29398}"/>
          </ac:spMkLst>
        </pc:spChg>
        <pc:graphicFrameChg chg="mod">
          <ac:chgData name="Bernardo Caputo Gomes" userId="6da50d2c-d1b7-4a9f-8ea6-11c55775b80e" providerId="ADAL" clId="{2E3FE783-9AB9-4869-96B1-16E14BA4AC72}" dt="2026-09-20T23:48:55.068" v="3596" actId="14100"/>
          <ac:graphicFrameMkLst>
            <pc:docMk/>
            <pc:sldMk cId="2248886962" sldId="346"/>
            <ac:graphicFrameMk id="6" creationId="{C7374A64-1024-2AB1-887E-61A9A7A660E9}"/>
          </ac:graphicFrameMkLst>
        </pc:graphicFrameChg>
        <pc:graphicFrameChg chg="mod">
          <ac:chgData name="Bernardo Caputo Gomes" userId="6da50d2c-d1b7-4a9f-8ea6-11c55775b80e" providerId="ADAL" clId="{2E3FE783-9AB9-4869-96B1-16E14BA4AC72}" dt="2026-09-20T23:48:58.062" v="3597" actId="14100"/>
          <ac:graphicFrameMkLst>
            <pc:docMk/>
            <pc:sldMk cId="2248886962" sldId="346"/>
            <ac:graphicFrameMk id="15" creationId="{40858FDC-1996-FAB9-71DD-3E2D9B48183F}"/>
          </ac:graphicFrameMkLst>
        </pc:graphicFrameChg>
        <pc:picChg chg="mod">
          <ac:chgData name="Bernardo Caputo Gomes" userId="6da50d2c-d1b7-4a9f-8ea6-11c55775b80e" providerId="ADAL" clId="{2E3FE783-9AB9-4869-96B1-16E14BA4AC72}" dt="2026-10-05T13:51:37.410" v="4746" actId="1036"/>
          <ac:picMkLst>
            <pc:docMk/>
            <pc:sldMk cId="2248886962" sldId="346"/>
            <ac:picMk id="11" creationId="{75341127-E4C4-42FC-2A9B-BE2373E146D1}"/>
          </ac:picMkLst>
        </pc:picChg>
      </pc:sldChg>
      <pc:sldChg chg="addSp delSp modSp mod ord modShow">
        <pc:chgData name="Bernardo Caputo Gomes" userId="6da50d2c-d1b7-4a9f-8ea6-11c55775b80e" providerId="ADAL" clId="{2E3FE783-9AB9-4869-96B1-16E14BA4AC72}" dt="2026-10-19T13:23:42.497" v="12042" actId="478"/>
        <pc:sldMkLst>
          <pc:docMk/>
          <pc:sldMk cId="4207788666" sldId="347"/>
        </pc:sldMkLst>
        <pc:spChg chg="add del">
          <ac:chgData name="Bernardo Caputo Gomes" userId="6da50d2c-d1b7-4a9f-8ea6-11c55775b80e" providerId="ADAL" clId="{2E3FE783-9AB9-4869-96B1-16E14BA4AC72}" dt="2026-10-19T13:23:42.497" v="12042" actId="478"/>
          <ac:spMkLst>
            <pc:docMk/>
            <pc:sldMk cId="4207788666" sldId="347"/>
            <ac:spMk id="6" creationId="{AB2EB80F-9425-BDB6-3F8F-EE3E137F5CA7}"/>
          </ac:spMkLst>
        </pc:spChg>
        <pc:spChg chg="mod">
          <ac:chgData name="Bernardo Caputo Gomes" userId="6da50d2c-d1b7-4a9f-8ea6-11c55775b80e" providerId="ADAL" clId="{2E3FE783-9AB9-4869-96B1-16E14BA4AC72}" dt="2026-09-20T21:01:41.412" v="2994" actId="164"/>
          <ac:spMkLst>
            <pc:docMk/>
            <pc:sldMk cId="4207788666" sldId="347"/>
            <ac:spMk id="108" creationId="{4D864113-EC30-7360-4FB0-2B483495B833}"/>
          </ac:spMkLst>
        </pc:spChg>
        <pc:spChg chg="mod">
          <ac:chgData name="Bernardo Caputo Gomes" userId="6da50d2c-d1b7-4a9f-8ea6-11c55775b80e" providerId="ADAL" clId="{2E3FE783-9AB9-4869-96B1-16E14BA4AC72}" dt="2026-09-20T21:01:33.282" v="2993" actId="164"/>
          <ac:spMkLst>
            <pc:docMk/>
            <pc:sldMk cId="4207788666" sldId="347"/>
            <ac:spMk id="1080" creationId="{4D864113-EC30-7360-4FB0-2B483495B833}"/>
          </ac:spMkLst>
        </pc:spChg>
        <pc:spChg chg="mod">
          <ac:chgData name="Bernardo Caputo Gomes" userId="6da50d2c-d1b7-4a9f-8ea6-11c55775b80e" providerId="ADAL" clId="{2E3FE783-9AB9-4869-96B1-16E14BA4AC72}" dt="2026-09-20T21:01:41.412" v="2994" actId="164"/>
          <ac:spMkLst>
            <pc:docMk/>
            <pc:sldMk cId="4207788666" sldId="347"/>
            <ac:spMk id="2001" creationId="{00000000-0000-0000-0000-000000000000}"/>
          </ac:spMkLst>
        </pc:spChg>
        <pc:spChg chg="mod">
          <ac:chgData name="Bernardo Caputo Gomes" userId="6da50d2c-d1b7-4a9f-8ea6-11c55775b80e" providerId="ADAL" clId="{2E3FE783-9AB9-4869-96B1-16E14BA4AC72}" dt="2026-09-20T21:01:33.282" v="2993" actId="164"/>
          <ac:spMkLst>
            <pc:docMk/>
            <pc:sldMk cId="4207788666" sldId="347"/>
            <ac:spMk id="2003" creationId="{00000000-0000-0000-0000-000000000000}"/>
          </ac:spMkLst>
        </pc:spChg>
        <pc:grpChg chg="add mod">
          <ac:chgData name="Bernardo Caputo Gomes" userId="6da50d2c-d1b7-4a9f-8ea6-11c55775b80e" providerId="ADAL" clId="{2E3FE783-9AB9-4869-96B1-16E14BA4AC72}" dt="2026-09-20T21:01:44.808" v="2995" actId="164"/>
          <ac:grpSpMkLst>
            <pc:docMk/>
            <pc:sldMk cId="4207788666" sldId="347"/>
            <ac:grpSpMk id="4" creationId="{B323385A-CCE3-2E85-00C6-B2ED40ED0AEB}"/>
          </ac:grpSpMkLst>
        </pc:grpChg>
        <pc:grpChg chg="add mod">
          <ac:chgData name="Bernardo Caputo Gomes" userId="6da50d2c-d1b7-4a9f-8ea6-11c55775b80e" providerId="ADAL" clId="{2E3FE783-9AB9-4869-96B1-16E14BA4AC72}" dt="2026-09-20T21:01:44.808" v="2995" actId="164"/>
          <ac:grpSpMkLst>
            <pc:docMk/>
            <pc:sldMk cId="4207788666" sldId="347"/>
            <ac:grpSpMk id="5" creationId="{C20B9960-49DB-722B-27EB-90124AAD7B26}"/>
          </ac:grpSpMkLst>
        </pc:grpChg>
        <pc:grpChg chg="add mod">
          <ac:chgData name="Bernardo Caputo Gomes" userId="6da50d2c-d1b7-4a9f-8ea6-11c55775b80e" providerId="ADAL" clId="{2E3FE783-9AB9-4869-96B1-16E14BA4AC72}" dt="2026-09-20T21:07:18.518" v="3105" actId="12789"/>
          <ac:grpSpMkLst>
            <pc:docMk/>
            <pc:sldMk cId="4207788666" sldId="347"/>
            <ac:grpSpMk id="8" creationId="{E2CCB2AE-2ECC-4F30-AEDE-AA738D73A694}"/>
          </ac:grpSpMkLst>
        </pc:grpChg>
        <pc:grpChg chg="mod">
          <ac:chgData name="Bernardo Caputo Gomes" userId="6da50d2c-d1b7-4a9f-8ea6-11c55775b80e" providerId="ADAL" clId="{2E3FE783-9AB9-4869-96B1-16E14BA4AC72}" dt="2026-09-20T21:07:18.518" v="3105" actId="12789"/>
          <ac:grpSpMkLst>
            <pc:docMk/>
            <pc:sldMk cId="4207788666" sldId="347"/>
            <ac:grpSpMk id="138" creationId="{8FCFAFBE-5EE3-F46D-498A-8CFA7C125DE6}"/>
          </ac:grpSpMkLst>
        </pc:grpChg>
      </pc:sldChg>
      <pc:sldChg chg="addSp delSp modSp add mod ord modShow">
        <pc:chgData name="Bernardo Caputo Gomes" userId="6da50d2c-d1b7-4a9f-8ea6-11c55775b80e" providerId="ADAL" clId="{2E3FE783-9AB9-4869-96B1-16E14BA4AC72}" dt="2026-10-19T13:28:45.926" v="12303" actId="1035"/>
        <pc:sldMkLst>
          <pc:docMk/>
          <pc:sldMk cId="2749314505" sldId="352"/>
        </pc:sldMkLst>
        <pc:spChg chg="add del">
          <ac:chgData name="Bernardo Caputo Gomes" userId="6da50d2c-d1b7-4a9f-8ea6-11c55775b80e" providerId="ADAL" clId="{2E3FE783-9AB9-4869-96B1-16E14BA4AC72}" dt="2026-10-19T13:27:32.473" v="12199" actId="478"/>
          <ac:spMkLst>
            <pc:docMk/>
            <pc:sldMk cId="2749314505" sldId="352"/>
            <ac:spMk id="3" creationId="{34F1CF36-1FE6-D14B-A648-5EEC58FFF5BD}"/>
          </ac:spMkLst>
        </pc:spChg>
        <pc:spChg chg="del mod">
          <ac:chgData name="Bernardo Caputo Gomes" userId="6da50d2c-d1b7-4a9f-8ea6-11c55775b80e" providerId="ADAL" clId="{2E3FE783-9AB9-4869-96B1-16E14BA4AC72}" dt="2026-10-19T13:24:28.187" v="12100" actId="478"/>
          <ac:spMkLst>
            <pc:docMk/>
            <pc:sldMk cId="2749314505" sldId="352"/>
            <ac:spMk id="6" creationId="{09A4522D-10EC-BCF9-1C19-A961D787F7DD}"/>
          </ac:spMkLst>
        </pc:spChg>
        <pc:spChg chg="add mod">
          <ac:chgData name="Bernardo Caputo Gomes" userId="6da50d2c-d1b7-4a9f-8ea6-11c55775b80e" providerId="ADAL" clId="{2E3FE783-9AB9-4869-96B1-16E14BA4AC72}" dt="2026-10-19T13:27:52.972" v="12204" actId="113"/>
          <ac:spMkLst>
            <pc:docMk/>
            <pc:sldMk cId="2749314505" sldId="352"/>
            <ac:spMk id="7" creationId="{026DA21C-120B-188D-C42C-2AD1C054C18E}"/>
          </ac:spMkLst>
        </pc:spChg>
        <pc:spChg chg="add">
          <ac:chgData name="Bernardo Caputo Gomes" userId="6da50d2c-d1b7-4a9f-8ea6-11c55775b80e" providerId="ADAL" clId="{2E3FE783-9AB9-4869-96B1-16E14BA4AC72}" dt="2026-09-20T23:58:47.566" v="3802" actId="22"/>
          <ac:spMkLst>
            <pc:docMk/>
            <pc:sldMk cId="2749314505" sldId="352"/>
            <ac:spMk id="8" creationId="{15AD1CDB-BB31-41E7-2772-2EE8DD62522C}"/>
          </ac:spMkLst>
        </pc:spChg>
        <pc:spChg chg="add mod">
          <ac:chgData name="Bernardo Caputo Gomes" userId="6da50d2c-d1b7-4a9f-8ea6-11c55775b80e" providerId="ADAL" clId="{2E3FE783-9AB9-4869-96B1-16E14BA4AC72}" dt="2026-10-19T13:28:45.926" v="12303" actId="1035"/>
          <ac:spMkLst>
            <pc:docMk/>
            <pc:sldMk cId="2749314505" sldId="352"/>
            <ac:spMk id="9" creationId="{51CC6AF6-CC7C-E95C-FF49-A048B20ED600}"/>
          </ac:spMkLst>
        </pc:spChg>
        <pc:spChg chg="mod">
          <ac:chgData name="Bernardo Caputo Gomes" userId="6da50d2c-d1b7-4a9f-8ea6-11c55775b80e" providerId="ADAL" clId="{2E3FE783-9AB9-4869-96B1-16E14BA4AC72}" dt="2026-09-21T00:00:36.084" v="3828" actId="207"/>
          <ac:spMkLst>
            <pc:docMk/>
            <pc:sldMk cId="2749314505" sldId="352"/>
            <ac:spMk id="11" creationId="{F97BB95C-D9D8-8E88-3D0F-6CE60DC7D494}"/>
          </ac:spMkLst>
        </pc:spChg>
        <pc:spChg chg="mod">
          <ac:chgData name="Bernardo Caputo Gomes" userId="6da50d2c-d1b7-4a9f-8ea6-11c55775b80e" providerId="ADAL" clId="{2E3FE783-9AB9-4869-96B1-16E14BA4AC72}" dt="2026-09-21T00:00:36.084" v="3828" actId="207"/>
          <ac:spMkLst>
            <pc:docMk/>
            <pc:sldMk cId="2749314505" sldId="352"/>
            <ac:spMk id="12" creationId="{19A25D04-D9EE-81B9-8AB1-7C297A98BCAE}"/>
          </ac:spMkLst>
        </pc:spChg>
        <pc:spChg chg="add mod">
          <ac:chgData name="Bernardo Caputo Gomes" userId="6da50d2c-d1b7-4a9f-8ea6-11c55775b80e" providerId="ADAL" clId="{2E3FE783-9AB9-4869-96B1-16E14BA4AC72}" dt="2026-09-21T00:00:37.883" v="3829" actId="20577"/>
          <ac:spMkLst>
            <pc:docMk/>
            <pc:sldMk cId="2749314505" sldId="352"/>
            <ac:spMk id="14" creationId="{6A6DC634-30E4-A735-D09E-C7BADD91E17A}"/>
          </ac:spMkLst>
        </pc:spChg>
        <pc:spChg chg="mod">
          <ac:chgData name="Bernardo Caputo Gomes" userId="6da50d2c-d1b7-4a9f-8ea6-11c55775b80e" providerId="ADAL" clId="{2E3FE783-9AB9-4869-96B1-16E14BA4AC72}" dt="2026-09-21T00:00:40.251" v="3830" actId="20577"/>
          <ac:spMkLst>
            <pc:docMk/>
            <pc:sldMk cId="2749314505" sldId="352"/>
            <ac:spMk id="15" creationId="{7B65B2D0-3C24-8F73-AE44-33AE3BB7F314}"/>
          </ac:spMkLst>
        </pc:spChg>
        <pc:grpChg chg="add mod">
          <ac:chgData name="Bernardo Caputo Gomes" userId="6da50d2c-d1b7-4a9f-8ea6-11c55775b80e" providerId="ADAL" clId="{2E3FE783-9AB9-4869-96B1-16E14BA4AC72}" dt="2026-09-21T00:00:31.777" v="3827" actId="12788"/>
          <ac:grpSpMkLst>
            <pc:docMk/>
            <pc:sldMk cId="2749314505" sldId="352"/>
            <ac:grpSpMk id="10" creationId="{955A04FE-F0EA-21A7-3BB4-511C26E46D50}"/>
          </ac:grpSpMkLst>
        </pc:grpChg>
      </pc:sldChg>
      <pc:sldChg chg="addSp delSp modSp add mod ord modShow">
        <pc:chgData name="Bernardo Caputo Gomes" userId="6da50d2c-d1b7-4a9f-8ea6-11c55775b80e" providerId="ADAL" clId="{2E3FE783-9AB9-4869-96B1-16E14BA4AC72}" dt="2026-10-19T13:23:20.647" v="12037" actId="1036"/>
        <pc:sldMkLst>
          <pc:docMk/>
          <pc:sldMk cId="2072225559" sldId="353"/>
        </pc:sldMkLst>
        <pc:spChg chg="del mod">
          <ac:chgData name="Bernardo Caputo Gomes" userId="6da50d2c-d1b7-4a9f-8ea6-11c55775b80e" providerId="ADAL" clId="{2E3FE783-9AB9-4869-96B1-16E14BA4AC72}" dt="2026-10-19T13:23:03.991" v="12035" actId="478"/>
          <ac:spMkLst>
            <pc:docMk/>
            <pc:sldMk cId="2072225559" sldId="353"/>
            <ac:spMk id="5" creationId="{0A8612B2-CA34-A5B4-C035-C0AE751F5CF9}"/>
          </ac:spMkLst>
        </pc:spChg>
        <pc:spChg chg="add mod">
          <ac:chgData name="Bernardo Caputo Gomes" userId="6da50d2c-d1b7-4a9f-8ea6-11c55775b80e" providerId="ADAL" clId="{2E3FE783-9AB9-4869-96B1-16E14BA4AC72}" dt="2026-10-19T13:23:20.647" v="12037" actId="1036"/>
          <ac:spMkLst>
            <pc:docMk/>
            <pc:sldMk cId="2072225559" sldId="353"/>
            <ac:spMk id="11" creationId="{181570C7-8426-7492-0D99-324BAED4BAAE}"/>
          </ac:spMkLst>
        </pc:spChg>
        <pc:spChg chg="add mod">
          <ac:chgData name="Bernardo Caputo Gomes" userId="6da50d2c-d1b7-4a9f-8ea6-11c55775b80e" providerId="ADAL" clId="{2E3FE783-9AB9-4869-96B1-16E14BA4AC72}" dt="2026-10-07T13:58:23.312" v="8677" actId="164"/>
          <ac:spMkLst>
            <pc:docMk/>
            <pc:sldMk cId="2072225559" sldId="353"/>
            <ac:spMk id="24" creationId="{7389DC84-B045-18FB-9481-61EC1EE2CBE6}"/>
          </ac:spMkLst>
        </pc:spChg>
        <pc:spChg chg="add mod">
          <ac:chgData name="Bernardo Caputo Gomes" userId="6da50d2c-d1b7-4a9f-8ea6-11c55775b80e" providerId="ADAL" clId="{2E3FE783-9AB9-4869-96B1-16E14BA4AC72}" dt="2026-10-07T13:58:23.312" v="8677" actId="164"/>
          <ac:spMkLst>
            <pc:docMk/>
            <pc:sldMk cId="2072225559" sldId="353"/>
            <ac:spMk id="26" creationId="{433818BB-2FCD-8E93-42EF-52C94CE39959}"/>
          </ac:spMkLst>
        </pc:spChg>
        <pc:spChg chg="add mod">
          <ac:chgData name="Bernardo Caputo Gomes" userId="6da50d2c-d1b7-4a9f-8ea6-11c55775b80e" providerId="ADAL" clId="{2E3FE783-9AB9-4869-96B1-16E14BA4AC72}" dt="2026-10-07T13:58:29.607" v="8678" actId="164"/>
          <ac:spMkLst>
            <pc:docMk/>
            <pc:sldMk cId="2072225559" sldId="353"/>
            <ac:spMk id="28" creationId="{1A8A6667-D13A-9205-942A-5FA9847B3E9F}"/>
          </ac:spMkLst>
        </pc:spChg>
        <pc:spChg chg="add mod">
          <ac:chgData name="Bernardo Caputo Gomes" userId="6da50d2c-d1b7-4a9f-8ea6-11c55775b80e" providerId="ADAL" clId="{2E3FE783-9AB9-4869-96B1-16E14BA4AC72}" dt="2026-10-07T13:58:29.607" v="8678" actId="164"/>
          <ac:spMkLst>
            <pc:docMk/>
            <pc:sldMk cId="2072225559" sldId="353"/>
            <ac:spMk id="30" creationId="{DABFB344-10B0-BD52-0D87-2F82EB3A51A9}"/>
          </ac:spMkLst>
        </pc:spChg>
        <pc:spChg chg="mod">
          <ac:chgData name="Bernardo Caputo Gomes" userId="6da50d2c-d1b7-4a9f-8ea6-11c55775b80e" providerId="ADAL" clId="{2E3FE783-9AB9-4869-96B1-16E14BA4AC72}" dt="2026-10-05T14:19:52.425" v="5510"/>
          <ac:spMkLst>
            <pc:docMk/>
            <pc:sldMk cId="2072225559" sldId="353"/>
            <ac:spMk id="49" creationId="{A7A8BB31-8D5E-1E8C-5A79-A390B5C3F036}"/>
          </ac:spMkLst>
        </pc:spChg>
        <pc:spChg chg="mod">
          <ac:chgData name="Bernardo Caputo Gomes" userId="6da50d2c-d1b7-4a9f-8ea6-11c55775b80e" providerId="ADAL" clId="{2E3FE783-9AB9-4869-96B1-16E14BA4AC72}" dt="2026-10-05T14:40:09.043" v="6148" actId="20577"/>
          <ac:spMkLst>
            <pc:docMk/>
            <pc:sldMk cId="2072225559" sldId="353"/>
            <ac:spMk id="51" creationId="{6D180736-C864-CDAD-93FE-09AA1E209817}"/>
          </ac:spMkLst>
        </pc:spChg>
        <pc:spChg chg="mod">
          <ac:chgData name="Bernardo Caputo Gomes" userId="6da50d2c-d1b7-4a9f-8ea6-11c55775b80e" providerId="ADAL" clId="{2E3FE783-9AB9-4869-96B1-16E14BA4AC72}" dt="2026-10-07T12:38:37.184" v="6301" actId="20577"/>
          <ac:spMkLst>
            <pc:docMk/>
            <pc:sldMk cId="2072225559" sldId="353"/>
            <ac:spMk id="53" creationId="{1B81480F-361A-3A1E-6F4C-F6ECD40689DB}"/>
          </ac:spMkLst>
        </pc:spChg>
        <pc:spChg chg="mod">
          <ac:chgData name="Bernardo Caputo Gomes" userId="6da50d2c-d1b7-4a9f-8ea6-11c55775b80e" providerId="ADAL" clId="{2E3FE783-9AB9-4869-96B1-16E14BA4AC72}" dt="2026-10-07T12:39:28.737" v="6376" actId="20577"/>
          <ac:spMkLst>
            <pc:docMk/>
            <pc:sldMk cId="2072225559" sldId="353"/>
            <ac:spMk id="57" creationId="{86BA46D7-0A92-E3E8-A98D-931D0D34AA2F}"/>
          </ac:spMkLst>
        </pc:spChg>
        <pc:spChg chg="mod">
          <ac:chgData name="Bernardo Caputo Gomes" userId="6da50d2c-d1b7-4a9f-8ea6-11c55775b80e" providerId="ADAL" clId="{2E3FE783-9AB9-4869-96B1-16E14BA4AC72}" dt="2026-10-05T14:19:52.425" v="5510"/>
          <ac:spMkLst>
            <pc:docMk/>
            <pc:sldMk cId="2072225559" sldId="353"/>
            <ac:spMk id="58" creationId="{1A009AE2-7247-28C6-AAFE-6B1395B51A24}"/>
          </ac:spMkLst>
        </pc:spChg>
        <pc:spChg chg="mod">
          <ac:chgData name="Bernardo Caputo Gomes" userId="6da50d2c-d1b7-4a9f-8ea6-11c55775b80e" providerId="ADAL" clId="{2E3FE783-9AB9-4869-96B1-16E14BA4AC72}" dt="2026-10-07T12:40:07.629" v="6518" actId="20577"/>
          <ac:spMkLst>
            <pc:docMk/>
            <pc:sldMk cId="2072225559" sldId="353"/>
            <ac:spMk id="59" creationId="{6003D96D-B78F-5D04-351E-53747F60E967}"/>
          </ac:spMkLst>
        </pc:spChg>
        <pc:spChg chg="mod topLvl">
          <ac:chgData name="Bernardo Caputo Gomes" userId="6da50d2c-d1b7-4a9f-8ea6-11c55775b80e" providerId="ADAL" clId="{2E3FE783-9AB9-4869-96B1-16E14BA4AC72}" dt="2026-10-05T14:32:53.384" v="6024" actId="165"/>
          <ac:spMkLst>
            <pc:docMk/>
            <pc:sldMk cId="2072225559" sldId="353"/>
            <ac:spMk id="65" creationId="{7EA30D3B-E626-15AB-57F3-AF13CBD9AE14}"/>
          </ac:spMkLst>
        </pc:spChg>
        <pc:spChg chg="mod topLvl">
          <ac:chgData name="Bernardo Caputo Gomes" userId="6da50d2c-d1b7-4a9f-8ea6-11c55775b80e" providerId="ADAL" clId="{2E3FE783-9AB9-4869-96B1-16E14BA4AC72}" dt="2026-10-05T14:32:53.384" v="6024" actId="165"/>
          <ac:spMkLst>
            <pc:docMk/>
            <pc:sldMk cId="2072225559" sldId="353"/>
            <ac:spMk id="67" creationId="{85F8C1FA-4D01-0D9B-2155-92F8AA156D2D}"/>
          </ac:spMkLst>
        </pc:spChg>
        <pc:spChg chg="mod topLvl">
          <ac:chgData name="Bernardo Caputo Gomes" userId="6da50d2c-d1b7-4a9f-8ea6-11c55775b80e" providerId="ADAL" clId="{2E3FE783-9AB9-4869-96B1-16E14BA4AC72}" dt="2026-10-05T14:32:53.384" v="6024" actId="165"/>
          <ac:spMkLst>
            <pc:docMk/>
            <pc:sldMk cId="2072225559" sldId="353"/>
            <ac:spMk id="68" creationId="{13AAC318-5A3B-B1FA-D0A2-7DFBF96FEF92}"/>
          </ac:spMkLst>
        </pc:spChg>
        <pc:spChg chg="mod topLvl">
          <ac:chgData name="Bernardo Caputo Gomes" userId="6da50d2c-d1b7-4a9f-8ea6-11c55775b80e" providerId="ADAL" clId="{2E3FE783-9AB9-4869-96B1-16E14BA4AC72}" dt="2026-10-05T14:32:53.384" v="6024" actId="165"/>
          <ac:spMkLst>
            <pc:docMk/>
            <pc:sldMk cId="2072225559" sldId="353"/>
            <ac:spMk id="69" creationId="{F6A261E2-0785-A0DC-8F78-1767ADD59EC8}"/>
          </ac:spMkLst>
        </pc:spChg>
        <pc:spChg chg="add mod topLvl">
          <ac:chgData name="Bernardo Caputo Gomes" userId="6da50d2c-d1b7-4a9f-8ea6-11c55775b80e" providerId="ADAL" clId="{2E3FE783-9AB9-4869-96B1-16E14BA4AC72}" dt="2026-10-05T14:33:28.922" v="6130" actId="555"/>
          <ac:spMkLst>
            <pc:docMk/>
            <pc:sldMk cId="2072225559" sldId="353"/>
            <ac:spMk id="71" creationId="{C4341365-9121-70ED-9D8A-8E117C150D19}"/>
          </ac:spMkLst>
        </pc:spChg>
        <pc:spChg chg="add mod">
          <ac:chgData name="Bernardo Caputo Gomes" userId="6da50d2c-d1b7-4a9f-8ea6-11c55775b80e" providerId="ADAL" clId="{2E3FE783-9AB9-4869-96B1-16E14BA4AC72}" dt="2026-10-05T14:40:20.293" v="6187" actId="20577"/>
          <ac:spMkLst>
            <pc:docMk/>
            <pc:sldMk cId="2072225559" sldId="353"/>
            <ac:spMk id="86" creationId="{12CA722A-FBDB-36E3-370C-400F2FD367B4}"/>
          </ac:spMkLst>
        </pc:spChg>
        <pc:spChg chg="add mod">
          <ac:chgData name="Bernardo Caputo Gomes" userId="6da50d2c-d1b7-4a9f-8ea6-11c55775b80e" providerId="ADAL" clId="{2E3FE783-9AB9-4869-96B1-16E14BA4AC72}" dt="2026-10-07T12:39:08.631" v="6360" actId="20577"/>
          <ac:spMkLst>
            <pc:docMk/>
            <pc:sldMk cId="2072225559" sldId="353"/>
            <ac:spMk id="88" creationId="{D696FA7E-872E-ACFC-1025-065DB0F734FC}"/>
          </ac:spMkLst>
        </pc:spChg>
        <pc:grpChg chg="add mod">
          <ac:chgData name="Bernardo Caputo Gomes" userId="6da50d2c-d1b7-4a9f-8ea6-11c55775b80e" providerId="ADAL" clId="{2E3FE783-9AB9-4869-96B1-16E14BA4AC72}" dt="2026-10-07T13:58:23.312" v="8677" actId="164"/>
          <ac:grpSpMkLst>
            <pc:docMk/>
            <pc:sldMk cId="2072225559" sldId="353"/>
            <ac:grpSpMk id="4" creationId="{ECA2E2F7-63A6-7299-46CF-A4FC545BCE20}"/>
          </ac:grpSpMkLst>
        </pc:grpChg>
        <pc:grpChg chg="add mod">
          <ac:chgData name="Bernardo Caputo Gomes" userId="6da50d2c-d1b7-4a9f-8ea6-11c55775b80e" providerId="ADAL" clId="{2E3FE783-9AB9-4869-96B1-16E14BA4AC72}" dt="2026-10-07T13:58:29.607" v="8678" actId="164"/>
          <ac:grpSpMkLst>
            <pc:docMk/>
            <pc:sldMk cId="2072225559" sldId="353"/>
            <ac:grpSpMk id="7" creationId="{19DB732E-A3CE-0C57-6CFA-E1A9ED6260E3}"/>
          </ac:grpSpMkLst>
        </pc:grpChg>
        <pc:grpChg chg="ord">
          <ac:chgData name="Bernardo Caputo Gomes" userId="6da50d2c-d1b7-4a9f-8ea6-11c55775b80e" providerId="ADAL" clId="{2E3FE783-9AB9-4869-96B1-16E14BA4AC72}" dt="2026-10-07T12:43:54.015" v="6808" actId="167"/>
          <ac:grpSpMkLst>
            <pc:docMk/>
            <pc:sldMk cId="2072225559" sldId="353"/>
            <ac:grpSpMk id="48" creationId="{97972477-8631-2D32-A8BF-F4E60309128D}"/>
          </ac:grpSpMkLst>
        </pc:grpChg>
        <pc:grpChg chg="ord">
          <ac:chgData name="Bernardo Caputo Gomes" userId="6da50d2c-d1b7-4a9f-8ea6-11c55775b80e" providerId="ADAL" clId="{2E3FE783-9AB9-4869-96B1-16E14BA4AC72}" dt="2026-10-07T12:43:38.641" v="6803" actId="167"/>
          <ac:grpSpMkLst>
            <pc:docMk/>
            <pc:sldMk cId="2072225559" sldId="353"/>
            <ac:grpSpMk id="54" creationId="{1B3E7167-3A8F-DEEC-C8A1-C37C5E84D23A}"/>
          </ac:grpSpMkLst>
        </pc:grpChg>
        <pc:graphicFrameChg chg="mod">
          <ac:chgData name="Bernardo Caputo Gomes" userId="6da50d2c-d1b7-4a9f-8ea6-11c55775b80e" providerId="ADAL" clId="{2E3FE783-9AB9-4869-96B1-16E14BA4AC72}" dt="2026-10-05T13:55:08.732" v="4871" actId="552"/>
          <ac:graphicFrameMkLst>
            <pc:docMk/>
            <pc:sldMk cId="2072225559" sldId="353"/>
            <ac:graphicFrameMk id="9" creationId="{E90925CC-BBE1-F5FB-AF40-2698BD35E30A}"/>
          </ac:graphicFrameMkLst>
        </pc:graphicFrameChg>
        <pc:graphicFrameChg chg="mod">
          <ac:chgData name="Bernardo Caputo Gomes" userId="6da50d2c-d1b7-4a9f-8ea6-11c55775b80e" providerId="ADAL" clId="{2E3FE783-9AB9-4869-96B1-16E14BA4AC72}" dt="2026-10-05T14:00:35.464" v="5470" actId="1037"/>
          <ac:graphicFrameMkLst>
            <pc:docMk/>
            <pc:sldMk cId="2072225559" sldId="353"/>
            <ac:graphicFrameMk id="12" creationId="{6FBECA57-C4B1-BA5E-E462-E52B3C8D298F}"/>
          </ac:graphicFrameMkLst>
        </pc:graphicFrameChg>
        <pc:picChg chg="add mod ord">
          <ac:chgData name="Bernardo Caputo Gomes" userId="6da50d2c-d1b7-4a9f-8ea6-11c55775b80e" providerId="ADAL" clId="{2E3FE783-9AB9-4869-96B1-16E14BA4AC72}" dt="2026-10-07T12:43:20.128" v="6797" actId="171"/>
          <ac:picMkLst>
            <pc:docMk/>
            <pc:sldMk cId="2072225559" sldId="353"/>
            <ac:picMk id="8" creationId="{AB3E20C2-0712-770A-1073-29082BB60492}"/>
          </ac:picMkLst>
        </pc:picChg>
        <pc:picChg chg="add mod">
          <ac:chgData name="Bernardo Caputo Gomes" userId="6da50d2c-d1b7-4a9f-8ea6-11c55775b80e" providerId="ADAL" clId="{2E3FE783-9AB9-4869-96B1-16E14BA4AC72}" dt="2026-10-07T12:43:57.494" v="6809" actId="1036"/>
          <ac:picMkLst>
            <pc:docMk/>
            <pc:sldMk cId="2072225559" sldId="353"/>
            <ac:picMk id="14" creationId="{CF84D396-5A9B-966C-2B4C-CD491A850D74}"/>
          </ac:picMkLst>
        </pc:picChg>
        <pc:picChg chg="add mod ord topLvl">
          <ac:chgData name="Bernardo Caputo Gomes" userId="6da50d2c-d1b7-4a9f-8ea6-11c55775b80e" providerId="ADAL" clId="{2E3FE783-9AB9-4869-96B1-16E14BA4AC72}" dt="2026-10-05T14:32:53.384" v="6024" actId="165"/>
          <ac:picMkLst>
            <pc:docMk/>
            <pc:sldMk cId="2072225559" sldId="353"/>
            <ac:picMk id="72" creationId="{176AF49E-5BC5-4B90-1F6F-7E1D5AA55A4F}"/>
          </ac:picMkLst>
        </pc:picChg>
      </pc:sldChg>
      <pc:sldChg chg="addSp delSp modSp add mod ord modShow">
        <pc:chgData name="Bernardo Caputo Gomes" userId="6da50d2c-d1b7-4a9f-8ea6-11c55775b80e" providerId="ADAL" clId="{2E3FE783-9AB9-4869-96B1-16E14BA4AC72}" dt="2026-10-19T13:32:59.728" v="12490" actId="120"/>
        <pc:sldMkLst>
          <pc:docMk/>
          <pc:sldMk cId="1118591106" sldId="354"/>
        </pc:sldMkLst>
        <pc:spChg chg="add">
          <ac:chgData name="Bernardo Caputo Gomes" userId="6da50d2c-d1b7-4a9f-8ea6-11c55775b80e" providerId="ADAL" clId="{2E3FE783-9AB9-4869-96B1-16E14BA4AC72}" dt="2026-10-19T13:24:37.824" v="12101" actId="22"/>
          <ac:spMkLst>
            <pc:docMk/>
            <pc:sldMk cId="1118591106" sldId="354"/>
            <ac:spMk id="5" creationId="{EC8504EF-F33A-660A-1F8A-D9EE1CA3A25A}"/>
          </ac:spMkLst>
        </pc:spChg>
        <pc:spChg chg="del">
          <ac:chgData name="Bernardo Caputo Gomes" userId="6da50d2c-d1b7-4a9f-8ea6-11c55775b80e" providerId="ADAL" clId="{2E3FE783-9AB9-4869-96B1-16E14BA4AC72}" dt="2026-10-19T13:23:28.361" v="12038" actId="478"/>
          <ac:spMkLst>
            <pc:docMk/>
            <pc:sldMk cId="1118591106" sldId="354"/>
            <ac:spMk id="6" creationId="{EA182CB6-B650-315C-60D3-AC93F1B736E6}"/>
          </ac:spMkLst>
        </pc:spChg>
        <pc:spChg chg="add mod">
          <ac:chgData name="Bernardo Caputo Gomes" userId="6da50d2c-d1b7-4a9f-8ea6-11c55775b80e" providerId="ADAL" clId="{2E3FE783-9AB9-4869-96B1-16E14BA4AC72}" dt="2026-10-19T13:32:16.005" v="12450" actId="1035"/>
          <ac:spMkLst>
            <pc:docMk/>
            <pc:sldMk cId="1118591106" sldId="354"/>
            <ac:spMk id="10" creationId="{28B976DB-78B5-CF64-1F00-90D3C4423949}"/>
          </ac:spMkLst>
        </pc:spChg>
        <pc:spChg chg="mod">
          <ac:chgData name="Bernardo Caputo Gomes" userId="6da50d2c-d1b7-4a9f-8ea6-11c55775b80e" providerId="ADAL" clId="{2E3FE783-9AB9-4869-96B1-16E14BA4AC72}" dt="2026-10-07T14:02:53.034" v="9171" actId="20577"/>
          <ac:spMkLst>
            <pc:docMk/>
            <pc:sldMk cId="1118591106" sldId="354"/>
            <ac:spMk id="43" creationId="{0B291A0D-C7E4-205B-4112-E4BF2452BC81}"/>
          </ac:spMkLst>
        </pc:spChg>
        <pc:spChg chg="mod">
          <ac:chgData name="Bernardo Caputo Gomes" userId="6da50d2c-d1b7-4a9f-8ea6-11c55775b80e" providerId="ADAL" clId="{2E3FE783-9AB9-4869-96B1-16E14BA4AC72}" dt="2026-10-07T14:03:24.030" v="9308" actId="20577"/>
          <ac:spMkLst>
            <pc:docMk/>
            <pc:sldMk cId="1118591106" sldId="354"/>
            <ac:spMk id="44" creationId="{B49564BD-E7DB-5B11-2017-C82687B54032}"/>
          </ac:spMkLst>
        </pc:spChg>
        <pc:spChg chg="mod">
          <ac:chgData name="Bernardo Caputo Gomes" userId="6da50d2c-d1b7-4a9f-8ea6-11c55775b80e" providerId="ADAL" clId="{2E3FE783-9AB9-4869-96B1-16E14BA4AC72}" dt="2026-10-07T14:04:21.860" v="9398" actId="20577"/>
          <ac:spMkLst>
            <pc:docMk/>
            <pc:sldMk cId="1118591106" sldId="354"/>
            <ac:spMk id="46" creationId="{6E81D39D-7E85-56DD-2282-7D8739F54D12}"/>
          </ac:spMkLst>
        </pc:spChg>
        <pc:spChg chg="mod">
          <ac:chgData name="Bernardo Caputo Gomes" userId="6da50d2c-d1b7-4a9f-8ea6-11c55775b80e" providerId="ADAL" clId="{2E3FE783-9AB9-4869-96B1-16E14BA4AC72}" dt="2026-10-07T14:05:03.628" v="9561" actId="20577"/>
          <ac:spMkLst>
            <pc:docMk/>
            <pc:sldMk cId="1118591106" sldId="354"/>
            <ac:spMk id="47" creationId="{D37972BC-AB29-025E-0E99-7B04EB869008}"/>
          </ac:spMkLst>
        </pc:spChg>
        <pc:spChg chg="mod">
          <ac:chgData name="Bernardo Caputo Gomes" userId="6da50d2c-d1b7-4a9f-8ea6-11c55775b80e" providerId="ADAL" clId="{2E3FE783-9AB9-4869-96B1-16E14BA4AC72}" dt="2026-10-07T14:01:25.818" v="8926" actId="14100"/>
          <ac:spMkLst>
            <pc:docMk/>
            <pc:sldMk cId="1118591106" sldId="354"/>
            <ac:spMk id="55" creationId="{E5C37A24-417E-FF55-1F35-04419119F4FB}"/>
          </ac:spMkLst>
        </pc:spChg>
        <pc:spChg chg="mod">
          <ac:chgData name="Bernardo Caputo Gomes" userId="6da50d2c-d1b7-4a9f-8ea6-11c55775b80e" providerId="ADAL" clId="{2E3FE783-9AB9-4869-96B1-16E14BA4AC72}" dt="2026-10-07T14:02:14.146" v="9064" actId="20577"/>
          <ac:spMkLst>
            <pc:docMk/>
            <pc:sldMk cId="1118591106" sldId="354"/>
            <ac:spMk id="57" creationId="{5588FDB4-2275-D8E6-D926-69522FADA7A2}"/>
          </ac:spMkLst>
        </pc:spChg>
        <pc:spChg chg="add mod topLvl">
          <ac:chgData name="Bernardo Caputo Gomes" userId="6da50d2c-d1b7-4a9f-8ea6-11c55775b80e" providerId="ADAL" clId="{2E3FE783-9AB9-4869-96B1-16E14BA4AC72}" dt="2026-10-07T14:30:35.626" v="10247" actId="554"/>
          <ac:spMkLst>
            <pc:docMk/>
            <pc:sldMk cId="1118591106" sldId="354"/>
            <ac:spMk id="61" creationId="{15568DCF-7BCB-65F8-9751-8232EF53F1EB}"/>
          </ac:spMkLst>
        </pc:spChg>
        <pc:spChg chg="mod">
          <ac:chgData name="Bernardo Caputo Gomes" userId="6da50d2c-d1b7-4a9f-8ea6-11c55775b80e" providerId="ADAL" clId="{2E3FE783-9AB9-4869-96B1-16E14BA4AC72}" dt="2026-10-07T14:06:44.745" v="9615" actId="1035"/>
          <ac:spMkLst>
            <pc:docMk/>
            <pc:sldMk cId="1118591106" sldId="354"/>
            <ac:spMk id="65" creationId="{2E28750C-1CF2-9456-7F3C-86D899F88049}"/>
          </ac:spMkLst>
        </pc:spChg>
        <pc:spChg chg="mod">
          <ac:chgData name="Bernardo Caputo Gomes" userId="6da50d2c-d1b7-4a9f-8ea6-11c55775b80e" providerId="ADAL" clId="{2E3FE783-9AB9-4869-96B1-16E14BA4AC72}" dt="2026-10-07T14:11:17.782" v="9724" actId="403"/>
          <ac:spMkLst>
            <pc:docMk/>
            <pc:sldMk cId="1118591106" sldId="354"/>
            <ac:spMk id="69" creationId="{35A995A7-9EDD-8405-2FD4-2B4C481C009F}"/>
          </ac:spMkLst>
        </pc:spChg>
        <pc:spChg chg="mod">
          <ac:chgData name="Bernardo Caputo Gomes" userId="6da50d2c-d1b7-4a9f-8ea6-11c55775b80e" providerId="ADAL" clId="{2E3FE783-9AB9-4869-96B1-16E14BA4AC72}" dt="2026-10-07T14:06:44.745" v="9615" actId="1035"/>
          <ac:spMkLst>
            <pc:docMk/>
            <pc:sldMk cId="1118591106" sldId="354"/>
            <ac:spMk id="76" creationId="{D2DEB170-0420-41F1-82A6-4B48970B1531}"/>
          </ac:spMkLst>
        </pc:spChg>
        <pc:spChg chg="mod">
          <ac:chgData name="Bernardo Caputo Gomes" userId="6da50d2c-d1b7-4a9f-8ea6-11c55775b80e" providerId="ADAL" clId="{2E3FE783-9AB9-4869-96B1-16E14BA4AC72}" dt="2026-10-07T14:31:39.866" v="10253" actId="555"/>
          <ac:spMkLst>
            <pc:docMk/>
            <pc:sldMk cId="1118591106" sldId="354"/>
            <ac:spMk id="80" creationId="{9D860684-BA2A-A421-30BB-945B4C5E13FF}"/>
          </ac:spMkLst>
        </pc:spChg>
        <pc:spChg chg="add mod topLvl">
          <ac:chgData name="Bernardo Caputo Gomes" userId="6da50d2c-d1b7-4a9f-8ea6-11c55775b80e" providerId="ADAL" clId="{2E3FE783-9AB9-4869-96B1-16E14BA4AC72}" dt="2026-10-07T14:34:24.739" v="10274" actId="554"/>
          <ac:spMkLst>
            <pc:docMk/>
            <pc:sldMk cId="1118591106" sldId="354"/>
            <ac:spMk id="84" creationId="{D1519720-65BB-0FAC-7C89-2D9A95DDA667}"/>
          </ac:spMkLst>
        </pc:spChg>
        <pc:spChg chg="add mod topLvl">
          <ac:chgData name="Bernardo Caputo Gomes" userId="6da50d2c-d1b7-4a9f-8ea6-11c55775b80e" providerId="ADAL" clId="{2E3FE783-9AB9-4869-96B1-16E14BA4AC72}" dt="2026-10-07T14:14:06.522" v="9742" actId="208"/>
          <ac:spMkLst>
            <pc:docMk/>
            <pc:sldMk cId="1118591106" sldId="354"/>
            <ac:spMk id="92" creationId="{812E13D6-B8EE-2C77-C9BB-119ADE86F076}"/>
          </ac:spMkLst>
        </pc:spChg>
        <pc:spChg chg="add mod topLvl">
          <ac:chgData name="Bernardo Caputo Gomes" userId="6da50d2c-d1b7-4a9f-8ea6-11c55775b80e" providerId="ADAL" clId="{2E3FE783-9AB9-4869-96B1-16E14BA4AC72}" dt="2026-10-07T14:08:07.760" v="9697" actId="165"/>
          <ac:spMkLst>
            <pc:docMk/>
            <pc:sldMk cId="1118591106" sldId="354"/>
            <ac:spMk id="96" creationId="{CFF3A1EE-811E-9542-5234-9C045437C979}"/>
          </ac:spMkLst>
        </pc:spChg>
        <pc:spChg chg="add mod topLvl">
          <ac:chgData name="Bernardo Caputo Gomes" userId="6da50d2c-d1b7-4a9f-8ea6-11c55775b80e" providerId="ADAL" clId="{2E3FE783-9AB9-4869-96B1-16E14BA4AC72}" dt="2026-10-07T14:14:06.522" v="9742" actId="208"/>
          <ac:spMkLst>
            <pc:docMk/>
            <pc:sldMk cId="1118591106" sldId="354"/>
            <ac:spMk id="101" creationId="{540AF335-19B7-FE7F-4A6F-D0183B84394F}"/>
          </ac:spMkLst>
        </pc:spChg>
        <pc:spChg chg="add mod topLvl">
          <ac:chgData name="Bernardo Caputo Gomes" userId="6da50d2c-d1b7-4a9f-8ea6-11c55775b80e" providerId="ADAL" clId="{2E3FE783-9AB9-4869-96B1-16E14BA4AC72}" dt="2026-10-07T14:08:07.760" v="9697" actId="165"/>
          <ac:spMkLst>
            <pc:docMk/>
            <pc:sldMk cId="1118591106" sldId="354"/>
            <ac:spMk id="105" creationId="{3E1B60A1-7499-AC61-C96B-6766DE5D7E99}"/>
          </ac:spMkLst>
        </pc:spChg>
        <pc:spChg chg="add mod topLvl">
          <ac:chgData name="Bernardo Caputo Gomes" userId="6da50d2c-d1b7-4a9f-8ea6-11c55775b80e" providerId="ADAL" clId="{2E3FE783-9AB9-4869-96B1-16E14BA4AC72}" dt="2026-10-07T14:14:06.522" v="9742" actId="208"/>
          <ac:spMkLst>
            <pc:docMk/>
            <pc:sldMk cId="1118591106" sldId="354"/>
            <ac:spMk id="107" creationId="{FD0D20F8-3DAE-85B4-F533-410D98883961}"/>
          </ac:spMkLst>
        </pc:spChg>
        <pc:spChg chg="mod">
          <ac:chgData name="Bernardo Caputo Gomes" userId="6da50d2c-d1b7-4a9f-8ea6-11c55775b80e" providerId="ADAL" clId="{2E3FE783-9AB9-4869-96B1-16E14BA4AC72}" dt="2026-10-07T14:16:15.184" v="9782" actId="1038"/>
          <ac:spMkLst>
            <pc:docMk/>
            <pc:sldMk cId="1118591106" sldId="354"/>
            <ac:spMk id="111" creationId="{F25F9F87-DF1B-3A71-D5A8-497A89A757E4}"/>
          </ac:spMkLst>
        </pc:spChg>
        <pc:spChg chg="mod">
          <ac:chgData name="Bernardo Caputo Gomes" userId="6da50d2c-d1b7-4a9f-8ea6-11c55775b80e" providerId="ADAL" clId="{2E3FE783-9AB9-4869-96B1-16E14BA4AC72}" dt="2026-10-07T14:16:15.184" v="9782" actId="1038"/>
          <ac:spMkLst>
            <pc:docMk/>
            <pc:sldMk cId="1118591106" sldId="354"/>
            <ac:spMk id="115" creationId="{AD8FC39C-EC7A-D0C2-BA6D-01980DF27C9C}"/>
          </ac:spMkLst>
        </pc:spChg>
        <pc:spChg chg="mod">
          <ac:chgData name="Bernardo Caputo Gomes" userId="6da50d2c-d1b7-4a9f-8ea6-11c55775b80e" providerId="ADAL" clId="{2E3FE783-9AB9-4869-96B1-16E14BA4AC72}" dt="2026-10-07T14:16:15.184" v="9782" actId="1038"/>
          <ac:spMkLst>
            <pc:docMk/>
            <pc:sldMk cId="1118591106" sldId="354"/>
            <ac:spMk id="120" creationId="{DDA8C318-9026-724A-4ABA-A687C7DB63AF}"/>
          </ac:spMkLst>
        </pc:spChg>
        <pc:spChg chg="mod">
          <ac:chgData name="Bernardo Caputo Gomes" userId="6da50d2c-d1b7-4a9f-8ea6-11c55775b80e" providerId="ADAL" clId="{2E3FE783-9AB9-4869-96B1-16E14BA4AC72}" dt="2026-10-07T14:16:15.184" v="9782" actId="1038"/>
          <ac:spMkLst>
            <pc:docMk/>
            <pc:sldMk cId="1118591106" sldId="354"/>
            <ac:spMk id="121" creationId="{FBFD5CDB-B53C-FDE3-75F2-E286DAC0194F}"/>
          </ac:spMkLst>
        </pc:spChg>
        <pc:spChg chg="mod">
          <ac:chgData name="Bernardo Caputo Gomes" userId="6da50d2c-d1b7-4a9f-8ea6-11c55775b80e" providerId="ADAL" clId="{2E3FE783-9AB9-4869-96B1-16E14BA4AC72}" dt="2026-10-07T14:16:15.184" v="9782" actId="1038"/>
          <ac:spMkLst>
            <pc:docMk/>
            <pc:sldMk cId="1118591106" sldId="354"/>
            <ac:spMk id="125" creationId="{5FF994CE-4D33-A42D-4BB9-0F783C27526C}"/>
          </ac:spMkLst>
        </pc:spChg>
        <pc:spChg chg="mod">
          <ac:chgData name="Bernardo Caputo Gomes" userId="6da50d2c-d1b7-4a9f-8ea6-11c55775b80e" providerId="ADAL" clId="{2E3FE783-9AB9-4869-96B1-16E14BA4AC72}" dt="2026-10-07T14:16:15.184" v="9782" actId="1038"/>
          <ac:spMkLst>
            <pc:docMk/>
            <pc:sldMk cId="1118591106" sldId="354"/>
            <ac:spMk id="128" creationId="{42F92552-AF4C-2650-8E55-FFA6E369D4A0}"/>
          </ac:spMkLst>
        </pc:spChg>
        <pc:spChg chg="mod">
          <ac:chgData name="Bernardo Caputo Gomes" userId="6da50d2c-d1b7-4a9f-8ea6-11c55775b80e" providerId="ADAL" clId="{2E3FE783-9AB9-4869-96B1-16E14BA4AC72}" dt="2026-10-07T14:16:15.184" v="9782" actId="1038"/>
          <ac:spMkLst>
            <pc:docMk/>
            <pc:sldMk cId="1118591106" sldId="354"/>
            <ac:spMk id="131" creationId="{1BE53272-2426-9C2B-A799-756B51C66D63}"/>
          </ac:spMkLst>
        </pc:spChg>
        <pc:spChg chg="mod">
          <ac:chgData name="Bernardo Caputo Gomes" userId="6da50d2c-d1b7-4a9f-8ea6-11c55775b80e" providerId="ADAL" clId="{2E3FE783-9AB9-4869-96B1-16E14BA4AC72}" dt="2026-10-07T14:16:15.184" v="9782" actId="1038"/>
          <ac:spMkLst>
            <pc:docMk/>
            <pc:sldMk cId="1118591106" sldId="354"/>
            <ac:spMk id="132" creationId="{0D1D6F17-FACB-2975-34F0-199A03C4C17D}"/>
          </ac:spMkLst>
        </pc:spChg>
        <pc:spChg chg="mod">
          <ac:chgData name="Bernardo Caputo Gomes" userId="6da50d2c-d1b7-4a9f-8ea6-11c55775b80e" providerId="ADAL" clId="{2E3FE783-9AB9-4869-96B1-16E14BA4AC72}" dt="2026-10-07T14:16:15.184" v="9782" actId="1038"/>
          <ac:spMkLst>
            <pc:docMk/>
            <pc:sldMk cId="1118591106" sldId="354"/>
            <ac:spMk id="134" creationId="{3D16F072-00FD-C718-A1D3-046D8814AE91}"/>
          </ac:spMkLst>
        </pc:spChg>
        <pc:spChg chg="mod">
          <ac:chgData name="Bernardo Caputo Gomes" userId="6da50d2c-d1b7-4a9f-8ea6-11c55775b80e" providerId="ADAL" clId="{2E3FE783-9AB9-4869-96B1-16E14BA4AC72}" dt="2026-10-07T14:16:15.184" v="9782" actId="1038"/>
          <ac:spMkLst>
            <pc:docMk/>
            <pc:sldMk cId="1118591106" sldId="354"/>
            <ac:spMk id="136" creationId="{B1C2E995-43CC-3B2A-6919-4EEB5F82D06B}"/>
          </ac:spMkLst>
        </pc:spChg>
        <pc:spChg chg="mod">
          <ac:chgData name="Bernardo Caputo Gomes" userId="6da50d2c-d1b7-4a9f-8ea6-11c55775b80e" providerId="ADAL" clId="{2E3FE783-9AB9-4869-96B1-16E14BA4AC72}" dt="2026-10-07T14:06:24.856" v="9595" actId="1038"/>
          <ac:spMkLst>
            <pc:docMk/>
            <pc:sldMk cId="1118591106" sldId="354"/>
            <ac:spMk id="139" creationId="{0D382729-8F2A-6161-2F3E-BFCBB1533D31}"/>
          </ac:spMkLst>
        </pc:spChg>
        <pc:spChg chg="add mod topLvl">
          <ac:chgData name="Bernardo Caputo Gomes" userId="6da50d2c-d1b7-4a9f-8ea6-11c55775b80e" providerId="ADAL" clId="{2E3FE783-9AB9-4869-96B1-16E14BA4AC72}" dt="2026-10-07T14:14:06.522" v="9742" actId="208"/>
          <ac:spMkLst>
            <pc:docMk/>
            <pc:sldMk cId="1118591106" sldId="354"/>
            <ac:spMk id="141" creationId="{FEED28D3-60EF-FD5C-0F5F-CB5E7D275869}"/>
          </ac:spMkLst>
        </pc:spChg>
        <pc:spChg chg="add mod topLvl">
          <ac:chgData name="Bernardo Caputo Gomes" userId="6da50d2c-d1b7-4a9f-8ea6-11c55775b80e" providerId="ADAL" clId="{2E3FE783-9AB9-4869-96B1-16E14BA4AC72}" dt="2026-10-07T14:08:07.760" v="9697" actId="165"/>
          <ac:spMkLst>
            <pc:docMk/>
            <pc:sldMk cId="1118591106" sldId="354"/>
            <ac:spMk id="143" creationId="{7D1B6E3C-B126-CAB9-49B0-29E987E953EF}"/>
          </ac:spMkLst>
        </pc:spChg>
        <pc:spChg chg="add mod topLvl">
          <ac:chgData name="Bernardo Caputo Gomes" userId="6da50d2c-d1b7-4a9f-8ea6-11c55775b80e" providerId="ADAL" clId="{2E3FE783-9AB9-4869-96B1-16E14BA4AC72}" dt="2026-10-07T14:14:06.522" v="9742" actId="208"/>
          <ac:spMkLst>
            <pc:docMk/>
            <pc:sldMk cId="1118591106" sldId="354"/>
            <ac:spMk id="145" creationId="{1E30FEA0-218C-4B90-4ADF-3389A806100E}"/>
          </ac:spMkLst>
        </pc:spChg>
        <pc:spChg chg="add mod">
          <ac:chgData name="Bernardo Caputo Gomes" userId="6da50d2c-d1b7-4a9f-8ea6-11c55775b80e" providerId="ADAL" clId="{2E3FE783-9AB9-4869-96B1-16E14BA4AC72}" dt="2026-10-19T13:32:59.728" v="12490" actId="120"/>
          <ac:spMkLst>
            <pc:docMk/>
            <pc:sldMk cId="1118591106" sldId="354"/>
            <ac:spMk id="158" creationId="{9FC2EE4C-84F2-AED8-E166-DC2C388D86D0}"/>
          </ac:spMkLst>
        </pc:spChg>
        <pc:spChg chg="add mod">
          <ac:chgData name="Bernardo Caputo Gomes" userId="6da50d2c-d1b7-4a9f-8ea6-11c55775b80e" providerId="ADAL" clId="{2E3FE783-9AB9-4869-96B1-16E14BA4AC72}" dt="2026-10-19T13:32:59.728" v="12490" actId="120"/>
          <ac:spMkLst>
            <pc:docMk/>
            <pc:sldMk cId="1118591106" sldId="354"/>
            <ac:spMk id="160" creationId="{FAB59FC3-042E-C8E7-7EB8-040D8CB30D65}"/>
          </ac:spMkLst>
        </pc:spChg>
        <pc:spChg chg="add mod">
          <ac:chgData name="Bernardo Caputo Gomes" userId="6da50d2c-d1b7-4a9f-8ea6-11c55775b80e" providerId="ADAL" clId="{2E3FE783-9AB9-4869-96B1-16E14BA4AC72}" dt="2026-10-19T13:32:59.728" v="12490" actId="120"/>
          <ac:spMkLst>
            <pc:docMk/>
            <pc:sldMk cId="1118591106" sldId="354"/>
            <ac:spMk id="162" creationId="{7D268D5C-BA7C-BAD5-B046-2BBB9B5E0E2E}"/>
          </ac:spMkLst>
        </pc:spChg>
        <pc:spChg chg="add mod">
          <ac:chgData name="Bernardo Caputo Gomes" userId="6da50d2c-d1b7-4a9f-8ea6-11c55775b80e" providerId="ADAL" clId="{2E3FE783-9AB9-4869-96B1-16E14BA4AC72}" dt="2026-10-19T13:32:59.728" v="12490" actId="120"/>
          <ac:spMkLst>
            <pc:docMk/>
            <pc:sldMk cId="1118591106" sldId="354"/>
            <ac:spMk id="164" creationId="{C8BE4BE2-E045-0259-7EDE-289B45D7C643}"/>
          </ac:spMkLst>
        </pc:spChg>
        <pc:spChg chg="add mod topLvl">
          <ac:chgData name="Bernardo Caputo Gomes" userId="6da50d2c-d1b7-4a9f-8ea6-11c55775b80e" providerId="ADAL" clId="{2E3FE783-9AB9-4869-96B1-16E14BA4AC72}" dt="2026-10-14T11:20:43.488" v="10528" actId="165"/>
          <ac:spMkLst>
            <pc:docMk/>
            <pc:sldMk cId="1118591106" sldId="354"/>
            <ac:spMk id="167" creationId="{339122EB-D251-402B-9C56-F69F0280DE1A}"/>
          </ac:spMkLst>
        </pc:spChg>
        <pc:spChg chg="add mod topLvl">
          <ac:chgData name="Bernardo Caputo Gomes" userId="6da50d2c-d1b7-4a9f-8ea6-11c55775b80e" providerId="ADAL" clId="{2E3FE783-9AB9-4869-96B1-16E14BA4AC72}" dt="2026-10-14T11:20:43.488" v="10528" actId="165"/>
          <ac:spMkLst>
            <pc:docMk/>
            <pc:sldMk cId="1118591106" sldId="354"/>
            <ac:spMk id="169" creationId="{62EE2D71-5B1A-EC43-A7E8-CF93BBF25B1C}"/>
          </ac:spMkLst>
        </pc:spChg>
        <pc:spChg chg="add mod topLvl">
          <ac:chgData name="Bernardo Caputo Gomes" userId="6da50d2c-d1b7-4a9f-8ea6-11c55775b80e" providerId="ADAL" clId="{2E3FE783-9AB9-4869-96B1-16E14BA4AC72}" dt="2026-10-14T11:20:43.488" v="10528" actId="165"/>
          <ac:spMkLst>
            <pc:docMk/>
            <pc:sldMk cId="1118591106" sldId="354"/>
            <ac:spMk id="171" creationId="{1E7F0189-F7A4-E4DA-36D9-EBAA1B0CB8BB}"/>
          </ac:spMkLst>
        </pc:spChg>
        <pc:spChg chg="add mod">
          <ac:chgData name="Bernardo Caputo Gomes" userId="6da50d2c-d1b7-4a9f-8ea6-11c55775b80e" providerId="ADAL" clId="{2E3FE783-9AB9-4869-96B1-16E14BA4AC72}" dt="2026-10-19T13:31:48.068" v="12391" actId="14100"/>
          <ac:spMkLst>
            <pc:docMk/>
            <pc:sldMk cId="1118591106" sldId="354"/>
            <ac:spMk id="173" creationId="{5429066B-FC55-0288-127F-570E37E6CA01}"/>
          </ac:spMkLst>
        </pc:spChg>
        <pc:spChg chg="mod topLvl">
          <ac:chgData name="Bernardo Caputo Gomes" userId="6da50d2c-d1b7-4a9f-8ea6-11c55775b80e" providerId="ADAL" clId="{2E3FE783-9AB9-4869-96B1-16E14BA4AC72}" dt="2026-10-14T11:24:10.923" v="10725" actId="113"/>
          <ac:spMkLst>
            <pc:docMk/>
            <pc:sldMk cId="1118591106" sldId="354"/>
            <ac:spMk id="178" creationId="{3B04B5AD-07AB-5FDE-F760-9107D397BD61}"/>
          </ac:spMkLst>
        </pc:spChg>
        <pc:spChg chg="mod topLvl">
          <ac:chgData name="Bernardo Caputo Gomes" userId="6da50d2c-d1b7-4a9f-8ea6-11c55775b80e" providerId="ADAL" clId="{2E3FE783-9AB9-4869-96B1-16E14BA4AC72}" dt="2026-10-14T11:24:10.923" v="10725" actId="113"/>
          <ac:spMkLst>
            <pc:docMk/>
            <pc:sldMk cId="1118591106" sldId="354"/>
            <ac:spMk id="179" creationId="{3F1F20C1-81E4-9176-9AF2-320220A876FF}"/>
          </ac:spMkLst>
        </pc:spChg>
        <pc:spChg chg="mod topLvl">
          <ac:chgData name="Bernardo Caputo Gomes" userId="6da50d2c-d1b7-4a9f-8ea6-11c55775b80e" providerId="ADAL" clId="{2E3FE783-9AB9-4869-96B1-16E14BA4AC72}" dt="2026-10-14T11:24:10.923" v="10725" actId="113"/>
          <ac:spMkLst>
            <pc:docMk/>
            <pc:sldMk cId="1118591106" sldId="354"/>
            <ac:spMk id="180" creationId="{3E3F24E9-DE60-ABEC-6BC9-EB4BB26B5883}"/>
          </ac:spMkLst>
        </pc:spChg>
        <pc:spChg chg="add del mod">
          <ac:chgData name="Bernardo Caputo Gomes" userId="6da50d2c-d1b7-4a9f-8ea6-11c55775b80e" providerId="ADAL" clId="{2E3FE783-9AB9-4869-96B1-16E14BA4AC72}" dt="2026-10-19T13:31:40.353" v="12390" actId="478"/>
          <ac:spMkLst>
            <pc:docMk/>
            <pc:sldMk cId="1118591106" sldId="354"/>
            <ac:spMk id="182" creationId="{DE61F66A-ECC2-C6EB-E414-67B8BF495ACA}"/>
          </ac:spMkLst>
        </pc:spChg>
        <pc:spChg chg="add mod topLvl">
          <ac:chgData name="Bernardo Caputo Gomes" userId="6da50d2c-d1b7-4a9f-8ea6-11c55775b80e" providerId="ADAL" clId="{2E3FE783-9AB9-4869-96B1-16E14BA4AC72}" dt="2026-10-14T11:22:23.460" v="10663" actId="20577"/>
          <ac:spMkLst>
            <pc:docMk/>
            <pc:sldMk cId="1118591106" sldId="354"/>
            <ac:spMk id="184" creationId="{2E9BDF79-95CF-E944-71FC-102131E99211}"/>
          </ac:spMkLst>
        </pc:spChg>
        <pc:spChg chg="add mod topLvl">
          <ac:chgData name="Bernardo Caputo Gomes" userId="6da50d2c-d1b7-4a9f-8ea6-11c55775b80e" providerId="ADAL" clId="{2E3FE783-9AB9-4869-96B1-16E14BA4AC72}" dt="2026-10-14T11:23:05.184" v="10676" actId="20577"/>
          <ac:spMkLst>
            <pc:docMk/>
            <pc:sldMk cId="1118591106" sldId="354"/>
            <ac:spMk id="186" creationId="{C53189FB-DCB7-8CD5-0DF5-232F8F8D8BA8}"/>
          </ac:spMkLst>
        </pc:spChg>
        <pc:spChg chg="add mod topLvl">
          <ac:chgData name="Bernardo Caputo Gomes" userId="6da50d2c-d1b7-4a9f-8ea6-11c55775b80e" providerId="ADAL" clId="{2E3FE783-9AB9-4869-96B1-16E14BA4AC72}" dt="2026-10-14T11:22:26.320" v="10664" actId="20577"/>
          <ac:spMkLst>
            <pc:docMk/>
            <pc:sldMk cId="1118591106" sldId="354"/>
            <ac:spMk id="188" creationId="{74F67A51-306E-DDAB-87D5-89B3ECD26EE2}"/>
          </ac:spMkLst>
        </pc:spChg>
        <pc:grpChg chg="add mod">
          <ac:chgData name="Bernardo Caputo Gomes" userId="6da50d2c-d1b7-4a9f-8ea6-11c55775b80e" providerId="ADAL" clId="{2E3FE783-9AB9-4869-96B1-16E14BA4AC72}" dt="2026-10-07T14:07:52.860" v="9689" actId="552"/>
          <ac:grpSpMkLst>
            <pc:docMk/>
            <pc:sldMk cId="1118591106" sldId="354"/>
            <ac:grpSpMk id="41" creationId="{B35240D0-8A92-1D9A-4EF2-605743FDB452}"/>
          </ac:grpSpMkLst>
        </pc:grpChg>
        <pc:grpChg chg="add mod">
          <ac:chgData name="Bernardo Caputo Gomes" userId="6da50d2c-d1b7-4a9f-8ea6-11c55775b80e" providerId="ADAL" clId="{2E3FE783-9AB9-4869-96B1-16E14BA4AC72}" dt="2026-10-07T14:06:32.742" v="9604" actId="1035"/>
          <ac:grpSpMkLst>
            <pc:docMk/>
            <pc:sldMk cId="1118591106" sldId="354"/>
            <ac:grpSpMk id="45" creationId="{7B9388E0-29C5-4F04-8001-EFF6E73E61B4}"/>
          </ac:grpSpMkLst>
        </pc:grpChg>
        <pc:grpChg chg="add mod">
          <ac:chgData name="Bernardo Caputo Gomes" userId="6da50d2c-d1b7-4a9f-8ea6-11c55775b80e" providerId="ADAL" clId="{2E3FE783-9AB9-4869-96B1-16E14BA4AC72}" dt="2026-10-07T14:00:03.268" v="8759"/>
          <ac:grpSpMkLst>
            <pc:docMk/>
            <pc:sldMk cId="1118591106" sldId="354"/>
            <ac:grpSpMk id="53" creationId="{30B00B5F-E9CF-0C21-7B10-551A56642BAA}"/>
          </ac:grpSpMkLst>
        </pc:grpChg>
        <pc:grpChg chg="add mod">
          <ac:chgData name="Bernardo Caputo Gomes" userId="6da50d2c-d1b7-4a9f-8ea6-11c55775b80e" providerId="ADAL" clId="{2E3FE783-9AB9-4869-96B1-16E14BA4AC72}" dt="2026-10-07T14:33:29.441" v="10266" actId="553"/>
          <ac:grpSpMkLst>
            <pc:docMk/>
            <pc:sldMk cId="1118591106" sldId="354"/>
            <ac:grpSpMk id="165" creationId="{9F00335B-5F8F-AF5A-69EE-9FE9F701D642}"/>
          </ac:grpSpMkLst>
        </pc:grpChg>
      </pc:sldChg>
      <pc:sldChg chg="addSp delSp modSp add mod ord modShow">
        <pc:chgData name="Bernardo Caputo Gomes" userId="6da50d2c-d1b7-4a9f-8ea6-11c55775b80e" providerId="ADAL" clId="{2E3FE783-9AB9-4869-96B1-16E14BA4AC72}" dt="2026-10-19T13:24:45.060" v="12104" actId="22"/>
        <pc:sldMkLst>
          <pc:docMk/>
          <pc:sldMk cId="4074889313" sldId="355"/>
        </pc:sldMkLst>
        <pc:spChg chg="mod">
          <ac:chgData name="Bernardo Caputo Gomes" userId="6da50d2c-d1b7-4a9f-8ea6-11c55775b80e" providerId="ADAL" clId="{2E3FE783-9AB9-4869-96B1-16E14BA4AC72}" dt="2026-10-05T13:31:26.661" v="4480" actId="12789"/>
          <ac:spMkLst>
            <pc:docMk/>
            <pc:sldMk cId="4074889313" sldId="355"/>
            <ac:spMk id="4" creationId="{94A8B5A7-FA62-E2B7-E019-ECF3C30DB17B}"/>
          </ac:spMkLst>
        </pc:spChg>
        <pc:spChg chg="mod">
          <ac:chgData name="Bernardo Caputo Gomes" userId="6da50d2c-d1b7-4a9f-8ea6-11c55775b80e" providerId="ADAL" clId="{2E3FE783-9AB9-4869-96B1-16E14BA4AC72}" dt="2026-10-05T13:32:22.215" v="4587" actId="554"/>
          <ac:spMkLst>
            <pc:docMk/>
            <pc:sldMk cId="4074889313" sldId="355"/>
            <ac:spMk id="5" creationId="{B5AF0E8B-2C35-A310-48D4-8ED5207C111F}"/>
          </ac:spMkLst>
        </pc:spChg>
        <pc:spChg chg="add">
          <ac:chgData name="Bernardo Caputo Gomes" userId="6da50d2c-d1b7-4a9f-8ea6-11c55775b80e" providerId="ADAL" clId="{2E3FE783-9AB9-4869-96B1-16E14BA4AC72}" dt="2026-10-19T13:24:45.060" v="12104" actId="22"/>
          <ac:spMkLst>
            <pc:docMk/>
            <pc:sldMk cId="4074889313" sldId="355"/>
            <ac:spMk id="7" creationId="{B764BE39-0A5F-859D-5625-3B8D56E3A58F}"/>
          </ac:spMkLst>
        </pc:spChg>
        <pc:spChg chg="mod">
          <ac:chgData name="Bernardo Caputo Gomes" userId="6da50d2c-d1b7-4a9f-8ea6-11c55775b80e" providerId="ADAL" clId="{2E3FE783-9AB9-4869-96B1-16E14BA4AC72}" dt="2026-10-05T13:23:16.417" v="4152"/>
          <ac:spMkLst>
            <pc:docMk/>
            <pc:sldMk cId="4074889313" sldId="355"/>
            <ac:spMk id="8" creationId="{D46847C4-4EBA-B9D1-035F-E401E49C07C3}"/>
          </ac:spMkLst>
        </pc:spChg>
        <pc:spChg chg="del">
          <ac:chgData name="Bernardo Caputo Gomes" userId="6da50d2c-d1b7-4a9f-8ea6-11c55775b80e" providerId="ADAL" clId="{2E3FE783-9AB9-4869-96B1-16E14BA4AC72}" dt="2026-10-19T13:23:52.750" v="12043" actId="478"/>
          <ac:spMkLst>
            <pc:docMk/>
            <pc:sldMk cId="4074889313" sldId="355"/>
            <ac:spMk id="14" creationId="{93232353-2AF6-EE87-5D3D-C6A942A4012F}"/>
          </ac:spMkLst>
        </pc:spChg>
        <pc:spChg chg="mod">
          <ac:chgData name="Bernardo Caputo Gomes" userId="6da50d2c-d1b7-4a9f-8ea6-11c55775b80e" providerId="ADAL" clId="{2E3FE783-9AB9-4869-96B1-16E14BA4AC72}" dt="2026-10-07T12:50:39.088" v="7174"/>
          <ac:spMkLst>
            <pc:docMk/>
            <pc:sldMk cId="4074889313" sldId="355"/>
            <ac:spMk id="18" creationId="{DB06A845-9420-CA66-2C02-95E37D18CB50}"/>
          </ac:spMkLst>
        </pc:spChg>
        <pc:spChg chg="mod">
          <ac:chgData name="Bernardo Caputo Gomes" userId="6da50d2c-d1b7-4a9f-8ea6-11c55775b80e" providerId="ADAL" clId="{2E3FE783-9AB9-4869-96B1-16E14BA4AC72}" dt="2026-10-07T12:51:12.326" v="7180" actId="20577"/>
          <ac:spMkLst>
            <pc:docMk/>
            <pc:sldMk cId="4074889313" sldId="355"/>
            <ac:spMk id="19" creationId="{7A6F10EF-777F-7CC1-1B3D-E10988795506}"/>
          </ac:spMkLst>
        </pc:spChg>
        <pc:spChg chg="mod">
          <ac:chgData name="Bernardo Caputo Gomes" userId="6da50d2c-d1b7-4a9f-8ea6-11c55775b80e" providerId="ADAL" clId="{2E3FE783-9AB9-4869-96B1-16E14BA4AC72}" dt="2026-10-07T12:51:50.452" v="7274" actId="20577"/>
          <ac:spMkLst>
            <pc:docMk/>
            <pc:sldMk cId="4074889313" sldId="355"/>
            <ac:spMk id="20" creationId="{CE7A6EBF-3213-F893-E5E0-90FB9099C0CD}"/>
          </ac:spMkLst>
        </pc:spChg>
        <pc:spChg chg="add ord">
          <ac:chgData name="Bernardo Caputo Gomes" userId="6da50d2c-d1b7-4a9f-8ea6-11c55775b80e" providerId="ADAL" clId="{2E3FE783-9AB9-4869-96B1-16E14BA4AC72}" dt="2026-10-05T14:01:30.120" v="5497" actId="171"/>
          <ac:spMkLst>
            <pc:docMk/>
            <pc:sldMk cId="4074889313" sldId="355"/>
            <ac:spMk id="27" creationId="{F81DA9D9-188E-A380-52BC-0D3672A63AB4}"/>
          </ac:spMkLst>
        </pc:spChg>
        <pc:spChg chg="add">
          <ac:chgData name="Bernardo Caputo Gomes" userId="6da50d2c-d1b7-4a9f-8ea6-11c55775b80e" providerId="ADAL" clId="{2E3FE783-9AB9-4869-96B1-16E14BA4AC72}" dt="2026-10-05T14:02:35.271" v="5505" actId="22"/>
          <ac:spMkLst>
            <pc:docMk/>
            <pc:sldMk cId="4074889313" sldId="355"/>
            <ac:spMk id="29" creationId="{5380DF1F-AC52-4553-00D0-B6032111D406}"/>
          </ac:spMkLst>
        </pc:spChg>
        <pc:spChg chg="mod">
          <ac:chgData name="Bernardo Caputo Gomes" userId="6da50d2c-d1b7-4a9f-8ea6-11c55775b80e" providerId="ADAL" clId="{2E3FE783-9AB9-4869-96B1-16E14BA4AC72}" dt="2026-10-07T12:54:57.814" v="7460" actId="20577"/>
          <ac:spMkLst>
            <pc:docMk/>
            <pc:sldMk cId="4074889313" sldId="355"/>
            <ac:spMk id="33" creationId="{31547EE4-F9D8-1677-8BE1-FC9FDADDE688}"/>
          </ac:spMkLst>
        </pc:spChg>
        <pc:spChg chg="mod">
          <ac:chgData name="Bernardo Caputo Gomes" userId="6da50d2c-d1b7-4a9f-8ea6-11c55775b80e" providerId="ADAL" clId="{2E3FE783-9AB9-4869-96B1-16E14BA4AC72}" dt="2026-10-07T12:45:49.951" v="6946" actId="20577"/>
          <ac:spMkLst>
            <pc:docMk/>
            <pc:sldMk cId="4074889313" sldId="355"/>
            <ac:spMk id="35" creationId="{988A1C0C-12E9-96DE-E922-2E5CAE0BE8F6}"/>
          </ac:spMkLst>
        </pc:spChg>
        <pc:spChg chg="mod">
          <ac:chgData name="Bernardo Caputo Gomes" userId="6da50d2c-d1b7-4a9f-8ea6-11c55775b80e" providerId="ADAL" clId="{2E3FE783-9AB9-4869-96B1-16E14BA4AC72}" dt="2026-10-05T14:20:08.564" v="5511"/>
          <ac:spMkLst>
            <pc:docMk/>
            <pc:sldMk cId="4074889313" sldId="355"/>
            <ac:spMk id="37" creationId="{1A861AC1-0372-3FFC-0016-5E6E99CCAF89}"/>
          </ac:spMkLst>
        </pc:spChg>
        <pc:spChg chg="mod">
          <ac:chgData name="Bernardo Caputo Gomes" userId="6da50d2c-d1b7-4a9f-8ea6-11c55775b80e" providerId="ADAL" clId="{2E3FE783-9AB9-4869-96B1-16E14BA4AC72}" dt="2026-10-07T12:55:28.352" v="7476" actId="20577"/>
          <ac:spMkLst>
            <pc:docMk/>
            <pc:sldMk cId="4074889313" sldId="355"/>
            <ac:spMk id="39" creationId="{120D053F-C9F2-A7F0-39BD-A71839651A75}"/>
          </ac:spMkLst>
        </pc:spChg>
        <pc:spChg chg="mod">
          <ac:chgData name="Bernardo Caputo Gomes" userId="6da50d2c-d1b7-4a9f-8ea6-11c55775b80e" providerId="ADAL" clId="{2E3FE783-9AB9-4869-96B1-16E14BA4AC72}" dt="2026-10-07T12:52:35.645" v="7405" actId="20577"/>
          <ac:spMkLst>
            <pc:docMk/>
            <pc:sldMk cId="4074889313" sldId="355"/>
            <ac:spMk id="41" creationId="{E02B77DF-E205-0D9C-9B31-C92BC05A63AC}"/>
          </ac:spMkLst>
        </pc:spChg>
        <pc:spChg chg="mod">
          <ac:chgData name="Bernardo Caputo Gomes" userId="6da50d2c-d1b7-4a9f-8ea6-11c55775b80e" providerId="ADAL" clId="{2E3FE783-9AB9-4869-96B1-16E14BA4AC72}" dt="2026-10-05T14:20:08.564" v="5511"/>
          <ac:spMkLst>
            <pc:docMk/>
            <pc:sldMk cId="4074889313" sldId="355"/>
            <ac:spMk id="43" creationId="{72EF90A0-DB26-3C8F-FC54-F93044004EC5}"/>
          </ac:spMkLst>
        </pc:spChg>
        <pc:spChg chg="mod">
          <ac:chgData name="Bernardo Caputo Gomes" userId="6da50d2c-d1b7-4a9f-8ea6-11c55775b80e" providerId="ADAL" clId="{2E3FE783-9AB9-4869-96B1-16E14BA4AC72}" dt="2026-10-07T12:56:07.638" v="7496" actId="20577"/>
          <ac:spMkLst>
            <pc:docMk/>
            <pc:sldMk cId="4074889313" sldId="355"/>
            <ac:spMk id="45" creationId="{02E7AA20-76EA-CC81-07C7-E99A2944511A}"/>
          </ac:spMkLst>
        </pc:spChg>
        <pc:spChg chg="mod">
          <ac:chgData name="Bernardo Caputo Gomes" userId="6da50d2c-d1b7-4a9f-8ea6-11c55775b80e" providerId="ADAL" clId="{2E3FE783-9AB9-4869-96B1-16E14BA4AC72}" dt="2026-10-05T14:20:08.564" v="5511"/>
          <ac:spMkLst>
            <pc:docMk/>
            <pc:sldMk cId="4074889313" sldId="355"/>
            <ac:spMk id="46" creationId="{9C8077D1-DC4D-1B02-5751-ED96DAB73534}"/>
          </ac:spMkLst>
        </pc:spChg>
        <pc:spChg chg="mod">
          <ac:chgData name="Bernardo Caputo Gomes" userId="6da50d2c-d1b7-4a9f-8ea6-11c55775b80e" providerId="ADAL" clId="{2E3FE783-9AB9-4869-96B1-16E14BA4AC72}" dt="2026-10-07T12:57:44.845" v="7728" actId="20577"/>
          <ac:spMkLst>
            <pc:docMk/>
            <pc:sldMk cId="4074889313" sldId="355"/>
            <ac:spMk id="47" creationId="{2468BC41-578E-C058-7725-01EACCC8FCD0}"/>
          </ac:spMkLst>
        </pc:spChg>
        <pc:spChg chg="mod">
          <ac:chgData name="Bernardo Caputo Gomes" userId="6da50d2c-d1b7-4a9f-8ea6-11c55775b80e" providerId="ADAL" clId="{2E3FE783-9AB9-4869-96B1-16E14BA4AC72}" dt="2026-10-05T14:20:08.564" v="5511"/>
          <ac:spMkLst>
            <pc:docMk/>
            <pc:sldMk cId="4074889313" sldId="355"/>
            <ac:spMk id="49" creationId="{ED020EEF-219F-38FF-8942-EAB77F723231}"/>
          </ac:spMkLst>
        </pc:spChg>
        <pc:spChg chg="mod">
          <ac:chgData name="Bernardo Caputo Gomes" userId="6da50d2c-d1b7-4a9f-8ea6-11c55775b80e" providerId="ADAL" clId="{2E3FE783-9AB9-4869-96B1-16E14BA4AC72}" dt="2026-10-07T12:59:45.136" v="7866" actId="20577"/>
          <ac:spMkLst>
            <pc:docMk/>
            <pc:sldMk cId="4074889313" sldId="355"/>
            <ac:spMk id="51" creationId="{1C000DFB-2924-9C28-105B-B40D9F9113A2}"/>
          </ac:spMkLst>
        </pc:spChg>
        <pc:spChg chg="mod">
          <ac:chgData name="Bernardo Caputo Gomes" userId="6da50d2c-d1b7-4a9f-8ea6-11c55775b80e" providerId="ADAL" clId="{2E3FE783-9AB9-4869-96B1-16E14BA4AC72}" dt="2026-10-07T13:01:31.441" v="8069" actId="113"/>
          <ac:spMkLst>
            <pc:docMk/>
            <pc:sldMk cId="4074889313" sldId="355"/>
            <ac:spMk id="53" creationId="{0F541EC9-F957-5ADA-0949-914C6AC78F08}"/>
          </ac:spMkLst>
        </pc:spChg>
        <pc:spChg chg="mod">
          <ac:chgData name="Bernardo Caputo Gomes" userId="6da50d2c-d1b7-4a9f-8ea6-11c55775b80e" providerId="ADAL" clId="{2E3FE783-9AB9-4869-96B1-16E14BA4AC72}" dt="2026-10-05T14:21:22.375" v="5512"/>
          <ac:spMkLst>
            <pc:docMk/>
            <pc:sldMk cId="4074889313" sldId="355"/>
            <ac:spMk id="55" creationId="{04008C4B-587C-788F-1A36-C3CD3B1425E2}"/>
          </ac:spMkLst>
        </pc:spChg>
        <pc:spChg chg="mod">
          <ac:chgData name="Bernardo Caputo Gomes" userId="6da50d2c-d1b7-4a9f-8ea6-11c55775b80e" providerId="ADAL" clId="{2E3FE783-9AB9-4869-96B1-16E14BA4AC72}" dt="2026-10-07T12:50:10.963" v="7160" actId="1037"/>
          <ac:spMkLst>
            <pc:docMk/>
            <pc:sldMk cId="4074889313" sldId="355"/>
            <ac:spMk id="56" creationId="{0E215C58-77FC-3417-E8AC-82563D5281AA}"/>
          </ac:spMkLst>
        </pc:spChg>
        <pc:spChg chg="mod">
          <ac:chgData name="Bernardo Caputo Gomes" userId="6da50d2c-d1b7-4a9f-8ea6-11c55775b80e" providerId="ADAL" clId="{2E3FE783-9AB9-4869-96B1-16E14BA4AC72}" dt="2026-10-07T12:50:33.057" v="7172" actId="1038"/>
          <ac:spMkLst>
            <pc:docMk/>
            <pc:sldMk cId="4074889313" sldId="355"/>
            <ac:spMk id="57" creationId="{7BDB467E-0B8A-DDDB-64A9-7767E0B921DD}"/>
          </ac:spMkLst>
        </pc:spChg>
        <pc:grpChg chg="add mod">
          <ac:chgData name="Bernardo Caputo Gomes" userId="6da50d2c-d1b7-4a9f-8ea6-11c55775b80e" providerId="ADAL" clId="{2E3FE783-9AB9-4869-96B1-16E14BA4AC72}" dt="2026-10-07T12:51:08.978" v="7178" actId="1036"/>
          <ac:grpSpMkLst>
            <pc:docMk/>
            <pc:sldMk cId="4074889313" sldId="355"/>
            <ac:grpSpMk id="17" creationId="{3122722E-8251-84B3-4C56-5DFE6B832A81}"/>
          </ac:grpSpMkLst>
        </pc:grpChg>
        <pc:grpChg chg="mod ord">
          <ac:chgData name="Bernardo Caputo Gomes" userId="6da50d2c-d1b7-4a9f-8ea6-11c55775b80e" providerId="ADAL" clId="{2E3FE783-9AB9-4869-96B1-16E14BA4AC72}" dt="2026-10-07T12:54:21.576" v="7442" actId="170"/>
          <ac:grpSpMkLst>
            <pc:docMk/>
            <pc:sldMk cId="4074889313" sldId="355"/>
            <ac:grpSpMk id="30" creationId="{6D200474-0667-12C3-8B57-7645580AE3A9}"/>
          </ac:grpSpMkLst>
        </pc:grpChg>
        <pc:grpChg chg="mod">
          <ac:chgData name="Bernardo Caputo Gomes" userId="6da50d2c-d1b7-4a9f-8ea6-11c55775b80e" providerId="ADAL" clId="{2E3FE783-9AB9-4869-96B1-16E14BA4AC72}" dt="2026-10-07T12:50:54.075" v="7176" actId="12788"/>
          <ac:grpSpMkLst>
            <pc:docMk/>
            <pc:sldMk cId="4074889313" sldId="355"/>
            <ac:grpSpMk id="36" creationId="{1E42B31A-1CB2-8104-E619-F733C3814546}"/>
          </ac:grpSpMkLst>
        </pc:grpChg>
        <pc:grpChg chg="mod">
          <ac:chgData name="Bernardo Caputo Gomes" userId="6da50d2c-d1b7-4a9f-8ea6-11c55775b80e" providerId="ADAL" clId="{2E3FE783-9AB9-4869-96B1-16E14BA4AC72}" dt="2026-10-05T14:21:25.671" v="5514" actId="1076"/>
          <ac:grpSpMkLst>
            <pc:docMk/>
            <pc:sldMk cId="4074889313" sldId="355"/>
            <ac:grpSpMk id="42" creationId="{6530104B-91B2-AC23-6FBF-0A5E01DED837}"/>
          </ac:grpSpMkLst>
        </pc:grpChg>
        <pc:grpChg chg="ord">
          <ac:chgData name="Bernardo Caputo Gomes" userId="6da50d2c-d1b7-4a9f-8ea6-11c55775b80e" providerId="ADAL" clId="{2E3FE783-9AB9-4869-96B1-16E14BA4AC72}" dt="2026-10-07T13:08:29.323" v="8508" actId="167"/>
          <ac:grpSpMkLst>
            <pc:docMk/>
            <pc:sldMk cId="4074889313" sldId="355"/>
            <ac:grpSpMk id="48" creationId="{5C1E1D76-FA27-063B-2CB9-A5616C6B656D}"/>
          </ac:grpSpMkLst>
        </pc:grpChg>
        <pc:grpChg chg="add mod">
          <ac:chgData name="Bernardo Caputo Gomes" userId="6da50d2c-d1b7-4a9f-8ea6-11c55775b80e" providerId="ADAL" clId="{2E3FE783-9AB9-4869-96B1-16E14BA4AC72}" dt="2026-10-07T12:51:08.978" v="7178" actId="1036"/>
          <ac:grpSpMkLst>
            <pc:docMk/>
            <pc:sldMk cId="4074889313" sldId="355"/>
            <ac:grpSpMk id="54" creationId="{71E14D00-8ED0-D172-3B92-78CAA061A3C8}"/>
          </ac:grpSpMkLst>
        </pc:grpChg>
        <pc:graphicFrameChg chg="mod">
          <ac:chgData name="Bernardo Caputo Gomes" userId="6da50d2c-d1b7-4a9f-8ea6-11c55775b80e" providerId="ADAL" clId="{2E3FE783-9AB9-4869-96B1-16E14BA4AC72}" dt="2026-10-05T13:20:33.477" v="4098" actId="207"/>
          <ac:graphicFrameMkLst>
            <pc:docMk/>
            <pc:sldMk cId="4074889313" sldId="355"/>
            <ac:graphicFrameMk id="6" creationId="{9025ACB8-234B-4A3C-375A-CB2C2C29CEFF}"/>
          </ac:graphicFrameMkLst>
        </pc:graphicFrameChg>
        <pc:graphicFrameChg chg="add ord">
          <ac:chgData name="Bernardo Caputo Gomes" userId="6da50d2c-d1b7-4a9f-8ea6-11c55775b80e" providerId="ADAL" clId="{2E3FE783-9AB9-4869-96B1-16E14BA4AC72}" dt="2026-10-05T14:01:30.120" v="5497" actId="171"/>
          <ac:graphicFrameMkLst>
            <pc:docMk/>
            <pc:sldMk cId="4074889313" sldId="355"/>
            <ac:graphicFrameMk id="25" creationId="{14B05259-F1E7-FF16-B298-1DE322AE82E5}"/>
          </ac:graphicFrameMkLst>
        </pc:graphicFrameChg>
        <pc:picChg chg="add mod ord">
          <ac:chgData name="Bernardo Caputo Gomes" userId="6da50d2c-d1b7-4a9f-8ea6-11c55775b80e" providerId="ADAL" clId="{2E3FE783-9AB9-4869-96B1-16E14BA4AC72}" dt="2026-10-07T13:06:37.451" v="8378" actId="1037"/>
          <ac:picMkLst>
            <pc:docMk/>
            <pc:sldMk cId="4074889313" sldId="355"/>
            <ac:picMk id="22" creationId="{647FC88E-EE3A-C38A-B641-DE1DC5AECB67}"/>
          </ac:picMkLst>
        </pc:picChg>
        <pc:picChg chg="add mod">
          <ac:chgData name="Bernardo Caputo Gomes" userId="6da50d2c-d1b7-4a9f-8ea6-11c55775b80e" providerId="ADAL" clId="{2E3FE783-9AB9-4869-96B1-16E14BA4AC72}" dt="2026-10-07T13:06:32.240" v="8377" actId="1037"/>
          <ac:picMkLst>
            <pc:docMk/>
            <pc:sldMk cId="4074889313" sldId="355"/>
            <ac:picMk id="28" creationId="{A8A3F9C9-F4CF-B9A4-47A6-17155851D8B0}"/>
          </ac:picMkLst>
        </pc:picChg>
        <pc:picChg chg="add mod">
          <ac:chgData name="Bernardo Caputo Gomes" userId="6da50d2c-d1b7-4a9f-8ea6-11c55775b80e" providerId="ADAL" clId="{2E3FE783-9AB9-4869-96B1-16E14BA4AC72}" dt="2026-10-07T13:06:23.505" v="8376" actId="1037"/>
          <ac:picMkLst>
            <pc:docMk/>
            <pc:sldMk cId="4074889313" sldId="355"/>
            <ac:picMk id="61" creationId="{D4167E72-05CA-E765-2E27-36BCF6C023BF}"/>
          </ac:picMkLst>
        </pc:picChg>
        <pc:picChg chg="add mod ord">
          <ac:chgData name="Bernardo Caputo Gomes" userId="6da50d2c-d1b7-4a9f-8ea6-11c55775b80e" providerId="ADAL" clId="{2E3FE783-9AB9-4869-96B1-16E14BA4AC72}" dt="2026-10-07T13:08:09.439" v="8505" actId="171"/>
          <ac:picMkLst>
            <pc:docMk/>
            <pc:sldMk cId="4074889313" sldId="355"/>
            <ac:picMk id="65" creationId="{54EDDD35-4446-ADD7-134F-36A8A55DE55E}"/>
          </ac:picMkLst>
        </pc:picChg>
      </pc:sldChg>
      <pc:sldChg chg="addSp delSp modSp add mod ord modShow">
        <pc:chgData name="Bernardo Caputo Gomes" userId="6da50d2c-d1b7-4a9f-8ea6-11c55775b80e" providerId="ADAL" clId="{2E3FE783-9AB9-4869-96B1-16E14BA4AC72}" dt="2026-10-19T13:28:27.593" v="12281" actId="1037"/>
        <pc:sldMkLst>
          <pc:docMk/>
          <pc:sldMk cId="220619957" sldId="356"/>
        </pc:sldMkLst>
        <pc:spChg chg="add mod ord">
          <ac:chgData name="Bernardo Caputo Gomes" userId="6da50d2c-d1b7-4a9f-8ea6-11c55775b80e" providerId="ADAL" clId="{2E3FE783-9AB9-4869-96B1-16E14BA4AC72}" dt="2026-10-19T13:26:21.124" v="12188" actId="167"/>
          <ac:spMkLst>
            <pc:docMk/>
            <pc:sldMk cId="220619957" sldId="356"/>
            <ac:spMk id="7" creationId="{5E459B01-149D-D571-304F-7CDC7FAA0BDE}"/>
          </ac:spMkLst>
        </pc:spChg>
        <pc:spChg chg="add mod ord">
          <ac:chgData name="Bernardo Caputo Gomes" userId="6da50d2c-d1b7-4a9f-8ea6-11c55775b80e" providerId="ADAL" clId="{2E3FE783-9AB9-4869-96B1-16E14BA4AC72}" dt="2026-10-19T13:28:27.593" v="12281" actId="1037"/>
          <ac:spMkLst>
            <pc:docMk/>
            <pc:sldMk cId="220619957" sldId="356"/>
            <ac:spMk id="11" creationId="{E546553C-22E6-F98D-0723-2AB1C6B95F42}"/>
          </ac:spMkLst>
        </pc:spChg>
        <pc:spChg chg="mod">
          <ac:chgData name="Bernardo Caputo Gomes" userId="6da50d2c-d1b7-4a9f-8ea6-11c55775b80e" providerId="ADAL" clId="{2E3FE783-9AB9-4869-96B1-16E14BA4AC72}" dt="2026-10-07T13:23:51.742" v="8513" actId="20577"/>
          <ac:spMkLst>
            <pc:docMk/>
            <pc:sldMk cId="220619957" sldId="356"/>
            <ac:spMk id="12" creationId="{3B798B2E-50F2-9608-01C4-8E0F89749738}"/>
          </ac:spMkLst>
        </pc:spChg>
        <pc:spChg chg="del mod">
          <ac:chgData name="Bernardo Caputo Gomes" userId="6da50d2c-d1b7-4a9f-8ea6-11c55775b80e" providerId="ADAL" clId="{2E3FE783-9AB9-4869-96B1-16E14BA4AC72}" dt="2026-10-19T13:24:06.139" v="12068" actId="478"/>
          <ac:spMkLst>
            <pc:docMk/>
            <pc:sldMk cId="220619957" sldId="356"/>
            <ac:spMk id="14" creationId="{4AA134FF-E82E-1304-C910-3072ACB8F030}"/>
          </ac:spMkLst>
        </pc:spChg>
        <pc:spChg chg="mod">
          <ac:chgData name="Bernardo Caputo Gomes" userId="6da50d2c-d1b7-4a9f-8ea6-11c55775b80e" providerId="ADAL" clId="{2E3FE783-9AB9-4869-96B1-16E14BA4AC72}" dt="2026-10-07T13:25:40.668" v="8521"/>
          <ac:spMkLst>
            <pc:docMk/>
            <pc:sldMk cId="220619957" sldId="356"/>
            <ac:spMk id="15" creationId="{C20FBB79-E161-99B4-EFB1-AD6642D9BBF0}"/>
          </ac:spMkLst>
        </pc:spChg>
        <pc:spChg chg="mod">
          <ac:chgData name="Bernardo Caputo Gomes" userId="6da50d2c-d1b7-4a9f-8ea6-11c55775b80e" providerId="ADAL" clId="{2E3FE783-9AB9-4869-96B1-16E14BA4AC72}" dt="2026-10-07T13:52:32.018" v="8597" actId="20577"/>
          <ac:spMkLst>
            <pc:docMk/>
            <pc:sldMk cId="220619957" sldId="356"/>
            <ac:spMk id="16" creationId="{7FDD9FD3-835E-0F45-D14A-CBF76BB9DB59}"/>
          </ac:spMkLst>
        </pc:spChg>
        <pc:grpChg chg="add mod ord">
          <ac:chgData name="Bernardo Caputo Gomes" userId="6da50d2c-d1b7-4a9f-8ea6-11c55775b80e" providerId="ADAL" clId="{2E3FE783-9AB9-4869-96B1-16E14BA4AC72}" dt="2026-10-19T13:28:23.839" v="12256" actId="166"/>
          <ac:grpSpMkLst>
            <pc:docMk/>
            <pc:sldMk cId="220619957" sldId="356"/>
            <ac:grpSpMk id="13" creationId="{5C8D30E0-B356-1B9A-1E66-BBC3A583529B}"/>
          </ac:grpSpMkLst>
        </pc:grpChg>
      </pc:sldChg>
      <pc:sldChg chg="addSp delSp modSp add mod">
        <pc:chgData name="Bernardo Caputo Gomes" userId="6da50d2c-d1b7-4a9f-8ea6-11c55775b80e" providerId="ADAL" clId="{2E3FE783-9AB9-4869-96B1-16E14BA4AC72}" dt="2026-10-19T13:33:05.565" v="12491" actId="120"/>
        <pc:sldMkLst>
          <pc:docMk/>
          <pc:sldMk cId="2653754915" sldId="359"/>
        </pc:sldMkLst>
        <pc:spChg chg="add mod ord">
          <ac:chgData name="Bernardo Caputo Gomes" userId="6da50d2c-d1b7-4a9f-8ea6-11c55775b80e" providerId="ADAL" clId="{2E3FE783-9AB9-4869-96B1-16E14BA4AC72}" dt="2026-10-19T13:32:28.781" v="12488" actId="166"/>
          <ac:spMkLst>
            <pc:docMk/>
            <pc:sldMk cId="2653754915" sldId="359"/>
            <ac:spMk id="5" creationId="{E376EDC8-5A1C-96AB-36B3-AF62290AD82D}"/>
          </ac:spMkLst>
        </pc:spChg>
        <pc:spChg chg="del mod">
          <ac:chgData name="Bernardo Caputo Gomes" userId="6da50d2c-d1b7-4a9f-8ea6-11c55775b80e" providerId="ADAL" clId="{2E3FE783-9AB9-4869-96B1-16E14BA4AC72}" dt="2026-10-19T13:23:33.757" v="12039" actId="478"/>
          <ac:spMkLst>
            <pc:docMk/>
            <pc:sldMk cId="2653754915" sldId="359"/>
            <ac:spMk id="6" creationId="{4385508A-80C9-96ED-492E-87B15695A553}"/>
          </ac:spMkLst>
        </pc:spChg>
        <pc:spChg chg="add">
          <ac:chgData name="Bernardo Caputo Gomes" userId="6da50d2c-d1b7-4a9f-8ea6-11c55775b80e" providerId="ADAL" clId="{2E3FE783-9AB9-4869-96B1-16E14BA4AC72}" dt="2026-10-19T13:24:40.601" v="12102" actId="22"/>
          <ac:spMkLst>
            <pc:docMk/>
            <pc:sldMk cId="2653754915" sldId="359"/>
            <ac:spMk id="7" creationId="{F3DE6335-05B4-B2CC-8270-7C44A642315C}"/>
          </ac:spMkLst>
        </pc:spChg>
        <pc:spChg chg="add">
          <ac:chgData name="Bernardo Caputo Gomes" userId="6da50d2c-d1b7-4a9f-8ea6-11c55775b80e" providerId="ADAL" clId="{2E3FE783-9AB9-4869-96B1-16E14BA4AC72}" dt="2026-10-19T13:32:08.626" v="12416" actId="22"/>
          <ac:spMkLst>
            <pc:docMk/>
            <pc:sldMk cId="2653754915" sldId="359"/>
            <ac:spMk id="9" creationId="{AEF949FA-A933-4B26-F32C-2C9B4CB9EA6D}"/>
          </ac:spMkLst>
        </pc:spChg>
        <pc:spChg chg="mod">
          <ac:chgData name="Bernardo Caputo Gomes" userId="6da50d2c-d1b7-4a9f-8ea6-11c55775b80e" providerId="ADAL" clId="{2E3FE783-9AB9-4869-96B1-16E14BA4AC72}" dt="2026-10-19T13:33:05.565" v="12491" actId="120"/>
          <ac:spMkLst>
            <pc:docMk/>
            <pc:sldMk cId="2653754915" sldId="359"/>
            <ac:spMk id="158" creationId="{077DF75D-3016-CF54-361D-54506BF0615B}"/>
          </ac:spMkLst>
        </pc:spChg>
        <pc:spChg chg="mod">
          <ac:chgData name="Bernardo Caputo Gomes" userId="6da50d2c-d1b7-4a9f-8ea6-11c55775b80e" providerId="ADAL" clId="{2E3FE783-9AB9-4869-96B1-16E14BA4AC72}" dt="2026-10-19T13:33:05.565" v="12491" actId="120"/>
          <ac:spMkLst>
            <pc:docMk/>
            <pc:sldMk cId="2653754915" sldId="359"/>
            <ac:spMk id="160" creationId="{D8E22DC9-3ACC-5787-5CFA-67A3975F60CF}"/>
          </ac:spMkLst>
        </pc:spChg>
        <pc:spChg chg="mod">
          <ac:chgData name="Bernardo Caputo Gomes" userId="6da50d2c-d1b7-4a9f-8ea6-11c55775b80e" providerId="ADAL" clId="{2E3FE783-9AB9-4869-96B1-16E14BA4AC72}" dt="2026-10-19T13:33:05.565" v="12491" actId="120"/>
          <ac:spMkLst>
            <pc:docMk/>
            <pc:sldMk cId="2653754915" sldId="359"/>
            <ac:spMk id="162" creationId="{15BDD6C1-25C3-9507-E487-5AEEAE463D09}"/>
          </ac:spMkLst>
        </pc:spChg>
        <pc:spChg chg="mod">
          <ac:chgData name="Bernardo Caputo Gomes" userId="6da50d2c-d1b7-4a9f-8ea6-11c55775b80e" providerId="ADAL" clId="{2E3FE783-9AB9-4869-96B1-16E14BA4AC72}" dt="2026-10-19T13:33:05.565" v="12491" actId="120"/>
          <ac:spMkLst>
            <pc:docMk/>
            <pc:sldMk cId="2653754915" sldId="359"/>
            <ac:spMk id="164" creationId="{9C119796-2CFA-E2C1-A980-05B8C99AA3F4}"/>
          </ac:spMkLst>
        </pc:spChg>
        <pc:spChg chg="del">
          <ac:chgData name="Bernardo Caputo Gomes" userId="6da50d2c-d1b7-4a9f-8ea6-11c55775b80e" providerId="ADAL" clId="{2E3FE783-9AB9-4869-96B1-16E14BA4AC72}" dt="2026-10-19T13:32:01.107" v="12414" actId="478"/>
          <ac:spMkLst>
            <pc:docMk/>
            <pc:sldMk cId="2653754915" sldId="359"/>
            <ac:spMk id="173" creationId="{05B3AC93-2DE4-FC00-4B5B-F1CDF6ABE726}"/>
          </ac:spMkLst>
        </pc:spChg>
        <pc:spChg chg="del">
          <ac:chgData name="Bernardo Caputo Gomes" userId="6da50d2c-d1b7-4a9f-8ea6-11c55775b80e" providerId="ADAL" clId="{2E3FE783-9AB9-4869-96B1-16E14BA4AC72}" dt="2026-10-19T13:32:01.107" v="12414" actId="478"/>
          <ac:spMkLst>
            <pc:docMk/>
            <pc:sldMk cId="2653754915" sldId="359"/>
            <ac:spMk id="182" creationId="{67AC00FE-D2CD-0269-5DE0-3EBCDB5C7839}"/>
          </ac:spMkLst>
        </pc:spChg>
      </pc:sldChg>
      <pc:sldChg chg="addSp delSp modSp add mod">
        <pc:chgData name="Bernardo Caputo Gomes" userId="6da50d2c-d1b7-4a9f-8ea6-11c55775b80e" providerId="ADAL" clId="{2E3FE783-9AB9-4869-96B1-16E14BA4AC72}" dt="2026-10-19T13:33:09.850" v="12493" actId="120"/>
        <pc:sldMkLst>
          <pc:docMk/>
          <pc:sldMk cId="368819736" sldId="360"/>
        </pc:sldMkLst>
        <pc:spChg chg="add">
          <ac:chgData name="Bernardo Caputo Gomes" userId="6da50d2c-d1b7-4a9f-8ea6-11c55775b80e" providerId="ADAL" clId="{2E3FE783-9AB9-4869-96B1-16E14BA4AC72}" dt="2026-10-19T13:24:42.914" v="12103" actId="22"/>
          <ac:spMkLst>
            <pc:docMk/>
            <pc:sldMk cId="368819736" sldId="360"/>
            <ac:spMk id="5" creationId="{E3724198-AB4E-3C47-5449-9FBF8AA1EAC2}"/>
          </ac:spMkLst>
        </pc:spChg>
        <pc:spChg chg="del">
          <ac:chgData name="Bernardo Caputo Gomes" userId="6da50d2c-d1b7-4a9f-8ea6-11c55775b80e" providerId="ADAL" clId="{2E3FE783-9AB9-4869-96B1-16E14BA4AC72}" dt="2026-10-19T13:23:36.250" v="12040" actId="478"/>
          <ac:spMkLst>
            <pc:docMk/>
            <pc:sldMk cId="368819736" sldId="360"/>
            <ac:spMk id="6" creationId="{BBBE0560-4EAF-FB8C-8ADD-244D45B263EE}"/>
          </ac:spMkLst>
        </pc:spChg>
        <pc:spChg chg="add">
          <ac:chgData name="Bernardo Caputo Gomes" userId="6da50d2c-d1b7-4a9f-8ea6-11c55775b80e" providerId="ADAL" clId="{2E3FE783-9AB9-4869-96B1-16E14BA4AC72}" dt="2026-10-19T13:32:10.067" v="12417" actId="22"/>
          <ac:spMkLst>
            <pc:docMk/>
            <pc:sldMk cId="368819736" sldId="360"/>
            <ac:spMk id="8" creationId="{7C9FF692-E62D-0573-53F7-3435556E347B}"/>
          </ac:spMkLst>
        </pc:spChg>
        <pc:spChg chg="mod">
          <ac:chgData name="Bernardo Caputo Gomes" userId="6da50d2c-d1b7-4a9f-8ea6-11c55775b80e" providerId="ADAL" clId="{2E3FE783-9AB9-4869-96B1-16E14BA4AC72}" dt="2026-10-19T13:33:09.850" v="12493" actId="120"/>
          <ac:spMkLst>
            <pc:docMk/>
            <pc:sldMk cId="368819736" sldId="360"/>
            <ac:spMk id="158" creationId="{090042AF-34CB-11DD-FA38-7672EC82C168}"/>
          </ac:spMkLst>
        </pc:spChg>
        <pc:spChg chg="mod">
          <ac:chgData name="Bernardo Caputo Gomes" userId="6da50d2c-d1b7-4a9f-8ea6-11c55775b80e" providerId="ADAL" clId="{2E3FE783-9AB9-4869-96B1-16E14BA4AC72}" dt="2026-10-19T13:33:09.850" v="12493" actId="120"/>
          <ac:spMkLst>
            <pc:docMk/>
            <pc:sldMk cId="368819736" sldId="360"/>
            <ac:spMk id="160" creationId="{F9545BE1-1BFC-E44F-73C9-3120C7650649}"/>
          </ac:spMkLst>
        </pc:spChg>
        <pc:spChg chg="mod">
          <ac:chgData name="Bernardo Caputo Gomes" userId="6da50d2c-d1b7-4a9f-8ea6-11c55775b80e" providerId="ADAL" clId="{2E3FE783-9AB9-4869-96B1-16E14BA4AC72}" dt="2026-10-19T13:33:09.850" v="12493" actId="120"/>
          <ac:spMkLst>
            <pc:docMk/>
            <pc:sldMk cId="368819736" sldId="360"/>
            <ac:spMk id="162" creationId="{373B3A66-B82F-C1B6-AC01-8EE478F0AF6D}"/>
          </ac:spMkLst>
        </pc:spChg>
        <pc:spChg chg="mod">
          <ac:chgData name="Bernardo Caputo Gomes" userId="6da50d2c-d1b7-4a9f-8ea6-11c55775b80e" providerId="ADAL" clId="{2E3FE783-9AB9-4869-96B1-16E14BA4AC72}" dt="2026-10-19T13:33:09.850" v="12493" actId="120"/>
          <ac:spMkLst>
            <pc:docMk/>
            <pc:sldMk cId="368819736" sldId="360"/>
            <ac:spMk id="164" creationId="{1B933D1B-DE51-EEFA-B9B9-4AB877748672}"/>
          </ac:spMkLst>
        </pc:spChg>
        <pc:spChg chg="del mod">
          <ac:chgData name="Bernardo Caputo Gomes" userId="6da50d2c-d1b7-4a9f-8ea6-11c55775b80e" providerId="ADAL" clId="{2E3FE783-9AB9-4869-96B1-16E14BA4AC72}" dt="2026-10-19T13:32:04.347" v="12415" actId="478"/>
          <ac:spMkLst>
            <pc:docMk/>
            <pc:sldMk cId="368819736" sldId="360"/>
            <ac:spMk id="173" creationId="{BFB8E17F-A58B-07D1-4B17-E19724BA8DBC}"/>
          </ac:spMkLst>
        </pc:spChg>
        <pc:spChg chg="del">
          <ac:chgData name="Bernardo Caputo Gomes" userId="6da50d2c-d1b7-4a9f-8ea6-11c55775b80e" providerId="ADAL" clId="{2E3FE783-9AB9-4869-96B1-16E14BA4AC72}" dt="2026-10-19T13:32:04.347" v="12415" actId="478"/>
          <ac:spMkLst>
            <pc:docMk/>
            <pc:sldMk cId="368819736" sldId="360"/>
            <ac:spMk id="182" creationId="{AFD3B2D9-0C38-0A0E-D1C6-77CF8C58E6B9}"/>
          </ac:spMkLst>
        </pc:spChg>
      </pc:sldChg>
      <pc:sldChg chg="addSp delSp modSp mod ord">
        <pc:chgData name="Bernardo Caputo Gomes" userId="6da50d2c-d1b7-4a9f-8ea6-11c55775b80e" providerId="ADAL" clId="{2E3FE783-9AB9-4869-96B1-16E14BA4AC72}" dt="2026-10-19T14:29:08.238" v="13964" actId="403"/>
        <pc:sldMkLst>
          <pc:docMk/>
          <pc:sldMk cId="500312946" sldId="382"/>
        </pc:sldMkLst>
        <pc:spChg chg="add del">
          <ac:chgData name="Bernardo Caputo Gomes" userId="6da50d2c-d1b7-4a9f-8ea6-11c55775b80e" providerId="ADAL" clId="{2E3FE783-9AB9-4869-96B1-16E14BA4AC72}" dt="2026-10-19T13:27:04.228" v="12195" actId="478"/>
          <ac:spMkLst>
            <pc:docMk/>
            <pc:sldMk cId="500312946" sldId="382"/>
            <ac:spMk id="4" creationId="{B0197B31-260B-3586-EF2E-1E01EFCE6AC4}"/>
          </ac:spMkLst>
        </pc:spChg>
        <pc:spChg chg="mod">
          <ac:chgData name="Bernardo Caputo Gomes" userId="6da50d2c-d1b7-4a9f-8ea6-11c55775b80e" providerId="ADAL" clId="{2E3FE783-9AB9-4869-96B1-16E14BA4AC72}" dt="2026-10-19T14:28:59.961" v="13954" actId="164"/>
          <ac:spMkLst>
            <pc:docMk/>
            <pc:sldMk cId="500312946" sldId="382"/>
            <ac:spMk id="5" creationId="{2F2CE470-BA60-F6F9-CCF3-3C0AA9FAE566}"/>
          </ac:spMkLst>
        </pc:spChg>
        <pc:spChg chg="del">
          <ac:chgData name="Bernardo Caputo Gomes" userId="6da50d2c-d1b7-4a9f-8ea6-11c55775b80e" providerId="ADAL" clId="{2E3FE783-9AB9-4869-96B1-16E14BA4AC72}" dt="2026-10-19T13:24:14.801" v="12070" actId="478"/>
          <ac:spMkLst>
            <pc:docMk/>
            <pc:sldMk cId="500312946" sldId="382"/>
            <ac:spMk id="6" creationId="{51A93D02-B12F-BA8F-E0A3-D24C4D459106}"/>
          </ac:spMkLst>
        </pc:spChg>
        <pc:spChg chg="add">
          <ac:chgData name="Bernardo Caputo Gomes" userId="6da50d2c-d1b7-4a9f-8ea6-11c55775b80e" providerId="ADAL" clId="{2E3FE783-9AB9-4869-96B1-16E14BA4AC72}" dt="2026-10-19T13:27:10.932" v="12196" actId="22"/>
          <ac:spMkLst>
            <pc:docMk/>
            <pc:sldMk cId="500312946" sldId="382"/>
            <ac:spMk id="8" creationId="{4ED7D5E3-3F74-3D24-DA4B-105C05C4254E}"/>
          </ac:spMkLst>
        </pc:spChg>
        <pc:spChg chg="add del">
          <ac:chgData name="Bernardo Caputo Gomes" userId="6da50d2c-d1b7-4a9f-8ea6-11c55775b80e" providerId="ADAL" clId="{2E3FE783-9AB9-4869-96B1-16E14BA4AC72}" dt="2026-10-19T13:39:08.934" v="12499" actId="478"/>
          <ac:spMkLst>
            <pc:docMk/>
            <pc:sldMk cId="500312946" sldId="382"/>
            <ac:spMk id="10" creationId="{2FA26642-D363-1E64-2A16-AE069BFE71B3}"/>
          </ac:spMkLst>
        </pc:spChg>
        <pc:spChg chg="add mod">
          <ac:chgData name="Bernardo Caputo Gomes" userId="6da50d2c-d1b7-4a9f-8ea6-11c55775b80e" providerId="ADAL" clId="{2E3FE783-9AB9-4869-96B1-16E14BA4AC72}" dt="2026-10-19T13:47:51.397" v="13032" actId="14100"/>
          <ac:spMkLst>
            <pc:docMk/>
            <pc:sldMk cId="500312946" sldId="382"/>
            <ac:spMk id="12" creationId="{77C4FC2B-B569-D04E-0597-318B6125D96E}"/>
          </ac:spMkLst>
        </pc:spChg>
        <pc:spChg chg="add mod">
          <ac:chgData name="Bernardo Caputo Gomes" userId="6da50d2c-d1b7-4a9f-8ea6-11c55775b80e" providerId="ADAL" clId="{2E3FE783-9AB9-4869-96B1-16E14BA4AC72}" dt="2026-10-19T13:42:05.907" v="12900" actId="14100"/>
          <ac:spMkLst>
            <pc:docMk/>
            <pc:sldMk cId="500312946" sldId="382"/>
            <ac:spMk id="14" creationId="{A2857889-E60E-682B-C005-EB6698412C4A}"/>
          </ac:spMkLst>
        </pc:spChg>
        <pc:spChg chg="add mod">
          <ac:chgData name="Bernardo Caputo Gomes" userId="6da50d2c-d1b7-4a9f-8ea6-11c55775b80e" providerId="ADAL" clId="{2E3FE783-9AB9-4869-96B1-16E14BA4AC72}" dt="2026-10-19T13:47:51.661" v="13034" actId="1037"/>
          <ac:spMkLst>
            <pc:docMk/>
            <pc:sldMk cId="500312946" sldId="382"/>
            <ac:spMk id="17" creationId="{CCA83683-5054-1963-ED4D-F30F2D83ABF4}"/>
          </ac:spMkLst>
        </pc:spChg>
        <pc:spChg chg="add del ord">
          <ac:chgData name="Bernardo Caputo Gomes" userId="6da50d2c-d1b7-4a9f-8ea6-11c55775b80e" providerId="ADAL" clId="{2E3FE783-9AB9-4869-96B1-16E14BA4AC72}" dt="2026-10-19T13:41:34.971" v="12883" actId="478"/>
          <ac:spMkLst>
            <pc:docMk/>
            <pc:sldMk cId="500312946" sldId="382"/>
            <ac:spMk id="19" creationId="{6816CA93-B83A-6C18-2E6C-C36BF735A81B}"/>
          </ac:spMkLst>
        </pc:spChg>
        <pc:spChg chg="add del">
          <ac:chgData name="Bernardo Caputo Gomes" userId="6da50d2c-d1b7-4a9f-8ea6-11c55775b80e" providerId="ADAL" clId="{2E3FE783-9AB9-4869-96B1-16E14BA4AC72}" dt="2026-10-19T13:42:31.799" v="12904" actId="478"/>
          <ac:spMkLst>
            <pc:docMk/>
            <pc:sldMk cId="500312946" sldId="382"/>
            <ac:spMk id="21" creationId="{0759723B-F8B8-EBF9-3C6B-AC690A820844}"/>
          </ac:spMkLst>
        </pc:spChg>
        <pc:spChg chg="add del ord">
          <ac:chgData name="Bernardo Caputo Gomes" userId="6da50d2c-d1b7-4a9f-8ea6-11c55775b80e" providerId="ADAL" clId="{2E3FE783-9AB9-4869-96B1-16E14BA4AC72}" dt="2026-10-19T13:47:51.225" v="13031" actId="478"/>
          <ac:spMkLst>
            <pc:docMk/>
            <pc:sldMk cId="500312946" sldId="382"/>
            <ac:spMk id="23" creationId="{C10DE3EE-AE80-A5EE-D916-AFDCE3A63FBC}"/>
          </ac:spMkLst>
        </pc:spChg>
        <pc:spChg chg="mod">
          <ac:chgData name="Bernardo Caputo Gomes" userId="6da50d2c-d1b7-4a9f-8ea6-11c55775b80e" providerId="ADAL" clId="{2E3FE783-9AB9-4869-96B1-16E14BA4AC72}" dt="2026-10-19T13:49:46.743" v="13087"/>
          <ac:spMkLst>
            <pc:docMk/>
            <pc:sldMk cId="500312946" sldId="382"/>
            <ac:spMk id="28" creationId="{9EAB2D78-14F6-8CD0-EC43-03F431E97CE7}"/>
          </ac:spMkLst>
        </pc:spChg>
        <pc:spChg chg="mod">
          <ac:chgData name="Bernardo Caputo Gomes" userId="6da50d2c-d1b7-4a9f-8ea6-11c55775b80e" providerId="ADAL" clId="{2E3FE783-9AB9-4869-96B1-16E14BA4AC72}" dt="2026-10-19T13:52:18.295" v="13158" actId="20577"/>
          <ac:spMkLst>
            <pc:docMk/>
            <pc:sldMk cId="500312946" sldId="382"/>
            <ac:spMk id="29" creationId="{A15F6ADD-AB16-119F-534B-A19AFB6E5D33}"/>
          </ac:spMkLst>
        </pc:spChg>
        <pc:spChg chg="mod">
          <ac:chgData name="Bernardo Caputo Gomes" userId="6da50d2c-d1b7-4a9f-8ea6-11c55775b80e" providerId="ADAL" clId="{2E3FE783-9AB9-4869-96B1-16E14BA4AC72}" dt="2026-10-19T13:53:57.528" v="13498" actId="20577"/>
          <ac:spMkLst>
            <pc:docMk/>
            <pc:sldMk cId="500312946" sldId="382"/>
            <ac:spMk id="30" creationId="{DDC9C0FD-6435-DAA1-EF56-065F442D40B5}"/>
          </ac:spMkLst>
        </pc:spChg>
        <pc:spChg chg="mod">
          <ac:chgData name="Bernardo Caputo Gomes" userId="6da50d2c-d1b7-4a9f-8ea6-11c55775b80e" providerId="ADAL" clId="{2E3FE783-9AB9-4869-96B1-16E14BA4AC72}" dt="2026-10-19T13:51:54.225" v="13153" actId="14100"/>
          <ac:spMkLst>
            <pc:docMk/>
            <pc:sldMk cId="500312946" sldId="382"/>
            <ac:spMk id="31" creationId="{34186870-6228-808B-03D0-88668B8D42D0}"/>
          </ac:spMkLst>
        </pc:spChg>
        <pc:spChg chg="mod">
          <ac:chgData name="Bernardo Caputo Gomes" userId="6da50d2c-d1b7-4a9f-8ea6-11c55775b80e" providerId="ADAL" clId="{2E3FE783-9AB9-4869-96B1-16E14BA4AC72}" dt="2026-10-19T13:53:01.730" v="13213" actId="20577"/>
          <ac:spMkLst>
            <pc:docMk/>
            <pc:sldMk cId="500312946" sldId="382"/>
            <ac:spMk id="32" creationId="{ED44702B-9863-81AB-93C2-FAF24B217CC1}"/>
          </ac:spMkLst>
        </pc:spChg>
        <pc:spChg chg="mod">
          <ac:chgData name="Bernardo Caputo Gomes" userId="6da50d2c-d1b7-4a9f-8ea6-11c55775b80e" providerId="ADAL" clId="{2E3FE783-9AB9-4869-96B1-16E14BA4AC72}" dt="2026-10-19T13:53:26.791" v="13340" actId="20577"/>
          <ac:spMkLst>
            <pc:docMk/>
            <pc:sldMk cId="500312946" sldId="382"/>
            <ac:spMk id="33" creationId="{A30A6E9C-34B8-86F0-153F-D5DDC40B9248}"/>
          </ac:spMkLst>
        </pc:spChg>
        <pc:spChg chg="add mod">
          <ac:chgData name="Bernardo Caputo Gomes" userId="6da50d2c-d1b7-4a9f-8ea6-11c55775b80e" providerId="ADAL" clId="{2E3FE783-9AB9-4869-96B1-16E14BA4AC72}" dt="2026-10-19T14:28:27.504" v="13947" actId="164"/>
          <ac:spMkLst>
            <pc:docMk/>
            <pc:sldMk cId="500312946" sldId="382"/>
            <ac:spMk id="35" creationId="{F93A6B1A-AF39-F751-A85B-E35D0BCE739F}"/>
          </ac:spMkLst>
        </pc:spChg>
        <pc:spChg chg="mod">
          <ac:chgData name="Bernardo Caputo Gomes" userId="6da50d2c-d1b7-4a9f-8ea6-11c55775b80e" providerId="ADAL" clId="{2E3FE783-9AB9-4869-96B1-16E14BA4AC72}" dt="2026-10-19T13:54:11.509" v="13501"/>
          <ac:spMkLst>
            <pc:docMk/>
            <pc:sldMk cId="500312946" sldId="382"/>
            <ac:spMk id="37" creationId="{E75E5A14-51C9-1E7A-EAC5-C1F0D93CF11E}"/>
          </ac:spMkLst>
        </pc:spChg>
        <pc:spChg chg="mod">
          <ac:chgData name="Bernardo Caputo Gomes" userId="6da50d2c-d1b7-4a9f-8ea6-11c55775b80e" providerId="ADAL" clId="{2E3FE783-9AB9-4869-96B1-16E14BA4AC72}" dt="2026-10-19T13:54:11.509" v="13501"/>
          <ac:spMkLst>
            <pc:docMk/>
            <pc:sldMk cId="500312946" sldId="382"/>
            <ac:spMk id="38" creationId="{416C9A75-1B52-51C6-EEEB-AEC371D1DD0B}"/>
          </ac:spMkLst>
        </pc:spChg>
        <pc:spChg chg="mod">
          <ac:chgData name="Bernardo Caputo Gomes" userId="6da50d2c-d1b7-4a9f-8ea6-11c55775b80e" providerId="ADAL" clId="{2E3FE783-9AB9-4869-96B1-16E14BA4AC72}" dt="2026-10-19T14:26:56.250" v="13919" actId="20577"/>
          <ac:spMkLst>
            <pc:docMk/>
            <pc:sldMk cId="500312946" sldId="382"/>
            <ac:spMk id="39" creationId="{E826853A-DFB7-6285-C527-6938364948AC}"/>
          </ac:spMkLst>
        </pc:spChg>
        <pc:spChg chg="mod">
          <ac:chgData name="Bernardo Caputo Gomes" userId="6da50d2c-d1b7-4a9f-8ea6-11c55775b80e" providerId="ADAL" clId="{2E3FE783-9AB9-4869-96B1-16E14BA4AC72}" dt="2026-10-19T14:24:44.392" v="13551" actId="14100"/>
          <ac:spMkLst>
            <pc:docMk/>
            <pc:sldMk cId="500312946" sldId="382"/>
            <ac:spMk id="40" creationId="{E6AA1FB3-98A7-DCD6-5ED5-E497F43F3649}"/>
          </ac:spMkLst>
        </pc:spChg>
        <pc:spChg chg="mod">
          <ac:chgData name="Bernardo Caputo Gomes" userId="6da50d2c-d1b7-4a9f-8ea6-11c55775b80e" providerId="ADAL" clId="{2E3FE783-9AB9-4869-96B1-16E14BA4AC72}" dt="2026-10-19T14:25:49.810" v="13620" actId="20577"/>
          <ac:spMkLst>
            <pc:docMk/>
            <pc:sldMk cId="500312946" sldId="382"/>
            <ac:spMk id="41" creationId="{7A4D2D0B-7148-87E4-9650-84932D2F315A}"/>
          </ac:spMkLst>
        </pc:spChg>
        <pc:spChg chg="mod">
          <ac:chgData name="Bernardo Caputo Gomes" userId="6da50d2c-d1b7-4a9f-8ea6-11c55775b80e" providerId="ADAL" clId="{2E3FE783-9AB9-4869-96B1-16E14BA4AC72}" dt="2026-10-19T14:26:21.530" v="13763" actId="20577"/>
          <ac:spMkLst>
            <pc:docMk/>
            <pc:sldMk cId="500312946" sldId="382"/>
            <ac:spMk id="42" creationId="{AC7E6CDA-5CC9-D108-4390-98EDAC5831C1}"/>
          </ac:spMkLst>
        </pc:spChg>
        <pc:spChg chg="add mod">
          <ac:chgData name="Bernardo Caputo Gomes" userId="6da50d2c-d1b7-4a9f-8ea6-11c55775b80e" providerId="ADAL" clId="{2E3FE783-9AB9-4869-96B1-16E14BA4AC72}" dt="2026-10-19T14:28:14.374" v="13946" actId="164"/>
          <ac:spMkLst>
            <pc:docMk/>
            <pc:sldMk cId="500312946" sldId="382"/>
            <ac:spMk id="44" creationId="{57FB25C5-8DA7-A315-AA4A-070CA5084803}"/>
          </ac:spMkLst>
        </pc:spChg>
        <pc:spChg chg="add mod">
          <ac:chgData name="Bernardo Caputo Gomes" userId="6da50d2c-d1b7-4a9f-8ea6-11c55775b80e" providerId="ADAL" clId="{2E3FE783-9AB9-4869-96B1-16E14BA4AC72}" dt="2026-10-19T14:28:03.952" v="13945" actId="571"/>
          <ac:spMkLst>
            <pc:docMk/>
            <pc:sldMk cId="500312946" sldId="382"/>
            <ac:spMk id="45" creationId="{ADE6EE4A-BAFA-52DB-AA13-76A421069B7E}"/>
          </ac:spMkLst>
        </pc:spChg>
        <pc:spChg chg="mod">
          <ac:chgData name="Bernardo Caputo Gomes" userId="6da50d2c-d1b7-4a9f-8ea6-11c55775b80e" providerId="ADAL" clId="{2E3FE783-9AB9-4869-96B1-16E14BA4AC72}" dt="2026-10-19T14:28:59.961" v="13954" actId="164"/>
          <ac:spMkLst>
            <pc:docMk/>
            <pc:sldMk cId="500312946" sldId="382"/>
            <ac:spMk id="5015"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17"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18"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19"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20"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5021" creationId="{00000000-0000-0000-0000-000000000000}"/>
          </ac:spMkLst>
        </pc:spChg>
        <pc:spChg chg="mod">
          <ac:chgData name="Bernardo Caputo Gomes" userId="6da50d2c-d1b7-4a9f-8ea6-11c55775b80e" providerId="ADAL" clId="{2E3FE783-9AB9-4869-96B1-16E14BA4AC72}" dt="2026-10-19T14:28:38.126" v="13953" actId="1035"/>
          <ac:spMkLst>
            <pc:docMk/>
            <pc:sldMk cId="500312946" sldId="382"/>
            <ac:spMk id="5022" creationId="{00000000-0000-0000-0000-000000000000}"/>
          </ac:spMkLst>
        </pc:spChg>
        <pc:spChg chg="mod">
          <ac:chgData name="Bernardo Caputo Gomes" userId="6da50d2c-d1b7-4a9f-8ea6-11c55775b80e" providerId="ADAL" clId="{2E3FE783-9AB9-4869-96B1-16E14BA4AC72}" dt="2026-10-19T14:28:38.126" v="13953" actId="1035"/>
          <ac:spMkLst>
            <pc:docMk/>
            <pc:sldMk cId="500312946" sldId="382"/>
            <ac:spMk id="5023"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5024"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5025"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5027"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5029"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5030"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5032"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5034"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5035"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5037" creationId="{00000000-0000-0000-0000-000000000000}"/>
          </ac:spMkLst>
        </pc:spChg>
        <pc:spChg chg="del mod">
          <ac:chgData name="Bernardo Caputo Gomes" userId="6da50d2c-d1b7-4a9f-8ea6-11c55775b80e" providerId="ADAL" clId="{2E3FE783-9AB9-4869-96B1-16E14BA4AC72}" dt="2026-10-19T13:40:51.776" v="12878" actId="478"/>
          <ac:spMkLst>
            <pc:docMk/>
            <pc:sldMk cId="500312946" sldId="382"/>
            <ac:spMk id="5044" creationId="{00000000-0000-0000-0000-000000000000}"/>
          </ac:spMkLst>
        </pc:spChg>
        <pc:spChg chg="del mod">
          <ac:chgData name="Bernardo Caputo Gomes" userId="6da50d2c-d1b7-4a9f-8ea6-11c55775b80e" providerId="ADAL" clId="{2E3FE783-9AB9-4869-96B1-16E14BA4AC72}" dt="2026-10-19T13:40:50.336" v="12877" actId="478"/>
          <ac:spMkLst>
            <pc:docMk/>
            <pc:sldMk cId="500312946" sldId="382"/>
            <ac:spMk id="5045" creationId="{00000000-0000-0000-0000-000000000000}"/>
          </ac:spMkLst>
        </pc:spChg>
        <pc:spChg chg="del mod">
          <ac:chgData name="Bernardo Caputo Gomes" userId="6da50d2c-d1b7-4a9f-8ea6-11c55775b80e" providerId="ADAL" clId="{2E3FE783-9AB9-4869-96B1-16E14BA4AC72}" dt="2026-10-19T13:40:50.336" v="12877" actId="478"/>
          <ac:spMkLst>
            <pc:docMk/>
            <pc:sldMk cId="500312946" sldId="382"/>
            <ac:spMk id="5046" creationId="{00000000-0000-0000-0000-000000000000}"/>
          </ac:spMkLst>
        </pc:spChg>
        <pc:spChg chg="mod">
          <ac:chgData name="Bernardo Caputo Gomes" userId="6da50d2c-d1b7-4a9f-8ea6-11c55775b80e" providerId="ADAL" clId="{2E3FE783-9AB9-4869-96B1-16E14BA4AC72}" dt="2026-10-19T14:25:14.184" v="13552" actId="14100"/>
          <ac:spMkLst>
            <pc:docMk/>
            <pc:sldMk cId="500312946" sldId="382"/>
            <ac:spMk id="6001"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6002"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6003" creationId="{00000000-0000-0000-0000-000000000000}"/>
          </ac:spMkLst>
        </pc:spChg>
        <pc:spChg chg="mod">
          <ac:chgData name="Bernardo Caputo Gomes" userId="6da50d2c-d1b7-4a9f-8ea6-11c55775b80e" providerId="ADAL" clId="{2E3FE783-9AB9-4869-96B1-16E14BA4AC72}" dt="2026-10-19T14:29:08.238" v="13964" actId="403"/>
          <ac:spMkLst>
            <pc:docMk/>
            <pc:sldMk cId="500312946" sldId="382"/>
            <ac:spMk id="7001" creationId="{00000000-0000-0000-0000-000000000000}"/>
          </ac:spMkLst>
        </pc:spChg>
        <pc:spChg chg="mod">
          <ac:chgData name="Bernardo Caputo Gomes" userId="6da50d2c-d1b7-4a9f-8ea6-11c55775b80e" providerId="ADAL" clId="{2E3FE783-9AB9-4869-96B1-16E14BA4AC72}" dt="2026-10-19T14:28:59.961" v="13954" actId="164"/>
          <ac:spMkLst>
            <pc:docMk/>
            <pc:sldMk cId="500312946" sldId="382"/>
            <ac:spMk id="7002"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7010"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7011"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7012" creationId="{00000000-0000-0000-0000-000000000000}"/>
          </ac:spMkLst>
        </pc:spChg>
        <pc:spChg chg="mod">
          <ac:chgData name="Bernardo Caputo Gomes" userId="6da50d2c-d1b7-4a9f-8ea6-11c55775b80e" providerId="ADAL" clId="{2E3FE783-9AB9-4869-96B1-16E14BA4AC72}" dt="2026-10-19T13:49:22.621" v="13082" actId="164"/>
          <ac:spMkLst>
            <pc:docMk/>
            <pc:sldMk cId="500312946" sldId="382"/>
            <ac:spMk id="7020" creationId="{00000000-0000-0000-0000-000000000000}"/>
          </ac:spMkLst>
        </pc:spChg>
        <pc:spChg chg="mod">
          <ac:chgData name="Bernardo Caputo Gomes" userId="6da50d2c-d1b7-4a9f-8ea6-11c55775b80e" providerId="ADAL" clId="{2E3FE783-9AB9-4869-96B1-16E14BA4AC72}" dt="2026-10-19T13:47:53.158" v="13046" actId="164"/>
          <ac:spMkLst>
            <pc:docMk/>
            <pc:sldMk cId="500312946" sldId="382"/>
            <ac:spMk id="7021" creationId="{00000000-0000-0000-0000-000000000000}"/>
          </ac:spMkLst>
        </pc:spChg>
        <pc:spChg chg="mod">
          <ac:chgData name="Bernardo Caputo Gomes" userId="6da50d2c-d1b7-4a9f-8ea6-11c55775b80e" providerId="ADAL" clId="{2E3FE783-9AB9-4869-96B1-16E14BA4AC72}" dt="2026-10-19T13:47:52.779" v="13043" actId="164"/>
          <ac:spMkLst>
            <pc:docMk/>
            <pc:sldMk cId="500312946" sldId="382"/>
            <ac:spMk id="7022" creationId="{00000000-0000-0000-0000-000000000000}"/>
          </ac:spMkLst>
        </pc:spChg>
        <pc:grpChg chg="add del mod">
          <ac:chgData name="Bernardo Caputo Gomes" userId="6da50d2c-d1b7-4a9f-8ea6-11c55775b80e" providerId="ADAL" clId="{2E3FE783-9AB9-4869-96B1-16E14BA4AC72}" dt="2026-10-19T13:54:04.211" v="13499" actId="478"/>
          <ac:grpSpMkLst>
            <pc:docMk/>
            <pc:sldMk cId="500312946" sldId="382"/>
            <ac:grpSpMk id="24" creationId="{9B26A6ED-6E8E-6922-C4A0-4BC11ACAB3A1}"/>
          </ac:grpSpMkLst>
        </pc:grpChg>
        <pc:grpChg chg="add del mod">
          <ac:chgData name="Bernardo Caputo Gomes" userId="6da50d2c-d1b7-4a9f-8ea6-11c55775b80e" providerId="ADAL" clId="{2E3FE783-9AB9-4869-96B1-16E14BA4AC72}" dt="2026-10-19T14:27:00.054" v="13920" actId="478"/>
          <ac:grpSpMkLst>
            <pc:docMk/>
            <pc:sldMk cId="500312946" sldId="382"/>
            <ac:grpSpMk id="25" creationId="{616DE9F9-B43C-2692-E830-86242A852E83}"/>
          </ac:grpSpMkLst>
        </pc:grpChg>
        <pc:grpChg chg="add mod">
          <ac:chgData name="Bernardo Caputo Gomes" userId="6da50d2c-d1b7-4a9f-8ea6-11c55775b80e" providerId="ADAL" clId="{2E3FE783-9AB9-4869-96B1-16E14BA4AC72}" dt="2026-10-19T13:54:26.163" v="13504" actId="12789"/>
          <ac:grpSpMkLst>
            <pc:docMk/>
            <pc:sldMk cId="500312946" sldId="382"/>
            <ac:grpSpMk id="26" creationId="{F1386C36-6728-C9F2-EDD9-E644D6AB1972}"/>
          </ac:grpSpMkLst>
        </pc:grpChg>
        <pc:grpChg chg="add mod">
          <ac:chgData name="Bernardo Caputo Gomes" userId="6da50d2c-d1b7-4a9f-8ea6-11c55775b80e" providerId="ADAL" clId="{2E3FE783-9AB9-4869-96B1-16E14BA4AC72}" dt="2026-10-19T14:28:27.504" v="13947" actId="164"/>
          <ac:grpSpMkLst>
            <pc:docMk/>
            <pc:sldMk cId="500312946" sldId="382"/>
            <ac:grpSpMk id="27" creationId="{FC0B1137-60C1-AF85-7A67-EC8E72FDD3A6}"/>
          </ac:grpSpMkLst>
        </pc:grpChg>
        <pc:grpChg chg="add mod">
          <ac:chgData name="Bernardo Caputo Gomes" userId="6da50d2c-d1b7-4a9f-8ea6-11c55775b80e" providerId="ADAL" clId="{2E3FE783-9AB9-4869-96B1-16E14BA4AC72}" dt="2026-10-19T14:28:14.374" v="13946" actId="164"/>
          <ac:grpSpMkLst>
            <pc:docMk/>
            <pc:sldMk cId="500312946" sldId="382"/>
            <ac:grpSpMk id="36" creationId="{DBDD04F1-9736-FB3B-9AC3-1AFDD3EB15C6}"/>
          </ac:grpSpMkLst>
        </pc:grpChg>
        <pc:grpChg chg="add mod">
          <ac:chgData name="Bernardo Caputo Gomes" userId="6da50d2c-d1b7-4a9f-8ea6-11c55775b80e" providerId="ADAL" clId="{2E3FE783-9AB9-4869-96B1-16E14BA4AC72}" dt="2026-10-19T14:28:14.374" v="13946" actId="164"/>
          <ac:grpSpMkLst>
            <pc:docMk/>
            <pc:sldMk cId="500312946" sldId="382"/>
            <ac:grpSpMk id="46" creationId="{B6F0CDB1-E695-AA5B-A9B2-A7EC6FF1D8ED}"/>
          </ac:grpSpMkLst>
        </pc:grpChg>
        <pc:grpChg chg="add mod">
          <ac:chgData name="Bernardo Caputo Gomes" userId="6da50d2c-d1b7-4a9f-8ea6-11c55775b80e" providerId="ADAL" clId="{2E3FE783-9AB9-4869-96B1-16E14BA4AC72}" dt="2026-10-19T14:28:27.504" v="13947" actId="164"/>
          <ac:grpSpMkLst>
            <pc:docMk/>
            <pc:sldMk cId="500312946" sldId="382"/>
            <ac:grpSpMk id="47" creationId="{E07F5604-F7BA-871E-238E-4A2850FBE5A4}"/>
          </ac:grpSpMkLst>
        </pc:grpChg>
        <pc:grpChg chg="add mod">
          <ac:chgData name="Bernardo Caputo Gomes" userId="6da50d2c-d1b7-4a9f-8ea6-11c55775b80e" providerId="ADAL" clId="{2E3FE783-9AB9-4869-96B1-16E14BA4AC72}" dt="2026-10-19T14:29:02.076" v="13963" actId="1036"/>
          <ac:grpSpMkLst>
            <pc:docMk/>
            <pc:sldMk cId="500312946" sldId="382"/>
            <ac:grpSpMk id="48" creationId="{4F487CFD-7778-037B-0187-FDF49CBF16AE}"/>
          </ac:grpSpMkLst>
        </pc:grpChg>
      </pc:sldChg>
      <pc:sldChg chg="addSp delSp mod ord">
        <pc:chgData name="Bernardo Caputo Gomes" userId="6da50d2c-d1b7-4a9f-8ea6-11c55775b80e" providerId="ADAL" clId="{2E3FE783-9AB9-4869-96B1-16E14BA4AC72}" dt="2026-10-19T13:34:18.855" v="12497"/>
        <pc:sldMkLst>
          <pc:docMk/>
          <pc:sldMk cId="3868462077" sldId="384"/>
        </pc:sldMkLst>
        <pc:spChg chg="add del">
          <ac:chgData name="Bernardo Caputo Gomes" userId="6da50d2c-d1b7-4a9f-8ea6-11c55775b80e" providerId="ADAL" clId="{2E3FE783-9AB9-4869-96B1-16E14BA4AC72}" dt="2026-10-19T13:27:15.385" v="12197" actId="478"/>
          <ac:spMkLst>
            <pc:docMk/>
            <pc:sldMk cId="3868462077" sldId="384"/>
            <ac:spMk id="6" creationId="{4C8565EA-0584-43A9-46FB-C50BBD7CE3DF}"/>
          </ac:spMkLst>
        </pc:spChg>
        <pc:spChg chg="add">
          <ac:chgData name="Bernardo Caputo Gomes" userId="6da50d2c-d1b7-4a9f-8ea6-11c55775b80e" providerId="ADAL" clId="{2E3FE783-9AB9-4869-96B1-16E14BA4AC72}" dt="2026-10-19T13:27:22.618" v="12198" actId="22"/>
          <ac:spMkLst>
            <pc:docMk/>
            <pc:sldMk cId="3868462077" sldId="384"/>
            <ac:spMk id="8" creationId="{141F0957-BBE8-6E43-8F34-BF80D9E55FBA}"/>
          </ac:spMkLst>
        </pc:spChg>
        <pc:spChg chg="del">
          <ac:chgData name="Bernardo Caputo Gomes" userId="6da50d2c-d1b7-4a9f-8ea6-11c55775b80e" providerId="ADAL" clId="{2E3FE783-9AB9-4869-96B1-16E14BA4AC72}" dt="2026-10-19T13:24:16.468" v="12071" actId="478"/>
          <ac:spMkLst>
            <pc:docMk/>
            <pc:sldMk cId="3868462077" sldId="384"/>
            <ac:spMk id="62" creationId="{8D994346-6AC5-548C-5E51-C22F193E1068}"/>
          </ac:spMkLst>
        </pc:spChg>
      </pc:sldChg>
      <pc:sldChg chg="addSp delSp modSp add mod">
        <pc:chgData name="Bernardo Caputo Gomes" userId="6da50d2c-d1b7-4a9f-8ea6-11c55775b80e" providerId="ADAL" clId="{2E3FE783-9AB9-4869-96B1-16E14BA4AC72}" dt="2026-10-19T13:15:48.791" v="11891" actId="20577"/>
        <pc:sldMkLst>
          <pc:docMk/>
          <pc:sldMk cId="3498216271" sldId="390"/>
        </pc:sldMkLst>
        <pc:spChg chg="mod">
          <ac:chgData name="Bernardo Caputo Gomes" userId="6da50d2c-d1b7-4a9f-8ea6-11c55775b80e" providerId="ADAL" clId="{2E3FE783-9AB9-4869-96B1-16E14BA4AC72}" dt="2026-10-19T13:10:27.550" v="11328" actId="1076"/>
          <ac:spMkLst>
            <pc:docMk/>
            <pc:sldMk cId="3498216271" sldId="390"/>
            <ac:spMk id="6" creationId="{8792A472-BBCB-B1A9-02D3-73E25495145D}"/>
          </ac:spMkLst>
        </pc:spChg>
        <pc:spChg chg="mod">
          <ac:chgData name="Bernardo Caputo Gomes" userId="6da50d2c-d1b7-4a9f-8ea6-11c55775b80e" providerId="ADAL" clId="{2E3FE783-9AB9-4869-96B1-16E14BA4AC72}" dt="2026-10-19T13:04:55.039" v="10946" actId="165"/>
          <ac:spMkLst>
            <pc:docMk/>
            <pc:sldMk cId="3498216271" sldId="390"/>
            <ac:spMk id="12" creationId="{4E731C5F-FF2B-958C-775D-2889C59A0015}"/>
          </ac:spMkLst>
        </pc:spChg>
        <pc:spChg chg="mod">
          <ac:chgData name="Bernardo Caputo Gomes" userId="6da50d2c-d1b7-4a9f-8ea6-11c55775b80e" providerId="ADAL" clId="{2E3FE783-9AB9-4869-96B1-16E14BA4AC72}" dt="2026-10-19T13:14:15.390" v="11576" actId="20577"/>
          <ac:spMkLst>
            <pc:docMk/>
            <pc:sldMk cId="3498216271" sldId="390"/>
            <ac:spMk id="15" creationId="{ABEE45AC-1F88-9C80-5A9D-25C8FC0DECB0}"/>
          </ac:spMkLst>
        </pc:spChg>
        <pc:spChg chg="mod">
          <ac:chgData name="Bernardo Caputo Gomes" userId="6da50d2c-d1b7-4a9f-8ea6-11c55775b80e" providerId="ADAL" clId="{2E3FE783-9AB9-4869-96B1-16E14BA4AC72}" dt="2026-10-19T13:06:52.238" v="11177"/>
          <ac:spMkLst>
            <pc:docMk/>
            <pc:sldMk cId="3498216271" sldId="390"/>
            <ac:spMk id="16" creationId="{BC60BFAC-2906-466A-DBC0-14CA9DB550E1}"/>
          </ac:spMkLst>
        </pc:spChg>
        <pc:spChg chg="mod">
          <ac:chgData name="Bernardo Caputo Gomes" userId="6da50d2c-d1b7-4a9f-8ea6-11c55775b80e" providerId="ADAL" clId="{2E3FE783-9AB9-4869-96B1-16E14BA4AC72}" dt="2026-10-19T13:15:03.299" v="11694" actId="20577"/>
          <ac:spMkLst>
            <pc:docMk/>
            <pc:sldMk cId="3498216271" sldId="390"/>
            <ac:spMk id="17" creationId="{3BCF08FD-CCFF-333F-F26B-DA577435CEF7}"/>
          </ac:spMkLst>
        </pc:spChg>
        <pc:spChg chg="mod">
          <ac:chgData name="Bernardo Caputo Gomes" userId="6da50d2c-d1b7-4a9f-8ea6-11c55775b80e" providerId="ADAL" clId="{2E3FE783-9AB9-4869-96B1-16E14BA4AC72}" dt="2026-10-19T13:10:58.588" v="11406" actId="555"/>
          <ac:spMkLst>
            <pc:docMk/>
            <pc:sldMk cId="3498216271" sldId="390"/>
            <ac:spMk id="18" creationId="{4FE112DC-C6B8-EA46-CBB9-EFB34831D665}"/>
          </ac:spMkLst>
        </pc:spChg>
        <pc:spChg chg="mod">
          <ac:chgData name="Bernardo Caputo Gomes" userId="6da50d2c-d1b7-4a9f-8ea6-11c55775b80e" providerId="ADAL" clId="{2E3FE783-9AB9-4869-96B1-16E14BA4AC72}" dt="2026-10-19T13:04:55.039" v="10946" actId="165"/>
          <ac:spMkLst>
            <pc:docMk/>
            <pc:sldMk cId="3498216271" sldId="390"/>
            <ac:spMk id="21" creationId="{88ACFBD3-E6AE-1D00-E7AD-5DF5C096DA54}"/>
          </ac:spMkLst>
        </pc:spChg>
        <pc:spChg chg="mod">
          <ac:chgData name="Bernardo Caputo Gomes" userId="6da50d2c-d1b7-4a9f-8ea6-11c55775b80e" providerId="ADAL" clId="{2E3FE783-9AB9-4869-96B1-16E14BA4AC72}" dt="2026-10-19T13:06:52.238" v="11177"/>
          <ac:spMkLst>
            <pc:docMk/>
            <pc:sldMk cId="3498216271" sldId="390"/>
            <ac:spMk id="25" creationId="{32D782FA-4707-F359-862E-75B18B33876D}"/>
          </ac:spMkLst>
        </pc:spChg>
        <pc:spChg chg="mod">
          <ac:chgData name="Bernardo Caputo Gomes" userId="6da50d2c-d1b7-4a9f-8ea6-11c55775b80e" providerId="ADAL" clId="{2E3FE783-9AB9-4869-96B1-16E14BA4AC72}" dt="2026-10-19T13:14:30.237" v="11617" actId="20577"/>
          <ac:spMkLst>
            <pc:docMk/>
            <pc:sldMk cId="3498216271" sldId="390"/>
            <ac:spMk id="35" creationId="{2A5EEBDA-A6E4-B80E-40E6-BA03CF3C933E}"/>
          </ac:spMkLst>
        </pc:spChg>
        <pc:spChg chg="mod">
          <ac:chgData name="Bernardo Caputo Gomes" userId="6da50d2c-d1b7-4a9f-8ea6-11c55775b80e" providerId="ADAL" clId="{2E3FE783-9AB9-4869-96B1-16E14BA4AC72}" dt="2026-10-19T13:04:55.039" v="10946" actId="165"/>
          <ac:spMkLst>
            <pc:docMk/>
            <pc:sldMk cId="3498216271" sldId="390"/>
            <ac:spMk id="38" creationId="{9C3E47EE-E0CC-327A-037B-1A788985623A}"/>
          </ac:spMkLst>
        </pc:spChg>
        <pc:spChg chg="mod">
          <ac:chgData name="Bernardo Caputo Gomes" userId="6da50d2c-d1b7-4a9f-8ea6-11c55775b80e" providerId="ADAL" clId="{2E3FE783-9AB9-4869-96B1-16E14BA4AC72}" dt="2026-10-19T13:04:55.039" v="10946" actId="165"/>
          <ac:spMkLst>
            <pc:docMk/>
            <pc:sldMk cId="3498216271" sldId="390"/>
            <ac:spMk id="41" creationId="{358370EF-10BF-3ABE-FF88-00E74EF333BB}"/>
          </ac:spMkLst>
        </pc:spChg>
        <pc:spChg chg="mod">
          <ac:chgData name="Bernardo Caputo Gomes" userId="6da50d2c-d1b7-4a9f-8ea6-11c55775b80e" providerId="ADAL" clId="{2E3FE783-9AB9-4869-96B1-16E14BA4AC72}" dt="2026-10-19T13:14:52.206" v="11674" actId="20577"/>
          <ac:spMkLst>
            <pc:docMk/>
            <pc:sldMk cId="3498216271" sldId="390"/>
            <ac:spMk id="42" creationId="{DCCBDB7F-B958-A8F1-E067-E3A6464A7127}"/>
          </ac:spMkLst>
        </pc:spChg>
        <pc:spChg chg="mod">
          <ac:chgData name="Bernardo Caputo Gomes" userId="6da50d2c-d1b7-4a9f-8ea6-11c55775b80e" providerId="ADAL" clId="{2E3FE783-9AB9-4869-96B1-16E14BA4AC72}" dt="2026-10-19T13:04:55.039" v="10946" actId="165"/>
          <ac:spMkLst>
            <pc:docMk/>
            <pc:sldMk cId="3498216271" sldId="390"/>
            <ac:spMk id="45" creationId="{24F6DFF8-1197-495F-3719-D4F53C7DA8C0}"/>
          </ac:spMkLst>
        </pc:spChg>
        <pc:spChg chg="mod">
          <ac:chgData name="Bernardo Caputo Gomes" userId="6da50d2c-d1b7-4a9f-8ea6-11c55775b80e" providerId="ADAL" clId="{2E3FE783-9AB9-4869-96B1-16E14BA4AC72}" dt="2026-10-19T13:13:13.321" v="11458" actId="20577"/>
          <ac:spMkLst>
            <pc:docMk/>
            <pc:sldMk cId="3498216271" sldId="390"/>
            <ac:spMk id="47" creationId="{69EF170F-7C0B-99B1-AA2C-C85FE5383EB7}"/>
          </ac:spMkLst>
        </pc:spChg>
        <pc:spChg chg="mod">
          <ac:chgData name="Bernardo Caputo Gomes" userId="6da50d2c-d1b7-4a9f-8ea6-11c55775b80e" providerId="ADAL" clId="{2E3FE783-9AB9-4869-96B1-16E14BA4AC72}" dt="2026-10-19T13:15:18.824" v="11760" actId="20577"/>
          <ac:spMkLst>
            <pc:docMk/>
            <pc:sldMk cId="3498216271" sldId="390"/>
            <ac:spMk id="48" creationId="{9371A593-E34B-66F1-31EC-D7F9F069F452}"/>
          </ac:spMkLst>
        </pc:spChg>
        <pc:spChg chg="mod">
          <ac:chgData name="Bernardo Caputo Gomes" userId="6da50d2c-d1b7-4a9f-8ea6-11c55775b80e" providerId="ADAL" clId="{2E3FE783-9AB9-4869-96B1-16E14BA4AC72}" dt="2026-10-19T13:06:52.238" v="11177"/>
          <ac:spMkLst>
            <pc:docMk/>
            <pc:sldMk cId="3498216271" sldId="390"/>
            <ac:spMk id="56" creationId="{AD7C93B4-AE87-729B-6460-D6C45A74BC4C}"/>
          </ac:spMkLst>
        </pc:spChg>
        <pc:spChg chg="mod">
          <ac:chgData name="Bernardo Caputo Gomes" userId="6da50d2c-d1b7-4a9f-8ea6-11c55775b80e" providerId="ADAL" clId="{2E3FE783-9AB9-4869-96B1-16E14BA4AC72}" dt="2026-10-19T13:06:55.399" v="11179"/>
          <ac:spMkLst>
            <pc:docMk/>
            <pc:sldMk cId="3498216271" sldId="390"/>
            <ac:spMk id="58" creationId="{97B2ABE8-483B-F2C8-7D31-8D6C42884533}"/>
          </ac:spMkLst>
        </pc:spChg>
        <pc:spChg chg="mod">
          <ac:chgData name="Bernardo Caputo Gomes" userId="6da50d2c-d1b7-4a9f-8ea6-11c55775b80e" providerId="ADAL" clId="{2E3FE783-9AB9-4869-96B1-16E14BA4AC72}" dt="2026-10-19T13:06:55.399" v="11179"/>
          <ac:spMkLst>
            <pc:docMk/>
            <pc:sldMk cId="3498216271" sldId="390"/>
            <ac:spMk id="59" creationId="{E9E8C29B-7EAC-EF1A-E1A2-AEAA4A694817}"/>
          </ac:spMkLst>
        </pc:spChg>
        <pc:spChg chg="mod">
          <ac:chgData name="Bernardo Caputo Gomes" userId="6da50d2c-d1b7-4a9f-8ea6-11c55775b80e" providerId="ADAL" clId="{2E3FE783-9AB9-4869-96B1-16E14BA4AC72}" dt="2026-10-19T13:06:55.399" v="11179"/>
          <ac:spMkLst>
            <pc:docMk/>
            <pc:sldMk cId="3498216271" sldId="390"/>
            <ac:spMk id="62" creationId="{061F7368-6475-B69C-8F9A-515EA65BB75C}"/>
          </ac:spMkLst>
        </pc:spChg>
        <pc:spChg chg="mod">
          <ac:chgData name="Bernardo Caputo Gomes" userId="6da50d2c-d1b7-4a9f-8ea6-11c55775b80e" providerId="ADAL" clId="{2E3FE783-9AB9-4869-96B1-16E14BA4AC72}" dt="2026-10-19T13:13:25.292" v="11489" actId="20577"/>
          <ac:spMkLst>
            <pc:docMk/>
            <pc:sldMk cId="3498216271" sldId="390"/>
            <ac:spMk id="64" creationId="{AD7F4A08-51C6-BC25-372B-A8AF97A463E5}"/>
          </ac:spMkLst>
        </pc:spChg>
        <pc:spChg chg="mod">
          <ac:chgData name="Bernardo Caputo Gomes" userId="6da50d2c-d1b7-4a9f-8ea6-11c55775b80e" providerId="ADAL" clId="{2E3FE783-9AB9-4869-96B1-16E14BA4AC72}" dt="2026-10-19T13:15:33.218" v="11820" actId="20577"/>
          <ac:spMkLst>
            <pc:docMk/>
            <pc:sldMk cId="3498216271" sldId="390"/>
            <ac:spMk id="65" creationId="{3D6BCF7C-473E-C89A-B7A9-BC900651ABAF}"/>
          </ac:spMkLst>
        </pc:spChg>
        <pc:spChg chg="mod">
          <ac:chgData name="Bernardo Caputo Gomes" userId="6da50d2c-d1b7-4a9f-8ea6-11c55775b80e" providerId="ADAL" clId="{2E3FE783-9AB9-4869-96B1-16E14BA4AC72}" dt="2026-10-19T13:10:24.615" v="11326"/>
          <ac:spMkLst>
            <pc:docMk/>
            <pc:sldMk cId="3498216271" sldId="390"/>
            <ac:spMk id="68" creationId="{5BCB15F1-BC4F-6FA5-47D4-3738B87EF327}"/>
          </ac:spMkLst>
        </pc:spChg>
        <pc:spChg chg="mod">
          <ac:chgData name="Bernardo Caputo Gomes" userId="6da50d2c-d1b7-4a9f-8ea6-11c55775b80e" providerId="ADAL" clId="{2E3FE783-9AB9-4869-96B1-16E14BA4AC72}" dt="2026-10-19T13:13:36.574" v="11519" actId="20577"/>
          <ac:spMkLst>
            <pc:docMk/>
            <pc:sldMk cId="3498216271" sldId="390"/>
            <ac:spMk id="70" creationId="{39DBD2E1-3A71-5825-F799-51E70A0B2845}"/>
          </ac:spMkLst>
        </pc:spChg>
        <pc:spChg chg="mod">
          <ac:chgData name="Bernardo Caputo Gomes" userId="6da50d2c-d1b7-4a9f-8ea6-11c55775b80e" providerId="ADAL" clId="{2E3FE783-9AB9-4869-96B1-16E14BA4AC72}" dt="2026-10-19T13:15:48.791" v="11891" actId="20577"/>
          <ac:spMkLst>
            <pc:docMk/>
            <pc:sldMk cId="3498216271" sldId="390"/>
            <ac:spMk id="71" creationId="{1B59065E-E9B0-44D7-7333-16D281CDB80F}"/>
          </ac:spMkLst>
        </pc:spChg>
        <pc:spChg chg="mod">
          <ac:chgData name="Bernardo Caputo Gomes" userId="6da50d2c-d1b7-4a9f-8ea6-11c55775b80e" providerId="ADAL" clId="{2E3FE783-9AB9-4869-96B1-16E14BA4AC72}" dt="2026-10-19T13:10:33.374" v="11355"/>
          <ac:spMkLst>
            <pc:docMk/>
            <pc:sldMk cId="3498216271" sldId="390"/>
            <ac:spMk id="74" creationId="{E9125BCC-E8C5-2E24-1766-954C4658CA7C}"/>
          </ac:spMkLst>
        </pc:spChg>
        <pc:grpChg chg="mod">
          <ac:chgData name="Bernardo Caputo Gomes" userId="6da50d2c-d1b7-4a9f-8ea6-11c55775b80e" providerId="ADAL" clId="{2E3FE783-9AB9-4869-96B1-16E14BA4AC72}" dt="2026-10-19T13:12:00.224" v="11408" actId="552"/>
          <ac:grpSpMkLst>
            <pc:docMk/>
            <pc:sldMk cId="3498216271" sldId="390"/>
            <ac:grpSpMk id="9" creationId="{66D6D8CC-071A-6FEC-7BF1-0E944E7D3D1F}"/>
          </ac:grpSpMkLst>
        </pc:grpChg>
        <pc:grpChg chg="add del mod">
          <ac:chgData name="Bernardo Caputo Gomes" userId="6da50d2c-d1b7-4a9f-8ea6-11c55775b80e" providerId="ADAL" clId="{2E3FE783-9AB9-4869-96B1-16E14BA4AC72}" dt="2026-10-19T13:10:21.936" v="11325" actId="478"/>
          <ac:grpSpMkLst>
            <pc:docMk/>
            <pc:sldMk cId="3498216271" sldId="390"/>
            <ac:grpSpMk id="13" creationId="{6F36C511-8AE0-8D49-906B-CA1B8210DB6F}"/>
          </ac:grpSpMkLst>
        </pc:grpChg>
        <pc:grpChg chg="mod">
          <ac:chgData name="Bernardo Caputo Gomes" userId="6da50d2c-d1b7-4a9f-8ea6-11c55775b80e" providerId="ADAL" clId="{2E3FE783-9AB9-4869-96B1-16E14BA4AC72}" dt="2026-10-19T13:06:52.238" v="11177"/>
          <ac:grpSpMkLst>
            <pc:docMk/>
            <pc:sldMk cId="3498216271" sldId="390"/>
            <ac:grpSpMk id="26" creationId="{5BB53007-D828-21AE-42AE-B8EE09E88EC9}"/>
          </ac:grpSpMkLst>
        </pc:grpChg>
        <pc:grpChg chg="mod">
          <ac:chgData name="Bernardo Caputo Gomes" userId="6da50d2c-d1b7-4a9f-8ea6-11c55775b80e" providerId="ADAL" clId="{2E3FE783-9AB9-4869-96B1-16E14BA4AC72}" dt="2026-10-19T13:12:09.722" v="11409" actId="552"/>
          <ac:grpSpMkLst>
            <pc:docMk/>
            <pc:sldMk cId="3498216271" sldId="390"/>
            <ac:grpSpMk id="46" creationId="{D0CDB06A-6651-3F94-4D07-B55FCF9158BF}"/>
          </ac:grpSpMkLst>
        </pc:grpChg>
        <pc:grpChg chg="mod">
          <ac:chgData name="Bernardo Caputo Gomes" userId="6da50d2c-d1b7-4a9f-8ea6-11c55775b80e" providerId="ADAL" clId="{2E3FE783-9AB9-4869-96B1-16E14BA4AC72}" dt="2026-10-19T13:12:40.336" v="11425" actId="1037"/>
          <ac:grpSpMkLst>
            <pc:docMk/>
            <pc:sldMk cId="3498216271" sldId="390"/>
            <ac:grpSpMk id="52" creationId="{942D44C1-4EA5-B26A-1A5D-65182DD60670}"/>
          </ac:grpSpMkLst>
        </pc:grpChg>
        <pc:grpChg chg="mod">
          <ac:chgData name="Bernardo Caputo Gomes" userId="6da50d2c-d1b7-4a9f-8ea6-11c55775b80e" providerId="ADAL" clId="{2E3FE783-9AB9-4869-96B1-16E14BA4AC72}" dt="2026-10-19T13:12:37.275" v="11422" actId="1038"/>
          <ac:grpSpMkLst>
            <pc:docMk/>
            <pc:sldMk cId="3498216271" sldId="390"/>
            <ac:grpSpMk id="53" creationId="{0C0FBD47-1421-5613-29ED-49D53C7A23F5}"/>
          </ac:grpSpMkLst>
        </pc:grpChg>
        <pc:grpChg chg="mod">
          <ac:chgData name="Bernardo Caputo Gomes" userId="6da50d2c-d1b7-4a9f-8ea6-11c55775b80e" providerId="ADAL" clId="{2E3FE783-9AB9-4869-96B1-16E14BA4AC72}" dt="2026-10-19T13:12:29.695" v="11417" actId="1037"/>
          <ac:grpSpMkLst>
            <pc:docMk/>
            <pc:sldMk cId="3498216271" sldId="390"/>
            <ac:grpSpMk id="54" creationId="{E51626DA-069E-75F6-460D-FAB2D5C6A215}"/>
          </ac:grpSpMkLst>
        </pc:grpChg>
        <pc:grpChg chg="add del mod">
          <ac:chgData name="Bernardo Caputo Gomes" userId="6da50d2c-d1b7-4a9f-8ea6-11c55775b80e" providerId="ADAL" clId="{2E3FE783-9AB9-4869-96B1-16E14BA4AC72}" dt="2026-10-19T13:10:21.936" v="11325" actId="478"/>
          <ac:grpSpMkLst>
            <pc:docMk/>
            <pc:sldMk cId="3498216271" sldId="390"/>
            <ac:grpSpMk id="57" creationId="{065B5B78-8F2F-D6EB-5EDB-F14D690D9EE1}"/>
          </ac:grpSpMkLst>
        </pc:grpChg>
        <pc:grpChg chg="mod">
          <ac:chgData name="Bernardo Caputo Gomes" userId="6da50d2c-d1b7-4a9f-8ea6-11c55775b80e" providerId="ADAL" clId="{2E3FE783-9AB9-4869-96B1-16E14BA4AC72}" dt="2026-10-19T13:06:55.399" v="11179"/>
          <ac:grpSpMkLst>
            <pc:docMk/>
            <pc:sldMk cId="3498216271" sldId="390"/>
            <ac:grpSpMk id="60" creationId="{2476B558-49D9-10CE-9E8E-72CFC2CBE04E}"/>
          </ac:grpSpMkLst>
        </pc:grpChg>
        <pc:grpChg chg="add mod">
          <ac:chgData name="Bernardo Caputo Gomes" userId="6da50d2c-d1b7-4a9f-8ea6-11c55775b80e" providerId="ADAL" clId="{2E3FE783-9AB9-4869-96B1-16E14BA4AC72}" dt="2026-10-19T13:12:09.722" v="11409" actId="552"/>
          <ac:grpSpMkLst>
            <pc:docMk/>
            <pc:sldMk cId="3498216271" sldId="390"/>
            <ac:grpSpMk id="63" creationId="{56F8223B-3A85-4ED9-D28B-1A69D7D57A47}"/>
          </ac:grpSpMkLst>
        </pc:grpChg>
        <pc:grpChg chg="mod">
          <ac:chgData name="Bernardo Caputo Gomes" userId="6da50d2c-d1b7-4a9f-8ea6-11c55775b80e" providerId="ADAL" clId="{2E3FE783-9AB9-4869-96B1-16E14BA4AC72}" dt="2026-10-19T13:10:24.615" v="11326"/>
          <ac:grpSpMkLst>
            <pc:docMk/>
            <pc:sldMk cId="3498216271" sldId="390"/>
            <ac:grpSpMk id="66" creationId="{A475767A-CD69-A94E-2927-E0DAFA10847A}"/>
          </ac:grpSpMkLst>
        </pc:grpChg>
        <pc:grpChg chg="add mod">
          <ac:chgData name="Bernardo Caputo Gomes" userId="6da50d2c-d1b7-4a9f-8ea6-11c55775b80e" providerId="ADAL" clId="{2E3FE783-9AB9-4869-96B1-16E14BA4AC72}" dt="2026-10-19T13:12:00.224" v="11408" actId="552"/>
          <ac:grpSpMkLst>
            <pc:docMk/>
            <pc:sldMk cId="3498216271" sldId="390"/>
            <ac:grpSpMk id="69" creationId="{AFB2F98D-795F-03EE-CDC8-C4B0E99E63ED}"/>
          </ac:grpSpMkLst>
        </pc:grpChg>
        <pc:grpChg chg="mod">
          <ac:chgData name="Bernardo Caputo Gomes" userId="6da50d2c-d1b7-4a9f-8ea6-11c55775b80e" providerId="ADAL" clId="{2E3FE783-9AB9-4869-96B1-16E14BA4AC72}" dt="2026-10-19T13:10:33.374" v="11355"/>
          <ac:grpSpMkLst>
            <pc:docMk/>
            <pc:sldMk cId="3498216271" sldId="390"/>
            <ac:grpSpMk id="72" creationId="{46178F39-9EBD-4B90-E12A-2D1DE31DBE7B}"/>
          </ac:grpSpMkLst>
        </pc:grpChg>
        <pc:cxnChg chg="mod">
          <ac:chgData name="Bernardo Caputo Gomes" userId="6da50d2c-d1b7-4a9f-8ea6-11c55775b80e" providerId="ADAL" clId="{2E3FE783-9AB9-4869-96B1-16E14BA4AC72}" dt="2026-10-19T13:06:52.238" v="11177"/>
          <ac:cxnSpMkLst>
            <pc:docMk/>
            <pc:sldMk cId="3498216271" sldId="390"/>
            <ac:cxnSpMk id="27" creationId="{404D5FD1-4E1B-37DC-1DDF-5FEE4DDD8AAE}"/>
          </ac:cxnSpMkLst>
        </pc:cxnChg>
        <pc:cxnChg chg="mod">
          <ac:chgData name="Bernardo Caputo Gomes" userId="6da50d2c-d1b7-4a9f-8ea6-11c55775b80e" providerId="ADAL" clId="{2E3FE783-9AB9-4869-96B1-16E14BA4AC72}" dt="2026-10-19T13:06:55.399" v="11179"/>
          <ac:cxnSpMkLst>
            <pc:docMk/>
            <pc:sldMk cId="3498216271" sldId="390"/>
            <ac:cxnSpMk id="61" creationId="{ECBCF25A-908F-D925-B838-5B4C4DBC3963}"/>
          </ac:cxnSpMkLst>
        </pc:cxnChg>
        <pc:cxnChg chg="mod">
          <ac:chgData name="Bernardo Caputo Gomes" userId="6da50d2c-d1b7-4a9f-8ea6-11c55775b80e" providerId="ADAL" clId="{2E3FE783-9AB9-4869-96B1-16E14BA4AC72}" dt="2026-10-19T13:10:24.615" v="11326"/>
          <ac:cxnSpMkLst>
            <pc:docMk/>
            <pc:sldMk cId="3498216271" sldId="390"/>
            <ac:cxnSpMk id="67" creationId="{63C14009-3306-586B-7940-75C8F4BFCE84}"/>
          </ac:cxnSpMkLst>
        </pc:cxnChg>
        <pc:cxnChg chg="mod">
          <ac:chgData name="Bernardo Caputo Gomes" userId="6da50d2c-d1b7-4a9f-8ea6-11c55775b80e" providerId="ADAL" clId="{2E3FE783-9AB9-4869-96B1-16E14BA4AC72}" dt="2026-10-19T13:10:33.374" v="11355"/>
          <ac:cxnSpMkLst>
            <pc:docMk/>
            <pc:sldMk cId="3498216271" sldId="390"/>
            <ac:cxnSpMk id="73" creationId="{BA8DDB91-12DB-7F6C-9ABA-9A6320717D82}"/>
          </ac:cxnSpMkLst>
        </pc:cxnChg>
      </pc:sldChg>
      <pc:sldChg chg="modSp add mod">
        <pc:chgData name="Bernardo Caputo Gomes" userId="6da50d2c-d1b7-4a9f-8ea6-11c55775b80e" providerId="ADAL" clId="{2E3FE783-9AB9-4869-96B1-16E14BA4AC72}" dt="2026-10-19T13:17:25.924" v="11904" actId="207"/>
        <pc:sldMkLst>
          <pc:docMk/>
          <pc:sldMk cId="3408915542" sldId="391"/>
        </pc:sldMkLst>
        <pc:spChg chg="mod">
          <ac:chgData name="Bernardo Caputo Gomes" userId="6da50d2c-d1b7-4a9f-8ea6-11c55775b80e" providerId="ADAL" clId="{2E3FE783-9AB9-4869-96B1-16E14BA4AC72}" dt="2026-10-19T13:17:18.473" v="11903" actId="207"/>
          <ac:spMkLst>
            <pc:docMk/>
            <pc:sldMk cId="3408915542" sldId="391"/>
            <ac:spMk id="12" creationId="{0AFA9A5F-ECD7-4382-EE14-BE7D44199CEE}"/>
          </ac:spMkLst>
        </pc:spChg>
        <pc:spChg chg="mod">
          <ac:chgData name="Bernardo Caputo Gomes" userId="6da50d2c-d1b7-4a9f-8ea6-11c55775b80e" providerId="ADAL" clId="{2E3FE783-9AB9-4869-96B1-16E14BA4AC72}" dt="2026-10-19T13:17:18.473" v="11903" actId="207"/>
          <ac:spMkLst>
            <pc:docMk/>
            <pc:sldMk cId="3408915542" sldId="391"/>
            <ac:spMk id="15" creationId="{81481193-925B-3C0D-5DC0-D9B0085D54EF}"/>
          </ac:spMkLst>
        </pc:spChg>
        <pc:spChg chg="mod">
          <ac:chgData name="Bernardo Caputo Gomes" userId="6da50d2c-d1b7-4a9f-8ea6-11c55775b80e" providerId="ADAL" clId="{2E3FE783-9AB9-4869-96B1-16E14BA4AC72}" dt="2026-10-19T13:17:25.924" v="11904" actId="207"/>
          <ac:spMkLst>
            <pc:docMk/>
            <pc:sldMk cId="3408915542" sldId="391"/>
            <ac:spMk id="34" creationId="{1894F860-BB03-5EF1-41BF-825DC712D955}"/>
          </ac:spMkLst>
        </pc:spChg>
        <pc:spChg chg="mod">
          <ac:chgData name="Bernardo Caputo Gomes" userId="6da50d2c-d1b7-4a9f-8ea6-11c55775b80e" providerId="ADAL" clId="{2E3FE783-9AB9-4869-96B1-16E14BA4AC72}" dt="2026-10-19T13:17:25.924" v="11904" actId="207"/>
          <ac:spMkLst>
            <pc:docMk/>
            <pc:sldMk cId="3408915542" sldId="391"/>
            <ac:spMk id="35" creationId="{A2ADA838-91B0-DC76-8FD4-72DB99C8AD78}"/>
          </ac:spMkLst>
        </pc:spChg>
      </pc:sldChg>
      <pc:sldChg chg="modSp add mod">
        <pc:chgData name="Bernardo Caputo Gomes" userId="6da50d2c-d1b7-4a9f-8ea6-11c55775b80e" providerId="ADAL" clId="{2E3FE783-9AB9-4869-96B1-16E14BA4AC72}" dt="2026-10-19T13:17:43.064" v="11906" actId="207"/>
        <pc:sldMkLst>
          <pc:docMk/>
          <pc:sldMk cId="2413459873" sldId="392"/>
        </pc:sldMkLst>
        <pc:spChg chg="mod">
          <ac:chgData name="Bernardo Caputo Gomes" userId="6da50d2c-d1b7-4a9f-8ea6-11c55775b80e" providerId="ADAL" clId="{2E3FE783-9AB9-4869-96B1-16E14BA4AC72}" dt="2026-10-19T13:17:35.894" v="11905" actId="207"/>
          <ac:spMkLst>
            <pc:docMk/>
            <pc:sldMk cId="2413459873" sldId="392"/>
            <ac:spMk id="12" creationId="{14176C5D-35A8-77F6-2819-82EB1739D89E}"/>
          </ac:spMkLst>
        </pc:spChg>
        <pc:spChg chg="mod">
          <ac:chgData name="Bernardo Caputo Gomes" userId="6da50d2c-d1b7-4a9f-8ea6-11c55775b80e" providerId="ADAL" clId="{2E3FE783-9AB9-4869-96B1-16E14BA4AC72}" dt="2026-10-19T13:17:35.894" v="11905" actId="207"/>
          <ac:spMkLst>
            <pc:docMk/>
            <pc:sldMk cId="2413459873" sldId="392"/>
            <ac:spMk id="15" creationId="{90EBF11D-4C46-A5CF-1AE3-A5561127D9E4}"/>
          </ac:spMkLst>
        </pc:spChg>
        <pc:spChg chg="mod">
          <ac:chgData name="Bernardo Caputo Gomes" userId="6da50d2c-d1b7-4a9f-8ea6-11c55775b80e" providerId="ADAL" clId="{2E3FE783-9AB9-4869-96B1-16E14BA4AC72}" dt="2026-10-19T13:17:43.064" v="11906" actId="207"/>
          <ac:spMkLst>
            <pc:docMk/>
            <pc:sldMk cId="2413459873" sldId="392"/>
            <ac:spMk id="41" creationId="{9764CBE0-FAD0-D823-140E-D87E4F051C68}"/>
          </ac:spMkLst>
        </pc:spChg>
        <pc:spChg chg="mod">
          <ac:chgData name="Bernardo Caputo Gomes" userId="6da50d2c-d1b7-4a9f-8ea6-11c55775b80e" providerId="ADAL" clId="{2E3FE783-9AB9-4869-96B1-16E14BA4AC72}" dt="2026-10-19T13:17:43.064" v="11906" actId="207"/>
          <ac:spMkLst>
            <pc:docMk/>
            <pc:sldMk cId="2413459873" sldId="392"/>
            <ac:spMk id="42" creationId="{9E3FBC4D-458D-C735-40D8-F2C5F09084AC}"/>
          </ac:spMkLst>
        </pc:spChg>
      </pc:sldChg>
      <pc:sldChg chg="modSp add mod">
        <pc:chgData name="Bernardo Caputo Gomes" userId="6da50d2c-d1b7-4a9f-8ea6-11c55775b80e" providerId="ADAL" clId="{2E3FE783-9AB9-4869-96B1-16E14BA4AC72}" dt="2026-10-19T13:18:10.729" v="11909" actId="207"/>
        <pc:sldMkLst>
          <pc:docMk/>
          <pc:sldMk cId="4189290699" sldId="393"/>
        </pc:sldMkLst>
        <pc:spChg chg="mod">
          <ac:chgData name="Bernardo Caputo Gomes" userId="6da50d2c-d1b7-4a9f-8ea6-11c55775b80e" providerId="ADAL" clId="{2E3FE783-9AB9-4869-96B1-16E14BA4AC72}" dt="2026-10-19T13:18:10.729" v="11909" actId="207"/>
          <ac:spMkLst>
            <pc:docMk/>
            <pc:sldMk cId="4189290699" sldId="393"/>
            <ac:spMk id="12" creationId="{DE487144-7A99-041A-682E-E8AA37C2680F}"/>
          </ac:spMkLst>
        </pc:spChg>
        <pc:spChg chg="mod">
          <ac:chgData name="Bernardo Caputo Gomes" userId="6da50d2c-d1b7-4a9f-8ea6-11c55775b80e" providerId="ADAL" clId="{2E3FE783-9AB9-4869-96B1-16E14BA4AC72}" dt="2026-10-19T13:17:56.621" v="11907" actId="207"/>
          <ac:spMkLst>
            <pc:docMk/>
            <pc:sldMk cId="4189290699" sldId="393"/>
            <ac:spMk id="14" creationId="{890943D8-EAA9-924A-01C1-6F6E4EE97CC1}"/>
          </ac:spMkLst>
        </pc:spChg>
        <pc:spChg chg="mod">
          <ac:chgData name="Bernardo Caputo Gomes" userId="6da50d2c-d1b7-4a9f-8ea6-11c55775b80e" providerId="ADAL" clId="{2E3FE783-9AB9-4869-96B1-16E14BA4AC72}" dt="2026-10-19T13:18:10.729" v="11909" actId="207"/>
          <ac:spMkLst>
            <pc:docMk/>
            <pc:sldMk cId="4189290699" sldId="393"/>
            <ac:spMk id="15" creationId="{C5FC544E-892F-929A-3484-4BF3B131758A}"/>
          </ac:spMkLst>
        </pc:spChg>
        <pc:spChg chg="mod">
          <ac:chgData name="Bernardo Caputo Gomes" userId="6da50d2c-d1b7-4a9f-8ea6-11c55775b80e" providerId="ADAL" clId="{2E3FE783-9AB9-4869-96B1-16E14BA4AC72}" dt="2026-10-19T13:17:56.621" v="11907" actId="207"/>
          <ac:spMkLst>
            <pc:docMk/>
            <pc:sldMk cId="4189290699" sldId="393"/>
            <ac:spMk id="17" creationId="{3513BAFA-151F-A6B8-C452-946784D62A45}"/>
          </ac:spMkLst>
        </pc:spChg>
      </pc:sldChg>
      <pc:sldChg chg="modSp add mod">
        <pc:chgData name="Bernardo Caputo Gomes" userId="6da50d2c-d1b7-4a9f-8ea6-11c55775b80e" providerId="ADAL" clId="{2E3FE783-9AB9-4869-96B1-16E14BA4AC72}" dt="2026-10-19T13:18:32.997" v="11912" actId="207"/>
        <pc:sldMkLst>
          <pc:docMk/>
          <pc:sldMk cId="4157236115" sldId="394"/>
        </pc:sldMkLst>
        <pc:spChg chg="mod">
          <ac:chgData name="Bernardo Caputo Gomes" userId="6da50d2c-d1b7-4a9f-8ea6-11c55775b80e" providerId="ADAL" clId="{2E3FE783-9AB9-4869-96B1-16E14BA4AC72}" dt="2026-10-19T13:18:21.567" v="11910" actId="207"/>
          <ac:spMkLst>
            <pc:docMk/>
            <pc:sldMk cId="4157236115" sldId="394"/>
            <ac:spMk id="12" creationId="{3D25D192-08B2-962E-4967-51AFF70D43E5}"/>
          </ac:spMkLst>
        </pc:spChg>
        <pc:spChg chg="mod">
          <ac:chgData name="Bernardo Caputo Gomes" userId="6da50d2c-d1b7-4a9f-8ea6-11c55775b80e" providerId="ADAL" clId="{2E3FE783-9AB9-4869-96B1-16E14BA4AC72}" dt="2026-10-19T13:18:21.567" v="11910" actId="207"/>
          <ac:spMkLst>
            <pc:docMk/>
            <pc:sldMk cId="4157236115" sldId="394"/>
            <ac:spMk id="15" creationId="{12410C2E-F3A4-E7FB-F1EC-980292639224}"/>
          </ac:spMkLst>
        </pc:spChg>
        <pc:spChg chg="mod">
          <ac:chgData name="Bernardo Caputo Gomes" userId="6da50d2c-d1b7-4a9f-8ea6-11c55775b80e" providerId="ADAL" clId="{2E3FE783-9AB9-4869-96B1-16E14BA4AC72}" dt="2026-10-19T13:18:32.997" v="11912" actId="207"/>
          <ac:spMkLst>
            <pc:docMk/>
            <pc:sldMk cId="4157236115" sldId="394"/>
            <ac:spMk id="47" creationId="{1E6C7032-200D-03BD-323F-5F5398206A8A}"/>
          </ac:spMkLst>
        </pc:spChg>
        <pc:spChg chg="mod">
          <ac:chgData name="Bernardo Caputo Gomes" userId="6da50d2c-d1b7-4a9f-8ea6-11c55775b80e" providerId="ADAL" clId="{2E3FE783-9AB9-4869-96B1-16E14BA4AC72}" dt="2026-10-19T13:18:32.997" v="11912" actId="207"/>
          <ac:spMkLst>
            <pc:docMk/>
            <pc:sldMk cId="4157236115" sldId="394"/>
            <ac:spMk id="48" creationId="{A77F7FC6-3FE2-6171-4843-8245C2AF4020}"/>
          </ac:spMkLst>
        </pc:spChg>
      </pc:sldChg>
      <pc:sldChg chg="modSp add mod">
        <pc:chgData name="Bernardo Caputo Gomes" userId="6da50d2c-d1b7-4a9f-8ea6-11c55775b80e" providerId="ADAL" clId="{2E3FE783-9AB9-4869-96B1-16E14BA4AC72}" dt="2026-10-19T13:19:06.537" v="11916" actId="207"/>
        <pc:sldMkLst>
          <pc:docMk/>
          <pc:sldMk cId="3294839872" sldId="395"/>
        </pc:sldMkLst>
        <pc:spChg chg="mod">
          <ac:chgData name="Bernardo Caputo Gomes" userId="6da50d2c-d1b7-4a9f-8ea6-11c55775b80e" providerId="ADAL" clId="{2E3FE783-9AB9-4869-96B1-16E14BA4AC72}" dt="2026-10-19T13:18:45.273" v="11914" actId="207"/>
          <ac:spMkLst>
            <pc:docMk/>
            <pc:sldMk cId="3294839872" sldId="395"/>
            <ac:spMk id="12" creationId="{2D670672-70B1-6A37-7A31-A4F8D539BE7C}"/>
          </ac:spMkLst>
        </pc:spChg>
        <pc:spChg chg="mod">
          <ac:chgData name="Bernardo Caputo Gomes" userId="6da50d2c-d1b7-4a9f-8ea6-11c55775b80e" providerId="ADAL" clId="{2E3FE783-9AB9-4869-96B1-16E14BA4AC72}" dt="2026-10-19T13:18:45.273" v="11914" actId="207"/>
          <ac:spMkLst>
            <pc:docMk/>
            <pc:sldMk cId="3294839872" sldId="395"/>
            <ac:spMk id="15" creationId="{DD13785D-BCE6-7C3B-3F7E-67CC26BEEF2C}"/>
          </ac:spMkLst>
        </pc:spChg>
        <pc:spChg chg="mod">
          <ac:chgData name="Bernardo Caputo Gomes" userId="6da50d2c-d1b7-4a9f-8ea6-11c55775b80e" providerId="ADAL" clId="{2E3FE783-9AB9-4869-96B1-16E14BA4AC72}" dt="2026-10-19T13:19:06.537" v="11916" actId="207"/>
          <ac:spMkLst>
            <pc:docMk/>
            <pc:sldMk cId="3294839872" sldId="395"/>
            <ac:spMk id="64" creationId="{5BD8DAB4-B1DA-B391-6002-32F64637556E}"/>
          </ac:spMkLst>
        </pc:spChg>
        <pc:spChg chg="mod">
          <ac:chgData name="Bernardo Caputo Gomes" userId="6da50d2c-d1b7-4a9f-8ea6-11c55775b80e" providerId="ADAL" clId="{2E3FE783-9AB9-4869-96B1-16E14BA4AC72}" dt="2026-10-19T13:19:06.537" v="11916" actId="207"/>
          <ac:spMkLst>
            <pc:docMk/>
            <pc:sldMk cId="3294839872" sldId="395"/>
            <ac:spMk id="65" creationId="{7E3F5B81-FC28-B434-C5FB-A964B18BE225}"/>
          </ac:spMkLst>
        </pc:spChg>
      </pc:sldChg>
      <pc:sldChg chg="modSp add mod">
        <pc:chgData name="Bernardo Caputo Gomes" userId="6da50d2c-d1b7-4a9f-8ea6-11c55775b80e" providerId="ADAL" clId="{2E3FE783-9AB9-4869-96B1-16E14BA4AC72}" dt="2026-10-19T13:19:29.078" v="11918" actId="207"/>
        <pc:sldMkLst>
          <pc:docMk/>
          <pc:sldMk cId="229915949" sldId="396"/>
        </pc:sldMkLst>
        <pc:spChg chg="mod">
          <ac:chgData name="Bernardo Caputo Gomes" userId="6da50d2c-d1b7-4a9f-8ea6-11c55775b80e" providerId="ADAL" clId="{2E3FE783-9AB9-4869-96B1-16E14BA4AC72}" dt="2026-10-19T13:18:54.721" v="11915" actId="207"/>
          <ac:spMkLst>
            <pc:docMk/>
            <pc:sldMk cId="229915949" sldId="396"/>
            <ac:spMk id="12" creationId="{EF9648E5-604F-AC27-0625-F178673F9B11}"/>
          </ac:spMkLst>
        </pc:spChg>
        <pc:spChg chg="mod">
          <ac:chgData name="Bernardo Caputo Gomes" userId="6da50d2c-d1b7-4a9f-8ea6-11c55775b80e" providerId="ADAL" clId="{2E3FE783-9AB9-4869-96B1-16E14BA4AC72}" dt="2026-10-19T13:18:54.721" v="11915" actId="207"/>
          <ac:spMkLst>
            <pc:docMk/>
            <pc:sldMk cId="229915949" sldId="396"/>
            <ac:spMk id="15" creationId="{1F6F99D0-CEA0-FA62-BA2E-0573B9FA331C}"/>
          </ac:spMkLst>
        </pc:spChg>
        <pc:spChg chg="mod">
          <ac:chgData name="Bernardo Caputo Gomes" userId="6da50d2c-d1b7-4a9f-8ea6-11c55775b80e" providerId="ADAL" clId="{2E3FE783-9AB9-4869-96B1-16E14BA4AC72}" dt="2026-10-19T13:19:29.078" v="11918" actId="207"/>
          <ac:spMkLst>
            <pc:docMk/>
            <pc:sldMk cId="229915949" sldId="396"/>
            <ac:spMk id="70" creationId="{838787CD-AECF-988B-B124-3045ADBBDD0F}"/>
          </ac:spMkLst>
        </pc:spChg>
        <pc:spChg chg="mod">
          <ac:chgData name="Bernardo Caputo Gomes" userId="6da50d2c-d1b7-4a9f-8ea6-11c55775b80e" providerId="ADAL" clId="{2E3FE783-9AB9-4869-96B1-16E14BA4AC72}" dt="2026-10-19T13:19:29.078" v="11918" actId="207"/>
          <ac:spMkLst>
            <pc:docMk/>
            <pc:sldMk cId="229915949" sldId="396"/>
            <ac:spMk id="71" creationId="{F4C9817D-F183-4491-E1EC-939E3475E9C5}"/>
          </ac:spMkLst>
        </pc:spChg>
      </pc:sldChg>
      <pc:sldChg chg="delSp modSp add mod">
        <pc:chgData name="Bernardo Caputo Gomes" userId="6da50d2c-d1b7-4a9f-8ea6-11c55775b80e" providerId="ADAL" clId="{2E3FE783-9AB9-4869-96B1-16E14BA4AC72}" dt="2026-10-19T13:31:01.269" v="12360" actId="207"/>
        <pc:sldMkLst>
          <pc:docMk/>
          <pc:sldMk cId="1839345554" sldId="399"/>
        </pc:sldMkLst>
        <pc:spChg chg="mod">
          <ac:chgData name="Bernardo Caputo Gomes" userId="6da50d2c-d1b7-4a9f-8ea6-11c55775b80e" providerId="ADAL" clId="{2E3FE783-9AB9-4869-96B1-16E14BA4AC72}" dt="2026-10-19T13:29:41.359" v="12310" actId="20577"/>
          <ac:spMkLst>
            <pc:docMk/>
            <pc:sldMk cId="1839345554" sldId="399"/>
            <ac:spMk id="2" creationId="{F0BE6AB6-39B7-D1A0-7BF6-643D1FF4E43E}"/>
          </ac:spMkLst>
        </pc:spChg>
        <pc:spChg chg="del">
          <ac:chgData name="Bernardo Caputo Gomes" userId="6da50d2c-d1b7-4a9f-8ea6-11c55775b80e" providerId="ADAL" clId="{2E3FE783-9AB9-4869-96B1-16E14BA4AC72}" dt="2026-10-19T13:29:36.979" v="12307" actId="478"/>
          <ac:spMkLst>
            <pc:docMk/>
            <pc:sldMk cId="1839345554" sldId="399"/>
            <ac:spMk id="5" creationId="{1F774258-5009-FF15-5F9A-C65BC2B65096}"/>
          </ac:spMkLst>
        </pc:spChg>
        <pc:spChg chg="mod">
          <ac:chgData name="Bernardo Caputo Gomes" userId="6da50d2c-d1b7-4a9f-8ea6-11c55775b80e" providerId="ADAL" clId="{2E3FE783-9AB9-4869-96B1-16E14BA4AC72}" dt="2026-10-19T13:31:01.269" v="12360" actId="207"/>
          <ac:spMkLst>
            <pc:docMk/>
            <pc:sldMk cId="1839345554" sldId="399"/>
            <ac:spMk id="8" creationId="{840D43C2-CB3B-98F4-7818-74778B3B2C18}"/>
          </ac:spMkLst>
        </pc:spChg>
        <pc:spChg chg="mod">
          <ac:chgData name="Bernardo Caputo Gomes" userId="6da50d2c-d1b7-4a9f-8ea6-11c55775b80e" providerId="ADAL" clId="{2E3FE783-9AB9-4869-96B1-16E14BA4AC72}" dt="2026-10-19T13:29:46.795" v="12352" actId="6549"/>
          <ac:spMkLst>
            <pc:docMk/>
            <pc:sldMk cId="1839345554" sldId="399"/>
            <ac:spMk id="15" creationId="{D844615F-04D0-170D-E78C-995B73152BBF}"/>
          </ac:spMkLst>
        </pc:spChg>
        <pc:spChg chg="del">
          <ac:chgData name="Bernardo Caputo Gomes" userId="6da50d2c-d1b7-4a9f-8ea6-11c55775b80e" providerId="ADAL" clId="{2E3FE783-9AB9-4869-96B1-16E14BA4AC72}" dt="2026-10-19T13:29:36.979" v="12307" actId="478"/>
          <ac:spMkLst>
            <pc:docMk/>
            <pc:sldMk cId="1839345554" sldId="399"/>
            <ac:spMk id="5020" creationId="{82643EA0-15EF-1E23-F1D0-0DB11A192C32}"/>
          </ac:spMkLst>
        </pc:spChg>
        <pc:spChg chg="del">
          <ac:chgData name="Bernardo Caputo Gomes" userId="6da50d2c-d1b7-4a9f-8ea6-11c55775b80e" providerId="ADAL" clId="{2E3FE783-9AB9-4869-96B1-16E14BA4AC72}" dt="2026-10-19T13:29:36.979" v="12307" actId="478"/>
          <ac:spMkLst>
            <pc:docMk/>
            <pc:sldMk cId="1839345554" sldId="399"/>
            <ac:spMk id="5022" creationId="{4486B112-BBAF-6A4D-B923-806A4401BA9D}"/>
          </ac:spMkLst>
        </pc:spChg>
        <pc:spChg chg="del">
          <ac:chgData name="Bernardo Caputo Gomes" userId="6da50d2c-d1b7-4a9f-8ea6-11c55775b80e" providerId="ADAL" clId="{2E3FE783-9AB9-4869-96B1-16E14BA4AC72}" dt="2026-10-19T13:29:36.979" v="12307" actId="478"/>
          <ac:spMkLst>
            <pc:docMk/>
            <pc:sldMk cId="1839345554" sldId="399"/>
            <ac:spMk id="5029" creationId="{DFB39612-4301-2813-D8D2-3798B81B4E65}"/>
          </ac:spMkLst>
        </pc:spChg>
        <pc:spChg chg="del">
          <ac:chgData name="Bernardo Caputo Gomes" userId="6da50d2c-d1b7-4a9f-8ea6-11c55775b80e" providerId="ADAL" clId="{2E3FE783-9AB9-4869-96B1-16E14BA4AC72}" dt="2026-10-19T13:29:36.979" v="12307" actId="478"/>
          <ac:spMkLst>
            <pc:docMk/>
            <pc:sldMk cId="1839345554" sldId="399"/>
            <ac:spMk id="5032" creationId="{DDF6ADA7-5515-CDE0-BB11-4D44A933E433}"/>
          </ac:spMkLst>
        </pc:spChg>
        <pc:spChg chg="del">
          <ac:chgData name="Bernardo Caputo Gomes" userId="6da50d2c-d1b7-4a9f-8ea6-11c55775b80e" providerId="ADAL" clId="{2E3FE783-9AB9-4869-96B1-16E14BA4AC72}" dt="2026-10-19T13:29:36.979" v="12307" actId="478"/>
          <ac:spMkLst>
            <pc:docMk/>
            <pc:sldMk cId="1839345554" sldId="399"/>
            <ac:spMk id="5034" creationId="{B3E381DC-BFCE-B646-CCFD-EEFD0C6312A3}"/>
          </ac:spMkLst>
        </pc:spChg>
        <pc:spChg chg="del">
          <ac:chgData name="Bernardo Caputo Gomes" userId="6da50d2c-d1b7-4a9f-8ea6-11c55775b80e" providerId="ADAL" clId="{2E3FE783-9AB9-4869-96B1-16E14BA4AC72}" dt="2026-10-19T13:29:36.979" v="12307" actId="478"/>
          <ac:spMkLst>
            <pc:docMk/>
            <pc:sldMk cId="1839345554" sldId="399"/>
            <ac:spMk id="5037" creationId="{3531C56C-5D9D-048D-8F47-88B3674053AE}"/>
          </ac:spMkLst>
        </pc:spChg>
        <pc:spChg chg="del">
          <ac:chgData name="Bernardo Caputo Gomes" userId="6da50d2c-d1b7-4a9f-8ea6-11c55775b80e" providerId="ADAL" clId="{2E3FE783-9AB9-4869-96B1-16E14BA4AC72}" dt="2026-10-19T13:29:36.979" v="12307" actId="478"/>
          <ac:spMkLst>
            <pc:docMk/>
            <pc:sldMk cId="1839345554" sldId="399"/>
            <ac:spMk id="5044" creationId="{67422D43-EB56-532A-298E-DEB277600B82}"/>
          </ac:spMkLst>
        </pc:spChg>
        <pc:spChg chg="del">
          <ac:chgData name="Bernardo Caputo Gomes" userId="6da50d2c-d1b7-4a9f-8ea6-11c55775b80e" providerId="ADAL" clId="{2E3FE783-9AB9-4869-96B1-16E14BA4AC72}" dt="2026-10-19T13:29:36.979" v="12307" actId="478"/>
          <ac:spMkLst>
            <pc:docMk/>
            <pc:sldMk cId="1839345554" sldId="399"/>
            <ac:spMk id="6002" creationId="{E2523D01-3904-480E-977B-BDDB967FD45D}"/>
          </ac:spMkLst>
        </pc:spChg>
        <pc:spChg chg="del">
          <ac:chgData name="Bernardo Caputo Gomes" userId="6da50d2c-d1b7-4a9f-8ea6-11c55775b80e" providerId="ADAL" clId="{2E3FE783-9AB9-4869-96B1-16E14BA4AC72}" dt="2026-10-19T13:29:36.979" v="12307" actId="478"/>
          <ac:spMkLst>
            <pc:docMk/>
            <pc:sldMk cId="1839345554" sldId="399"/>
            <ac:spMk id="6003" creationId="{DC753257-E2B2-0558-D712-4643B1D67E6F}"/>
          </ac:spMkLst>
        </pc:spChg>
      </pc:sldChg>
      <pc:sldChg chg="new del">
        <pc:chgData name="Bernardo Caputo Gomes" userId="6da50d2c-d1b7-4a9f-8ea6-11c55775b80e" providerId="ADAL" clId="{2E3FE783-9AB9-4869-96B1-16E14BA4AC72}" dt="2026-10-19T13:29:23.939" v="12305" actId="47"/>
        <pc:sldMkLst>
          <pc:docMk/>
          <pc:sldMk cId="1975615052" sldId="399"/>
        </pc:sldMkLst>
      </pc:sldChg>
      <pc:sldChg chg="add del">
        <pc:chgData name="Bernardo Caputo Gomes" userId="6da50d2c-d1b7-4a9f-8ea6-11c55775b80e" providerId="ADAL" clId="{2E3FE783-9AB9-4869-96B1-16E14BA4AC72}" dt="2026-10-19T13:30:10.424" v="12355" actId="2696"/>
        <pc:sldMkLst>
          <pc:docMk/>
          <pc:sldMk cId="1390383358" sldId="400"/>
        </pc:sldMkLst>
      </pc:sldChg>
      <pc:sldChg chg="modSp add mod">
        <pc:chgData name="Bernardo Caputo Gomes" userId="6da50d2c-d1b7-4a9f-8ea6-11c55775b80e" providerId="ADAL" clId="{2E3FE783-9AB9-4869-96B1-16E14BA4AC72}" dt="2026-10-19T13:31:10.636" v="12362" actId="113"/>
        <pc:sldMkLst>
          <pc:docMk/>
          <pc:sldMk cId="2930551351" sldId="400"/>
        </pc:sldMkLst>
        <pc:spChg chg="mod">
          <ac:chgData name="Bernardo Caputo Gomes" userId="6da50d2c-d1b7-4a9f-8ea6-11c55775b80e" providerId="ADAL" clId="{2E3FE783-9AB9-4869-96B1-16E14BA4AC72}" dt="2026-10-19T13:31:10.636" v="12362" actId="113"/>
          <ac:spMkLst>
            <pc:docMk/>
            <pc:sldMk cId="2930551351" sldId="400"/>
            <ac:spMk id="8" creationId="{E765D56D-A8BC-6ABD-5053-D5DBD16EF40E}"/>
          </ac:spMkLst>
        </pc:spChg>
      </pc:sldChg>
      <pc:sldChg chg="modSp add mod">
        <pc:chgData name="Bernardo Caputo Gomes" userId="6da50d2c-d1b7-4a9f-8ea6-11c55775b80e" providerId="ADAL" clId="{2E3FE783-9AB9-4869-96B1-16E14BA4AC72}" dt="2026-10-19T13:31:19.267" v="12364" actId="113"/>
        <pc:sldMkLst>
          <pc:docMk/>
          <pc:sldMk cId="286411873" sldId="401"/>
        </pc:sldMkLst>
        <pc:spChg chg="mod">
          <ac:chgData name="Bernardo Caputo Gomes" userId="6da50d2c-d1b7-4a9f-8ea6-11c55775b80e" providerId="ADAL" clId="{2E3FE783-9AB9-4869-96B1-16E14BA4AC72}" dt="2026-10-19T13:31:19.267" v="12364" actId="113"/>
          <ac:spMkLst>
            <pc:docMk/>
            <pc:sldMk cId="286411873" sldId="401"/>
            <ac:spMk id="8" creationId="{1B965414-171B-A41A-3260-1ABF7D651EAA}"/>
          </ac:spMkLst>
        </pc:spChg>
      </pc:sldChg>
    </pc:docChg>
  </pc:docChgLst>
  <pc:docChgLst>
    <pc:chgData name="Bruno Manta Madeira Campos Alencar" userId="4327be56-e764-4786-bbc9-4034bdd2f807" providerId="ADAL" clId="{C811E4A2-0D17-3F70-B06C-F25B82BD9BC0}"/>
    <pc:docChg chg="modSld">
      <pc:chgData name="Bruno Manta Madeira Campos Alencar" userId="4327be56-e764-4786-bbc9-4034bdd2f807" providerId="ADAL" clId="{C811E4A2-0D17-3F70-B06C-F25B82BD9BC0}" dt="2026-09-14T14:14:46.668" v="19" actId="20577"/>
      <pc:docMkLst>
        <pc:docMk/>
      </pc:docMkLst>
    </pc:docChg>
  </pc:docChgLst>
  <pc:docChgLst>
    <pc:chgData name="Bruno Manta Madeira Campos Alencar" userId="S::brunommca@al.insper.edu.br::4327be56-e764-4786-bbc9-4034bdd2f807" providerId="AD" clId="Web-{F8937873-6A18-5783-C955-0F92E030BE9C}"/>
    <pc:docChg chg="modSld">
      <pc:chgData name="Bruno Manta Madeira Campos Alencar" userId="S::brunommca@al.insper.edu.br::4327be56-e764-4786-bbc9-4034bdd2f807" providerId="AD" clId="Web-{F8937873-6A18-5783-C955-0F92E030BE9C}" dt="2026-09-20T21:38:08.361" v="347" actId="1076"/>
      <pc:docMkLst>
        <pc:docMk/>
      </pc:docMkLst>
      <pc:sldChg chg="addSp delSp modSp modNotes">
        <pc:chgData name="Bruno Manta Madeira Campos Alencar" userId="S::brunommca@al.insper.edu.br::4327be56-e764-4786-bbc9-4034bdd2f807" providerId="AD" clId="Web-{F8937873-6A18-5783-C955-0F92E030BE9C}" dt="2026-09-20T21:38:08.361" v="347" actId="1076"/>
        <pc:sldMkLst>
          <pc:docMk/>
          <pc:sldMk cId="801149791" sldId="311"/>
        </pc:sldMkLst>
        <pc:spChg chg="mod">
          <ac:chgData name="Bruno Manta Madeira Campos Alencar" userId="S::brunommca@al.insper.edu.br::4327be56-e764-4786-bbc9-4034bdd2f807" providerId="AD" clId="Web-{F8937873-6A18-5783-C955-0F92E030BE9C}" dt="2026-09-20T21:31:38.207" v="177" actId="20577"/>
          <ac:spMkLst>
            <pc:docMk/>
            <pc:sldMk cId="801149791" sldId="311"/>
            <ac:spMk id="11" creationId="{6DC6E710-8D0C-AF3E-B8D1-1B55D5636C6C}"/>
          </ac:spMkLst>
        </pc:spChg>
        <pc:spChg chg="add del mod">
          <ac:chgData name="Bruno Manta Madeira Campos Alencar" userId="S::brunommca@al.insper.edu.br::4327be56-e764-4786-bbc9-4034bdd2f807" providerId="AD" clId="Web-{F8937873-6A18-5783-C955-0F92E030BE9C}" dt="2026-09-20T21:24:31.145" v="104" actId="20577"/>
          <ac:spMkLst>
            <pc:docMk/>
            <pc:sldMk cId="801149791" sldId="311"/>
            <ac:spMk id="15" creationId="{F6F88A37-4E8E-7151-BF2C-4146665C6757}"/>
          </ac:spMkLst>
        </pc:spChg>
        <pc:graphicFrameChg chg="mod">
          <ac:chgData name="Bruno Manta Madeira Campos Alencar" userId="S::brunommca@al.insper.edu.br::4327be56-e764-4786-bbc9-4034bdd2f807" providerId="AD" clId="Web-{F8937873-6A18-5783-C955-0F92E030BE9C}" dt="2026-09-20T21:38:08.361" v="347" actId="1076"/>
          <ac:graphicFrameMkLst>
            <pc:docMk/>
            <pc:sldMk cId="801149791" sldId="311"/>
            <ac:graphicFrameMk id="8" creationId="{C244A5EA-3344-9CBD-1007-8198A0191E71}"/>
          </ac:graphicFrameMkLst>
        </pc:graphicFrameChg>
      </pc:sldChg>
    </pc:docChg>
  </pc:docChgLst>
  <pc:docChgLst>
    <pc:chgData name="Kauã Victor Dias dos Santos" userId="S::kauavds@al.insper.edu.br::563eb8b5-1801-4757-bc17-2373c34c55c9" providerId="AD" clId="Web-{00000000-0000-0000-0000-000000000000}"/>
    <pc:docChg chg="addSld delSld modSld sldOrd">
      <pc:chgData name="Kauã Victor Dias dos Santos" userId="S::kauavds@al.insper.edu.br::563eb8b5-1801-4757-bc17-2373c34c55c9" providerId="AD" clId="Web-{00000000-0000-0000-0000-000000000000}" dt="2026-09-20T21:50:41.630" v="2676" actId="20577"/>
      <pc:docMkLst>
        <pc:docMk/>
      </pc:docMkLst>
      <pc:sldChg chg="modNotes">
        <pc:chgData name="Kauã Victor Dias dos Santos" userId="S::kauavds@al.insper.edu.br::563eb8b5-1801-4757-bc17-2373c34c55c9" providerId="AD" clId="Web-{00000000-0000-0000-0000-000000000000}" dt="2026-09-20T19:24:44.119" v="129"/>
        <pc:sldMkLst>
          <pc:docMk/>
          <pc:sldMk cId="940414154" sldId="272"/>
        </pc:sldMkLst>
      </pc:sldChg>
      <pc:sldChg chg="mod modShow">
        <pc:chgData name="Kauã Victor Dias dos Santos" userId="S::kauavds@al.insper.edu.br::563eb8b5-1801-4757-bc17-2373c34c55c9" providerId="AD" clId="Web-{00000000-0000-0000-0000-000000000000}" dt="2026-09-20T20:43:39.828" v="1879"/>
        <pc:sldMkLst>
          <pc:docMk/>
          <pc:sldMk cId="1653737069" sldId="286"/>
        </pc:sldMkLst>
      </pc:sldChg>
      <pc:sldChg chg="mod modShow modNotes">
        <pc:chgData name="Kauã Victor Dias dos Santos" userId="S::kauavds@al.insper.edu.br::563eb8b5-1801-4757-bc17-2373c34c55c9" providerId="AD" clId="Web-{00000000-0000-0000-0000-000000000000}" dt="2026-09-20T21:43:49.818" v="2651"/>
        <pc:sldMkLst>
          <pc:docMk/>
          <pc:sldMk cId="801149791" sldId="311"/>
        </pc:sldMkLst>
      </pc:sldChg>
      <pc:sldChg chg="modSp ord modNotes">
        <pc:chgData name="Kauã Victor Dias dos Santos" userId="S::kauavds@al.insper.edu.br::563eb8b5-1801-4757-bc17-2373c34c55c9" providerId="AD" clId="Web-{00000000-0000-0000-0000-000000000000}" dt="2026-09-20T20:49:07.121" v="2057"/>
        <pc:sldMkLst>
          <pc:docMk/>
          <pc:sldMk cId="4031254641" sldId="326"/>
        </pc:sldMkLst>
        <pc:spChg chg="mod">
          <ac:chgData name="Kauã Victor Dias dos Santos" userId="S::kauavds@al.insper.edu.br::563eb8b5-1801-4757-bc17-2373c34c55c9" providerId="AD" clId="Web-{00000000-0000-0000-0000-000000000000}" dt="2026-09-16T13:19:36.253" v="17" actId="20577"/>
          <ac:spMkLst>
            <pc:docMk/>
            <pc:sldMk cId="4031254641" sldId="326"/>
            <ac:spMk id="15" creationId="{9799EF2C-F951-6031-6A7E-04B3984DFF39}"/>
          </ac:spMkLst>
        </pc:spChg>
        <pc:spChg chg="mod">
          <ac:chgData name="Kauã Victor Dias dos Santos" userId="S::kauavds@al.insper.edu.br::563eb8b5-1801-4757-bc17-2373c34c55c9" providerId="AD" clId="Web-{00000000-0000-0000-0000-000000000000}" dt="2026-09-16T13:23:15.182" v="84" actId="20577"/>
          <ac:spMkLst>
            <pc:docMk/>
            <pc:sldMk cId="4031254641" sldId="326"/>
            <ac:spMk id="2002" creationId="{00000000-0000-0000-0000-000000000000}"/>
          </ac:spMkLst>
        </pc:spChg>
        <pc:spChg chg="mod">
          <ac:chgData name="Kauã Victor Dias dos Santos" userId="S::kauavds@al.insper.edu.br::563eb8b5-1801-4757-bc17-2373c34c55c9" providerId="AD" clId="Web-{00000000-0000-0000-0000-000000000000}" dt="2026-09-20T19:52:44.103" v="846" actId="20577"/>
          <ac:spMkLst>
            <pc:docMk/>
            <pc:sldMk cId="4031254641" sldId="326"/>
            <ac:spMk id="2005" creationId="{00000000-0000-0000-0000-000000000000}"/>
          </ac:spMkLst>
        </pc:spChg>
        <pc:spChg chg="mod">
          <ac:chgData name="Kauã Victor Dias dos Santos" userId="S::kauavds@al.insper.edu.br::563eb8b5-1801-4757-bc17-2373c34c55c9" providerId="AD" clId="Web-{00000000-0000-0000-0000-000000000000}" dt="2026-09-20T19:50:13.534" v="798" actId="20577"/>
          <ac:spMkLst>
            <pc:docMk/>
            <pc:sldMk cId="4031254641" sldId="326"/>
            <ac:spMk id="2006" creationId="{00000000-0000-0000-0000-000000000000}"/>
          </ac:spMkLst>
        </pc:spChg>
        <pc:spChg chg="mod">
          <ac:chgData name="Kauã Victor Dias dos Santos" userId="S::kauavds@al.insper.edu.br::563eb8b5-1801-4757-bc17-2373c34c55c9" providerId="AD" clId="Web-{00000000-0000-0000-0000-000000000000}" dt="2026-09-20T19:52:54.338" v="847" actId="20577"/>
          <ac:spMkLst>
            <pc:docMk/>
            <pc:sldMk cId="4031254641" sldId="326"/>
            <ac:spMk id="2007" creationId="{00000000-0000-0000-0000-000000000000}"/>
          </ac:spMkLst>
        </pc:spChg>
        <pc:spChg chg="mod">
          <ac:chgData name="Kauã Victor Dias dos Santos" userId="S::kauavds@al.insper.edu.br::563eb8b5-1801-4757-bc17-2373c34c55c9" providerId="AD" clId="Web-{00000000-0000-0000-0000-000000000000}" dt="2026-09-20T19:50:12.316" v="797" actId="20577"/>
          <ac:spMkLst>
            <pc:docMk/>
            <pc:sldMk cId="4031254641" sldId="326"/>
            <ac:spMk id="2008" creationId="{00000000-0000-0000-0000-000000000000}"/>
          </ac:spMkLst>
        </pc:spChg>
        <pc:spChg chg="mod">
          <ac:chgData name="Kauã Victor Dias dos Santos" userId="S::kauavds@al.insper.edu.br::563eb8b5-1801-4757-bc17-2373c34c55c9" providerId="AD" clId="Web-{00000000-0000-0000-0000-000000000000}" dt="2026-09-16T13:22:46.853" v="83" actId="20577"/>
          <ac:spMkLst>
            <pc:docMk/>
            <pc:sldMk cId="4031254641" sldId="326"/>
            <ac:spMk id="2011" creationId="{00000000-0000-0000-0000-000000000000}"/>
          </ac:spMkLst>
        </pc:spChg>
        <pc:spChg chg="mod">
          <ac:chgData name="Kauã Victor Dias dos Santos" userId="S::kauavds@al.insper.edu.br::563eb8b5-1801-4757-bc17-2373c34c55c9" providerId="AD" clId="Web-{00000000-0000-0000-0000-000000000000}" dt="2026-09-20T19:50:16.456" v="799" actId="20577"/>
          <ac:spMkLst>
            <pc:docMk/>
            <pc:sldMk cId="4031254641" sldId="326"/>
            <ac:spMk id="2014" creationId="{00000000-0000-0000-0000-000000000000}"/>
          </ac:spMkLst>
        </pc:spChg>
        <pc:spChg chg="mod">
          <ac:chgData name="Kauã Victor Dias dos Santos" userId="S::kauavds@al.insper.edu.br::563eb8b5-1801-4757-bc17-2373c34c55c9" providerId="AD" clId="Web-{00000000-0000-0000-0000-000000000000}" dt="2026-09-20T19:50:19.628" v="800" actId="20577"/>
          <ac:spMkLst>
            <pc:docMk/>
            <pc:sldMk cId="4031254641" sldId="326"/>
            <ac:spMk id="2016" creationId="{00000000-0000-0000-0000-000000000000}"/>
          </ac:spMkLst>
        </pc:spChg>
      </pc:sldChg>
      <pc:sldChg chg="modSp modNotes">
        <pc:chgData name="Kauã Victor Dias dos Santos" userId="S::kauavds@al.insper.edu.br::563eb8b5-1801-4757-bc17-2373c34c55c9" providerId="AD" clId="Web-{00000000-0000-0000-0000-000000000000}" dt="2026-09-20T21:50:41.630" v="2676" actId="20577"/>
        <pc:sldMkLst>
          <pc:docMk/>
          <pc:sldMk cId="2721456284" sldId="328"/>
        </pc:sldMkLst>
        <pc:spChg chg="mod">
          <ac:chgData name="Kauã Victor Dias dos Santos" userId="S::kauavds@al.insper.edu.br::563eb8b5-1801-4757-bc17-2373c34c55c9" providerId="AD" clId="Web-{00000000-0000-0000-0000-000000000000}" dt="2026-09-20T21:50:41.630" v="2676" actId="20577"/>
          <ac:spMkLst>
            <pc:docMk/>
            <pc:sldMk cId="2721456284" sldId="328"/>
            <ac:spMk id="21" creationId="{E2F180CF-09D1-B73C-EF67-A17E37AED802}"/>
          </ac:spMkLst>
        </pc:spChg>
      </pc:sldChg>
      <pc:sldChg chg="modSp modNotes">
        <pc:chgData name="Kauã Victor Dias dos Santos" userId="S::kauavds@al.insper.edu.br::563eb8b5-1801-4757-bc17-2373c34c55c9" providerId="AD" clId="Web-{00000000-0000-0000-0000-000000000000}" dt="2026-09-20T20:03:40.798" v="1063"/>
        <pc:sldMkLst>
          <pc:docMk/>
          <pc:sldMk cId="3816260276" sldId="329"/>
        </pc:sldMkLst>
        <pc:spChg chg="mod">
          <ac:chgData name="Kauã Victor Dias dos Santos" userId="S::kauavds@al.insper.edu.br::563eb8b5-1801-4757-bc17-2373c34c55c9" providerId="AD" clId="Web-{00000000-0000-0000-0000-000000000000}" dt="2026-09-20T19:47:57.498" v="667" actId="20577"/>
          <ac:spMkLst>
            <pc:docMk/>
            <pc:sldMk cId="3816260276" sldId="329"/>
            <ac:spMk id="47" creationId="{E382F2B1-F6B2-8CD1-A31B-176AEE85DC81}"/>
          </ac:spMkLst>
        </pc:spChg>
      </pc:sldChg>
      <pc:sldChg chg="modSp modNotes">
        <pc:chgData name="Kauã Victor Dias dos Santos" userId="S::kauavds@al.insper.edu.br::563eb8b5-1801-4757-bc17-2373c34c55c9" providerId="AD" clId="Web-{00000000-0000-0000-0000-000000000000}" dt="2026-09-20T20:48:08.447" v="1988"/>
        <pc:sldMkLst>
          <pc:docMk/>
          <pc:sldMk cId="881085822" sldId="341"/>
        </pc:sldMkLst>
        <pc:spChg chg="mod">
          <ac:chgData name="Kauã Victor Dias dos Santos" userId="S::kauavds@al.insper.edu.br::563eb8b5-1801-4757-bc17-2373c34c55c9" providerId="AD" clId="Web-{00000000-0000-0000-0000-000000000000}" dt="2026-09-20T20:13:34.446" v="1306" actId="20577"/>
          <ac:spMkLst>
            <pc:docMk/>
            <pc:sldMk cId="881085822" sldId="341"/>
            <ac:spMk id="5026" creationId="{00000000-0000-0000-0000-000000000000}"/>
          </ac:spMkLst>
        </pc:spChg>
        <pc:spChg chg="mod">
          <ac:chgData name="Kauã Victor Dias dos Santos" userId="S::kauavds@al.insper.edu.br::563eb8b5-1801-4757-bc17-2373c34c55c9" providerId="AD" clId="Web-{00000000-0000-0000-0000-000000000000}" dt="2026-09-20T20:13:10.429" v="1302" actId="20577"/>
          <ac:spMkLst>
            <pc:docMk/>
            <pc:sldMk cId="881085822" sldId="341"/>
            <ac:spMk id="5031" creationId="{00000000-0000-0000-0000-000000000000}"/>
          </ac:spMkLst>
        </pc:spChg>
        <pc:spChg chg="mod">
          <ac:chgData name="Kauã Victor Dias dos Santos" userId="S::kauavds@al.insper.edu.br::563eb8b5-1801-4757-bc17-2373c34c55c9" providerId="AD" clId="Web-{00000000-0000-0000-0000-000000000000}" dt="2026-09-20T20:13:47.165" v="1308" actId="20577"/>
          <ac:spMkLst>
            <pc:docMk/>
            <pc:sldMk cId="881085822" sldId="341"/>
            <ac:spMk id="5036" creationId="{00000000-0000-0000-0000-000000000000}"/>
          </ac:spMkLst>
        </pc:spChg>
        <pc:spChg chg="mod">
          <ac:chgData name="Kauã Victor Dias dos Santos" userId="S::kauavds@al.insper.edu.br::563eb8b5-1801-4757-bc17-2373c34c55c9" providerId="AD" clId="Web-{00000000-0000-0000-0000-000000000000}" dt="2026-09-20T20:02:21.264" v="974" actId="20577"/>
          <ac:spMkLst>
            <pc:docMk/>
            <pc:sldMk cId="881085822" sldId="341"/>
            <ac:spMk id="5046" creationId="{00000000-0000-0000-0000-000000000000}"/>
          </ac:spMkLst>
        </pc:spChg>
      </pc:sldChg>
      <pc:sldChg chg="mod modShow">
        <pc:chgData name="Kauã Victor Dias dos Santos" userId="S::kauavds@al.insper.edu.br::563eb8b5-1801-4757-bc17-2373c34c55c9" providerId="AD" clId="Web-{00000000-0000-0000-0000-000000000000}" dt="2026-09-20T19:18:40.715" v="89"/>
        <pc:sldMkLst>
          <pc:docMk/>
          <pc:sldMk cId="917026926" sldId="344"/>
        </pc:sldMkLst>
      </pc:sldChg>
      <pc:sldChg chg="addSp delSp modSp add mod replId modShow modNotes">
        <pc:chgData name="Kauã Victor Dias dos Santos" userId="S::kauavds@al.insper.edu.br::563eb8b5-1801-4757-bc17-2373c34c55c9" providerId="AD" clId="Web-{00000000-0000-0000-0000-000000000000}" dt="2026-09-20T21:42:13.252" v="2596"/>
        <pc:sldMkLst>
          <pc:docMk/>
          <pc:sldMk cId="2248886962" sldId="346"/>
        </pc:sldMkLst>
        <pc:spChg chg="add mod">
          <ac:chgData name="Kauã Victor Dias dos Santos" userId="S::kauavds@al.insper.edu.br::563eb8b5-1801-4757-bc17-2373c34c55c9" providerId="AD" clId="Web-{00000000-0000-0000-0000-000000000000}" dt="2026-09-20T19:43:35.693" v="568" actId="20577"/>
          <ac:spMkLst>
            <pc:docMk/>
            <pc:sldMk cId="2248886962" sldId="346"/>
            <ac:spMk id="2" creationId="{8EE425FF-7D03-0326-8480-EECD72F3C583}"/>
          </ac:spMkLst>
        </pc:spChg>
        <pc:spChg chg="mod">
          <ac:chgData name="Kauã Victor Dias dos Santos" userId="S::kauavds@al.insper.edu.br::563eb8b5-1801-4757-bc17-2373c34c55c9" providerId="AD" clId="Web-{00000000-0000-0000-0000-000000000000}" dt="2026-09-20T19:42:08.891" v="469" actId="20577"/>
          <ac:spMkLst>
            <pc:docMk/>
            <pc:sldMk cId="2248886962" sldId="346"/>
            <ac:spMk id="4" creationId="{B6829F3D-BB77-6410-A97B-86766EB9AD43}"/>
          </ac:spMkLst>
        </pc:spChg>
        <pc:spChg chg="mod">
          <ac:chgData name="Kauã Victor Dias dos Santos" userId="S::kauavds@al.insper.edu.br::563eb8b5-1801-4757-bc17-2373c34c55c9" providerId="AD" clId="Web-{00000000-0000-0000-0000-000000000000}" dt="2026-09-20T19:37:18.318" v="389" actId="1076"/>
          <ac:spMkLst>
            <pc:docMk/>
            <pc:sldMk cId="2248886962" sldId="346"/>
            <ac:spMk id="5" creationId="{3E8F9CB5-1F1D-8B17-21BB-CD3E679F020B}"/>
          </ac:spMkLst>
        </pc:spChg>
        <pc:spChg chg="add mod">
          <ac:chgData name="Kauã Victor Dias dos Santos" userId="S::kauavds@al.insper.edu.br::563eb8b5-1801-4757-bc17-2373c34c55c9" providerId="AD" clId="Web-{00000000-0000-0000-0000-000000000000}" dt="2026-09-20T19:37:18.443" v="392" actId="1076"/>
          <ac:spMkLst>
            <pc:docMk/>
            <pc:sldMk cId="2248886962" sldId="346"/>
            <ac:spMk id="13" creationId="{DA84177C-F6D5-5A32-1872-F4096FA10CFF}"/>
          </ac:spMkLst>
        </pc:spChg>
        <pc:graphicFrameChg chg="mod">
          <ac:chgData name="Kauã Victor Dias dos Santos" userId="S::kauavds@al.insper.edu.br::563eb8b5-1801-4757-bc17-2373c34c55c9" providerId="AD" clId="Web-{00000000-0000-0000-0000-000000000000}" dt="2026-09-20T19:37:18.365" v="390" actId="1076"/>
          <ac:graphicFrameMkLst>
            <pc:docMk/>
            <pc:sldMk cId="2248886962" sldId="346"/>
            <ac:graphicFrameMk id="6" creationId="{C7374A64-1024-2AB1-887E-61A9A7A660E9}"/>
          </ac:graphicFrameMkLst>
        </pc:graphicFrameChg>
        <pc:graphicFrameChg chg="add mod">
          <ac:chgData name="Kauã Victor Dias dos Santos" userId="S::kauavds@al.insper.edu.br::563eb8b5-1801-4757-bc17-2373c34c55c9" providerId="AD" clId="Web-{00000000-0000-0000-0000-000000000000}" dt="2026-09-20T19:37:18.490" v="393" actId="1076"/>
          <ac:graphicFrameMkLst>
            <pc:docMk/>
            <pc:sldMk cId="2248886962" sldId="346"/>
            <ac:graphicFrameMk id="15" creationId="{40858FDC-1996-FAB9-71DD-3E2D9B48183F}"/>
          </ac:graphicFrameMkLst>
        </pc:graphicFrameChg>
      </pc:sldChg>
      <pc:sldChg chg="modNotes">
        <pc:chgData name="Kauã Victor Dias dos Santos" userId="S::kauavds@al.insper.edu.br::563eb8b5-1801-4757-bc17-2373c34c55c9" providerId="AD" clId="Web-{00000000-0000-0000-0000-000000000000}" dt="2026-09-20T21:44:20.116" v="2653"/>
        <pc:sldMkLst>
          <pc:docMk/>
          <pc:sldMk cId="2855766738" sldId="350"/>
        </pc:sldMkLst>
      </pc:sldChg>
    </pc:docChg>
  </pc:docChgLst>
  <pc:docChgLst>
    <pc:chgData name="Guest User" userId="S::urn:spo:tenantanon#6370a6c0-7b90-4709-bd6e-59c28ede833b::" providerId="AD" clId="Web-{838D511B-F9A4-DD7E-E998-53E6EDC3D7F8}"/>
    <pc:docChg chg="addSld delSld modSld sldOrd">
      <pc:chgData name="Guest User" userId="S::urn:spo:tenantanon#6370a6c0-7b90-4709-bd6e-59c28ede833b::" providerId="AD" clId="Web-{838D511B-F9A4-DD7E-E998-53E6EDC3D7F8}" dt="2026-09-14T14:20:23.614" v="738" actId="20577"/>
      <pc:docMkLst>
        <pc:docMk/>
      </pc:docMkLst>
      <pc:sldChg chg="addSp delSp modSp add ord replId">
        <pc:chgData name="Guest User" userId="S::urn:spo:tenantanon#6370a6c0-7b90-4709-bd6e-59c28ede833b::" providerId="AD" clId="Web-{838D511B-F9A4-DD7E-E998-53E6EDC3D7F8}" dt="2026-09-14T14:18:38.407" v="729"/>
        <pc:sldMkLst>
          <pc:docMk/>
          <pc:sldMk cId="1406780801" sldId="289"/>
        </pc:sldMkLst>
      </pc:sldChg>
      <pc:sldChg chg="modSp add ord replId">
        <pc:chgData name="Guest User" userId="S::urn:spo:tenantanon#6370a6c0-7b90-4709-bd6e-59c28ede833b::" providerId="AD" clId="Web-{838D511B-F9A4-DD7E-E998-53E6EDC3D7F8}" dt="2026-09-14T12:52:15.433" v="51"/>
        <pc:sldMkLst>
          <pc:docMk/>
          <pc:sldMk cId="3449326734" sldId="290"/>
        </pc:sldMkLst>
      </pc:sldChg>
      <pc:sldChg chg="modSp add ord replId">
        <pc:chgData name="Guest User" userId="S::urn:spo:tenantanon#6370a6c0-7b90-4709-bd6e-59c28ede833b::" providerId="AD" clId="Web-{838D511B-F9A4-DD7E-E998-53E6EDC3D7F8}" dt="2026-09-14T12:56:43.567" v="65"/>
        <pc:sldMkLst>
          <pc:docMk/>
          <pc:sldMk cId="111405814" sldId="292"/>
        </pc:sldMkLst>
      </pc:sldChg>
      <pc:sldChg chg="modSp add ord replId">
        <pc:chgData name="Guest User" userId="S::urn:spo:tenantanon#6370a6c0-7b90-4709-bd6e-59c28ede833b::" providerId="AD" clId="Web-{838D511B-F9A4-DD7E-E998-53E6EDC3D7F8}" dt="2026-09-14T12:57:31.318" v="72"/>
        <pc:sldMkLst>
          <pc:docMk/>
          <pc:sldMk cId="865773221" sldId="293"/>
        </pc:sldMkLst>
      </pc:sldChg>
      <pc:sldChg chg="add replId">
        <pc:chgData name="Guest User" userId="S::urn:spo:tenantanon#6370a6c0-7b90-4709-bd6e-59c28ede833b::" providerId="AD" clId="Web-{838D511B-F9A4-DD7E-E998-53E6EDC3D7F8}" dt="2026-09-14T14:01:46.146" v="386"/>
        <pc:sldMkLst>
          <pc:docMk/>
          <pc:sldMk cId="2436662301" sldId="309"/>
        </pc:sldMkLst>
      </pc:sldChg>
      <pc:sldChg chg="addSp add replId">
        <pc:chgData name="Guest User" userId="S::urn:spo:tenantanon#6370a6c0-7b90-4709-bd6e-59c28ede833b::" providerId="AD" clId="Web-{838D511B-F9A4-DD7E-E998-53E6EDC3D7F8}" dt="2026-09-14T14:18:51.907" v="733"/>
        <pc:sldMkLst>
          <pc:docMk/>
          <pc:sldMk cId="4177298897" sldId="314"/>
        </pc:sldMkLst>
        <pc:spChg chg="add">
          <ac:chgData name="Guest User" userId="S::urn:spo:tenantanon#6370a6c0-7b90-4709-bd6e-59c28ede833b::" providerId="AD" clId="Web-{838D511B-F9A4-DD7E-E998-53E6EDC3D7F8}" dt="2026-09-14T14:18:30.766" v="726"/>
          <ac:spMkLst>
            <pc:docMk/>
            <pc:sldMk cId="4177298897" sldId="314"/>
            <ac:spMk id="2" creationId="{E5BC7041-CE8D-FBE5-1ED1-CE11E4A9002A}"/>
          </ac:spMkLst>
        </pc:spChg>
        <pc:spChg chg="add">
          <ac:chgData name="Guest User" userId="S::urn:spo:tenantanon#6370a6c0-7b90-4709-bd6e-59c28ede833b::" providerId="AD" clId="Web-{838D511B-F9A4-DD7E-E998-53E6EDC3D7F8}" dt="2026-09-14T14:18:51.907" v="733"/>
          <ac:spMkLst>
            <pc:docMk/>
            <pc:sldMk cId="4177298897" sldId="314"/>
            <ac:spMk id="4" creationId="{BEB0C8EE-DCD3-2AC5-172B-7615E0E701B6}"/>
          </ac:spMkLst>
        </pc:spChg>
        <pc:spChg chg="add">
          <ac:chgData name="Guest User" userId="S::urn:spo:tenantanon#6370a6c0-7b90-4709-bd6e-59c28ede833b::" providerId="AD" clId="Web-{838D511B-F9A4-DD7E-E998-53E6EDC3D7F8}" dt="2026-09-14T14:18:51.907" v="733"/>
          <ac:spMkLst>
            <pc:docMk/>
            <pc:sldMk cId="4177298897" sldId="314"/>
            <ac:spMk id="5" creationId="{908210CC-0924-5683-044C-54B2CD7F9A12}"/>
          </ac:spMkLst>
        </pc:spChg>
      </pc:sldChg>
    </pc:docChg>
  </pc:docChgLst>
  <pc:docChgLst>
    <pc:chgData name="Guest User" userId="S::urn:spo:tenantanon#6370a6c0-7b90-4709-bd6e-59c28ede833b::" providerId="AD" clId="Web-{54216454-0FE5-0F14-402C-E92F3F6E8AA7}"/>
    <pc:docChg chg="modSld">
      <pc:chgData name="Guest User" userId="S::urn:spo:tenantanon#6370a6c0-7b90-4709-bd6e-59c28ede833b::" providerId="AD" clId="Web-{54216454-0FE5-0F14-402C-E92F3F6E8AA7}" dt="2026-09-09T14:19:35.803" v="17" actId="20577"/>
      <pc:docMkLst>
        <pc:docMk/>
      </pc:docMkLst>
    </pc:docChg>
  </pc:docChgLst>
  <pc:docChgLst>
    <pc:chgData name="Felipe Peroni Marques" userId="23a2c177-a9b7-499e-8bdb-d7f1e6a8be4b" providerId="ADAL" clId="{58913B7D-8360-FF4E-99B4-CFF8BE72E06B}"/>
    <pc:docChg chg="undo custSel addSld delSld modSld sldOrd modMainMaster">
      <pc:chgData name="Felipe Peroni Marques" userId="23a2c177-a9b7-499e-8bdb-d7f1e6a8be4b" providerId="ADAL" clId="{58913B7D-8360-FF4E-99B4-CFF8BE72E06B}" dt="2026-10-19T13:03:11.019" v="4742" actId="729"/>
      <pc:docMkLst>
        <pc:docMk/>
      </pc:docMkLst>
      <pc:sldChg chg="addSp delSp modSp mod modNotesTx">
        <pc:chgData name="Felipe Peroni Marques" userId="23a2c177-a9b7-499e-8bdb-d7f1e6a8be4b" providerId="ADAL" clId="{58913B7D-8360-FF4E-99B4-CFF8BE72E06B}" dt="2026-09-20T20:20:09.473" v="2459" actId="478"/>
        <pc:sldMkLst>
          <pc:docMk/>
          <pc:sldMk cId="940414154" sldId="272"/>
        </pc:sldMkLst>
        <pc:spChg chg="mod">
          <ac:chgData name="Felipe Peroni Marques" userId="23a2c177-a9b7-499e-8bdb-d7f1e6a8be4b" providerId="ADAL" clId="{58913B7D-8360-FF4E-99B4-CFF8BE72E06B}" dt="2026-09-14T14:11:46.967" v="1186" actId="1036"/>
          <ac:spMkLst>
            <pc:docMk/>
            <pc:sldMk cId="940414154" sldId="272"/>
            <ac:spMk id="2" creationId="{A059F54C-2DCF-8105-C178-F76D6C10DC73}"/>
          </ac:spMkLst>
        </pc:spChg>
        <pc:spChg chg="add mod">
          <ac:chgData name="Felipe Peroni Marques" userId="23a2c177-a9b7-499e-8bdb-d7f1e6a8be4b" providerId="ADAL" clId="{58913B7D-8360-FF4E-99B4-CFF8BE72E06B}" dt="2026-09-14T14:13:02.952" v="1223" actId="1035"/>
          <ac:spMkLst>
            <pc:docMk/>
            <pc:sldMk cId="940414154" sldId="272"/>
            <ac:spMk id="7" creationId="{C4D91091-551A-3521-80D9-88AA240C7C35}"/>
          </ac:spMkLst>
        </pc:spChg>
        <pc:spChg chg="add mod">
          <ac:chgData name="Felipe Peroni Marques" userId="23a2c177-a9b7-499e-8bdb-d7f1e6a8be4b" providerId="ADAL" clId="{58913B7D-8360-FF4E-99B4-CFF8BE72E06B}" dt="2026-09-14T14:13:02.952" v="1223" actId="1035"/>
          <ac:spMkLst>
            <pc:docMk/>
            <pc:sldMk cId="940414154" sldId="272"/>
            <ac:spMk id="8" creationId="{5F20F580-F193-F790-FA49-A7BA188D3EB5}"/>
          </ac:spMkLst>
        </pc:spChg>
        <pc:spChg chg="add mod">
          <ac:chgData name="Felipe Peroni Marques" userId="23a2c177-a9b7-499e-8bdb-d7f1e6a8be4b" providerId="ADAL" clId="{58913B7D-8360-FF4E-99B4-CFF8BE72E06B}" dt="2026-09-14T14:13:02.952" v="1223" actId="1035"/>
          <ac:spMkLst>
            <pc:docMk/>
            <pc:sldMk cId="940414154" sldId="272"/>
            <ac:spMk id="10" creationId="{294AB9AB-586C-C31A-9B88-135210E5EABB}"/>
          </ac:spMkLst>
        </pc:spChg>
        <pc:spChg chg="add mod">
          <ac:chgData name="Felipe Peroni Marques" userId="23a2c177-a9b7-499e-8bdb-d7f1e6a8be4b" providerId="ADAL" clId="{58913B7D-8360-FF4E-99B4-CFF8BE72E06B}" dt="2026-09-14T14:13:02.952" v="1223" actId="1035"/>
          <ac:spMkLst>
            <pc:docMk/>
            <pc:sldMk cId="940414154" sldId="272"/>
            <ac:spMk id="11" creationId="{8ECA22AA-3A37-0DB2-B9CE-A340D0644D2D}"/>
          </ac:spMkLst>
        </pc:spChg>
        <pc:graphicFrameChg chg="add mod">
          <ac:chgData name="Felipe Peroni Marques" userId="23a2c177-a9b7-499e-8bdb-d7f1e6a8be4b" providerId="ADAL" clId="{58913B7D-8360-FF4E-99B4-CFF8BE72E06B}" dt="2026-09-14T14:13:02.952" v="1223" actId="1035"/>
          <ac:graphicFrameMkLst>
            <pc:docMk/>
            <pc:sldMk cId="940414154" sldId="272"/>
            <ac:graphicFrameMk id="9" creationId="{6DE7F02F-00D3-C89F-66F5-C164ADAD0927}"/>
          </ac:graphicFrameMkLst>
        </pc:graphicFrameChg>
        <pc:graphicFrameChg chg="add mod">
          <ac:chgData name="Felipe Peroni Marques" userId="23a2c177-a9b7-499e-8bdb-d7f1e6a8be4b" providerId="ADAL" clId="{58913B7D-8360-FF4E-99B4-CFF8BE72E06B}" dt="2026-09-14T14:13:02.952" v="1223" actId="1035"/>
          <ac:graphicFrameMkLst>
            <pc:docMk/>
            <pc:sldMk cId="940414154" sldId="272"/>
            <ac:graphicFrameMk id="12" creationId="{7E1C1D41-567A-FB20-1E44-07EF3FC14593}"/>
          </ac:graphicFrameMkLst>
        </pc:graphicFrameChg>
        <pc:picChg chg="add mod">
          <ac:chgData name="Felipe Peroni Marques" userId="23a2c177-a9b7-499e-8bdb-d7f1e6a8be4b" providerId="ADAL" clId="{58913B7D-8360-FF4E-99B4-CFF8BE72E06B}" dt="2026-09-14T14:13:17.482" v="1224" actId="1076"/>
          <ac:picMkLst>
            <pc:docMk/>
            <pc:sldMk cId="940414154" sldId="272"/>
            <ac:picMk id="16" creationId="{BC6F6E1E-9C7F-105C-D78F-39AE4F6FB058}"/>
          </ac:picMkLst>
        </pc:picChg>
        <pc:picChg chg="add mod">
          <ac:chgData name="Felipe Peroni Marques" userId="23a2c177-a9b7-499e-8bdb-d7f1e6a8be4b" providerId="ADAL" clId="{58913B7D-8360-FF4E-99B4-CFF8BE72E06B}" dt="2026-09-14T14:13:17.482" v="1224" actId="1076"/>
          <ac:picMkLst>
            <pc:docMk/>
            <pc:sldMk cId="940414154" sldId="272"/>
            <ac:picMk id="17" creationId="{B6A88CE3-6E82-6A6A-25FB-28F49054CBBE}"/>
          </ac:picMkLst>
        </pc:picChg>
        <pc:picChg chg="add mod">
          <ac:chgData name="Felipe Peroni Marques" userId="23a2c177-a9b7-499e-8bdb-d7f1e6a8be4b" providerId="ADAL" clId="{58913B7D-8360-FF4E-99B4-CFF8BE72E06B}" dt="2026-09-14T14:13:17.482" v="1224" actId="1076"/>
          <ac:picMkLst>
            <pc:docMk/>
            <pc:sldMk cId="940414154" sldId="272"/>
            <ac:picMk id="18" creationId="{D84B9164-4452-4239-1241-4FB4E6103169}"/>
          </ac:picMkLst>
        </pc:picChg>
      </pc:sldChg>
      <pc:sldChg chg="addSp delSp modSp mod modNotesTx">
        <pc:chgData name="Felipe Peroni Marques" userId="23a2c177-a9b7-499e-8bdb-d7f1e6a8be4b" providerId="ADAL" clId="{58913B7D-8360-FF4E-99B4-CFF8BE72E06B}" dt="2026-10-14T13:33:48.996" v="4447" actId="20577"/>
        <pc:sldMkLst>
          <pc:docMk/>
          <pc:sldMk cId="1653737069" sldId="286"/>
        </pc:sldMkLst>
        <pc:spChg chg="mod">
          <ac:chgData name="Felipe Peroni Marques" userId="23a2c177-a9b7-499e-8bdb-d7f1e6a8be4b" providerId="ADAL" clId="{58913B7D-8360-FF4E-99B4-CFF8BE72E06B}" dt="2026-09-16T13:24:42.819" v="1731" actId="1035"/>
          <ac:spMkLst>
            <pc:docMk/>
            <pc:sldMk cId="1653737069" sldId="286"/>
            <ac:spMk id="5" creationId="{4AD03C44-1E36-FC3E-DACD-56D3F1BABA3F}"/>
          </ac:spMkLst>
        </pc:spChg>
        <pc:spChg chg="mod">
          <ac:chgData name="Felipe Peroni Marques" userId="23a2c177-a9b7-499e-8bdb-d7f1e6a8be4b" providerId="ADAL" clId="{58913B7D-8360-FF4E-99B4-CFF8BE72E06B}" dt="2026-09-16T13:24:42.819" v="1731" actId="1035"/>
          <ac:spMkLst>
            <pc:docMk/>
            <pc:sldMk cId="1653737069" sldId="286"/>
            <ac:spMk id="6" creationId="{86C78AB3-8CA5-4AD0-615F-2DED2C9C07AF}"/>
          </ac:spMkLst>
        </pc:spChg>
        <pc:spChg chg="mod">
          <ac:chgData name="Felipe Peroni Marques" userId="23a2c177-a9b7-499e-8bdb-d7f1e6a8be4b" providerId="ADAL" clId="{58913B7D-8360-FF4E-99B4-CFF8BE72E06B}" dt="2026-09-14T12:51:26.202" v="607" actId="1038"/>
          <ac:spMkLst>
            <pc:docMk/>
            <pc:sldMk cId="1653737069" sldId="286"/>
            <ac:spMk id="7" creationId="{EE8A050D-D8C0-ACB4-FBE0-DE2AD5B981D0}"/>
          </ac:spMkLst>
        </pc:spChg>
        <pc:spChg chg="mod">
          <ac:chgData name="Felipe Peroni Marques" userId="23a2c177-a9b7-499e-8bdb-d7f1e6a8be4b" providerId="ADAL" clId="{58913B7D-8360-FF4E-99B4-CFF8BE72E06B}" dt="2026-09-14T13:30:57.276" v="995" actId="2711"/>
          <ac:spMkLst>
            <pc:docMk/>
            <pc:sldMk cId="1653737069" sldId="286"/>
            <ac:spMk id="8" creationId="{3457BE71-BFC5-920F-064D-1E33BCA25DA0}"/>
          </ac:spMkLst>
        </pc:spChg>
        <pc:spChg chg="mod">
          <ac:chgData name="Felipe Peroni Marques" userId="23a2c177-a9b7-499e-8bdb-d7f1e6a8be4b" providerId="ADAL" clId="{58913B7D-8360-FF4E-99B4-CFF8BE72E06B}" dt="2026-09-16T13:24:42.819" v="1731" actId="1035"/>
          <ac:spMkLst>
            <pc:docMk/>
            <pc:sldMk cId="1653737069" sldId="286"/>
            <ac:spMk id="9" creationId="{57EFEC3A-A6A0-3E4B-C2EA-0B79CC7E6F66}"/>
          </ac:spMkLst>
        </pc:spChg>
        <pc:spChg chg="mod">
          <ac:chgData name="Felipe Peroni Marques" userId="23a2c177-a9b7-499e-8bdb-d7f1e6a8be4b" providerId="ADAL" clId="{58913B7D-8360-FF4E-99B4-CFF8BE72E06B}" dt="2026-09-16T13:24:42.819" v="1731" actId="1035"/>
          <ac:spMkLst>
            <pc:docMk/>
            <pc:sldMk cId="1653737069" sldId="286"/>
            <ac:spMk id="13" creationId="{7C825678-67A3-A9A0-33DA-B2ADE645F599}"/>
          </ac:spMkLst>
        </pc:spChg>
        <pc:spChg chg="mod">
          <ac:chgData name="Felipe Peroni Marques" userId="23a2c177-a9b7-499e-8bdb-d7f1e6a8be4b" providerId="ADAL" clId="{58913B7D-8360-FF4E-99B4-CFF8BE72E06B}" dt="2026-09-14T13:30:57.276" v="995" actId="2711"/>
          <ac:spMkLst>
            <pc:docMk/>
            <pc:sldMk cId="1653737069" sldId="286"/>
            <ac:spMk id="14" creationId="{9BF0AB2A-E89D-9B79-6400-8494EA21916F}"/>
          </ac:spMkLst>
        </pc:spChg>
        <pc:spChg chg="mod">
          <ac:chgData name="Felipe Peroni Marques" userId="23a2c177-a9b7-499e-8bdb-d7f1e6a8be4b" providerId="ADAL" clId="{58913B7D-8360-FF4E-99B4-CFF8BE72E06B}" dt="2026-09-14T13:19:37.369" v="909"/>
          <ac:spMkLst>
            <pc:docMk/>
            <pc:sldMk cId="1653737069" sldId="286"/>
            <ac:spMk id="15" creationId="{1BCE6C0E-0C9E-339B-49D9-AD9539CB9A8F}"/>
          </ac:spMkLst>
        </pc:spChg>
        <pc:spChg chg="mod">
          <ac:chgData name="Felipe Peroni Marques" userId="23a2c177-a9b7-499e-8bdb-d7f1e6a8be4b" providerId="ADAL" clId="{58913B7D-8360-FF4E-99B4-CFF8BE72E06B}" dt="2026-09-16T13:24:42.819" v="1731" actId="1035"/>
          <ac:spMkLst>
            <pc:docMk/>
            <pc:sldMk cId="1653737069" sldId="286"/>
            <ac:spMk id="17" creationId="{2B2D5480-16CF-B1E8-62B9-359A9609B689}"/>
          </ac:spMkLst>
        </pc:spChg>
        <pc:spChg chg="mod">
          <ac:chgData name="Felipe Peroni Marques" userId="23a2c177-a9b7-499e-8bdb-d7f1e6a8be4b" providerId="ADAL" clId="{58913B7D-8360-FF4E-99B4-CFF8BE72E06B}" dt="2026-09-14T13:30:57.276" v="995" actId="2711"/>
          <ac:spMkLst>
            <pc:docMk/>
            <pc:sldMk cId="1653737069" sldId="286"/>
            <ac:spMk id="18" creationId="{32B4C71B-800A-2A13-15EE-42EB0354CFB2}"/>
          </ac:spMkLst>
        </pc:spChg>
        <pc:spChg chg="mod">
          <ac:chgData name="Felipe Peroni Marques" userId="23a2c177-a9b7-499e-8bdb-d7f1e6a8be4b" providerId="ADAL" clId="{58913B7D-8360-FF4E-99B4-CFF8BE72E06B}" dt="2026-09-14T13:57:05.414" v="1119" actId="14100"/>
          <ac:spMkLst>
            <pc:docMk/>
            <pc:sldMk cId="1653737069" sldId="286"/>
            <ac:spMk id="23" creationId="{6082F17A-5AD1-3FD3-DA0A-419F8FF9FB79}"/>
          </ac:spMkLst>
        </pc:spChg>
        <pc:spChg chg="mod">
          <ac:chgData name="Felipe Peroni Marques" userId="23a2c177-a9b7-499e-8bdb-d7f1e6a8be4b" providerId="ADAL" clId="{58913B7D-8360-FF4E-99B4-CFF8BE72E06B}" dt="2026-09-16T13:24:42.819" v="1731" actId="1035"/>
          <ac:spMkLst>
            <pc:docMk/>
            <pc:sldMk cId="1653737069" sldId="286"/>
            <ac:spMk id="27" creationId="{218C7C74-E83A-F4E0-4177-356EC2DF102D}"/>
          </ac:spMkLst>
        </pc:spChg>
        <pc:spChg chg="mod">
          <ac:chgData name="Felipe Peroni Marques" userId="23a2c177-a9b7-499e-8bdb-d7f1e6a8be4b" providerId="ADAL" clId="{58913B7D-8360-FF4E-99B4-CFF8BE72E06B}" dt="2026-10-14T13:33:48.996" v="4447" actId="20577"/>
          <ac:spMkLst>
            <pc:docMk/>
            <pc:sldMk cId="1653737069" sldId="286"/>
            <ac:spMk id="31" creationId="{9A3C1FB9-EF03-8156-3CA8-3AD211DC54DF}"/>
          </ac:spMkLst>
        </pc:spChg>
        <pc:spChg chg="mod">
          <ac:chgData name="Felipe Peroni Marques" userId="23a2c177-a9b7-499e-8bdb-d7f1e6a8be4b" providerId="ADAL" clId="{58913B7D-8360-FF4E-99B4-CFF8BE72E06B}" dt="2026-09-14T12:51:41.278" v="616" actId="14100"/>
          <ac:spMkLst>
            <pc:docMk/>
            <pc:sldMk cId="1653737069" sldId="286"/>
            <ac:spMk id="35" creationId="{7B731846-CEF9-5650-39A6-B2C0A98D9FDD}"/>
          </ac:spMkLst>
        </pc:spChg>
        <pc:spChg chg="mod">
          <ac:chgData name="Felipe Peroni Marques" userId="23a2c177-a9b7-499e-8bdb-d7f1e6a8be4b" providerId="ADAL" clId="{58913B7D-8360-FF4E-99B4-CFF8BE72E06B}" dt="2026-10-14T13:26:40.281" v="4184" actId="20577"/>
          <ac:spMkLst>
            <pc:docMk/>
            <pc:sldMk cId="1653737069" sldId="286"/>
            <ac:spMk id="37" creationId="{A624A51B-1F6F-9EA0-D1CD-DC9A17C5D3F4}"/>
          </ac:spMkLst>
        </pc:spChg>
        <pc:spChg chg="mod">
          <ac:chgData name="Felipe Peroni Marques" userId="23a2c177-a9b7-499e-8bdb-d7f1e6a8be4b" providerId="ADAL" clId="{58913B7D-8360-FF4E-99B4-CFF8BE72E06B}" dt="2026-09-14T12:51:43.298" v="617" actId="14100"/>
          <ac:spMkLst>
            <pc:docMk/>
            <pc:sldMk cId="1653737069" sldId="286"/>
            <ac:spMk id="39" creationId="{AE9B93B8-0E29-8838-E977-6FD99BAD27E0}"/>
          </ac:spMkLst>
        </pc:spChg>
        <pc:spChg chg="mod">
          <ac:chgData name="Felipe Peroni Marques" userId="23a2c177-a9b7-499e-8bdb-d7f1e6a8be4b" providerId="ADAL" clId="{58913B7D-8360-FF4E-99B4-CFF8BE72E06B}" dt="2026-09-16T13:24:42.819" v="1731" actId="1035"/>
          <ac:spMkLst>
            <pc:docMk/>
            <pc:sldMk cId="1653737069" sldId="286"/>
            <ac:spMk id="202" creationId="{1F49769F-0CAA-EDF0-F6B0-D2E574D7340F}"/>
          </ac:spMkLst>
        </pc:spChg>
        <pc:spChg chg="mod">
          <ac:chgData name="Felipe Peroni Marques" userId="23a2c177-a9b7-499e-8bdb-d7f1e6a8be4b" providerId="ADAL" clId="{58913B7D-8360-FF4E-99B4-CFF8BE72E06B}" dt="2026-09-14T12:55:43.873" v="645" actId="20577"/>
          <ac:spMkLst>
            <pc:docMk/>
            <pc:sldMk cId="1653737069" sldId="286"/>
            <ac:spMk id="203" creationId="{98486FDE-B2DC-E786-85CA-360D8BC9A86E}"/>
          </ac:spMkLst>
        </pc:spChg>
        <pc:spChg chg="mod">
          <ac:chgData name="Felipe Peroni Marques" userId="23a2c177-a9b7-499e-8bdb-d7f1e6a8be4b" providerId="ADAL" clId="{58913B7D-8360-FF4E-99B4-CFF8BE72E06B}" dt="2026-09-14T12:55:45.964" v="647"/>
          <ac:spMkLst>
            <pc:docMk/>
            <pc:sldMk cId="1653737069" sldId="286"/>
            <ac:spMk id="204" creationId="{9DA9C8DC-B4D9-7D00-C1CD-1794968EFD08}"/>
          </ac:spMkLst>
        </pc:spChg>
        <pc:spChg chg="mod">
          <ac:chgData name="Felipe Peroni Marques" userId="23a2c177-a9b7-499e-8bdb-d7f1e6a8be4b" providerId="ADAL" clId="{58913B7D-8360-FF4E-99B4-CFF8BE72E06B}" dt="2026-09-14T13:30:57.276" v="995" actId="2711"/>
          <ac:spMkLst>
            <pc:docMk/>
            <pc:sldMk cId="1653737069" sldId="286"/>
            <ac:spMk id="205" creationId="{4895A0D4-DBC9-0A18-2A90-DFB5AA2E4915}"/>
          </ac:spMkLst>
        </pc:spChg>
        <pc:spChg chg="mod">
          <ac:chgData name="Felipe Peroni Marques" userId="23a2c177-a9b7-499e-8bdb-d7f1e6a8be4b" providerId="ADAL" clId="{58913B7D-8360-FF4E-99B4-CFF8BE72E06B}" dt="2026-09-14T13:30:57.276" v="995" actId="2711"/>
          <ac:spMkLst>
            <pc:docMk/>
            <pc:sldMk cId="1653737069" sldId="286"/>
            <ac:spMk id="206" creationId="{F517E0CB-9C9C-6825-8A04-8525281840B2}"/>
          </ac:spMkLst>
        </pc:spChg>
        <pc:spChg chg="mod">
          <ac:chgData name="Felipe Peroni Marques" userId="23a2c177-a9b7-499e-8bdb-d7f1e6a8be4b" providerId="ADAL" clId="{58913B7D-8360-FF4E-99B4-CFF8BE72E06B}" dt="2026-09-16T13:24:42.819" v="1731" actId="1035"/>
          <ac:spMkLst>
            <pc:docMk/>
            <pc:sldMk cId="1653737069" sldId="286"/>
            <ac:spMk id="207" creationId="{ECA58BA9-8DFF-2C5A-6290-5528E86AC9D3}"/>
          </ac:spMkLst>
        </pc:spChg>
        <pc:spChg chg="mod">
          <ac:chgData name="Felipe Peroni Marques" userId="23a2c177-a9b7-499e-8bdb-d7f1e6a8be4b" providerId="ADAL" clId="{58913B7D-8360-FF4E-99B4-CFF8BE72E06B}" dt="2026-09-16T13:24:42.819" v="1731" actId="1035"/>
          <ac:spMkLst>
            <pc:docMk/>
            <pc:sldMk cId="1653737069" sldId="286"/>
            <ac:spMk id="210" creationId="{AEB89FC8-1381-F391-0B24-9EF86C8E4942}"/>
          </ac:spMkLst>
        </pc:spChg>
        <pc:spChg chg="mod">
          <ac:chgData name="Felipe Peroni Marques" userId="23a2c177-a9b7-499e-8bdb-d7f1e6a8be4b" providerId="ADAL" clId="{58913B7D-8360-FF4E-99B4-CFF8BE72E06B}" dt="2026-09-14T12:51:22.501" v="600" actId="1038"/>
          <ac:spMkLst>
            <pc:docMk/>
            <pc:sldMk cId="1653737069" sldId="286"/>
            <ac:spMk id="212" creationId="{1E4449C2-0CCB-24F3-815F-7B8DE36C3987}"/>
          </ac:spMkLst>
        </pc:spChg>
        <pc:spChg chg="mod">
          <ac:chgData name="Felipe Peroni Marques" userId="23a2c177-a9b7-499e-8bdb-d7f1e6a8be4b" providerId="ADAL" clId="{58913B7D-8360-FF4E-99B4-CFF8BE72E06B}" dt="2026-09-14T13:30:57.276" v="995" actId="2711"/>
          <ac:spMkLst>
            <pc:docMk/>
            <pc:sldMk cId="1653737069" sldId="286"/>
            <ac:spMk id="401" creationId="{EE48E669-7994-D0B3-6C53-37E67031FF27}"/>
          </ac:spMkLst>
        </pc:spChg>
        <pc:spChg chg="mod">
          <ac:chgData name="Felipe Peroni Marques" userId="23a2c177-a9b7-499e-8bdb-d7f1e6a8be4b" providerId="ADAL" clId="{58913B7D-8360-FF4E-99B4-CFF8BE72E06B}" dt="2026-09-16T13:24:42.819" v="1731" actId="1035"/>
          <ac:spMkLst>
            <pc:docMk/>
            <pc:sldMk cId="1653737069" sldId="286"/>
            <ac:spMk id="402" creationId="{E6498997-698E-0FD6-B2F7-6B991C7DE473}"/>
          </ac:spMkLst>
        </pc:spChg>
        <pc:spChg chg="mod">
          <ac:chgData name="Felipe Peroni Marques" userId="23a2c177-a9b7-499e-8bdb-d7f1e6a8be4b" providerId="ADAL" clId="{58913B7D-8360-FF4E-99B4-CFF8BE72E06B}" dt="2026-09-14T13:30:57.276" v="995" actId="2711"/>
          <ac:spMkLst>
            <pc:docMk/>
            <pc:sldMk cId="1653737069" sldId="286"/>
            <ac:spMk id="404" creationId="{4AE88EFE-B484-70DF-C55D-7CC5736C574C}"/>
          </ac:spMkLst>
        </pc:spChg>
      </pc:sldChg>
      <pc:sldChg chg="addSp delSp modSp add mod ord">
        <pc:chgData name="Felipe Peroni Marques" userId="23a2c177-a9b7-499e-8bdb-d7f1e6a8be4b" providerId="ADAL" clId="{58913B7D-8360-FF4E-99B4-CFF8BE72E06B}" dt="2026-09-20T20:42:38.545" v="3854" actId="1076"/>
        <pc:sldMkLst>
          <pc:docMk/>
          <pc:sldMk cId="801149791" sldId="311"/>
        </pc:sldMkLst>
        <pc:spChg chg="mod">
          <ac:chgData name="Felipe Peroni Marques" userId="23a2c177-a9b7-499e-8bdb-d7f1e6a8be4b" providerId="ADAL" clId="{58913B7D-8360-FF4E-99B4-CFF8BE72E06B}" dt="2026-09-14T14:14:03.004" v="1237" actId="20577"/>
          <ac:spMkLst>
            <pc:docMk/>
            <pc:sldMk cId="801149791" sldId="311"/>
            <ac:spMk id="14" creationId="{732AE37C-2EEA-B1C7-D0D5-8524C136F308}"/>
          </ac:spMkLst>
        </pc:spChg>
        <pc:spChg chg="mod">
          <ac:chgData name="Felipe Peroni Marques" userId="23a2c177-a9b7-499e-8bdb-d7f1e6a8be4b" providerId="ADAL" clId="{58913B7D-8360-FF4E-99B4-CFF8BE72E06B}" dt="2026-09-14T14:14:13.299" v="1242" actId="1036"/>
          <ac:spMkLst>
            <pc:docMk/>
            <pc:sldMk cId="801149791" sldId="311"/>
            <ac:spMk id="15" creationId="{F6F88A37-4E8E-7151-BF2C-4146665C6757}"/>
          </ac:spMkLst>
        </pc:spChg>
        <pc:picChg chg="mod">
          <ac:chgData name="Felipe Peroni Marques" userId="23a2c177-a9b7-499e-8bdb-d7f1e6a8be4b" providerId="ADAL" clId="{58913B7D-8360-FF4E-99B4-CFF8BE72E06B}" dt="2026-09-14T14:14:21.879" v="1252" actId="1037"/>
          <ac:picMkLst>
            <pc:docMk/>
            <pc:sldMk cId="801149791" sldId="311"/>
            <ac:picMk id="10" creationId="{CCA30358-BB27-4E8D-0F68-70016BFACC66}"/>
          </ac:picMkLst>
        </pc:picChg>
        <pc:picChg chg="mod">
          <ac:chgData name="Felipe Peroni Marques" userId="23a2c177-a9b7-499e-8bdb-d7f1e6a8be4b" providerId="ADAL" clId="{58913B7D-8360-FF4E-99B4-CFF8BE72E06B}" dt="2026-09-14T14:14:21.879" v="1252" actId="1037"/>
          <ac:picMkLst>
            <pc:docMk/>
            <pc:sldMk cId="801149791" sldId="311"/>
            <ac:picMk id="12" creationId="{BDAF4802-C5E5-54A9-BE62-F9F025B7078D}"/>
          </ac:picMkLst>
        </pc:picChg>
      </pc:sldChg>
      <pc:sldChg chg="addSp delSp modSp add mod modShow">
        <pc:chgData name="Felipe Peroni Marques" userId="23a2c177-a9b7-499e-8bdb-d7f1e6a8be4b" providerId="ADAL" clId="{58913B7D-8360-FF4E-99B4-CFF8BE72E06B}" dt="2026-10-14T14:02:00.711" v="4657" actId="729"/>
        <pc:sldMkLst>
          <pc:docMk/>
          <pc:sldMk cId="4031254641" sldId="326"/>
        </pc:sldMkLst>
        <pc:spChg chg="mod">
          <ac:chgData name="Felipe Peroni Marques" userId="23a2c177-a9b7-499e-8bdb-d7f1e6a8be4b" providerId="ADAL" clId="{58913B7D-8360-FF4E-99B4-CFF8BE72E06B}" dt="2026-09-16T13:20:01.307" v="1665" actId="1036"/>
          <ac:spMkLst>
            <pc:docMk/>
            <pc:sldMk cId="4031254641" sldId="326"/>
            <ac:spMk id="46" creationId="{EB87D3B8-A656-6C24-AF80-A29F7778D758}"/>
          </ac:spMkLst>
        </pc:spChg>
        <pc:spChg chg="mod">
          <ac:chgData name="Felipe Peroni Marques" userId="23a2c177-a9b7-499e-8bdb-d7f1e6a8be4b" providerId="ADAL" clId="{58913B7D-8360-FF4E-99B4-CFF8BE72E06B}" dt="2026-09-16T13:20:01.307" v="1665" actId="1036"/>
          <ac:spMkLst>
            <pc:docMk/>
            <pc:sldMk cId="4031254641" sldId="326"/>
            <ac:spMk id="47" creationId="{AD2AA97B-7422-0129-A313-0B898FCE4194}"/>
          </ac:spMkLst>
        </pc:spChg>
        <pc:spChg chg="mod">
          <ac:chgData name="Felipe Peroni Marques" userId="23a2c177-a9b7-499e-8bdb-d7f1e6a8be4b" providerId="ADAL" clId="{58913B7D-8360-FF4E-99B4-CFF8BE72E06B}" dt="2026-09-16T13:20:01.307" v="1665" actId="1036"/>
          <ac:spMkLst>
            <pc:docMk/>
            <pc:sldMk cId="4031254641" sldId="326"/>
            <ac:spMk id="48" creationId="{F8C9E032-0506-97A5-C2D8-65AB85133693}"/>
          </ac:spMkLst>
        </pc:spChg>
        <pc:spChg chg="mod">
          <ac:chgData name="Felipe Peroni Marques" userId="23a2c177-a9b7-499e-8bdb-d7f1e6a8be4b" providerId="ADAL" clId="{58913B7D-8360-FF4E-99B4-CFF8BE72E06B}" dt="2026-09-16T13:19:27.012" v="1662" actId="1035"/>
          <ac:spMkLst>
            <pc:docMk/>
            <pc:sldMk cId="4031254641" sldId="326"/>
            <ac:spMk id="2002"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04"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05"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09"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10"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11" creationId="{00000000-0000-0000-0000-000000000000}"/>
          </ac:spMkLst>
        </pc:spChg>
        <pc:spChg chg="mod">
          <ac:chgData name="Felipe Peroni Marques" userId="23a2c177-a9b7-499e-8bdb-d7f1e6a8be4b" providerId="ADAL" clId="{58913B7D-8360-FF4E-99B4-CFF8BE72E06B}" dt="2026-09-16T13:13:53.374" v="1616" actId="113"/>
          <ac:spMkLst>
            <pc:docMk/>
            <pc:sldMk cId="4031254641" sldId="326"/>
            <ac:spMk id="2013" creationId="{00000000-0000-0000-0000-000000000000}"/>
          </ac:spMkLst>
        </pc:spChg>
        <pc:spChg chg="mod">
          <ac:chgData name="Felipe Peroni Marques" userId="23a2c177-a9b7-499e-8bdb-d7f1e6a8be4b" providerId="ADAL" clId="{58913B7D-8360-FF4E-99B4-CFF8BE72E06B}" dt="2026-09-16T13:18:27.762" v="1653" actId="1035"/>
          <ac:spMkLst>
            <pc:docMk/>
            <pc:sldMk cId="4031254641" sldId="326"/>
            <ac:spMk id="2016" creationId="{00000000-0000-0000-0000-000000000000}"/>
          </ac:spMkLst>
        </pc:spChg>
        <pc:spChg chg="mod">
          <ac:chgData name="Felipe Peroni Marques" userId="23a2c177-a9b7-499e-8bdb-d7f1e6a8be4b" providerId="ADAL" clId="{58913B7D-8360-FF4E-99B4-CFF8BE72E06B}" dt="2026-09-16T13:19:27.012" v="1662" actId="1035"/>
          <ac:spMkLst>
            <pc:docMk/>
            <pc:sldMk cId="4031254641" sldId="326"/>
            <ac:spMk id="2018" creationId="{00000000-0000-0000-0000-000000000000}"/>
          </ac:spMkLst>
        </pc:spChg>
      </pc:sldChg>
      <pc:sldChg chg="modNotesTx">
        <pc:chgData name="Felipe Peroni Marques" userId="23a2c177-a9b7-499e-8bdb-d7f1e6a8be4b" providerId="ADAL" clId="{58913B7D-8360-FF4E-99B4-CFF8BE72E06B}" dt="2026-09-20T21:03:28.452" v="4103" actId="20577"/>
        <pc:sldMkLst>
          <pc:docMk/>
          <pc:sldMk cId="2721456284" sldId="328"/>
        </pc:sldMkLst>
      </pc:sldChg>
      <pc:sldChg chg="addSp delSp mod modShow modNotesTx">
        <pc:chgData name="Felipe Peroni Marques" userId="23a2c177-a9b7-499e-8bdb-d7f1e6a8be4b" providerId="ADAL" clId="{58913B7D-8360-FF4E-99B4-CFF8BE72E06B}" dt="2026-10-14T14:02:05.414" v="4658" actId="729"/>
        <pc:sldMkLst>
          <pc:docMk/>
          <pc:sldMk cId="3816260276" sldId="329"/>
        </pc:sldMkLst>
        <pc:spChg chg="add del">
          <ac:chgData name="Felipe Peroni Marques" userId="23a2c177-a9b7-499e-8bdb-d7f1e6a8be4b" providerId="ADAL" clId="{58913B7D-8360-FF4E-99B4-CFF8BE72E06B}" dt="2026-09-16T14:20:33.344" v="2010" actId="478"/>
          <ac:spMkLst>
            <pc:docMk/>
            <pc:sldMk cId="3816260276" sldId="329"/>
            <ac:spMk id="4" creationId="{2DBB2CDD-ED78-7E60-297C-92162D2F94DC}"/>
          </ac:spMkLst>
        </pc:spChg>
      </pc:sldChg>
      <pc:sldChg chg="addSp delSp modSp add del mod modNotesTx">
        <pc:chgData name="Felipe Peroni Marques" userId="23a2c177-a9b7-499e-8bdb-d7f1e6a8be4b" providerId="ADAL" clId="{58913B7D-8360-FF4E-99B4-CFF8BE72E06B}" dt="2026-10-14T13:49:43.433" v="4449"/>
        <pc:sldMkLst>
          <pc:docMk/>
          <pc:sldMk cId="881085822" sldId="341"/>
        </pc:sldMkLst>
      </pc:sldChg>
      <pc:sldChg chg="mod ord modShow">
        <pc:chgData name="Felipe Peroni Marques" userId="23a2c177-a9b7-499e-8bdb-d7f1e6a8be4b" providerId="ADAL" clId="{58913B7D-8360-FF4E-99B4-CFF8BE72E06B}" dt="2026-09-20T19:30:54.186" v="2027" actId="729"/>
        <pc:sldMkLst>
          <pc:docMk/>
          <pc:sldMk cId="917026926" sldId="344"/>
        </pc:sldMkLst>
      </pc:sldChg>
      <pc:sldChg chg="addSp delSp modSp mod modNotesTx">
        <pc:chgData name="Felipe Peroni Marques" userId="23a2c177-a9b7-499e-8bdb-d7f1e6a8be4b" providerId="ADAL" clId="{58913B7D-8360-FF4E-99B4-CFF8BE72E06B}" dt="2026-09-20T20:54:53.583" v="3877" actId="478"/>
        <pc:sldMkLst>
          <pc:docMk/>
          <pc:sldMk cId="2248886962" sldId="346"/>
        </pc:sldMkLst>
      </pc:sldChg>
      <pc:sldChg chg="add">
        <pc:chgData name="Felipe Peroni Marques" userId="23a2c177-a9b7-499e-8bdb-d7f1e6a8be4b" providerId="ADAL" clId="{58913B7D-8360-FF4E-99B4-CFF8BE72E06B}" dt="2026-09-20T21:00:47.416" v="3880"/>
        <pc:sldMkLst>
          <pc:docMk/>
          <pc:sldMk cId="4207788666" sldId="347"/>
        </pc:sldMkLst>
      </pc:sldChg>
      <pc:sldChg chg="add del">
        <pc:chgData name="Felipe Peroni Marques" userId="23a2c177-a9b7-499e-8bdb-d7f1e6a8be4b" providerId="ADAL" clId="{58913B7D-8360-FF4E-99B4-CFF8BE72E06B}" dt="2026-10-14T13:50:28.687" v="4451"/>
        <pc:sldMkLst>
          <pc:docMk/>
          <pc:sldMk cId="2309745443" sldId="361"/>
        </pc:sldMkLst>
      </pc:sldChg>
      <pc:sldChg chg="add del">
        <pc:chgData name="Felipe Peroni Marques" userId="23a2c177-a9b7-499e-8bdb-d7f1e6a8be4b" providerId="ADAL" clId="{58913B7D-8360-FF4E-99B4-CFF8BE72E06B}" dt="2026-10-14T13:50:56.730" v="4453"/>
        <pc:sldMkLst>
          <pc:docMk/>
          <pc:sldMk cId="292331347" sldId="362"/>
        </pc:sldMkLst>
      </pc:sldChg>
      <pc:sldChg chg="add del">
        <pc:chgData name="Felipe Peroni Marques" userId="23a2c177-a9b7-499e-8bdb-d7f1e6a8be4b" providerId="ADAL" clId="{58913B7D-8360-FF4E-99B4-CFF8BE72E06B}" dt="2026-10-14T13:51:09.145" v="4455"/>
        <pc:sldMkLst>
          <pc:docMk/>
          <pc:sldMk cId="2829608152" sldId="363"/>
        </pc:sldMkLst>
      </pc:sldChg>
      <pc:sldChg chg="modSp add del mod">
        <pc:chgData name="Felipe Peroni Marques" userId="23a2c177-a9b7-499e-8bdb-d7f1e6a8be4b" providerId="ADAL" clId="{58913B7D-8360-FF4E-99B4-CFF8BE72E06B}" dt="2026-10-14T13:54:55.861" v="4486"/>
        <pc:sldMkLst>
          <pc:docMk/>
          <pc:sldMk cId="3578874637" sldId="364"/>
        </pc:sldMkLst>
      </pc:sldChg>
      <pc:sldChg chg="add del">
        <pc:chgData name="Felipe Peroni Marques" userId="23a2c177-a9b7-499e-8bdb-d7f1e6a8be4b" providerId="ADAL" clId="{58913B7D-8360-FF4E-99B4-CFF8BE72E06B}" dt="2026-10-14T13:56:17.830" v="4488"/>
        <pc:sldMkLst>
          <pc:docMk/>
          <pc:sldMk cId="2339438872" sldId="365"/>
        </pc:sldMkLst>
      </pc:sldChg>
      <pc:sldChg chg="add del">
        <pc:chgData name="Felipe Peroni Marques" userId="23a2c177-a9b7-499e-8bdb-d7f1e6a8be4b" providerId="ADAL" clId="{58913B7D-8360-FF4E-99B4-CFF8BE72E06B}" dt="2026-10-14T14:02:35.057" v="4676" actId="2696"/>
        <pc:sldMkLst>
          <pc:docMk/>
          <pc:sldMk cId="3148204388" sldId="366"/>
        </pc:sldMkLst>
      </pc:sldChg>
      <pc:sldChg chg="add del">
        <pc:chgData name="Felipe Peroni Marques" userId="23a2c177-a9b7-499e-8bdb-d7f1e6a8be4b" providerId="ADAL" clId="{58913B7D-8360-FF4E-99B4-CFF8BE72E06B}" dt="2026-10-14T13:57:19.845" v="4492"/>
        <pc:sldMkLst>
          <pc:docMk/>
          <pc:sldMk cId="356386080" sldId="367"/>
        </pc:sldMkLst>
      </pc:sldChg>
      <pc:sldChg chg="addSp delSp modSp add del mod">
        <pc:chgData name="Felipe Peroni Marques" userId="23a2c177-a9b7-499e-8bdb-d7f1e6a8be4b" providerId="ADAL" clId="{58913B7D-8360-FF4E-99B4-CFF8BE72E06B}" dt="2026-10-14T14:15:28.701" v="4695"/>
        <pc:sldMkLst>
          <pc:docMk/>
          <pc:sldMk cId="817758360" sldId="368"/>
        </pc:sldMkLst>
      </pc:sldChg>
      <pc:sldChg chg="add del">
        <pc:chgData name="Felipe Peroni Marques" userId="23a2c177-a9b7-499e-8bdb-d7f1e6a8be4b" providerId="ADAL" clId="{58913B7D-8360-FF4E-99B4-CFF8BE72E06B}" dt="2026-10-14T14:06:04.652" v="4679"/>
        <pc:sldMkLst>
          <pc:docMk/>
          <pc:sldMk cId="2629004241" sldId="369"/>
        </pc:sldMkLst>
      </pc:sldChg>
      <pc:sldChg chg="add del">
        <pc:chgData name="Felipe Peroni Marques" userId="23a2c177-a9b7-499e-8bdb-d7f1e6a8be4b" providerId="ADAL" clId="{58913B7D-8360-FF4E-99B4-CFF8BE72E06B}" dt="2026-10-14T14:06:54.035" v="4681"/>
        <pc:sldMkLst>
          <pc:docMk/>
          <pc:sldMk cId="1422601648" sldId="371"/>
        </pc:sldMkLst>
      </pc:sldChg>
      <pc:sldChg chg="add del">
        <pc:chgData name="Felipe Peroni Marques" userId="23a2c177-a9b7-499e-8bdb-d7f1e6a8be4b" providerId="ADAL" clId="{58913B7D-8360-FF4E-99B4-CFF8BE72E06B}" dt="2026-10-14T14:07:27.570" v="4683"/>
        <pc:sldMkLst>
          <pc:docMk/>
          <pc:sldMk cId="1804016155" sldId="373"/>
        </pc:sldMkLst>
      </pc:sldChg>
      <pc:sldChg chg="add del">
        <pc:chgData name="Felipe Peroni Marques" userId="23a2c177-a9b7-499e-8bdb-d7f1e6a8be4b" providerId="ADAL" clId="{58913B7D-8360-FF4E-99B4-CFF8BE72E06B}" dt="2026-10-14T14:07:39.324" v="4685"/>
        <pc:sldMkLst>
          <pc:docMk/>
          <pc:sldMk cId="1503633437" sldId="374"/>
        </pc:sldMkLst>
      </pc:sldChg>
      <pc:sldChg chg="add del">
        <pc:chgData name="Felipe Peroni Marques" userId="23a2c177-a9b7-499e-8bdb-d7f1e6a8be4b" providerId="ADAL" clId="{58913B7D-8360-FF4E-99B4-CFF8BE72E06B}" dt="2026-10-14T14:08:12.388" v="4687"/>
        <pc:sldMkLst>
          <pc:docMk/>
          <pc:sldMk cId="125327815" sldId="375"/>
        </pc:sldMkLst>
      </pc:sldChg>
      <pc:sldChg chg="add del">
        <pc:chgData name="Felipe Peroni Marques" userId="23a2c177-a9b7-499e-8bdb-d7f1e6a8be4b" providerId="ADAL" clId="{58913B7D-8360-FF4E-99B4-CFF8BE72E06B}" dt="2026-10-14T14:08:27.023" v="4689"/>
        <pc:sldMkLst>
          <pc:docMk/>
          <pc:sldMk cId="220427981" sldId="376"/>
        </pc:sldMkLst>
      </pc:sldChg>
      <pc:sldChg chg="add del">
        <pc:chgData name="Felipe Peroni Marques" userId="23a2c177-a9b7-499e-8bdb-d7f1e6a8be4b" providerId="ADAL" clId="{58913B7D-8360-FF4E-99B4-CFF8BE72E06B}" dt="2026-10-14T14:13:01.687" v="4691"/>
        <pc:sldMkLst>
          <pc:docMk/>
          <pc:sldMk cId="135116316" sldId="377"/>
        </pc:sldMkLst>
      </pc:sldChg>
      <pc:sldChg chg="add del">
        <pc:chgData name="Felipe Peroni Marques" userId="23a2c177-a9b7-499e-8bdb-d7f1e6a8be4b" providerId="ADAL" clId="{58913B7D-8360-FF4E-99B4-CFF8BE72E06B}" dt="2026-10-14T14:13:28.726" v="4693"/>
        <pc:sldMkLst>
          <pc:docMk/>
          <pc:sldMk cId="1994029700" sldId="378"/>
        </pc:sldMkLst>
      </pc:sldChg>
      <pc:sldChg chg="add">
        <pc:chgData name="Felipe Peroni Marques" userId="23a2c177-a9b7-499e-8bdb-d7f1e6a8be4b" providerId="ADAL" clId="{58913B7D-8360-FF4E-99B4-CFF8BE72E06B}" dt="2026-10-14T14:13:28.586" v="4692"/>
        <pc:sldMkLst>
          <pc:docMk/>
          <pc:sldMk cId="2071329001" sldId="379"/>
        </pc:sldMkLst>
      </pc:sldChg>
      <pc:sldChg chg="add del">
        <pc:chgData name="Felipe Peroni Marques" userId="23a2c177-a9b7-499e-8bdb-d7f1e6a8be4b" providerId="ADAL" clId="{58913B7D-8360-FF4E-99B4-CFF8BE72E06B}" dt="2026-10-14T14:15:38.202" v="4697"/>
        <pc:sldMkLst>
          <pc:docMk/>
          <pc:sldMk cId="2210810892" sldId="381"/>
        </pc:sldMkLst>
      </pc:sldChg>
      <pc:sldChg chg="modSp add mod">
        <pc:chgData name="Felipe Peroni Marques" userId="23a2c177-a9b7-499e-8bdb-d7f1e6a8be4b" providerId="ADAL" clId="{58913B7D-8360-FF4E-99B4-CFF8BE72E06B}" dt="2026-10-14T14:15:59.155" v="4710" actId="20577"/>
        <pc:sldMkLst>
          <pc:docMk/>
          <pc:sldMk cId="500312946" sldId="382"/>
        </pc:sldMkLst>
        <pc:spChg chg="mod">
          <ac:chgData name="Felipe Peroni Marques" userId="23a2c177-a9b7-499e-8bdb-d7f1e6a8be4b" providerId="ADAL" clId="{58913B7D-8360-FF4E-99B4-CFF8BE72E06B}" dt="2026-10-14T14:15:59.155" v="4710" actId="20577"/>
          <ac:spMkLst>
            <pc:docMk/>
            <pc:sldMk cId="500312946" sldId="382"/>
            <ac:spMk id="7002" creationId="{00000000-0000-0000-0000-000000000000}"/>
          </ac:spMkLst>
        </pc:spChg>
      </pc:sldChg>
      <pc:sldChg chg="modSp mod">
        <pc:chgData name="Felipe Peroni Marques" userId="23a2c177-a9b7-499e-8bdb-d7f1e6a8be4b" providerId="ADAL" clId="{58913B7D-8360-FF4E-99B4-CFF8BE72E06B}" dt="2026-10-19T12:57:14.596" v="4725" actId="1035"/>
        <pc:sldMkLst>
          <pc:docMk/>
          <pc:sldMk cId="3868462077" sldId="384"/>
        </pc:sldMkLst>
        <pc:spChg chg="mod">
          <ac:chgData name="Felipe Peroni Marques" userId="23a2c177-a9b7-499e-8bdb-d7f1e6a8be4b" providerId="ADAL" clId="{58913B7D-8360-FF4E-99B4-CFF8BE72E06B}" dt="2026-10-19T12:57:14.596" v="4725" actId="1035"/>
          <ac:spMkLst>
            <pc:docMk/>
            <pc:sldMk cId="3868462077" sldId="384"/>
            <ac:spMk id="17" creationId="{D9DD11E8-3A69-89FC-87DA-BBC6693D7C3D}"/>
          </ac:spMkLst>
        </pc:spChg>
        <pc:spChg chg="mod">
          <ac:chgData name="Felipe Peroni Marques" userId="23a2c177-a9b7-499e-8bdb-d7f1e6a8be4b" providerId="ADAL" clId="{58913B7D-8360-FF4E-99B4-CFF8BE72E06B}" dt="2026-10-19T12:57:14.596" v="4725" actId="1035"/>
          <ac:spMkLst>
            <pc:docMk/>
            <pc:sldMk cId="3868462077" sldId="384"/>
            <ac:spMk id="20" creationId="{B5BF498B-2250-935F-760C-91C26ECA3B89}"/>
          </ac:spMkLst>
        </pc:spChg>
        <pc:spChg chg="mod">
          <ac:chgData name="Felipe Peroni Marques" userId="23a2c177-a9b7-499e-8bdb-d7f1e6a8be4b" providerId="ADAL" clId="{58913B7D-8360-FF4E-99B4-CFF8BE72E06B}" dt="2026-10-19T12:57:14.596" v="4725" actId="1035"/>
          <ac:spMkLst>
            <pc:docMk/>
            <pc:sldMk cId="3868462077" sldId="384"/>
            <ac:spMk id="23" creationId="{68C48127-3B37-4719-0910-0605E3579C3A}"/>
          </ac:spMkLst>
        </pc:spChg>
      </pc:sldChg>
      <pc:sldChg chg="add del">
        <pc:chgData name="Felipe Peroni Marques" userId="23a2c177-a9b7-499e-8bdb-d7f1e6a8be4b" providerId="ADAL" clId="{58913B7D-8360-FF4E-99B4-CFF8BE72E06B}" dt="2026-10-19T13:01:08.443" v="4730"/>
        <pc:sldMkLst>
          <pc:docMk/>
          <pc:sldMk cId="446804359" sldId="385"/>
        </pc:sldMkLst>
      </pc:sldChg>
      <pc:sldChg chg="modSp add del mod">
        <pc:chgData name="Felipe Peroni Marques" userId="23a2c177-a9b7-499e-8bdb-d7f1e6a8be4b" providerId="ADAL" clId="{58913B7D-8360-FF4E-99B4-CFF8BE72E06B}" dt="2026-10-19T13:01:19.071" v="4732"/>
        <pc:sldMkLst>
          <pc:docMk/>
          <pc:sldMk cId="3582969589" sldId="386"/>
        </pc:sldMkLst>
        <pc:spChg chg="mod">
          <ac:chgData name="Felipe Peroni Marques" userId="23a2c177-a9b7-499e-8bdb-d7f1e6a8be4b" providerId="ADAL" clId="{58913B7D-8360-FF4E-99B4-CFF8BE72E06B}" dt="2026-10-19T13:01:08.391" v="4728" actId="27636"/>
          <ac:spMkLst>
            <pc:docMk/>
            <pc:sldMk cId="3582969589" sldId="386"/>
            <ac:spMk id="33" creationId="{477B0F34-6C73-F705-9802-3A4C8D10EFF4}"/>
          </ac:spMkLst>
        </pc:spChg>
        <pc:spChg chg="mod">
          <ac:chgData name="Felipe Peroni Marques" userId="23a2c177-a9b7-499e-8bdb-d7f1e6a8be4b" providerId="ADAL" clId="{58913B7D-8360-FF4E-99B4-CFF8BE72E06B}" dt="2026-10-19T13:01:08.392" v="4729" actId="27636"/>
          <ac:spMkLst>
            <pc:docMk/>
            <pc:sldMk cId="3582969589" sldId="386"/>
            <ac:spMk id="37" creationId="{387B8A35-2E30-2C0B-2F59-D2EB044C9375}"/>
          </ac:spMkLst>
        </pc:spChg>
      </pc:sldChg>
      <pc:sldChg chg="add del">
        <pc:chgData name="Felipe Peroni Marques" userId="23a2c177-a9b7-499e-8bdb-d7f1e6a8be4b" providerId="ADAL" clId="{58913B7D-8360-FF4E-99B4-CFF8BE72E06B}" dt="2026-10-19T13:01:45.271" v="4734"/>
        <pc:sldMkLst>
          <pc:docMk/>
          <pc:sldMk cId="3195652998" sldId="387"/>
        </pc:sldMkLst>
      </pc:sldChg>
      <pc:sldChg chg="modSp add del mod">
        <pc:chgData name="Felipe Peroni Marques" userId="23a2c177-a9b7-499e-8bdb-d7f1e6a8be4b" providerId="ADAL" clId="{58913B7D-8360-FF4E-99B4-CFF8BE72E06B}" dt="2026-10-19T13:02:07.162" v="4738"/>
        <pc:sldMkLst>
          <pc:docMk/>
          <pc:sldMk cId="3583515570" sldId="388"/>
        </pc:sldMkLst>
        <pc:spChg chg="mod">
          <ac:chgData name="Felipe Peroni Marques" userId="23a2c177-a9b7-499e-8bdb-d7f1e6a8be4b" providerId="ADAL" clId="{58913B7D-8360-FF4E-99B4-CFF8BE72E06B}" dt="2026-10-19T13:01:55.638" v="4736" actId="404"/>
          <ac:spMkLst>
            <pc:docMk/>
            <pc:sldMk cId="3583515570" sldId="388"/>
            <ac:spMk id="72" creationId="{00000000-0000-0000-0000-000000000000}"/>
          </ac:spMkLst>
        </pc:spChg>
      </pc:sldChg>
      <pc:sldChg chg="modSp add mod modShow">
        <pc:chgData name="Felipe Peroni Marques" userId="23a2c177-a9b7-499e-8bdb-d7f1e6a8be4b" providerId="ADAL" clId="{58913B7D-8360-FF4E-99B4-CFF8BE72E06B}" dt="2026-10-19T13:03:11.019" v="4742" actId="729"/>
        <pc:sldMkLst>
          <pc:docMk/>
          <pc:sldMk cId="127144310" sldId="389"/>
        </pc:sldMkLst>
        <pc:spChg chg="mod">
          <ac:chgData name="Felipe Peroni Marques" userId="23a2c177-a9b7-499e-8bdb-d7f1e6a8be4b" providerId="ADAL" clId="{58913B7D-8360-FF4E-99B4-CFF8BE72E06B}" dt="2026-10-19T13:02:17.273" v="4739" actId="113"/>
          <ac:spMkLst>
            <pc:docMk/>
            <pc:sldMk cId="127144310" sldId="389"/>
            <ac:spMk id="70" creationId="{00000000-0000-0000-0000-000000000000}"/>
          </ac:spMkLst>
        </pc:spChg>
        <pc:spChg chg="mod">
          <ac:chgData name="Felipe Peroni Marques" userId="23a2c177-a9b7-499e-8bdb-d7f1e6a8be4b" providerId="ADAL" clId="{58913B7D-8360-FF4E-99B4-CFF8BE72E06B}" dt="2026-10-19T13:02:24.871" v="4740" actId="113"/>
          <ac:spMkLst>
            <pc:docMk/>
            <pc:sldMk cId="127144310" sldId="389"/>
            <ac:spMk id="71" creationId="{00000000-0000-0000-0000-000000000000}"/>
          </ac:spMkLst>
        </pc:spChg>
        <pc:spChg chg="mod">
          <ac:chgData name="Felipe Peroni Marques" userId="23a2c177-a9b7-499e-8bdb-d7f1e6a8be4b" providerId="ADAL" clId="{58913B7D-8360-FF4E-99B4-CFF8BE72E06B}" dt="2026-10-19T13:03:07.351" v="4741" actId="113"/>
          <ac:spMkLst>
            <pc:docMk/>
            <pc:sldMk cId="127144310" sldId="389"/>
            <ac:spMk id="72" creationId="{00000000-0000-0000-0000-000000000000}"/>
          </ac:spMkLst>
        </pc:spChg>
      </pc:sldChg>
      <pc:sldMasterChg chg="addSp">
        <pc:chgData name="Felipe Peroni Marques" userId="23a2c177-a9b7-499e-8bdb-d7f1e6a8be4b" providerId="ADAL" clId="{58913B7D-8360-FF4E-99B4-CFF8BE72E06B}" dt="2026-09-14T13:19:37.369" v="909"/>
        <pc:sldMasterMkLst>
          <pc:docMk/>
          <pc:sldMasterMk cId="3961449787" sldId="2147483654"/>
        </pc:sldMasterMkLst>
        <pc:spChg chg="add">
          <ac:chgData name="Felipe Peroni Marques" userId="23a2c177-a9b7-499e-8bdb-d7f1e6a8be4b" providerId="ADAL" clId="{58913B7D-8360-FF4E-99B4-CFF8BE72E06B}" dt="2026-09-14T13:19:37.369" v="909"/>
          <ac:spMkLst>
            <pc:docMk/>
            <pc:sldMasterMk cId="3961449787" sldId="2147483654"/>
            <ac:spMk id="7" creationId="{B1B09DE7-FAC2-4ED9-12C8-DB40D887E893}"/>
          </ac:spMkLst>
        </pc:spChg>
        <pc:grpChg chg="add">
          <ac:chgData name="Felipe Peroni Marques" userId="23a2c177-a9b7-499e-8bdb-d7f1e6a8be4b" providerId="ADAL" clId="{58913B7D-8360-FF4E-99B4-CFF8BE72E06B}" dt="2026-09-14T13:19:37.369" v="909"/>
          <ac:grpSpMkLst>
            <pc:docMk/>
            <pc:sldMasterMk cId="3961449787" sldId="2147483654"/>
            <ac:grpSpMk id="8" creationId="{20AF2047-A578-BB66-A1A0-8565BCDE87B5}"/>
          </ac:grpSpMkLst>
        </pc:grpChg>
        <pc:grpChg chg="add">
          <ac:chgData name="Felipe Peroni Marques" userId="23a2c177-a9b7-499e-8bdb-d7f1e6a8be4b" providerId="ADAL" clId="{58913B7D-8360-FF4E-99B4-CFF8BE72E06B}" dt="2026-09-14T13:19:37.369" v="909"/>
          <ac:grpSpMkLst>
            <pc:docMk/>
            <pc:sldMasterMk cId="3961449787" sldId="2147483654"/>
            <ac:grpSpMk id="14" creationId="{E78BD19A-0D39-41F3-3003-3977D6843AD8}"/>
          </ac:grpSpMkLst>
        </pc:grpChg>
        <pc:picChg chg="add">
          <ac:chgData name="Felipe Peroni Marques" userId="23a2c177-a9b7-499e-8bdb-d7f1e6a8be4b" providerId="ADAL" clId="{58913B7D-8360-FF4E-99B4-CFF8BE72E06B}" dt="2026-09-14T13:19:37.369" v="909"/>
          <ac:picMkLst>
            <pc:docMk/>
            <pc:sldMasterMk cId="3961449787" sldId="2147483654"/>
            <ac:picMk id="13" creationId="{019BA6DF-26FF-F704-FFF4-777670686B4D}"/>
          </ac:picMkLst>
        </pc:picChg>
        <pc:cxnChg chg="add">
          <ac:chgData name="Felipe Peroni Marques" userId="23a2c177-a9b7-499e-8bdb-d7f1e6a8be4b" providerId="ADAL" clId="{58913B7D-8360-FF4E-99B4-CFF8BE72E06B}" dt="2026-09-14T13:19:37.369" v="909"/>
          <ac:cxnSpMkLst>
            <pc:docMk/>
            <pc:sldMasterMk cId="3961449787" sldId="2147483654"/>
            <ac:cxnSpMk id="27" creationId="{341B6652-A938-0152-5BB5-1D5694688FB8}"/>
          </ac:cxnSpMkLst>
        </pc:cxnChg>
      </pc:sldMasterChg>
    </pc:docChg>
  </pc:docChgLst>
  <pc:docChgLst>
    <pc:chgData name="Felipe Barros Santos Rodrigues da Silva" userId="bcee62ef-1d0a-4a06-92b7-252124de452b" providerId="ADAL" clId="{6280D51B-2B70-44C7-967E-2A9F4DA32BEB}"/>
    <pc:docChg chg="undo redo custSel addSld delSld modSld">
      <pc:chgData name="Felipe Barros Santos Rodrigues da Silva" userId="bcee62ef-1d0a-4a06-92b7-252124de452b" providerId="ADAL" clId="{6280D51B-2B70-44C7-967E-2A9F4DA32BEB}" dt="2026-10-19T13:08:18.864" v="1681" actId="255"/>
      <pc:docMkLst>
        <pc:docMk/>
      </pc:docMkLst>
      <pc:sldChg chg="addSp modSp mod modNotesTx">
        <pc:chgData name="Felipe Barros Santos Rodrigues da Silva" userId="bcee62ef-1d0a-4a06-92b7-252124de452b" providerId="ADAL" clId="{6280D51B-2B70-44C7-967E-2A9F4DA32BEB}" dt="2026-09-21T00:57:35.368" v="1634" actId="20577"/>
        <pc:sldMkLst>
          <pc:docMk/>
          <pc:sldMk cId="940414154" sldId="272"/>
        </pc:sldMkLst>
      </pc:sldChg>
      <pc:sldChg chg="modSp mod">
        <pc:chgData name="Felipe Barros Santos Rodrigues da Silva" userId="bcee62ef-1d0a-4a06-92b7-252124de452b" providerId="ADAL" clId="{6280D51B-2B70-44C7-967E-2A9F4DA32BEB}" dt="2026-10-19T13:08:18.864" v="1681" actId="255"/>
        <pc:sldMkLst>
          <pc:docMk/>
          <pc:sldMk cId="1653737069" sldId="286"/>
        </pc:sldMkLst>
        <pc:spChg chg="mod">
          <ac:chgData name="Felipe Barros Santos Rodrigues da Silva" userId="bcee62ef-1d0a-4a06-92b7-252124de452b" providerId="ADAL" clId="{6280D51B-2B70-44C7-967E-2A9F4DA32BEB}" dt="2026-10-19T13:08:18.864" v="1681" actId="255"/>
          <ac:spMkLst>
            <pc:docMk/>
            <pc:sldMk cId="1653737069" sldId="286"/>
            <ac:spMk id="31" creationId="{9A3C1FB9-EF03-8156-3CA8-3AD211DC54DF}"/>
          </ac:spMkLst>
        </pc:spChg>
        <pc:spChg chg="mod">
          <ac:chgData name="Felipe Barros Santos Rodrigues da Silva" userId="bcee62ef-1d0a-4a06-92b7-252124de452b" providerId="ADAL" clId="{6280D51B-2B70-44C7-967E-2A9F4DA32BEB}" dt="2026-10-19T13:07:51.288" v="1678" actId="123"/>
          <ac:spMkLst>
            <pc:docMk/>
            <pc:sldMk cId="1653737069" sldId="286"/>
            <ac:spMk id="33" creationId="{69298370-0554-BCED-4107-E00D640B8A3D}"/>
          </ac:spMkLst>
        </pc:spChg>
      </pc:sldChg>
      <pc:sldChg chg="addSp delSp modSp mod">
        <pc:chgData name="Felipe Barros Santos Rodrigues da Silva" userId="bcee62ef-1d0a-4a06-92b7-252124de452b" providerId="ADAL" clId="{6280D51B-2B70-44C7-967E-2A9F4DA32BEB}" dt="2026-10-05T22:53:50.108" v="1652" actId="207"/>
        <pc:sldMkLst>
          <pc:docMk/>
          <pc:sldMk cId="2436662301" sldId="309"/>
        </pc:sldMkLst>
        <pc:spChg chg="mod">
          <ac:chgData name="Felipe Barros Santos Rodrigues da Silva" userId="bcee62ef-1d0a-4a06-92b7-252124de452b" providerId="ADAL" clId="{6280D51B-2B70-44C7-967E-2A9F4DA32BEB}" dt="2026-10-05T22:53:28.714" v="1650" actId="208"/>
          <ac:spMkLst>
            <pc:docMk/>
            <pc:sldMk cId="2436662301" sldId="309"/>
            <ac:spMk id="12" creationId="{4FA95E0D-FA48-1687-2EDC-7094F17512C8}"/>
          </ac:spMkLst>
        </pc:spChg>
        <pc:spChg chg="mod">
          <ac:chgData name="Felipe Barros Santos Rodrigues da Silva" userId="bcee62ef-1d0a-4a06-92b7-252124de452b" providerId="ADAL" clId="{6280D51B-2B70-44C7-967E-2A9F4DA32BEB}" dt="2026-10-05T22:53:50.108" v="1652" actId="207"/>
          <ac:spMkLst>
            <pc:docMk/>
            <pc:sldMk cId="2436662301" sldId="309"/>
            <ac:spMk id="34" creationId="{C7A281B1-2091-CF49-861F-E68A502F84AE}"/>
          </ac:spMkLst>
        </pc:spChg>
        <pc:grpChg chg="mod">
          <ac:chgData name="Felipe Barros Santos Rodrigues da Silva" userId="bcee62ef-1d0a-4a06-92b7-252124de452b" providerId="ADAL" clId="{6280D51B-2B70-44C7-967E-2A9F4DA32BEB}" dt="2026-10-05T22:43:55.962" v="1639" actId="1036"/>
          <ac:grpSpMkLst>
            <pc:docMk/>
            <pc:sldMk cId="2436662301" sldId="309"/>
            <ac:grpSpMk id="55" creationId="{023943FF-EA6A-61E6-44CE-7EA5A933CADE}"/>
          </ac:grpSpMkLst>
        </pc:grpChg>
      </pc:sldChg>
      <pc:sldChg chg="addSp delSp modSp add mod">
        <pc:chgData name="Felipe Barros Santos Rodrigues da Silva" userId="bcee62ef-1d0a-4a06-92b7-252124de452b" providerId="ADAL" clId="{6280D51B-2B70-44C7-967E-2A9F4DA32BEB}" dt="2026-09-20T18:07:21.172" v="1630" actId="113"/>
        <pc:sldMkLst>
          <pc:docMk/>
          <pc:sldMk cId="3816260276" sldId="329"/>
        </pc:sldMkLst>
        <pc:spChg chg="add mod">
          <ac:chgData name="Felipe Barros Santos Rodrigues da Silva" userId="bcee62ef-1d0a-4a06-92b7-252124de452b" providerId="ADAL" clId="{6280D51B-2B70-44C7-967E-2A9F4DA32BEB}" dt="2026-09-20T18:07:21.172" v="1630" actId="113"/>
          <ac:spMkLst>
            <pc:docMk/>
            <pc:sldMk cId="3816260276" sldId="329"/>
            <ac:spMk id="39" creationId="{B990DFE0-EC3E-0564-65B6-8C3261AED1B7}"/>
          </ac:spMkLst>
        </pc:spChg>
      </pc:sldChg>
      <pc:sldChg chg="modSp mod">
        <pc:chgData name="Felipe Barros Santos Rodrigues da Silva" userId="bcee62ef-1d0a-4a06-92b7-252124de452b" providerId="ADAL" clId="{6280D51B-2B70-44C7-967E-2A9F4DA32BEB}" dt="2026-10-19T12:54:12.649" v="1666" actId="120"/>
        <pc:sldMkLst>
          <pc:docMk/>
          <pc:sldMk cId="1118591106" sldId="354"/>
        </pc:sldMkLst>
        <pc:spChg chg="mod">
          <ac:chgData name="Felipe Barros Santos Rodrigues da Silva" userId="bcee62ef-1d0a-4a06-92b7-252124de452b" providerId="ADAL" clId="{6280D51B-2B70-44C7-967E-2A9F4DA32BEB}" dt="2026-10-19T12:47:27.160" v="1654" actId="14100"/>
          <ac:spMkLst>
            <pc:docMk/>
            <pc:sldMk cId="1118591106" sldId="354"/>
            <ac:spMk id="10" creationId="{28B976DB-78B5-CF64-1F00-90D3C4423949}"/>
          </ac:spMkLst>
        </pc:spChg>
        <pc:spChg chg="mod">
          <ac:chgData name="Felipe Barros Santos Rodrigues da Silva" userId="bcee62ef-1d0a-4a06-92b7-252124de452b" providerId="ADAL" clId="{6280D51B-2B70-44C7-967E-2A9F4DA32BEB}" dt="2026-10-19T12:47:31.567" v="1655" actId="123"/>
          <ac:spMkLst>
            <pc:docMk/>
            <pc:sldMk cId="1118591106" sldId="354"/>
            <ac:spMk id="158" creationId="{9FC2EE4C-84F2-AED8-E166-DC2C388D86D0}"/>
          </ac:spMkLst>
        </pc:spChg>
        <pc:spChg chg="mod">
          <ac:chgData name="Felipe Barros Santos Rodrigues da Silva" userId="bcee62ef-1d0a-4a06-92b7-252124de452b" providerId="ADAL" clId="{6280D51B-2B70-44C7-967E-2A9F4DA32BEB}" dt="2026-10-19T12:54:12.649" v="1666" actId="120"/>
          <ac:spMkLst>
            <pc:docMk/>
            <pc:sldMk cId="1118591106" sldId="354"/>
            <ac:spMk id="160" creationId="{FAB59FC3-042E-C8E7-7EB8-040D8CB30D65}"/>
          </ac:spMkLst>
        </pc:spChg>
        <pc:spChg chg="mod">
          <ac:chgData name="Felipe Barros Santos Rodrigues da Silva" userId="bcee62ef-1d0a-4a06-92b7-252124de452b" providerId="ADAL" clId="{6280D51B-2B70-44C7-967E-2A9F4DA32BEB}" dt="2026-10-19T12:53:59.812" v="1664" actId="120"/>
          <ac:spMkLst>
            <pc:docMk/>
            <pc:sldMk cId="1118591106" sldId="354"/>
            <ac:spMk id="162" creationId="{7D268D5C-BA7C-BAD5-B046-2BBB9B5E0E2E}"/>
          </ac:spMkLst>
        </pc:spChg>
        <pc:spChg chg="mod">
          <ac:chgData name="Felipe Barros Santos Rodrigues da Silva" userId="bcee62ef-1d0a-4a06-92b7-252124de452b" providerId="ADAL" clId="{6280D51B-2B70-44C7-967E-2A9F4DA32BEB}" dt="2026-10-19T12:47:56.704" v="1658" actId="123"/>
          <ac:spMkLst>
            <pc:docMk/>
            <pc:sldMk cId="1118591106" sldId="354"/>
            <ac:spMk id="164" creationId="{C8BE4BE2-E045-0259-7EDE-289B45D7C643}"/>
          </ac:spMkLst>
        </pc:spChg>
      </pc:sldChg>
      <pc:sldChg chg="modSp mod">
        <pc:chgData name="Felipe Barros Santos Rodrigues da Silva" userId="bcee62ef-1d0a-4a06-92b7-252124de452b" providerId="ADAL" clId="{6280D51B-2B70-44C7-967E-2A9F4DA32BEB}" dt="2026-10-19T12:55:34.959" v="1671" actId="123"/>
        <pc:sldMkLst>
          <pc:docMk/>
          <pc:sldMk cId="2653754915" sldId="359"/>
        </pc:sldMkLst>
        <pc:spChg chg="mod">
          <ac:chgData name="Felipe Barros Santos Rodrigues da Silva" userId="bcee62ef-1d0a-4a06-92b7-252124de452b" providerId="ADAL" clId="{6280D51B-2B70-44C7-967E-2A9F4DA32BEB}" dt="2026-10-19T12:55:34.959" v="1671" actId="123"/>
          <ac:spMkLst>
            <pc:docMk/>
            <pc:sldMk cId="2653754915" sldId="359"/>
            <ac:spMk id="61" creationId="{38033E9D-0F29-1322-4A9F-ED814D35A58F}"/>
          </ac:spMkLst>
        </pc:spChg>
        <pc:spChg chg="mod">
          <ac:chgData name="Felipe Barros Santos Rodrigues da Silva" userId="bcee62ef-1d0a-4a06-92b7-252124de452b" providerId="ADAL" clId="{6280D51B-2B70-44C7-967E-2A9F4DA32BEB}" dt="2026-10-19T12:55:30.133" v="1670" actId="123"/>
          <ac:spMkLst>
            <pc:docMk/>
            <pc:sldMk cId="2653754915" sldId="359"/>
            <ac:spMk id="69" creationId="{022E2060-8C96-9B60-F445-096D3B23859A}"/>
          </ac:spMkLst>
        </pc:spChg>
        <pc:spChg chg="mod">
          <ac:chgData name="Felipe Barros Santos Rodrigues da Silva" userId="bcee62ef-1d0a-4a06-92b7-252124de452b" providerId="ADAL" clId="{6280D51B-2B70-44C7-967E-2A9F4DA32BEB}" dt="2026-10-19T12:54:36.578" v="1669" actId="120"/>
          <ac:spMkLst>
            <pc:docMk/>
            <pc:sldMk cId="2653754915" sldId="359"/>
            <ac:spMk id="160" creationId="{D8E22DC9-3ACC-5787-5CFA-67A3975F60CF}"/>
          </ac:spMkLst>
        </pc:spChg>
        <pc:spChg chg="mod">
          <ac:chgData name="Felipe Barros Santos Rodrigues da Silva" userId="bcee62ef-1d0a-4a06-92b7-252124de452b" providerId="ADAL" clId="{6280D51B-2B70-44C7-967E-2A9F4DA32BEB}" dt="2026-10-19T12:54:31.196" v="1667" actId="123"/>
          <ac:spMkLst>
            <pc:docMk/>
            <pc:sldMk cId="2653754915" sldId="359"/>
            <ac:spMk id="164" creationId="{9C119796-2CFA-E2C1-A980-05B8C99AA3F4}"/>
          </ac:spMkLst>
        </pc:spChg>
      </pc:sldChg>
      <pc:sldChg chg="modSp mod">
        <pc:chgData name="Felipe Barros Santos Rodrigues da Silva" userId="bcee62ef-1d0a-4a06-92b7-252124de452b" providerId="ADAL" clId="{6280D51B-2B70-44C7-967E-2A9F4DA32BEB}" dt="2026-10-19T12:56:15.138" v="1676" actId="123"/>
        <pc:sldMkLst>
          <pc:docMk/>
          <pc:sldMk cId="368819736" sldId="360"/>
        </pc:sldMkLst>
        <pc:spChg chg="mod">
          <ac:chgData name="Felipe Barros Santos Rodrigues da Silva" userId="bcee62ef-1d0a-4a06-92b7-252124de452b" providerId="ADAL" clId="{6280D51B-2B70-44C7-967E-2A9F4DA32BEB}" dt="2026-10-19T12:55:50.407" v="1672" actId="123"/>
          <ac:spMkLst>
            <pc:docMk/>
            <pc:sldMk cId="368819736" sldId="360"/>
            <ac:spMk id="61" creationId="{E84AFA1E-0D22-661C-461A-2131553D23EC}"/>
          </ac:spMkLst>
        </pc:spChg>
        <pc:spChg chg="mod">
          <ac:chgData name="Felipe Barros Santos Rodrigues da Silva" userId="bcee62ef-1d0a-4a06-92b7-252124de452b" providerId="ADAL" clId="{6280D51B-2B70-44C7-967E-2A9F4DA32BEB}" dt="2026-10-19T12:55:53.862" v="1673" actId="123"/>
          <ac:spMkLst>
            <pc:docMk/>
            <pc:sldMk cId="368819736" sldId="360"/>
            <ac:spMk id="69" creationId="{B1DA7CD0-9715-0903-5155-3AE45BF59F98}"/>
          </ac:spMkLst>
        </pc:spChg>
        <pc:spChg chg="mod">
          <ac:chgData name="Felipe Barros Santos Rodrigues da Silva" userId="bcee62ef-1d0a-4a06-92b7-252124de452b" providerId="ADAL" clId="{6280D51B-2B70-44C7-967E-2A9F4DA32BEB}" dt="2026-10-19T12:55:59.373" v="1674" actId="123"/>
          <ac:spMkLst>
            <pc:docMk/>
            <pc:sldMk cId="368819736" sldId="360"/>
            <ac:spMk id="80" creationId="{5F0EDE8B-1C1C-32FF-858C-7EFDBF96DDD3}"/>
          </ac:spMkLst>
        </pc:spChg>
        <pc:spChg chg="mod">
          <ac:chgData name="Felipe Barros Santos Rodrigues da Silva" userId="bcee62ef-1d0a-4a06-92b7-252124de452b" providerId="ADAL" clId="{6280D51B-2B70-44C7-967E-2A9F4DA32BEB}" dt="2026-10-19T12:56:09.828" v="1675" actId="123"/>
          <ac:spMkLst>
            <pc:docMk/>
            <pc:sldMk cId="368819736" sldId="360"/>
            <ac:spMk id="173" creationId="{BFB8E17F-A58B-07D1-4B17-E19724BA8DBC}"/>
          </ac:spMkLst>
        </pc:spChg>
        <pc:spChg chg="mod">
          <ac:chgData name="Felipe Barros Santos Rodrigues da Silva" userId="bcee62ef-1d0a-4a06-92b7-252124de452b" providerId="ADAL" clId="{6280D51B-2B70-44C7-967E-2A9F4DA32BEB}" dt="2026-10-19T12:56:15.138" v="1676" actId="123"/>
          <ac:spMkLst>
            <pc:docMk/>
            <pc:sldMk cId="368819736" sldId="360"/>
            <ac:spMk id="182" creationId="{AFD3B2D9-0C38-0A0E-D1C6-77CF8C58E6B9}"/>
          </ac:spMkLst>
        </pc:spChg>
      </pc:sldChg>
    </pc:docChg>
  </pc:docChgLst>
  <pc:docChgLst>
    <pc:chgData name="Guest User" userId="S::urn:spo:tenantanon#6370a6c0-7b90-4709-bd6e-59c28ede833b::" providerId="AD" clId="Web-{66666118-FA28-890C-4C34-038193524AE2}"/>
    <pc:docChg chg="modSld">
      <pc:chgData name="Guest User" userId="S::urn:spo:tenantanon#6370a6c0-7b90-4709-bd6e-59c28ede833b::" providerId="AD" clId="Web-{66666118-FA28-890C-4C34-038193524AE2}" dt="2026-09-20T14:38:20.612" v="1" actId="1076"/>
      <pc:docMkLst>
        <pc:docMk/>
      </pc:docMkLst>
      <pc:sldChg chg="modSp">
        <pc:chgData name="Guest User" userId="S::urn:spo:tenantanon#6370a6c0-7b90-4709-bd6e-59c28ede833b::" providerId="AD" clId="Web-{66666118-FA28-890C-4C34-038193524AE2}" dt="2026-09-20T14:38:20.612" v="1" actId="1076"/>
        <pc:sldMkLst>
          <pc:docMk/>
          <pc:sldMk cId="4031254641" sldId="326"/>
        </pc:sldMkLst>
      </pc:sldChg>
    </pc:docChg>
  </pc:docChgLst>
  <pc:docChgLst>
    <pc:chgData name="Bruno Manta Madeira Campos Alencar" userId="S::brunommca@al.insper.edu.br::4327be56-e764-4786-bbc9-4034bdd2f807" providerId="AD" clId="Web-{6CA60A58-DD92-1869-A33D-3650B0D004B3}"/>
    <pc:docChg chg="modSld">
      <pc:chgData name="Bruno Manta Madeira Campos Alencar" userId="S::brunommca@al.insper.edu.br::4327be56-e764-4786-bbc9-4034bdd2f807" providerId="AD" clId="Web-{6CA60A58-DD92-1869-A33D-3650B0D004B3}" dt="2026-09-20T15:12:27.648" v="28" actId="1076"/>
      <pc:docMkLst>
        <pc:docMk/>
      </pc:docMkLst>
      <pc:sldChg chg="addSp delSp modSp">
        <pc:chgData name="Bruno Manta Madeira Campos Alencar" userId="S::brunommca@al.insper.edu.br::4327be56-e764-4786-bbc9-4034bdd2f807" providerId="AD" clId="Web-{6CA60A58-DD92-1869-A33D-3650B0D004B3}" dt="2026-09-20T15:12:27.648" v="28" actId="1076"/>
        <pc:sldMkLst>
          <pc:docMk/>
          <pc:sldMk cId="4031254641" sldId="326"/>
        </pc:sldMkLst>
      </pc:sldChg>
    </pc:docChg>
  </pc:docChgLst>
  <pc:docChgLst>
    <pc:chgData name="Guest User" userId="S::urn:spo:tenantanon#6370a6c0-7b90-4709-bd6e-59c28ede833b::" providerId="AD" clId="Web-{B81EBC94-AB7C-BEE0-0E88-1FD4515BDD8A}"/>
    <pc:docChg chg="addSld delSld modSld">
      <pc:chgData name="Guest User" userId="S::urn:spo:tenantanon#6370a6c0-7b90-4709-bd6e-59c28ede833b::" providerId="AD" clId="Web-{B81EBC94-AB7C-BEE0-0E88-1FD4515BDD8A}" dt="2026-09-19T21:14:49.761" v="14" actId="1076"/>
      <pc:docMkLst>
        <pc:docMk/>
      </pc:docMkLst>
      <pc:sldChg chg="modSp">
        <pc:chgData name="Guest User" userId="S::urn:spo:tenantanon#6370a6c0-7b90-4709-bd6e-59c28ede833b::" providerId="AD" clId="Web-{B81EBC94-AB7C-BEE0-0E88-1FD4515BDD8A}" dt="2026-09-19T21:14:49.761" v="14" actId="1076"/>
        <pc:sldMkLst>
          <pc:docMk/>
          <pc:sldMk cId="2721456284" sldId="328"/>
        </pc:sldMkLst>
      </pc:sldChg>
    </pc:docChg>
  </pc:docChgLst>
  <pc:docChgLst>
    <pc:chgData name="Guest User" userId="S::urn:spo:tenantanon#6370a6c0-7b90-4709-bd6e-59c28ede833b::" providerId="AD" clId="Web-{DBC401BA-C2C9-471F-1E42-160651FF08CC}"/>
    <pc:docChg chg="modSld">
      <pc:chgData name="Guest User" userId="S::urn:spo:tenantanon#6370a6c0-7b90-4709-bd6e-59c28ede833b::" providerId="AD" clId="Web-{DBC401BA-C2C9-471F-1E42-160651FF08CC}" dt="2026-09-16T11:32:49.142" v="58" actId="1076"/>
      <pc:docMkLst>
        <pc:docMk/>
      </pc:docMkLst>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Espaço Reservado para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8D7527D-0062-4AB5-B30F-1482946D3681}" type="datetimeFigureOut">
              <a:rPr lang="pt-BR" smtClean="0"/>
              <a:t>19/10/2026</a:t>
            </a:fld>
            <a:endParaRPr lang="pt-BR"/>
          </a:p>
        </p:txBody>
      </p:sp>
      <p:sp>
        <p:nvSpPr>
          <p:cNvPr id="4" name="Espaço Reservado para Imagem de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Espaço Reservado para Anotaçõ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Espaço Reservado para Número de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E80BF30-08A7-443A-9E64-B9D9CF122147}" type="slidenum">
              <a:rPr lang="pt-BR" smtClean="0"/>
              <a:t>‹#›</a:t>
            </a:fld>
            <a:endParaRPr lang="pt-BR"/>
          </a:p>
        </p:txBody>
      </p:sp>
    </p:spTree>
    <p:extLst>
      <p:ext uri="{BB962C8B-B14F-4D97-AF65-F5344CB8AC3E}">
        <p14:creationId xmlns:p14="http://schemas.microsoft.com/office/powerpoint/2010/main" val="34906335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(0:35): Nossa pergunta é simples: quando o médico especialista escolhe uma vaga do PMM-E, o que pesa mais, a bolsa ou a origem dele? A hipótese: ele escolhe perto de onde já trabalha; a bolsa maior muda qual vaga ele escolhe, mas pesa menos que a própria origem. A motivação vem do corte de IVS: onde a bolsa é R$ 5 mil maior, não detectamos aumento do preenchimento. Um aviso honesto, que está na tela: formulamos esta hipótese depois de ver os dados.</a:t>
            </a:r>
          </a:p>
          <a:p>
            <a:r>
              <a:rPr lang="pt-BR" dirty="0"/>
              <a:t>DETALHE PARA PERGUNTAS: Hipótese única desta versão (decisão do autor de 27/10/2026; doc 07 da banca 2): a antiga H2, bolsa × origem. O médico especialista escolhe vagas perto de onde já trabalha; a bolsa maior muda qual vaga ele escolhe entre vagas da mesma UF, mas pesa menos que a própria origem. Foi formulada depois de ver os resultados do preenchimento no corte e os coeficientes do modelo de escolha: é pós-resultado, e isso é dito aqui. Motivação: onde a bolsa é R$ 5 mil maior, não detectamos aumento do preenchimento, e o desenho só pegaria saltos grandes (apêndice). Ligar a hipótese a esse fato é interpretação, não teste (auditoria 50). O que se testa: se, na escolha da 1ª opção, a vaga ficar na UF de origem pesa mais que toda a diferença de bolsa. O contraste da bolsa é o pacote do corte (a bolsa e as outras regras federais que mudam nos mesmos cortes de IVS, auditoria 18), não a participação no PMM-E nem o Agora Tem Especialistas. Tudo é condicional a se candidatar.</a:t>
            </a:r>
          </a:p>
          <a:p>
            <a:r>
              <a:rPr lang="pt-BR" dirty="0"/>
              <a:t>Cautela na tela: Formulada após ver os dados.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(0:50): A 1ª opção de cada candidato vem dos editais do Ministério da Saúde, ciclos 1 a 3; a origem vem do CNES: o município onde ele tinha vínculo médico antes da inscrição; bolsa e vagas, dos quadros de vagas; o IVS, do Ipea; distância e UF, do IBGE. A unidade de observação é o par candidato × vaga: cada candidato aparece uma vez para cada vaga aberta do seu curso e ciclo, e a variável dependente vale 1 na sua 1ª opção. O funil, à direita, mostra quem sai em cada etapa: dos 5.714 candidatos com 1ª opção, 5.421 entram no modelo.</a:t>
            </a:r>
          </a:p>
          <a:p>
            <a:r>
              <a:rPr lang="pt-BR" dirty="0"/>
              <a:t>DETALHE PARA PERGUNTAS: 1ª opção: listas de classificação dos editais do PMM-E (SGTES/MS), ciclos 1–3, uma linha por candidato e opção. Cada ciclo é um chamamento com quadro de vagas próprio: o ciclo 1 com quadro de 24/07/2025; o ciclo 2 com quadro de 03/02/2026, retificado em 13/02/2026 (o vigente na inscrição, de onde vem o tipo de vaga usado aqui; auditoria 36) e de novo em 19/03/2026; o ciclo 3 com quadro de 16/07/2026. Origem: o município do estabelecimento onde o candidato tinha vínculo médico no CNES antes das inscrições, ligado pelo portão G1 (CPF e nome); não é a residência. Vagas e bolsa: quadros de vagas da 1ª chamada, por célula (estabelecimento × curso), com a faixa da bolsa anunciada (adendo 52c, auditoria 41). IVS 2010 oficial: Plataforma IVS do Ipea; é a variável dos cortes. Distância entre os centroides dos municípios (malha do IBGE); UF e região de saúde (tabela oficial do TabNet). Secundárias, em cinza: porte e capital, controles do modelo. Funil (P1_resumo.json, sem recálculo): 5.714 candidatos com 1ª opção numa vaga do quadro; 5.513 ligados ao CNES; 5.425 com município de origem (vínculo médico na competência anterior à inscrição); 5.421 no modelo, depois de tirar quem tem a origem ou a 1ª opção num município sem região de saúde na tabela oficial. Unidade do modelo: 932.577 pares candidato × vaga, em 56 conjuntos de escolha (curso × ciclo), com 5.125 vagas (estabelecimento × curso). A taxa de ligação é parecida entre alocados e não alocados (G1). Dados pessoais só em memória ou em cache fora do Git.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(0:25): De onde vem a variação da bolsa? De uma regra. Até IVS 0,300, R$ 10 mil; até 0,400, R$ 15 mil; acima, R$ 20 mil. Cada ponto é um município, e a regra reproduz a faixa de todos os municípios dos ciclos 1 e 2. O município não escolhe a bolsa: é a regra que dá.</a:t>
            </a:r>
          </a:p>
          <a:p>
            <a:r>
              <a:rPr lang="pt-BR" dirty="0"/>
              <a:t>DETALHE PARA PERGUNTAS: Como ler: cada ponto é um município com vaga no quadro da 1ª chamada do ciclo 1; o eixo horizontal é o IVS 2010 oficial, a cor também; o vertical, a bolsa anunciada. Até 0,300, R$ 10 mil; até 0,400, R$ 15 mil; acima, R$ 20 mil. O escore da relação nominal do MS é o IVS 2010 oficial em 404/404 municípios. No ciclo 3, 747 de 748: o que falta foi criado depois de 2010. É daqui que vem a variação da bolsa no modelo de escolha: vagas parecidas, de lados diferentes de um corte, pagam bolsas diferentes. Em 0,300 e 0,400 mudam também outras regras federais: pacote do corte.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(0:35): Antes do modelo, os dados crus. Dos 5.425 candidatos com origem, 79% põem a 1ª opção na própria UF, 46% na mesma região de saúde e 36% no próprio município; a distância mediana é de 51 km. Isso é descritivo: mostra onde escolhem, não por quê. Para a pergunta: a origem é uma força grande; falta saber quanto a bolsa pesa diante dela, e é isso que o modelo mede.</a:t>
            </a:r>
          </a:p>
          <a:p>
            <a:r>
              <a:rPr lang="pt-BR" dirty="0"/>
              <a:t>DETALHE PARA PERGUNTAS: Descritivo. Dos 5.425 candidatos com 1ª opção e município de origem, 79% põem a 1ª opção na UF onde já trabalhavam, 46% na mesma região de saúde e 36% no próprio município; a distância mediana até a 1ª opção é 51 km, e três em cada quatro ficam a até 189 km. A origem é o município do vínculo médico anterior no CNES, não a residência. É preferência revelada: diz onde escolhem, não por quê. A comparação crua não isola a bolsa, porque mistura a bolsa com o IVS, a distância e a própria origem (doc 66, §3); quem separa esses pesos é o modelo de escolha.</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(0:45): Usamos um logit condicional, por três razões. Primeiro, a escolha é discreta: o candidato escolhe uma entre as vagas abertas do seu curso. Segundo, cada candidato é comparado consigo mesmo: tudo o que é dele, como idade ou nota, é igual entre as vagas e sai da conta. Terceiro, a bolsa varia entre vagas por uma regra do IVS, e o IVS entra como curva contínua; então o peso da bolsa vem só dos saltos nos cortes. O teste central é o D_UF: o peso de a vaga estar na UF de origem menos o peso de toda a diferença de bolsa. É unilateral, com erro-padrão agrupado por conjunto de escolha.</a:t>
            </a:r>
          </a:p>
          <a:p>
            <a:r>
              <a:rPr lang="pt-BR" dirty="0"/>
              <a:t>DETALHE PARA PERGUNTAS: Logit condicional (McFadden): cada um dos 5.421 candidatos escolhe, entre as vagas abertas do seu curso e ciclo, a de maior utilidade; o candidato é comparado consigo mesmo entre as vagas que podia escolher, e o que não varia entre vagas (dele) sai da verossimilhança. Utilidade = bolsa (linear, por R$ 1 mil) + curva contínua do IVS (spline com dobras nos cortes, sem salto) + distância em km + mesma UF, mesma região de saúde e mesmo município da origem + porte, capital, estrato, macrorregião e vagas imediatas da vaga. Só o salto da bolsa nos cortes de IVS identifica o peso dela. Teste central (P1h-1, protocolo 52b, pós-resultado): D_UF = peso da vaga na UF de origem − peso de toda a bolsa (10 × β), H0: D_UF ≤ zero, unilateral, com o tipo de vaga do ciclo 2 do quadro de 13/02/2026 (adendo 52c). Erro-padrão agrupado por conjunto de escolha (curso × ciclo). Adendo 52e (pós-resultado): efeito fixo do par (UF de origem, UF da vaga), comparando só vagas da mesma UF (a de origem ou outra) vistas por médicos da mesma UF de origem. Por ciclo: o mesmo modelo em cada ciclo. Por que não um logit multinomial com efeitos de vaga? Porque a pergunta é o peso de atributos da vaga que variam por candidato (distância, origem) contra a bolsa; o condicional é o modelo de escolha discreta feito para isso.</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(0:30): Cinco premissas. A bolsa segue a regra do IVS, sem exceção nos ciclos 1 e 2. Mas nos mesmos cortes mudam outras regras federais: medimos o pacote do corte. A independência de alternativas irrelevantes vale só em parte, mas no logit aninhado o peso da bolsa fica perto do mesmo valor. Com o par de UFs fixado, ele não diminui. E supomos que o candidato viu todas as vagas do seu curso.</a:t>
            </a:r>
          </a:p>
          <a:p>
            <a:r>
              <a:rPr lang="pt-BR" dirty="0"/>
              <a:t>DETALHE PARA PERGUNTAS: Bolsa por regra: o IVS 2010 oficial reproduz a faixa de todos os municípios dos ciclos 1 e 2 (368/368 e 454/454); o município não escolhe a bolsa. Pacote do corte: em 0,300 e 0,400 mudam também outras regras federais (auditoria 18); o peso da bolsa é o do pacote, não o da bolsa sozinha nem o da participação no PMM-E. IIA (independência de alternativas irrelevantes): o logit aninhado por região de saúde a rejeita em parte, e o ponto do peso da bolsa fica perto do mesmo valor (doc 57a; com o quadro de 13/02/2026, doc 57v). Localização: com o par de UFs fixado, o peso da bolsa não diminui (adendo 52e, auditoria 48); a comparação só com vagas perto do corte é inconclusiva. Conjunto de escolha: supõe que o candidato viu todas as vagas do seu curso e listou sem estratégia (a alocação é por nota). Origem: preferência revelada, medida pelo vínculo anterior no CNES; mistura família, rede e registro; não é efeito causal de mudar alguém de lugar. Pós-resultado: a hipótese e o teste D_UF foram formulados depois de ver os coeficientes; o peso da bolsa pré-registrado (P1a, sem fixar a UF) não rejeita zero (p 0,072; família de um teste, Holm = p). Tudo é condicional a se candidatar.</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(0:50): Este é o teste central. No mesmo modelo, entre duas vagas iguais no resto, inclusive na distância, a da UF de origem tem 11,0 vezes a chance de ser a 1ª opção. Toda a diferença de bolsa, de R$ 10 mil para R$ 20 mil, multiplica a chance por 1,57, e esse intervalo contém 1: sozinho, o peso da bolsa não se distingue de zero. A diferença entre os dois pesos, em log-chance, é 1,94, com p unilateral menor que 0,001. Em palavras: a origem pesa muito mais que toda a bolsa. Um cuidado: a origem é preferência revelada, não causa.</a:t>
            </a:r>
          </a:p>
          <a:p>
            <a:r>
              <a:rPr lang="pt-BR" dirty="0"/>
              <a:t>DETALHE PARA PERGUNTAS: Teste central da hipótese (P1h-1, com o tipo de vaga do ciclo 2 do quadro de 13/02/2026; adendo 52c, auditoria 41). No mesmo modelo e com os mesmos 5.421 candidatos (ciclos 1–3), a vaga ficar na UF de origem pesa 2,40 [2,27; 2,52] em log-chance: multiplica a chance de ser a 1ª opção por 11,0 [9,7; 12,5]. Toda a diferença de bolsa, de R$ 10 mil para R$ 20 mil, pesa 0,45 [−0,04; 0,95]: multiplica a chance por 1,57 [0,96; 2,58], intervalo que contém 1. A diferença é 1,94 [1,48; 2,40], p unilateral &lt; 0,001 e p de Holm &lt; 0,001 (família de um teste). Como ler o coeficiente: em log-chance, exp(coeficiente) é a razão de chances; 11,0 quer dizer que, entre duas vagas iguais no resto (inclusive a distância), a da UF de origem tem 11,0 vezes a chance de ser a 1ª opção que a de outra UF; no logit condicional, é a razão entre as probabilidades de escolher uma e a outra. A conclusão resiste à imprecisão da bolsa: o limite de cima de toda a bolsa fica abaixo do limite de baixo da origem. Por ciclo, a origem pesa mais nos três (Robustez). Escolha condicional a se candidatar; a bolsa é o pacote do corte; a origem é preferência revelada, medida pelo vínculo anterior no CNES, e não causa da escolha.</a:t>
            </a:r>
          </a:p>
          <a:p>
            <a:r>
              <a:rPr lang="pt-BR" dirty="0"/>
              <a:t>Cautela na tela: Origem é preferência revelada, não causa.</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(0:40): Então a bolsa não pesa? Pesa, quando comparamos vagas parecidas. Fixando o par de UFs, comparamos só vagas da mesma UF, a de origem ou outra, vistas por médicos da mesma UF de origem. Aí, R$ 5 mil a mais multiplicam a chance por 1,47 nos ciclos 1 a 3 juntos e por 1,90 no ciclo 2. Na escolha, isso vale o mesmo que 75 km a menos de distância. Duas ressalvas: é um adendo feito depois do resultado; e, na especificação pré-registrada, sem fixar a UF, o p é 0,072.</a:t>
            </a:r>
          </a:p>
          <a:p>
            <a:r>
              <a:rPr lang="pt-BR" dirty="0"/>
              <a:t>DETALHE PARA PERGUNTAS: Adendo 52e (doc 57x; auditoria 48; pós-resultado): comparando só vagas da mesma UF (a de origem ou outra), vistas por médicos da mesma UF de origem (efeito fixo do par de UFs), a razão de chances da 1ª opção por +R$ 5 mil é 1,47 [1,15; 1,89] nos ciclos 1–3 (p de Holm 0,005) e 1,90 [1,30; 2,78] no ciclo 2 (p de Holm 0,003). Como ler: entre duas vagas parecidas da mesma UF, a de bolsa R$ 5 mil maior tem 1,47 vez a chance de ser a 1ª opção. No modelo base, sem fixar a UF: 1,25 [0,98; 1,61] e 1,79 [1,19; 2,68]; a especificação pré-registrada (P1a) não rejeita zero (p 0,072; família de um teste, Holm = p). Em km: dentro da mesma UF, +R$ 5 mil pesam como 75 km [28; 122] a menos de distância nos ciclos 1–3 e 117 km [56; 178] no ciclo 2; no modelo base, com o quadro corrigido, 119 km [−12; 250] e 302 km [88; 516]. Os km caem dentro da UF porque a distância pesa mais ali, não porque a bolsa pese menos. Mostra que a escolha responde à bolsa; não testa a comparação com a origem. Escolha não é expansão: o que uma vaga ganha, outra do mesmo curso perde. Com o score bootstrap para poucos grupos, o VL-1 se mantém (doc 57x). Pacote do corte.</a:t>
            </a:r>
          </a:p>
          <a:p>
            <a:r>
              <a:rPr lang="pt-BR" dirty="0"/>
              <a:t>Cautela na tela: Adendo pós-resultado; pré-registrado, sem fixar a UF: p 0,072.</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(0:40): Se mantém, à direita: a origem pesa mais que toda a bolsa em cada ciclo separado; a diferença fica acima de zero nos três, de 1,19 no ciclo 2 a 2,37 no ciclo 3. E, entre vagas da mesma UF, a bolsa continua pesando com a distância em log e com a região de saúde fixada. Não se mantém o peso da bolsa sozinho: no pré-registrado o intervalo contém 1; ele é forte só no ciclo 2, e perto do corte é inconclusivo. Por que o ciclo 2? Não sabemos.</a:t>
            </a:r>
          </a:p>
          <a:p>
            <a:r>
              <a:rPr lang="pt-BR" dirty="0"/>
              <a:t>DETALHE PARA PERGUNTAS: Especificação pré-registrada (M1, ciclos 1–3, quadro corrigido): 1,25 [0,98; 1,61], IC que contém 1; é a principal do peso da bolsa, e o VL-1 é adendo. Por ciclo (o mesmo modelo): razão de chances 1,07 [0,69; 1,65] no ciclo 1, 1,79 [1,19; 2,68] no ciclo 2 e 1,00 [0,72; 1,39] no ciclo 3. A bolsa desloca a escolha com força só no ciclo 2; nos ciclos 1 e 3, os intervalos são largos, e não sabemos por quê (leituras candidatas, sem teste: informação sobre a grade, vagas por curso, parte de vagas imediatas; doc 57a). Quadro do ciclo 2: com o quadro refeito depois do resultado (19/03/2026), 1,70 [1,22; 2,37]; com o de 13/02/2026, vigente na inscrição, 1,79 (adendo 52c, auditoria 41; as demais variantes no adendo 52d, auditoria 46). Comparando vagas da mesma UF: com a distância em log, 1,45 [1,15; 1,83] (ciclo 2: 1,75 [1,23; 2,49]); com a região de saúde de origem no lugar da UF de origem, 1,49 [1,15; 1,92] (ciclo 2: 1,91 [1,33; 2,74]); só com vagas a até 0,050 de um corte, 1,28 [0,95; 1,72], p de Holm 0,103: inconclusivo. À direita, origem − toda a bolsa por ciclo: 2,34 [1,45; 3,24], 1,19 [0,51; 1,86] e 2,37 [1,75; 3,00]: a origem pesa mais nos três ciclos. O peso da bolsa sozinho depende da especificação: com o logit explodido (doc 57v) e com o spline cúbico do IVS (doc 42), o IC contém 1; origem − bolsa fica acima de zero em todas as variantes (doc 66, §7). Tudo pós-resultado e condicional a se candidatar.</a:t>
            </a:r>
          </a:p>
          <a:p>
            <a:r>
              <a:rPr lang="pt-BR" dirty="0"/>
              <a:t>Cautela na tela: Pré-registrado: IC contém 1.</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(0:30): Voltando à pergunta: na escolha da vaga, a origem pesa mais que toda a bolsa? Sim, e em todos os ciclos. Segundo, entre vagas da mesma UF, a bolsa maior é preferida: ela muda qual vaga o médico escolhe. Terceiro, pela teoria da banca 1, o médico aceita a vaga se a bolsa compensa o custo do lugar; os dados sugerem que um degrau de R$ 5 mil não compensa sair da própria UF: incentivo limitado.</a:t>
            </a:r>
          </a:p>
          <a:p>
            <a:r>
              <a:rPr lang="pt-BR" dirty="0"/>
              <a:t>DETALHE PARA PERGUNTAS: No modelo da banca 1, o médico aceita a vaga se a bolsa compensa o custo do lugar. O dado: a vaga na UF de origem pesa mais que toda a diferença de bolsa (o pacote do corte); o D_UF positivo diz só isso. A leitura que os dados sugerem, sem teste direto: o custo que pesa não é o do município, que a bolsa compensa, e sim o de sair da própria UF; a origem é preferência revelada e pode carregar também família, rede e o emprego atual. Um degrau de R$ 5 mil desloca a escolha entre vagas da mesma UF, e os dados sugerem que não compensa esse custo: incentivo limitado. É coerente com não termos detectado aumento do preenchimento no corte (apêndice), mas essa ligação é interpretação, não teste (auditoria 50). Dá para afirmar: entre quem se candidatou, a vaga de bolsa maior é preferida a uma vaga parecida da mesma UF; a origem pesa mais que toda a diferença de bolsa. Não dá para afirmar: que a bolsa causa mais médicos no município; que a origem causa a escolha; que o efeito no preenchimento é zero; que a bolsa reduz o preenchimento. O contraste é o pacote do corte, não a participação no PMM-E. Próximos passos: as decisões do autor que seguem abertas (doc 05, §4.1), o ciclo 3 com a competência 202703 madura e o universo de inscritos.</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FALA (0:40): Seis limitações e o que cada uma implica. A hipótese é pós-resultado: o resultado é exploratório e pede dados novos. A origem é preferência revelada: não é causa da escolha. Só vemos quem se candidatou: nada diz quantos médicos a bolsa atrairia. O contraste é o pacote do corte: vale para o pacote, não para os R$ 5 mil sozinhos. A bolsa pesa forte só no ciclo 2: não dá para generalizar. E a origem é o vínculo no CNES, não a residência: para quem trabalha longe de casa, é a do trabalho. Obrigado.</a:t>
            </a:r>
          </a:p>
          <a:p>
            <a:r>
              <a:rPr lang="pt-BR" dirty="0"/>
              <a:t>DETALHE PARA PERGUNTAS: Implicações, com mais detalhe. Pós-resultado: a hipótese e o teste D_UF vieram depois dos coeficientes; o resultado é exploratório e só vira confirmatório com um protocolo congelado aplicado a dados novos (o universo de inscritos, novos ciclos). Preferência revelada: θ_UF junta família, rede, registro no conselho regional e, sobretudo, manter o emprego atual (as horas da bolsa são cumuláveis); não mede o efeito causal de mudar a origem de alguém, e a política não pode "mover a origem". Condicional a se candidatar: sem a margem extensiva, nada aqui diz quantos especialistas a mais se inscreveriam com bolsa maior; escolha não é preenchimento. Pacote do corte: nos mesmos cortes mudam outras regras federais (auditoria 18); a implicação de política vale para o pacote, não para os R$ 5 mil sozinhos. Só no ciclo 2: o peso forte da bolsa vem de um ciclo; nos ciclos 1 e 3 os IC são largos; não generalizar para o programa. Origem = vínculo no CNES: quem trabalha longe de casa aparece com a origem do trabalho; a distância "de casa" pode estar subestimada. Perguntas prováveis da banca (doc 66, §8). P1, "Vocês formularam a hipótese depois de ver os resultados?" Sim, e está na tela do slide 1; o D_UF formaliza uma diferença já visível nos IC (protocolo 52b; auditoria 31), e o VL-1 foi congelado antes de rodar (52e; auditoria 48). P2, "Se a bolsa não passa no Holm no pré-registrado, como ela muda qual vaga?" Pelo VL-1, que compara vagas da mesma UF e passa no Holm do adendo: 1,47 [1,15; 1,89], p de Holm 0,005; e pelo ciclo 2. No pré-registrado, p 0,072. O teste central da hipótese continua sendo o D_UF. P3, "Isso é a bolsa ou o pacote?" O pacote do corte: nos mesmos cortes mudam outras regras federais (auditoria 18); em 0,300 nenhum outro incentivo individual ao especialista do PMM-E muda (auditoria 35); em 0,400 fica aberta a ajuda de custo do PMMB; nos dois cortes, o serviço do município pode mudar.</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Antiga H1, só como motivação (adendo 48b, doc 57n, auditoria 38; adendo 48h, doc 57w, auditoria 47). Chance de a célula com vaga imediata ser preenchida na 1ª chamada (HI-1): −3,7 p.p. [−21,3; +13,9] em 0,300 e −2,3 [−24,0; +19,4] em 0,400, p de Holm 1,000; o desenho só detectaria saltos de 25,1 e 31,0 p.p. Com efeito fixo de UF e os especialistas no entorno, só nos municípios com essa medida (nessa amostra, sem controle, −0,4 e +1,8): +5,4 [−11,0; +21,8] e −4,2 [−21,1; +12,6]. Pareando municípios da mesma UF e condição de capital: +16,4 [−3,8; +36,6] com 25 pares e −6,0 [−23,2; +11,5] com 29 pares; o ponto não deve ser lido como tamanho de efeito. O sinal negativo era mais forte nos médicos alocados por município em 0,300 (HI-2): −1,13 [−2,15; −0,10], p de Holm 0,126, nunca passou no Holm; na mesma amostra, sem controle, −1,15; com efeito fixo de UF e os especialistas no entorno, −0,62 [−1,67; +0,43]: encolhe e deixa de se distinguir de zero; o que move o ponto é a UF, não o raio (auditoria 47). A HI-2 cai em tamanho parecido nos três ciclos: −1,07 [−2,88; +0,74], −0,97 [−2,48; +0,55] e −1,33 [−3,59; +0,93]. Em 0,300, o balanço falha: do lado de bolsa maior, a parte de capitais muda −29,9 p.p., a do Nordeste −47,7 p.p., e há +10,54 especialistas por 10 mil hab. no resto da região de saúde. O sinal anda junto com a UF e a localização; é limite da RDD nesse corte, não prova de mecanismo, e não mostra que a bolsa reduz o preenchimento. Médico de outra UF por vaga imediata: +0,02 [−0,01; +0,06] em 0,300 e +0,16 [+0,00; +0,35] em 0,400, inconclusivo, com poucos pares. Pacote do corte.</a:t>
            </a:r>
          </a:p>
          <a:p>
            <a:r>
              <a:rPr lang="pt-BR" dirty="0"/>
              <a:t>Cautela na tela: Pacote do corte; só detectaria saltos grandes.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Antiga H3, fora do corpo (decisão do autor de 27/10/2026). As horas cadastradas do médico do PMM-E sobem +6,6 h/sem [+5,4; +7,8] depois da entrada, e 51,0% [48,4; 53,7] já tinham vínculo no município do posto. No município, comparando os lados do corte (protocolo 64), não se detecta diferença na oferta de especialistas (p de Holm 1,000 nos dois cortes), o que não quer dizer que ela seja igual. Associação; não é efeito da bolsa nem da participação no PMM-E. Horas cadastradas não são presença.</a:t>
            </a:r>
          </a:p>
          <a:p>
            <a:r>
              <a:rPr lang="pt-BR" dirty="0"/>
              <a:t>Cautela na tela: Associação; vínculo cadastrado não é presença.</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163588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2990207427"/>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a:p>
        </p:txBody>
      </p:sp>
      <p:sp>
        <p:nvSpPr>
          <p:cNvPr id="3" name="Content Placeholder 2"/>
          <p:cNvSpPr>
            <a:spLocks noGrp="1"/>
          </p:cNvSpPr>
          <p:nvPr>
            <p:ph idx="1"/>
          </p:nvPr>
        </p:nvSpPr>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147036973"/>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Clique para editar os estilos de texto Mestres</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769713789"/>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90756092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pt-BR"/>
              <a:t>Clique para editar o título Mestre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4" name="Content Placeholder 3"/>
          <p:cNvSpPr>
            <a:spLocks noGrp="1"/>
          </p:cNvSpPr>
          <p:nvPr>
            <p:ph sz="half" idx="2"/>
          </p:nvPr>
        </p:nvSpPr>
        <p:spPr>
          <a:xfrm>
            <a:off x="839788" y="2505075"/>
            <a:ext cx="5157787"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Clique para editar os estilos de texto Mestres</a:t>
            </a:r>
          </a:p>
        </p:txBody>
      </p:sp>
      <p:sp>
        <p:nvSpPr>
          <p:cNvPr id="6" name="Content Placeholder 5"/>
          <p:cNvSpPr>
            <a:spLocks noGrp="1"/>
          </p:cNvSpPr>
          <p:nvPr>
            <p:ph sz="quarter" idx="4"/>
          </p:nvPr>
        </p:nvSpPr>
        <p:spPr>
          <a:xfrm>
            <a:off x="6172200" y="2505075"/>
            <a:ext cx="5183188" cy="3684588"/>
          </a:xfr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7" name="Date Placeholder 6"/>
          <p:cNvSpPr>
            <a:spLocks noGrp="1"/>
          </p:cNvSpPr>
          <p:nvPr>
            <p:ph type="dt" sz="half" idx="10"/>
          </p:nvPr>
        </p:nvSpPr>
        <p:spPr/>
        <p:txBody>
          <a:bodyPr/>
          <a:lstStyle/>
          <a:p>
            <a:fld id="{C764DE79-268F-4C1A-8933-263129D2AF90}" type="datetimeFigureOut">
              <a:rPr lang="en-US" dirty="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700712733"/>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a:p>
        </p:txBody>
      </p:sp>
      <p:sp>
        <p:nvSpPr>
          <p:cNvPr id="3" name="Date Placeholder 2"/>
          <p:cNvSpPr>
            <a:spLocks noGrp="1"/>
          </p:cNvSpPr>
          <p:nvPr>
            <p:ph type="dt" sz="half" idx="10"/>
          </p:nvPr>
        </p:nvSpPr>
        <p:spPr/>
        <p:txBody>
          <a:bodyPr/>
          <a:lstStyle/>
          <a:p>
            <a:fld id="{C764DE79-268F-4C1A-8933-263129D2AF90}" type="datetimeFigureOut">
              <a:rPr lang="en-US" dirty="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970320514"/>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637318631"/>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372149036"/>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endParaRPr lang="en-US"/>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pt-BR"/>
              <a:t>Clique no ícone para adicionar uma imagem</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Clique para editar os estilos de texto Mestres</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633286938"/>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a:t>Clique para editar o título Mestre</a:t>
            </a:r>
            <a:endParaRPr lang="en-US"/>
          </a:p>
        </p:txBody>
      </p:sp>
      <p:sp>
        <p:nvSpPr>
          <p:cNvPr id="3" name="Vertical Text Placeholder 2"/>
          <p:cNvSpPr>
            <a:spLocks noGrp="1"/>
          </p:cNvSpPr>
          <p:nvPr>
            <p:ph type="body" orient="vert" idx="1"/>
          </p:nvPr>
        </p:nvSpPr>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030769060"/>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pt-BR"/>
              <a:t>Clique para editar o título Mestre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a:p>
        </p:txBody>
      </p:sp>
    </p:spTree>
    <p:extLst>
      <p:ext uri="{BB962C8B-B14F-4D97-AF65-F5344CB8AC3E}">
        <p14:creationId xmlns:p14="http://schemas.microsoft.com/office/powerpoint/2010/main" val="162826200"/>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367A2F4C-DAA8-8712-AB90-F775778131EB}"/>
              </a:ext>
            </a:extLst>
          </p:cNvPr>
          <p:cNvSpPr>
            <a:spLocks noGrp="1"/>
          </p:cNvSpPr>
          <p:nvPr>
            <p:ph type="sldNum" sz="quarter" idx="4"/>
          </p:nvPr>
        </p:nvSpPr>
        <p:spPr>
          <a:xfrm>
            <a:off x="9349806" y="6471806"/>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Tree>
    <p:extLst>
      <p:ext uri="{BB962C8B-B14F-4D97-AF65-F5344CB8AC3E}">
        <p14:creationId xmlns:p14="http://schemas.microsoft.com/office/powerpoint/2010/main" val="26034692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7" name="Text Placeholder 19">
            <a:extLst>
              <a:ext uri="{FF2B5EF4-FFF2-40B4-BE49-F238E27FC236}">
                <a16:creationId xmlns:a16="http://schemas.microsoft.com/office/drawing/2014/main" id="{D3B444F9-1006-AF3F-627A-A30A0847EAE5}"/>
              </a:ext>
            </a:extLst>
          </p:cNvPr>
          <p:cNvSpPr>
            <a:spLocks noGrp="1"/>
          </p:cNvSpPr>
          <p:nvPr>
            <p:ph type="body" sz="quarter" idx="18"/>
          </p:nvPr>
        </p:nvSpPr>
        <p:spPr>
          <a:xfrm>
            <a:off x="542135" y="6675112"/>
            <a:ext cx="5553866" cy="154648"/>
          </a:xfrm>
          <a:prstGeom prst="rect">
            <a:avLst/>
          </a:prstGeom>
        </p:spPr>
        <p:txBody>
          <a:bodyPr/>
          <a:lstStyle>
            <a:lvl1pPr marL="0" indent="0">
              <a:buNone/>
              <a:defRPr sz="800" i="1">
                <a:solidFill>
                  <a:schemeClr val="tx1">
                    <a:lumMod val="75000"/>
                    <a:lumOff val="25000"/>
                  </a:schemeClr>
                </a:solidFill>
                <a:latin typeface="Montserrat" panose="00000500000000000000" pitchFamily="2" charset="0"/>
              </a:defRPr>
            </a:lvl1pPr>
          </a:lstStyle>
          <a:p>
            <a:pPr lvl="0"/>
            <a:r>
              <a:rPr lang="pt-BR"/>
              <a:t>Clique para editar os estilos de texto Mestres</a:t>
            </a:r>
          </a:p>
        </p:txBody>
      </p:sp>
      <p:sp>
        <p:nvSpPr>
          <p:cNvPr id="8" name="Title Placeholder 1">
            <a:extLst>
              <a:ext uri="{FF2B5EF4-FFF2-40B4-BE49-F238E27FC236}">
                <a16:creationId xmlns:a16="http://schemas.microsoft.com/office/drawing/2014/main" id="{E1323DE9-74B9-A598-C651-5054B6E00637}"/>
              </a:ext>
            </a:extLst>
          </p:cNvPr>
          <p:cNvSpPr>
            <a:spLocks noGrp="1"/>
          </p:cNvSpPr>
          <p:nvPr>
            <p:ph type="title" hasCustomPrompt="1"/>
          </p:nvPr>
        </p:nvSpPr>
        <p:spPr>
          <a:xfrm>
            <a:off x="96401" y="38251"/>
            <a:ext cx="11527643" cy="555135"/>
          </a:xfrm>
          <a:prstGeom prst="rect">
            <a:avLst/>
          </a:prstGeom>
        </p:spPr>
        <p:txBody>
          <a:bodyPr vert="horz" lIns="91440" tIns="45720" rIns="91440" bIns="45720" rtlCol="0" anchor="ctr">
            <a:normAutofit/>
          </a:bodyPr>
          <a:lstStyle>
            <a:lvl1pPr>
              <a:defRPr sz="2400" b="1">
                <a:solidFill>
                  <a:schemeClr val="bg1"/>
                </a:solidFill>
                <a:latin typeface="Montserrat" panose="00000500000000000000" pitchFamily="2" charset="0"/>
              </a:defRPr>
            </a:lvl1pPr>
          </a:lstStyle>
          <a:p>
            <a:r>
              <a:rPr lang="en-US" err="1"/>
              <a:t>XXXXXXXX</a:t>
            </a:r>
            <a:endParaRPr lang="en-US"/>
          </a:p>
        </p:txBody>
      </p:sp>
      <p:sp>
        <p:nvSpPr>
          <p:cNvPr id="9" name="Text Placeholder 6">
            <a:extLst>
              <a:ext uri="{FF2B5EF4-FFF2-40B4-BE49-F238E27FC236}">
                <a16:creationId xmlns:a16="http://schemas.microsoft.com/office/drawing/2014/main" id="{87DD48AC-33B5-46D6-D3C1-57D5EBACE65B}"/>
              </a:ext>
            </a:extLst>
          </p:cNvPr>
          <p:cNvSpPr>
            <a:spLocks noGrp="1"/>
          </p:cNvSpPr>
          <p:nvPr>
            <p:ph type="body" sz="quarter" idx="19" hasCustomPrompt="1"/>
          </p:nvPr>
        </p:nvSpPr>
        <p:spPr>
          <a:xfrm>
            <a:off x="96401" y="82040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 </a:t>
            </a:r>
            <a:r>
              <a:rPr lang="en-US" err="1"/>
              <a:t>Adicione</a:t>
            </a:r>
            <a:r>
              <a:rPr lang="en-US"/>
              <a:t> o </a:t>
            </a:r>
            <a:r>
              <a:rPr lang="en-US" err="1"/>
              <a:t>Título</a:t>
            </a:r>
            <a:r>
              <a:rPr lang="en-US"/>
              <a:t> do </a:t>
            </a:r>
            <a:r>
              <a:rPr lang="en-US" err="1"/>
              <a:t>Espaço</a:t>
            </a:r>
            <a:endParaRPr lang="en-US"/>
          </a:p>
        </p:txBody>
      </p:sp>
      <p:sp>
        <p:nvSpPr>
          <p:cNvPr id="10" name="Text Placeholder 6">
            <a:extLst>
              <a:ext uri="{FF2B5EF4-FFF2-40B4-BE49-F238E27FC236}">
                <a16:creationId xmlns:a16="http://schemas.microsoft.com/office/drawing/2014/main" id="{E54DF821-251C-F27E-3802-90F323818494}"/>
              </a:ext>
            </a:extLst>
          </p:cNvPr>
          <p:cNvSpPr>
            <a:spLocks noGrp="1"/>
          </p:cNvSpPr>
          <p:nvPr>
            <p:ph type="body" sz="quarter" idx="20" hasCustomPrompt="1"/>
          </p:nvPr>
        </p:nvSpPr>
        <p:spPr>
          <a:xfrm>
            <a:off x="96401" y="110570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11" name="Text Placeholder 6">
            <a:extLst>
              <a:ext uri="{FF2B5EF4-FFF2-40B4-BE49-F238E27FC236}">
                <a16:creationId xmlns:a16="http://schemas.microsoft.com/office/drawing/2014/main" id="{822180D5-F5AE-E908-939E-72E57D6A182A}"/>
              </a:ext>
            </a:extLst>
          </p:cNvPr>
          <p:cNvSpPr>
            <a:spLocks noGrp="1"/>
          </p:cNvSpPr>
          <p:nvPr>
            <p:ph type="body" sz="quarter" idx="23" hasCustomPrompt="1"/>
          </p:nvPr>
        </p:nvSpPr>
        <p:spPr>
          <a:xfrm>
            <a:off x="96401" y="371136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III. </a:t>
            </a:r>
            <a:r>
              <a:rPr lang="en-US" err="1"/>
              <a:t>Adicione</a:t>
            </a:r>
            <a:r>
              <a:rPr lang="en-US"/>
              <a:t> o </a:t>
            </a:r>
            <a:r>
              <a:rPr lang="en-US" err="1"/>
              <a:t>Título</a:t>
            </a:r>
            <a:r>
              <a:rPr lang="en-US"/>
              <a:t> do </a:t>
            </a:r>
            <a:r>
              <a:rPr lang="en-US" err="1"/>
              <a:t>Espaço</a:t>
            </a:r>
            <a:endParaRPr lang="en-US"/>
          </a:p>
        </p:txBody>
      </p:sp>
      <p:sp>
        <p:nvSpPr>
          <p:cNvPr id="12" name="Text Placeholder 6">
            <a:extLst>
              <a:ext uri="{FF2B5EF4-FFF2-40B4-BE49-F238E27FC236}">
                <a16:creationId xmlns:a16="http://schemas.microsoft.com/office/drawing/2014/main" id="{AA7E4745-F5C0-57EC-C4EE-23C7AE1723D9}"/>
              </a:ext>
            </a:extLst>
          </p:cNvPr>
          <p:cNvSpPr>
            <a:spLocks noGrp="1"/>
          </p:cNvSpPr>
          <p:nvPr>
            <p:ph type="body" sz="quarter" idx="24" hasCustomPrompt="1"/>
          </p:nvPr>
        </p:nvSpPr>
        <p:spPr>
          <a:xfrm>
            <a:off x="96401" y="399666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13" name="Text Placeholder 6">
            <a:extLst>
              <a:ext uri="{FF2B5EF4-FFF2-40B4-BE49-F238E27FC236}">
                <a16:creationId xmlns:a16="http://schemas.microsoft.com/office/drawing/2014/main" id="{27C4E54D-FD02-1A8B-E46D-3439E9604D09}"/>
              </a:ext>
            </a:extLst>
          </p:cNvPr>
          <p:cNvSpPr>
            <a:spLocks noGrp="1"/>
          </p:cNvSpPr>
          <p:nvPr>
            <p:ph type="body" sz="quarter" idx="25" hasCustomPrompt="1"/>
          </p:nvPr>
        </p:nvSpPr>
        <p:spPr>
          <a:xfrm>
            <a:off x="6009521" y="371136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IV. </a:t>
            </a:r>
            <a:r>
              <a:rPr lang="en-US" err="1"/>
              <a:t>Adicione</a:t>
            </a:r>
            <a:r>
              <a:rPr lang="en-US"/>
              <a:t> o </a:t>
            </a:r>
            <a:r>
              <a:rPr lang="en-US" err="1"/>
              <a:t>Título</a:t>
            </a:r>
            <a:r>
              <a:rPr lang="en-US"/>
              <a:t> do </a:t>
            </a:r>
            <a:r>
              <a:rPr lang="en-US" err="1"/>
              <a:t>Espaço</a:t>
            </a:r>
            <a:endParaRPr lang="en-US"/>
          </a:p>
        </p:txBody>
      </p:sp>
      <p:sp>
        <p:nvSpPr>
          <p:cNvPr id="14" name="Text Placeholder 6">
            <a:extLst>
              <a:ext uri="{FF2B5EF4-FFF2-40B4-BE49-F238E27FC236}">
                <a16:creationId xmlns:a16="http://schemas.microsoft.com/office/drawing/2014/main" id="{2C437402-58A6-DC18-5B92-9D36FFBDF4A1}"/>
              </a:ext>
            </a:extLst>
          </p:cNvPr>
          <p:cNvSpPr>
            <a:spLocks noGrp="1"/>
          </p:cNvSpPr>
          <p:nvPr>
            <p:ph type="body" sz="quarter" idx="26" hasCustomPrompt="1"/>
          </p:nvPr>
        </p:nvSpPr>
        <p:spPr>
          <a:xfrm>
            <a:off x="6009521" y="399666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15" name="Text Placeholder 6">
            <a:extLst>
              <a:ext uri="{FF2B5EF4-FFF2-40B4-BE49-F238E27FC236}">
                <a16:creationId xmlns:a16="http://schemas.microsoft.com/office/drawing/2014/main" id="{A843A59A-E738-6E74-ABCE-84D2254013A3}"/>
              </a:ext>
            </a:extLst>
          </p:cNvPr>
          <p:cNvSpPr>
            <a:spLocks noGrp="1"/>
          </p:cNvSpPr>
          <p:nvPr>
            <p:ph type="body" sz="quarter" idx="27" hasCustomPrompt="1"/>
          </p:nvPr>
        </p:nvSpPr>
        <p:spPr>
          <a:xfrm>
            <a:off x="5975148" y="82040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II. </a:t>
            </a:r>
            <a:r>
              <a:rPr lang="en-US" err="1"/>
              <a:t>Adicione</a:t>
            </a:r>
            <a:r>
              <a:rPr lang="en-US"/>
              <a:t> o </a:t>
            </a:r>
            <a:r>
              <a:rPr lang="en-US" err="1"/>
              <a:t>Título</a:t>
            </a:r>
            <a:r>
              <a:rPr lang="en-US"/>
              <a:t> do </a:t>
            </a:r>
            <a:r>
              <a:rPr lang="en-US" err="1"/>
              <a:t>Espaço</a:t>
            </a:r>
            <a:endParaRPr lang="en-US"/>
          </a:p>
        </p:txBody>
      </p:sp>
      <p:sp>
        <p:nvSpPr>
          <p:cNvPr id="16" name="Text Placeholder 6">
            <a:extLst>
              <a:ext uri="{FF2B5EF4-FFF2-40B4-BE49-F238E27FC236}">
                <a16:creationId xmlns:a16="http://schemas.microsoft.com/office/drawing/2014/main" id="{EB9B89CE-F2D7-EE26-E1F7-0F9522F8AD71}"/>
              </a:ext>
            </a:extLst>
          </p:cNvPr>
          <p:cNvSpPr>
            <a:spLocks noGrp="1"/>
          </p:cNvSpPr>
          <p:nvPr>
            <p:ph type="body" sz="quarter" idx="28" hasCustomPrompt="1"/>
          </p:nvPr>
        </p:nvSpPr>
        <p:spPr>
          <a:xfrm>
            <a:off x="5975148" y="110570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2" name="Slide Number Placeholder 5">
            <a:extLst>
              <a:ext uri="{FF2B5EF4-FFF2-40B4-BE49-F238E27FC236}">
                <a16:creationId xmlns:a16="http://schemas.microsoft.com/office/drawing/2014/main" id="{253BFACC-C342-BD02-B693-874FA6B8D555}"/>
              </a:ext>
            </a:extLst>
          </p:cNvPr>
          <p:cNvSpPr>
            <a:spLocks noGrp="1"/>
          </p:cNvSpPr>
          <p:nvPr>
            <p:ph type="sldNum" sz="quarter" idx="4"/>
          </p:nvPr>
        </p:nvSpPr>
        <p:spPr>
          <a:xfrm>
            <a:off x="9349806" y="6471806"/>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Tree>
    <p:extLst>
      <p:ext uri="{BB962C8B-B14F-4D97-AF65-F5344CB8AC3E}">
        <p14:creationId xmlns:p14="http://schemas.microsoft.com/office/powerpoint/2010/main" val="3659143195"/>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7" name="Text Placeholder 19">
            <a:extLst>
              <a:ext uri="{FF2B5EF4-FFF2-40B4-BE49-F238E27FC236}">
                <a16:creationId xmlns:a16="http://schemas.microsoft.com/office/drawing/2014/main" id="{D3B444F9-1006-AF3F-627A-A30A0847EAE5}"/>
              </a:ext>
            </a:extLst>
          </p:cNvPr>
          <p:cNvSpPr>
            <a:spLocks noGrp="1"/>
          </p:cNvSpPr>
          <p:nvPr>
            <p:ph type="body" sz="quarter" idx="18"/>
          </p:nvPr>
        </p:nvSpPr>
        <p:spPr>
          <a:xfrm>
            <a:off x="542135" y="6675112"/>
            <a:ext cx="5553866" cy="154648"/>
          </a:xfrm>
          <a:prstGeom prst="rect">
            <a:avLst/>
          </a:prstGeom>
        </p:spPr>
        <p:txBody>
          <a:bodyPr/>
          <a:lstStyle>
            <a:lvl1pPr marL="0" indent="0">
              <a:buNone/>
              <a:defRPr sz="800" i="1">
                <a:solidFill>
                  <a:schemeClr val="tx1">
                    <a:lumMod val="75000"/>
                    <a:lumOff val="25000"/>
                  </a:schemeClr>
                </a:solidFill>
                <a:latin typeface="Montserrat" panose="00000500000000000000" pitchFamily="2" charset="0"/>
              </a:defRPr>
            </a:lvl1pPr>
          </a:lstStyle>
          <a:p>
            <a:pPr lvl="0"/>
            <a:r>
              <a:rPr lang="pt-BR"/>
              <a:t>Clique para editar os estilos de texto Mestres</a:t>
            </a:r>
          </a:p>
        </p:txBody>
      </p:sp>
      <p:sp>
        <p:nvSpPr>
          <p:cNvPr id="8" name="Title Placeholder 1">
            <a:extLst>
              <a:ext uri="{FF2B5EF4-FFF2-40B4-BE49-F238E27FC236}">
                <a16:creationId xmlns:a16="http://schemas.microsoft.com/office/drawing/2014/main" id="{E1323DE9-74B9-A598-C651-5054B6E00637}"/>
              </a:ext>
            </a:extLst>
          </p:cNvPr>
          <p:cNvSpPr>
            <a:spLocks noGrp="1"/>
          </p:cNvSpPr>
          <p:nvPr>
            <p:ph type="title" hasCustomPrompt="1"/>
          </p:nvPr>
        </p:nvSpPr>
        <p:spPr>
          <a:xfrm>
            <a:off x="96401" y="38251"/>
            <a:ext cx="11527643" cy="555135"/>
          </a:xfrm>
          <a:prstGeom prst="rect">
            <a:avLst/>
          </a:prstGeom>
        </p:spPr>
        <p:txBody>
          <a:bodyPr vert="horz" lIns="91440" tIns="45720" rIns="91440" bIns="45720" rtlCol="0" anchor="ctr">
            <a:normAutofit/>
          </a:bodyPr>
          <a:lstStyle>
            <a:lvl1pPr>
              <a:defRPr sz="2400" b="1">
                <a:solidFill>
                  <a:schemeClr val="bg1"/>
                </a:solidFill>
                <a:latin typeface="Montserrat" panose="00000500000000000000" pitchFamily="2" charset="0"/>
              </a:defRPr>
            </a:lvl1pPr>
          </a:lstStyle>
          <a:p>
            <a:r>
              <a:rPr lang="en-US" err="1"/>
              <a:t>XXXXXXXX</a:t>
            </a:r>
            <a:endParaRPr lang="en-US"/>
          </a:p>
        </p:txBody>
      </p:sp>
      <p:sp>
        <p:nvSpPr>
          <p:cNvPr id="9" name="Text Placeholder 6">
            <a:extLst>
              <a:ext uri="{FF2B5EF4-FFF2-40B4-BE49-F238E27FC236}">
                <a16:creationId xmlns:a16="http://schemas.microsoft.com/office/drawing/2014/main" id="{87DD48AC-33B5-46D6-D3C1-57D5EBACE65B}"/>
              </a:ext>
            </a:extLst>
          </p:cNvPr>
          <p:cNvSpPr>
            <a:spLocks noGrp="1"/>
          </p:cNvSpPr>
          <p:nvPr>
            <p:ph type="body" sz="quarter" idx="19" hasCustomPrompt="1"/>
          </p:nvPr>
        </p:nvSpPr>
        <p:spPr>
          <a:xfrm>
            <a:off x="96401" y="82040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 </a:t>
            </a:r>
            <a:r>
              <a:rPr lang="en-US" err="1"/>
              <a:t>Adicione</a:t>
            </a:r>
            <a:r>
              <a:rPr lang="en-US"/>
              <a:t> o </a:t>
            </a:r>
            <a:r>
              <a:rPr lang="en-US" err="1"/>
              <a:t>Título</a:t>
            </a:r>
            <a:r>
              <a:rPr lang="en-US"/>
              <a:t> do </a:t>
            </a:r>
            <a:r>
              <a:rPr lang="en-US" err="1"/>
              <a:t>Espaço</a:t>
            </a:r>
            <a:endParaRPr lang="en-US"/>
          </a:p>
        </p:txBody>
      </p:sp>
      <p:sp>
        <p:nvSpPr>
          <p:cNvPr id="10" name="Text Placeholder 6">
            <a:extLst>
              <a:ext uri="{FF2B5EF4-FFF2-40B4-BE49-F238E27FC236}">
                <a16:creationId xmlns:a16="http://schemas.microsoft.com/office/drawing/2014/main" id="{E54DF821-251C-F27E-3802-90F323818494}"/>
              </a:ext>
            </a:extLst>
          </p:cNvPr>
          <p:cNvSpPr>
            <a:spLocks noGrp="1"/>
          </p:cNvSpPr>
          <p:nvPr>
            <p:ph type="body" sz="quarter" idx="20" hasCustomPrompt="1"/>
          </p:nvPr>
        </p:nvSpPr>
        <p:spPr>
          <a:xfrm>
            <a:off x="96401" y="110570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15" name="Text Placeholder 6">
            <a:extLst>
              <a:ext uri="{FF2B5EF4-FFF2-40B4-BE49-F238E27FC236}">
                <a16:creationId xmlns:a16="http://schemas.microsoft.com/office/drawing/2014/main" id="{A843A59A-E738-6E74-ABCE-84D2254013A3}"/>
              </a:ext>
            </a:extLst>
          </p:cNvPr>
          <p:cNvSpPr>
            <a:spLocks noGrp="1"/>
          </p:cNvSpPr>
          <p:nvPr>
            <p:ph type="body" sz="quarter" idx="27" hasCustomPrompt="1"/>
          </p:nvPr>
        </p:nvSpPr>
        <p:spPr>
          <a:xfrm>
            <a:off x="5975148" y="820408"/>
            <a:ext cx="5593566" cy="303226"/>
          </a:xfrm>
          <a:prstGeom prst="rect">
            <a:avLst/>
          </a:prstGeom>
        </p:spPr>
        <p:txBody>
          <a:bodyPr/>
          <a:lstStyle>
            <a:lvl1pPr marL="0" indent="0">
              <a:buNone/>
              <a:defRPr sz="1400" b="1">
                <a:solidFill>
                  <a:schemeClr val="tx1"/>
                </a:solidFill>
                <a:latin typeface="Montserrat" panose="00000500000000000000" pitchFamily="2" charset="0"/>
              </a:defRPr>
            </a:lvl1pPr>
          </a:lstStyle>
          <a:p>
            <a:pPr lvl="0"/>
            <a:r>
              <a:rPr lang="en-US"/>
              <a:t>II. </a:t>
            </a:r>
            <a:r>
              <a:rPr lang="en-US" err="1"/>
              <a:t>Adicione</a:t>
            </a:r>
            <a:r>
              <a:rPr lang="en-US"/>
              <a:t> o </a:t>
            </a:r>
            <a:r>
              <a:rPr lang="en-US" err="1"/>
              <a:t>Título</a:t>
            </a:r>
            <a:r>
              <a:rPr lang="en-US"/>
              <a:t> do </a:t>
            </a:r>
            <a:r>
              <a:rPr lang="en-US" err="1"/>
              <a:t>Espaço</a:t>
            </a:r>
            <a:endParaRPr lang="en-US"/>
          </a:p>
        </p:txBody>
      </p:sp>
      <p:sp>
        <p:nvSpPr>
          <p:cNvPr id="16" name="Text Placeholder 6">
            <a:extLst>
              <a:ext uri="{FF2B5EF4-FFF2-40B4-BE49-F238E27FC236}">
                <a16:creationId xmlns:a16="http://schemas.microsoft.com/office/drawing/2014/main" id="{EB9B89CE-F2D7-EE26-E1F7-0F9522F8AD71}"/>
              </a:ext>
            </a:extLst>
          </p:cNvPr>
          <p:cNvSpPr>
            <a:spLocks noGrp="1"/>
          </p:cNvSpPr>
          <p:nvPr>
            <p:ph type="body" sz="quarter" idx="28" hasCustomPrompt="1"/>
          </p:nvPr>
        </p:nvSpPr>
        <p:spPr>
          <a:xfrm>
            <a:off x="5975148" y="1105702"/>
            <a:ext cx="5593565" cy="197609"/>
          </a:xfrm>
          <a:prstGeom prst="rect">
            <a:avLst/>
          </a:prstGeom>
        </p:spPr>
        <p:txBody>
          <a:bodyPr/>
          <a:lstStyle>
            <a:lvl1pPr marL="0" indent="0">
              <a:buNone/>
              <a:defRPr sz="1200" b="0">
                <a:solidFill>
                  <a:schemeClr val="tx1"/>
                </a:solidFill>
                <a:latin typeface="Montserrat" panose="00000500000000000000" pitchFamily="2" charset="0"/>
              </a:defRPr>
            </a:lvl1pPr>
          </a:lstStyle>
          <a:p>
            <a:pPr lvl="0"/>
            <a:r>
              <a:rPr lang="en-US" err="1"/>
              <a:t>Adicione</a:t>
            </a:r>
            <a:r>
              <a:rPr lang="en-US"/>
              <a:t> o </a:t>
            </a:r>
            <a:r>
              <a:rPr lang="en-US" err="1"/>
              <a:t>Subtítulo</a:t>
            </a:r>
            <a:r>
              <a:rPr lang="en-US"/>
              <a:t>’</a:t>
            </a:r>
          </a:p>
        </p:txBody>
      </p:sp>
      <p:sp>
        <p:nvSpPr>
          <p:cNvPr id="2" name="Slide Number Placeholder 5">
            <a:extLst>
              <a:ext uri="{FF2B5EF4-FFF2-40B4-BE49-F238E27FC236}">
                <a16:creationId xmlns:a16="http://schemas.microsoft.com/office/drawing/2014/main" id="{611083F6-B93A-0DB8-F435-0A777D6E2E72}"/>
              </a:ext>
            </a:extLst>
          </p:cNvPr>
          <p:cNvSpPr>
            <a:spLocks noGrp="1"/>
          </p:cNvSpPr>
          <p:nvPr>
            <p:ph type="sldNum" sz="quarter" idx="4"/>
          </p:nvPr>
        </p:nvSpPr>
        <p:spPr>
          <a:xfrm>
            <a:off x="9349806" y="6471806"/>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Tree>
    <p:extLst>
      <p:ext uri="{BB962C8B-B14F-4D97-AF65-F5344CB8AC3E}">
        <p14:creationId xmlns:p14="http://schemas.microsoft.com/office/powerpoint/2010/main" val="291606258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5" Type="http://schemas.openxmlformats.org/officeDocument/2006/relationships/image" Target="../media/image2.jpeg"/><Relationship Id="rId4" Type="http://schemas.microsoft.com/office/2007/relationships/hdphoto" Target="../media/hdphoto1.wdp"/></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9.xml"/><Relationship Id="rId13" Type="http://schemas.openxmlformats.org/officeDocument/2006/relationships/slideLayout" Target="../slideLayouts/slideLayout14.xml"/><Relationship Id="rId3" Type="http://schemas.openxmlformats.org/officeDocument/2006/relationships/slideLayout" Target="../slideLayouts/slideLayout4.xml"/><Relationship Id="rId7" Type="http://schemas.openxmlformats.org/officeDocument/2006/relationships/slideLayout" Target="../slideLayouts/slideLayout8.xml"/><Relationship Id="rId12" Type="http://schemas.openxmlformats.org/officeDocument/2006/relationships/slideLayout" Target="../slideLayouts/slideLayout13.xml"/><Relationship Id="rId17" Type="http://schemas.microsoft.com/office/2007/relationships/hdphoto" Target="../media/hdphoto1.wdp"/><Relationship Id="rId2" Type="http://schemas.openxmlformats.org/officeDocument/2006/relationships/slideLayout" Target="../slideLayouts/slideLayout3.xml"/><Relationship Id="rId16"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slideLayout" Target="../slideLayouts/slideLayout7.xml"/><Relationship Id="rId11" Type="http://schemas.openxmlformats.org/officeDocument/2006/relationships/slideLayout" Target="../slideLayouts/slideLayout12.xml"/><Relationship Id="rId5" Type="http://schemas.openxmlformats.org/officeDocument/2006/relationships/slideLayout" Target="../slideLayouts/slideLayout6.xml"/><Relationship Id="rId15" Type="http://schemas.openxmlformats.org/officeDocument/2006/relationships/theme" Target="../theme/theme2.xml"/><Relationship Id="rId10" Type="http://schemas.openxmlformats.org/officeDocument/2006/relationships/slideLayout" Target="../slideLayouts/slideLayout11.xml"/><Relationship Id="rId4" Type="http://schemas.openxmlformats.org/officeDocument/2006/relationships/slideLayout" Target="../slideLayouts/slideLayout5.xml"/><Relationship Id="rId9" Type="http://schemas.openxmlformats.org/officeDocument/2006/relationships/slideLayout" Target="../slideLayouts/slideLayout10.xml"/><Relationship Id="rId1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4" name="Picture 2">
            <a:extLst>
              <a:ext uri="{FF2B5EF4-FFF2-40B4-BE49-F238E27FC236}">
                <a16:creationId xmlns:a16="http://schemas.microsoft.com/office/drawing/2014/main" id="{4746CDE0-88FF-89A6-2A88-842B39588D25}"/>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artisticPhotocopy trans="0" detail="0"/>
                    </a14:imgEffect>
                  </a14:imgLayer>
                </a14:imgProps>
              </a:ext>
              <a:ext uri="{28A0092B-C50C-407E-A947-70E740481C1C}">
                <a14:useLocalDpi xmlns:a14="http://schemas.microsoft.com/office/drawing/2010/main" val="0"/>
              </a:ext>
            </a:extLst>
          </a:blip>
          <a:srcRect/>
          <a:stretch>
            <a:fillRect/>
          </a:stretch>
        </p:blipFill>
        <p:spPr bwMode="auto">
          <a:xfrm>
            <a:off x="11082814" y="131532"/>
            <a:ext cx="955584" cy="370764"/>
          </a:xfrm>
          <a:prstGeom prst="rect">
            <a:avLst/>
          </a:prstGeom>
          <a:noFill/>
          <a:extLst>
            <a:ext uri="{909E8E84-426E-40DD-AFC4-6F175D3DCCD1}">
              <a14:hiddenFill xmlns:a14="http://schemas.microsoft.com/office/drawing/2010/main">
                <a:solidFill>
                  <a:srgbClr val="FFFFFF"/>
                </a:solidFill>
              </a14:hiddenFill>
            </a:ext>
          </a:extLst>
        </p:spPr>
      </p:pic>
      <p:sp>
        <p:nvSpPr>
          <p:cNvPr id="15" name="Retângulo 11">
            <a:extLst>
              <a:ext uri="{FF2B5EF4-FFF2-40B4-BE49-F238E27FC236}">
                <a16:creationId xmlns:a16="http://schemas.microsoft.com/office/drawing/2014/main" id="{6A237113-A397-7EE1-5A04-85D6E69C6F52}"/>
              </a:ext>
            </a:extLst>
          </p:cNvPr>
          <p:cNvSpPr/>
          <p:nvPr userDrawn="1"/>
        </p:nvSpPr>
        <p:spPr>
          <a:xfrm>
            <a:off x="62997" y="-1"/>
            <a:ext cx="2471643" cy="685800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16" name="Picture 15">
            <a:extLst>
              <a:ext uri="{FF2B5EF4-FFF2-40B4-BE49-F238E27FC236}">
                <a16:creationId xmlns:a16="http://schemas.microsoft.com/office/drawing/2014/main" id="{7121A603-83D0-22E9-055B-C441B4E515B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 y="0"/>
            <a:ext cx="12192000" cy="6858000"/>
          </a:xfrm>
          <a:prstGeom prst="rect">
            <a:avLst/>
          </a:prstGeom>
        </p:spPr>
      </p:pic>
      <p:sp>
        <p:nvSpPr>
          <p:cNvPr id="17" name="Seta: Pentágono 1">
            <a:extLst>
              <a:ext uri="{FF2B5EF4-FFF2-40B4-BE49-F238E27FC236}">
                <a16:creationId xmlns:a16="http://schemas.microsoft.com/office/drawing/2014/main" id="{80005EE4-7739-28E3-7D31-82F649FFB4A0}"/>
              </a:ext>
            </a:extLst>
          </p:cNvPr>
          <p:cNvSpPr/>
          <p:nvPr userDrawn="1"/>
        </p:nvSpPr>
        <p:spPr>
          <a:xfrm>
            <a:off x="4577" y="6441621"/>
            <a:ext cx="11428854" cy="54941"/>
          </a:xfrm>
          <a:prstGeom prst="homePlate">
            <a:avLst>
              <a:gd name="adj" fmla="val 57237"/>
            </a:avLst>
          </a:prstGeom>
          <a:solidFill>
            <a:srgbClr val="11471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Rectangle 17">
            <a:extLst>
              <a:ext uri="{FF2B5EF4-FFF2-40B4-BE49-F238E27FC236}">
                <a16:creationId xmlns:a16="http://schemas.microsoft.com/office/drawing/2014/main" id="{936585DA-14E3-404D-6A53-CBADB9A4BC2E}"/>
              </a:ext>
            </a:extLst>
          </p:cNvPr>
          <p:cNvSpPr/>
          <p:nvPr userDrawn="1"/>
        </p:nvSpPr>
        <p:spPr>
          <a:xfrm>
            <a:off x="0" y="-2"/>
            <a:ext cx="12192001" cy="6876412"/>
          </a:xfrm>
          <a:prstGeom prst="rect">
            <a:avLst/>
          </a:prstGeom>
          <a:solidFill>
            <a:schemeClr val="bg1">
              <a:lumMod val="8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1" name="Straight Connector 20">
            <a:extLst>
              <a:ext uri="{FF2B5EF4-FFF2-40B4-BE49-F238E27FC236}">
                <a16:creationId xmlns:a16="http://schemas.microsoft.com/office/drawing/2014/main" id="{1C295FB8-A933-8199-CF10-7AD2069990AA}"/>
              </a:ext>
            </a:extLst>
          </p:cNvPr>
          <p:cNvCxnSpPr>
            <a:cxnSpLocks/>
          </p:cNvCxnSpPr>
          <p:nvPr userDrawn="1"/>
        </p:nvCxnSpPr>
        <p:spPr>
          <a:xfrm>
            <a:off x="792492" y="2858474"/>
            <a:ext cx="10484923" cy="4404"/>
          </a:xfrm>
          <a:prstGeom prst="line">
            <a:avLst/>
          </a:prstGeom>
          <a:ln>
            <a:solidFill>
              <a:srgbClr val="056429"/>
            </a:solidFill>
          </a:ln>
        </p:spPr>
        <p:style>
          <a:lnRef idx="2">
            <a:schemeClr val="accent1"/>
          </a:lnRef>
          <a:fillRef idx="0">
            <a:schemeClr val="accent1"/>
          </a:fillRef>
          <a:effectRef idx="1">
            <a:schemeClr val="accent1"/>
          </a:effectRef>
          <a:fontRef idx="minor">
            <a:schemeClr val="tx1"/>
          </a:fontRef>
        </p:style>
      </p:cxnSp>
      <p:sp>
        <p:nvSpPr>
          <p:cNvPr id="23" name="Title Placeholder 1">
            <a:extLst>
              <a:ext uri="{FF2B5EF4-FFF2-40B4-BE49-F238E27FC236}">
                <a16:creationId xmlns:a16="http://schemas.microsoft.com/office/drawing/2014/main" id="{3BB53381-9738-8DCB-6452-DC0DDFDE021D}"/>
              </a:ext>
            </a:extLst>
          </p:cNvPr>
          <p:cNvSpPr txBox="1">
            <a:spLocks/>
          </p:cNvSpPr>
          <p:nvPr userDrawn="1"/>
        </p:nvSpPr>
        <p:spPr>
          <a:xfrm>
            <a:off x="-163373" y="5953550"/>
            <a:ext cx="11769851" cy="555135"/>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400" b="1" kern="1200">
                <a:solidFill>
                  <a:schemeClr val="bg1"/>
                </a:solidFill>
                <a:latin typeface="Montserrat" panose="00000500000000000000" pitchFamily="2" charset="0"/>
                <a:ea typeface="+mj-ea"/>
                <a:cs typeface="+mj-cs"/>
              </a:defRPr>
            </a:lvl1pPr>
          </a:lstStyle>
          <a:p>
            <a:pPr algn="ctr"/>
            <a:r>
              <a:rPr lang="pt-BR" sz="1400" b="0" i="1">
                <a:solidFill>
                  <a:schemeClr val="tx1"/>
                </a:solidFill>
              </a:rPr>
              <a:t>Grupo 2 - Gabriel </a:t>
            </a:r>
            <a:r>
              <a:rPr lang="pt-BR" sz="1400" b="0" i="1" err="1">
                <a:solidFill>
                  <a:schemeClr val="tx1"/>
                </a:solidFill>
              </a:rPr>
              <a:t>Benegra</a:t>
            </a:r>
            <a:r>
              <a:rPr lang="pt-BR" sz="1400" b="0" i="1">
                <a:solidFill>
                  <a:schemeClr val="tx1"/>
                </a:solidFill>
              </a:rPr>
              <a:t> | Felipe Barros | Bernardo Gomes | Vinicius </a:t>
            </a:r>
            <a:r>
              <a:rPr lang="pt-BR" sz="1400" b="0" i="1" err="1">
                <a:solidFill>
                  <a:schemeClr val="tx1"/>
                </a:solidFill>
              </a:rPr>
              <a:t>Sbruzzi</a:t>
            </a:r>
            <a:r>
              <a:rPr lang="pt-BR" sz="1400" b="0" i="1">
                <a:solidFill>
                  <a:schemeClr val="tx1"/>
                </a:solidFill>
              </a:rPr>
              <a:t> | Felipe Marques | </a:t>
            </a:r>
            <a:r>
              <a:rPr lang="pt-BR" sz="1400" b="0" i="1" err="1">
                <a:solidFill>
                  <a:schemeClr val="tx1"/>
                </a:solidFill>
              </a:rPr>
              <a:t>Kauã</a:t>
            </a:r>
            <a:r>
              <a:rPr lang="pt-BR" sz="1400" b="0" i="1">
                <a:solidFill>
                  <a:schemeClr val="tx1"/>
                </a:solidFill>
              </a:rPr>
              <a:t> Santos</a:t>
            </a:r>
            <a:endParaRPr lang="en-US" sz="1400" b="0" i="1">
              <a:solidFill>
                <a:schemeClr val="tx1"/>
              </a:solidFill>
            </a:endParaRPr>
          </a:p>
        </p:txBody>
      </p:sp>
      <p:sp>
        <p:nvSpPr>
          <p:cNvPr id="3" name="Retângulo 2">
            <a:extLst>
              <a:ext uri="{FF2B5EF4-FFF2-40B4-BE49-F238E27FC236}">
                <a16:creationId xmlns:a16="http://schemas.microsoft.com/office/drawing/2014/main" id="{494C6341-8154-8EBB-44DF-326C0874563F}"/>
              </a:ext>
            </a:extLst>
          </p:cNvPr>
          <p:cNvSpPr/>
          <p:nvPr userDrawn="1"/>
        </p:nvSpPr>
        <p:spPr>
          <a:xfrm>
            <a:off x="11491850" y="4586988"/>
            <a:ext cx="700149" cy="227100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535340621"/>
      </p:ext>
    </p:extLst>
  </p:cSld>
  <p:clrMap bg1="lt1" tx1="dk1" bg2="lt2" tx2="dk2" accent1="accent1" accent2="accent2" accent3="accent3" accent4="accent4" accent5="accent5" accent6="accent6" hlink="hlink" folHlink="folHlink"/>
  <p:sldLayoutIdLst>
    <p:sldLayoutId id="2147483651" r:id="rId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64DE79-268F-4C1A-8933-263129D2AF90}" type="datetimeFigureOut">
              <a:rPr lang="en-US" dirty="0"/>
              <a:t>10/19/2026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9349806" y="6471806"/>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a:p>
        </p:txBody>
      </p:sp>
      <p:sp>
        <p:nvSpPr>
          <p:cNvPr id="7" name="Rectangle 7">
            <a:extLst>
              <a:ext uri="{FF2B5EF4-FFF2-40B4-BE49-F238E27FC236}">
                <a16:creationId xmlns:a16="http://schemas.microsoft.com/office/drawing/2014/main" id="{B1B09DE7-FAC2-4ED9-12C8-DB40D887E893}"/>
              </a:ext>
            </a:extLst>
          </p:cNvPr>
          <p:cNvSpPr/>
          <p:nvPr userDrawn="1"/>
        </p:nvSpPr>
        <p:spPr>
          <a:xfrm rot="16200000">
            <a:off x="5773800" y="-5772461"/>
            <a:ext cx="644400" cy="12192000"/>
          </a:xfrm>
          <a:prstGeom prst="rect">
            <a:avLst/>
          </a:prstGeom>
          <a:gradFill>
            <a:gsLst>
              <a:gs pos="100000">
                <a:srgbClr val="8AD594"/>
              </a:gs>
              <a:gs pos="70000">
                <a:srgbClr val="1D4D24"/>
              </a:gs>
              <a:gs pos="39000">
                <a:srgbClr val="133418"/>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 name="Group 8">
            <a:extLst>
              <a:ext uri="{FF2B5EF4-FFF2-40B4-BE49-F238E27FC236}">
                <a16:creationId xmlns:a16="http://schemas.microsoft.com/office/drawing/2014/main" id="{20AF2047-A578-BB66-A1A0-8565BCDE87B5}"/>
              </a:ext>
            </a:extLst>
          </p:cNvPr>
          <p:cNvGrpSpPr/>
          <p:nvPr userDrawn="1"/>
        </p:nvGrpSpPr>
        <p:grpSpPr>
          <a:xfrm>
            <a:off x="7451386" y="-1"/>
            <a:ext cx="4777529" cy="627979"/>
            <a:chOff x="7945414" y="0"/>
            <a:chExt cx="4028761" cy="638366"/>
          </a:xfrm>
        </p:grpSpPr>
        <p:sp>
          <p:nvSpPr>
            <p:cNvPr id="9" name="object 39">
              <a:extLst>
                <a:ext uri="{FF2B5EF4-FFF2-40B4-BE49-F238E27FC236}">
                  <a16:creationId xmlns:a16="http://schemas.microsoft.com/office/drawing/2014/main" id="{DA474A2B-4975-85C4-9C0A-3971BE53EDBB}"/>
                </a:ext>
              </a:extLst>
            </p:cNvPr>
            <p:cNvSpPr/>
            <p:nvPr userDrawn="1"/>
          </p:nvSpPr>
          <p:spPr>
            <a:xfrm>
              <a:off x="7945414" y="2"/>
              <a:ext cx="1526674" cy="630990"/>
            </a:xfrm>
            <a:prstGeom prst="rtTriangle">
              <a:avLst/>
            </a:prstGeom>
            <a:gradFill flip="none" rotWithShape="1">
              <a:gsLst>
                <a:gs pos="68000">
                  <a:srgbClr val="235F2C"/>
                </a:gs>
                <a:gs pos="27000">
                  <a:srgbClr val="1B4922"/>
                </a:gs>
              </a:gsLst>
              <a:lin ang="0" scaled="1"/>
              <a:tileRect/>
            </a:gradFill>
          </p:spPr>
          <p:txBody>
            <a:bodyPr wrap="square" lIns="0" tIns="0" rIns="0" bIns="0" rtlCol="0"/>
            <a:lstStyle/>
            <a:p>
              <a:endParaRPr/>
            </a:p>
          </p:txBody>
        </p:sp>
        <p:sp>
          <p:nvSpPr>
            <p:cNvPr id="10" name="object 39">
              <a:extLst>
                <a:ext uri="{FF2B5EF4-FFF2-40B4-BE49-F238E27FC236}">
                  <a16:creationId xmlns:a16="http://schemas.microsoft.com/office/drawing/2014/main" id="{D5FEA038-9DED-AAAF-A13C-3653101851F5}"/>
                </a:ext>
              </a:extLst>
            </p:cNvPr>
            <p:cNvSpPr/>
            <p:nvPr userDrawn="1"/>
          </p:nvSpPr>
          <p:spPr>
            <a:xfrm>
              <a:off x="8779443" y="1"/>
              <a:ext cx="1526674" cy="630990"/>
            </a:xfrm>
            <a:prstGeom prst="rtTriangle">
              <a:avLst/>
            </a:prstGeom>
            <a:gradFill flip="none" rotWithShape="1">
              <a:gsLst>
                <a:gs pos="34000">
                  <a:srgbClr val="2B7636"/>
                </a:gs>
                <a:gs pos="68000">
                  <a:srgbClr val="328A3F"/>
                </a:gs>
              </a:gsLst>
              <a:lin ang="0" scaled="1"/>
              <a:tileRect/>
            </a:gradFill>
          </p:spPr>
          <p:txBody>
            <a:bodyPr wrap="square" lIns="0" tIns="0" rIns="0" bIns="0" rtlCol="0"/>
            <a:lstStyle/>
            <a:p>
              <a:endParaRPr/>
            </a:p>
          </p:txBody>
        </p:sp>
        <p:sp>
          <p:nvSpPr>
            <p:cNvPr id="11" name="object 39">
              <a:extLst>
                <a:ext uri="{FF2B5EF4-FFF2-40B4-BE49-F238E27FC236}">
                  <a16:creationId xmlns:a16="http://schemas.microsoft.com/office/drawing/2014/main" id="{C4F0C5CE-3E9F-DF48-CEAF-A90D3E32D679}"/>
                </a:ext>
              </a:extLst>
            </p:cNvPr>
            <p:cNvSpPr/>
            <p:nvPr userDrawn="1"/>
          </p:nvSpPr>
          <p:spPr>
            <a:xfrm>
              <a:off x="9613472" y="0"/>
              <a:ext cx="1526674" cy="630990"/>
            </a:xfrm>
            <a:prstGeom prst="rtTriangle">
              <a:avLst/>
            </a:prstGeom>
            <a:gradFill flip="none" rotWithShape="1">
              <a:gsLst>
                <a:gs pos="70000">
                  <a:srgbClr val="3CA64B"/>
                </a:gs>
                <a:gs pos="39000">
                  <a:srgbClr val="389A46"/>
                </a:gs>
              </a:gsLst>
              <a:lin ang="0" scaled="1"/>
              <a:tileRect/>
            </a:gradFill>
          </p:spPr>
          <p:txBody>
            <a:bodyPr wrap="square" lIns="0" tIns="0" rIns="0" bIns="0" rtlCol="0"/>
            <a:lstStyle/>
            <a:p>
              <a:endParaRPr/>
            </a:p>
          </p:txBody>
        </p:sp>
        <p:sp>
          <p:nvSpPr>
            <p:cNvPr id="12" name="object 39">
              <a:extLst>
                <a:ext uri="{FF2B5EF4-FFF2-40B4-BE49-F238E27FC236}">
                  <a16:creationId xmlns:a16="http://schemas.microsoft.com/office/drawing/2014/main" id="{CD95D092-E55C-CC16-93B5-99B84E935A85}"/>
                </a:ext>
              </a:extLst>
            </p:cNvPr>
            <p:cNvSpPr/>
            <p:nvPr userDrawn="1"/>
          </p:nvSpPr>
          <p:spPr>
            <a:xfrm>
              <a:off x="10447501" y="1340"/>
              <a:ext cx="1526674" cy="637026"/>
            </a:xfrm>
            <a:prstGeom prst="rtTriangle">
              <a:avLst/>
            </a:prstGeom>
            <a:gradFill flip="none" rotWithShape="1">
              <a:gsLst>
                <a:gs pos="70000">
                  <a:srgbClr val="50C060"/>
                </a:gs>
                <a:gs pos="39000">
                  <a:srgbClr val="62C670"/>
                </a:gs>
              </a:gsLst>
              <a:lin ang="0" scaled="1"/>
              <a:tileRect/>
            </a:gradFill>
          </p:spPr>
          <p:txBody>
            <a:bodyPr wrap="square" lIns="0" tIns="0" rIns="0" bIns="0" rtlCol="0"/>
            <a:lstStyle/>
            <a:p>
              <a:endParaRPr/>
            </a:p>
          </p:txBody>
        </p:sp>
      </p:grpSp>
      <p:pic>
        <p:nvPicPr>
          <p:cNvPr id="13" name="Picture 2">
            <a:extLst>
              <a:ext uri="{FF2B5EF4-FFF2-40B4-BE49-F238E27FC236}">
                <a16:creationId xmlns:a16="http://schemas.microsoft.com/office/drawing/2014/main" id="{019BA6DF-26FF-F704-FFF4-777670686B4D}"/>
              </a:ext>
            </a:extLst>
          </p:cNvPr>
          <p:cNvPicPr>
            <a:picLocks noChangeAspect="1" noChangeArrowheads="1"/>
          </p:cNvPicPr>
          <p:nvPr userDrawn="1"/>
        </p:nvPicPr>
        <p:blipFill>
          <a:blip r:embed="rId16">
            <a:extLst>
              <a:ext uri="{BEBA8EAE-BF5A-486C-A8C5-ECC9F3942E4B}">
                <a14:imgProps xmlns:a14="http://schemas.microsoft.com/office/drawing/2010/main">
                  <a14:imgLayer r:embed="rId17">
                    <a14:imgEffect>
                      <a14:artisticPhotocopy trans="0" detail="0"/>
                    </a14:imgEffect>
                  </a14:imgLayer>
                </a14:imgProps>
              </a:ext>
              <a:ext uri="{28A0092B-C50C-407E-A947-70E740481C1C}">
                <a14:useLocalDpi xmlns:a14="http://schemas.microsoft.com/office/drawing/2010/main" val="0"/>
              </a:ext>
            </a:extLst>
          </a:blip>
          <a:srcRect/>
          <a:stretch>
            <a:fillRect/>
          </a:stretch>
        </p:blipFill>
        <p:spPr bwMode="auto">
          <a:xfrm>
            <a:off x="11082814" y="131532"/>
            <a:ext cx="955584" cy="370764"/>
          </a:xfrm>
          <a:prstGeom prst="rect">
            <a:avLst/>
          </a:prstGeom>
          <a:noFill/>
          <a:extLst>
            <a:ext uri="{909E8E84-426E-40DD-AFC4-6F175D3DCCD1}">
              <a14:hiddenFill xmlns:a14="http://schemas.microsoft.com/office/drawing/2010/main">
                <a:solidFill>
                  <a:srgbClr val="FFFFFF"/>
                </a:solidFill>
              </a14:hiddenFill>
            </a:ext>
          </a:extLst>
        </p:spPr>
      </p:pic>
      <p:grpSp>
        <p:nvGrpSpPr>
          <p:cNvPr id="14" name="Agrupar 12">
            <a:extLst>
              <a:ext uri="{FF2B5EF4-FFF2-40B4-BE49-F238E27FC236}">
                <a16:creationId xmlns:a16="http://schemas.microsoft.com/office/drawing/2014/main" id="{E78BD19A-0D39-41F3-3003-3977D6843AD8}"/>
              </a:ext>
            </a:extLst>
          </p:cNvPr>
          <p:cNvGrpSpPr/>
          <p:nvPr userDrawn="1"/>
        </p:nvGrpSpPr>
        <p:grpSpPr>
          <a:xfrm>
            <a:off x="-5238944" y="796697"/>
            <a:ext cx="3564000" cy="4749592"/>
            <a:chOff x="-4981837" y="1224860"/>
            <a:chExt cx="3564000" cy="4749592"/>
          </a:xfrm>
        </p:grpSpPr>
        <p:sp>
          <p:nvSpPr>
            <p:cNvPr id="15" name="Rectangle 11">
              <a:extLst>
                <a:ext uri="{FF2B5EF4-FFF2-40B4-BE49-F238E27FC236}">
                  <a16:creationId xmlns:a16="http://schemas.microsoft.com/office/drawing/2014/main" id="{AD944268-344C-8C2F-4D9D-359CC02927DA}"/>
                </a:ext>
              </a:extLst>
            </p:cNvPr>
            <p:cNvSpPr/>
            <p:nvPr userDrawn="1"/>
          </p:nvSpPr>
          <p:spPr>
            <a:xfrm rot="16200000">
              <a:off x="-4981836" y="4786452"/>
              <a:ext cx="1188000" cy="118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16" name="Rectangle 12">
              <a:extLst>
                <a:ext uri="{FF2B5EF4-FFF2-40B4-BE49-F238E27FC236}">
                  <a16:creationId xmlns:a16="http://schemas.microsoft.com/office/drawing/2014/main" id="{6C9F4315-F18C-3228-6412-1ABE23A21D6F}"/>
                </a:ext>
              </a:extLst>
            </p:cNvPr>
            <p:cNvSpPr/>
            <p:nvPr userDrawn="1"/>
          </p:nvSpPr>
          <p:spPr>
            <a:xfrm rot="16200000">
              <a:off x="-3793837" y="1224861"/>
              <a:ext cx="1188000" cy="1188000"/>
            </a:xfrm>
            <a:prstGeom prst="rect">
              <a:avLst/>
            </a:prstGeom>
            <a:solidFill>
              <a:srgbClr val="1B6F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17" name="Rectangle 13">
              <a:extLst>
                <a:ext uri="{FF2B5EF4-FFF2-40B4-BE49-F238E27FC236}">
                  <a16:creationId xmlns:a16="http://schemas.microsoft.com/office/drawing/2014/main" id="{E8D86182-EA28-A36A-F26A-8B627051A2C6}"/>
                </a:ext>
              </a:extLst>
            </p:cNvPr>
            <p:cNvSpPr/>
            <p:nvPr userDrawn="1"/>
          </p:nvSpPr>
          <p:spPr>
            <a:xfrm rot="16200000">
              <a:off x="-3793836" y="2412058"/>
              <a:ext cx="1188000" cy="1188000"/>
            </a:xfrm>
            <a:prstGeom prst="rect">
              <a:avLst/>
            </a:prstGeom>
            <a:solidFill>
              <a:schemeClr val="accent3">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18" name="Rectangle 14">
              <a:extLst>
                <a:ext uri="{FF2B5EF4-FFF2-40B4-BE49-F238E27FC236}">
                  <a16:creationId xmlns:a16="http://schemas.microsoft.com/office/drawing/2014/main" id="{7B0FE874-D8BA-0805-AD07-9CCED5CD071E}"/>
                </a:ext>
              </a:extLst>
            </p:cNvPr>
            <p:cNvSpPr/>
            <p:nvPr userDrawn="1"/>
          </p:nvSpPr>
          <p:spPr>
            <a:xfrm rot="16200000">
              <a:off x="-3793836" y="3599255"/>
              <a:ext cx="1188000" cy="1188000"/>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19" name="Rectangle 16">
              <a:extLst>
                <a:ext uri="{FF2B5EF4-FFF2-40B4-BE49-F238E27FC236}">
                  <a16:creationId xmlns:a16="http://schemas.microsoft.com/office/drawing/2014/main" id="{F2C8A2DB-56DA-8635-4B6F-B87AFAE78624}"/>
                </a:ext>
              </a:extLst>
            </p:cNvPr>
            <p:cNvSpPr/>
            <p:nvPr userDrawn="1"/>
          </p:nvSpPr>
          <p:spPr>
            <a:xfrm rot="16200000">
              <a:off x="-3793836" y="4786452"/>
              <a:ext cx="1188000" cy="11880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0" name="Rectangle 17">
              <a:extLst>
                <a:ext uri="{FF2B5EF4-FFF2-40B4-BE49-F238E27FC236}">
                  <a16:creationId xmlns:a16="http://schemas.microsoft.com/office/drawing/2014/main" id="{00B4AD2D-5A97-F402-C442-E8A6D4D1C988}"/>
                </a:ext>
              </a:extLst>
            </p:cNvPr>
            <p:cNvSpPr/>
            <p:nvPr userDrawn="1"/>
          </p:nvSpPr>
          <p:spPr>
            <a:xfrm rot="16200000">
              <a:off x="-4981837" y="2412057"/>
              <a:ext cx="1188000" cy="1188000"/>
            </a:xfrm>
            <a:prstGeom prst="rect">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1" name="Rectangle 18">
              <a:extLst>
                <a:ext uri="{FF2B5EF4-FFF2-40B4-BE49-F238E27FC236}">
                  <a16:creationId xmlns:a16="http://schemas.microsoft.com/office/drawing/2014/main" id="{F3D2BA38-A4B4-3343-7EB8-0DD6EE3D665C}"/>
                </a:ext>
              </a:extLst>
            </p:cNvPr>
            <p:cNvSpPr/>
            <p:nvPr userDrawn="1"/>
          </p:nvSpPr>
          <p:spPr>
            <a:xfrm rot="16200000">
              <a:off x="-4981836" y="3599254"/>
              <a:ext cx="1188000" cy="118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2" name="Rectangle 19">
              <a:extLst>
                <a:ext uri="{FF2B5EF4-FFF2-40B4-BE49-F238E27FC236}">
                  <a16:creationId xmlns:a16="http://schemas.microsoft.com/office/drawing/2014/main" id="{95709C78-D5AF-7605-DD57-D152C2D2143E}"/>
                </a:ext>
              </a:extLst>
            </p:cNvPr>
            <p:cNvSpPr/>
            <p:nvPr userDrawn="1"/>
          </p:nvSpPr>
          <p:spPr>
            <a:xfrm rot="16200000">
              <a:off x="-4981837" y="1224860"/>
              <a:ext cx="1188000" cy="1188000"/>
            </a:xfrm>
            <a:prstGeom prst="rect">
              <a:avLst/>
            </a:prstGeom>
            <a:solidFill>
              <a:srgbClr val="11471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3" name="Rectangle 12">
              <a:extLst>
                <a:ext uri="{FF2B5EF4-FFF2-40B4-BE49-F238E27FC236}">
                  <a16:creationId xmlns:a16="http://schemas.microsoft.com/office/drawing/2014/main" id="{074C0049-A358-FE17-EDC8-5C1F01BC53A7}"/>
                </a:ext>
              </a:extLst>
            </p:cNvPr>
            <p:cNvSpPr/>
            <p:nvPr/>
          </p:nvSpPr>
          <p:spPr>
            <a:xfrm rot="16200000">
              <a:off x="-2605838" y="1224861"/>
              <a:ext cx="1188000" cy="1188000"/>
            </a:xfrm>
            <a:prstGeom prst="rect">
              <a:avLst/>
            </a:prstGeom>
            <a:solidFill>
              <a:srgbClr val="2082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4" name="Rectangle 13">
              <a:extLst>
                <a:ext uri="{FF2B5EF4-FFF2-40B4-BE49-F238E27FC236}">
                  <a16:creationId xmlns:a16="http://schemas.microsoft.com/office/drawing/2014/main" id="{955043F6-89A1-56FB-3782-96B7E7B6E516}"/>
                </a:ext>
              </a:extLst>
            </p:cNvPr>
            <p:cNvSpPr/>
            <p:nvPr/>
          </p:nvSpPr>
          <p:spPr>
            <a:xfrm rot="16200000">
              <a:off x="-2605837" y="2412058"/>
              <a:ext cx="1188000" cy="1188000"/>
            </a:xfrm>
            <a:prstGeom prst="rect">
              <a:avLst/>
            </a:prstGeom>
            <a:solidFill>
              <a:schemeClr val="accent3">
                <a:lumMod val="20000"/>
                <a:lumOff val="80000"/>
                <a:alpha val="71373"/>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5" name="Rectangle 14">
              <a:extLst>
                <a:ext uri="{FF2B5EF4-FFF2-40B4-BE49-F238E27FC236}">
                  <a16:creationId xmlns:a16="http://schemas.microsoft.com/office/drawing/2014/main" id="{D3813CF5-2289-23A5-59EF-1EC29AB79A9E}"/>
                </a:ext>
              </a:extLst>
            </p:cNvPr>
            <p:cNvSpPr/>
            <p:nvPr/>
          </p:nvSpPr>
          <p:spPr>
            <a:xfrm rot="16200000">
              <a:off x="-2605837" y="3599255"/>
              <a:ext cx="1188000" cy="118800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sp>
          <p:nvSpPr>
            <p:cNvPr id="26" name="Rectangle 16">
              <a:extLst>
                <a:ext uri="{FF2B5EF4-FFF2-40B4-BE49-F238E27FC236}">
                  <a16:creationId xmlns:a16="http://schemas.microsoft.com/office/drawing/2014/main" id="{1778AA98-7C10-7AD0-AAE1-CCA6BE939A69}"/>
                </a:ext>
              </a:extLst>
            </p:cNvPr>
            <p:cNvSpPr/>
            <p:nvPr/>
          </p:nvSpPr>
          <p:spPr>
            <a:xfrm rot="16200000">
              <a:off x="-2605837" y="4786452"/>
              <a:ext cx="1188000" cy="1188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R"/>
            </a:p>
          </p:txBody>
        </p:sp>
      </p:grpSp>
      <p:cxnSp>
        <p:nvCxnSpPr>
          <p:cNvPr id="27" name="Straight Connector 27">
            <a:extLst>
              <a:ext uri="{FF2B5EF4-FFF2-40B4-BE49-F238E27FC236}">
                <a16:creationId xmlns:a16="http://schemas.microsoft.com/office/drawing/2014/main" id="{341B6652-A938-0152-5BB5-1D5694688FB8}"/>
              </a:ext>
            </a:extLst>
          </p:cNvPr>
          <p:cNvCxnSpPr>
            <a:cxnSpLocks/>
          </p:cNvCxnSpPr>
          <p:nvPr userDrawn="1"/>
        </p:nvCxnSpPr>
        <p:spPr>
          <a:xfrm>
            <a:off x="107004" y="6654369"/>
            <a:ext cx="11528802" cy="0"/>
          </a:xfrm>
          <a:prstGeom prst="line">
            <a:avLst/>
          </a:prstGeom>
          <a:ln w="1587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1449787"/>
      </p:ext>
    </p:extLst>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 id="2147483659" r:id="rId5"/>
    <p:sldLayoutId id="2147483660" r:id="rId6"/>
    <p:sldLayoutId id="2147483661" r:id="rId7"/>
    <p:sldLayoutId id="2147483662" r:id="rId8"/>
    <p:sldLayoutId id="2147483663" r:id="rId9"/>
    <p:sldLayoutId id="2147483664" r:id="rId10"/>
    <p:sldLayoutId id="2147483665" r:id="rId11"/>
    <p:sldLayoutId id="2147483666" r:id="rId12"/>
    <p:sldLayoutId id="2147483667" r:id="rId13"/>
    <p:sldLayoutId id="2147483653" r:id="rId14"/>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curto_01_curto_dados_amostra.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curto_02_regra_bolsa_ivs_oficial.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curto_03_exp_escolha_origem.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9.xml"/><Relationship Id="rId3" Type="http://schemas.openxmlformats.org/officeDocument/2006/relationships/image" Target="../media/curto_04_curto_origem_bolsa.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 Id="rId3" Type="http://schemas.openxmlformats.org/officeDocument/2006/relationships/image" Target="../media/curto_05_curto_bolsa_mesma_uf.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1.xml"/><Relationship Id="rId3" Type="http://schemas.openxmlformats.org/officeDocument/2006/relationships/image" Target="../media/curto_06_curto_robustez_escolha.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 Id="rId3" Type="http://schemas.openxmlformats.org/officeDocument/2006/relationships/image" Target="../media/curto_07_curto_fato.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Pergunta e hipótese: origem ou bolsa na escolha?</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b="1" dirty="0">
                <a:solidFill>
                  <a:srgbClr val="114719"/>
                </a:solidFill>
                <a:latin typeface="Montserrat"/>
              </a:rPr>
              <a:t>Hipótese</a:t>
            </a:r>
            <a:r>
              <a:rPr lang="pt-BR" sz="1000" dirty="0">
                <a:latin typeface="Montserrat"/>
              </a:rPr>
              <a:t xml:space="preserv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Cautela"/>
          <p:cNvSpPr/>
          <p:nvPr/>
        </p:nvSpPr>
        <p:spPr>
          <a:xfrm>
            <a:off x="292608" y="5669280"/>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Formulada após ver os dados.</a:t>
            </a:r>
          </a:p>
        </p:txBody>
      </p:sp>
      <p:sp>
        <p:nvSpPr>
          <p:cNvPr id="102" name="Rótulo central"/>
          <p:cNvSpPr/>
          <p:nvPr/>
        </p:nvSpPr>
        <p:spPr>
          <a:xfrm>
            <a:off x="292608" y="804672"/>
            <a:ext cx="2651760" cy="2203704"/>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800" b="1" dirty="0">
                <a:solidFill>
                  <a:srgbClr val="FFFFFF"/>
                </a:solidFill>
                <a:latin typeface="Montserrat"/>
              </a:rPr>
              <a:t>Hipótese</a:t>
            </a:r>
          </a:p>
        </p:txBody>
      </p:sp>
      <p:sp>
        <p:nvSpPr>
          <p:cNvPr id="103" name="Hipótese central"/>
          <p:cNvSpPr/>
          <p:nvPr/>
        </p:nvSpPr>
        <p:spPr>
          <a:xfrm>
            <a:off x="3081528" y="804672"/>
            <a:ext cx="8805672" cy="2203704"/>
          </a:xfrm>
          <a:prstGeom prst="roundRect">
            <a:avLst>
              <a:gd name="adj" fmla="val 6000"/>
            </a:avLst>
          </a:prstGeom>
          <a:solidFill>
            <a:srgbClr val="F4F8F5"/>
          </a:solidFill>
          <a:ln w="25400">
            <a:solidFill>
              <a:srgbClr val="056429"/>
            </a:solidFill>
          </a:ln>
        </p:spPr>
        <p:txBody>
          <a:bodyPr wrap="square" lIns="274320" tIns="36576" rIns="274320" bIns="36576" rtlCol="0" anchor="ctr">
            <a:noAutofit/>
          </a:bodyPr>
          <a:lstStyle/>
          <a:p>
            <a:pPr marL="0" indent="0" algn="l">
              <a:lnSpc>
                <a:spcPct val="102000"/>
              </a:lnSpc>
              <a:spcBef>
                <a:spcPts val="0"/>
              </a:spcBef>
              <a:spcAft>
                <a:spcPts val="0"/>
              </a:spcAft>
              <a:buNone/>
            </a:pPr>
            <a:r>
              <a:rPr lang="pt-BR" sz="2800" b="1" dirty="0">
                <a:solidFill>
                  <a:srgbClr val="3A3A3A"/>
                </a:solidFill>
                <a:latin typeface="Montserrat"/>
              </a:rPr>
              <a:t>médico escolhe perto de onde trabalha; bolsa muda qual vaga, mas pesa menos que a origem</a:t>
            </a:r>
          </a:p>
        </p:txBody>
      </p:sp>
      <p:sp>
        <p:nvSpPr>
          <p:cNvPr id="104" name="Rótulo plano B"/>
          <p:cNvSpPr/>
          <p:nvPr/>
        </p:nvSpPr>
        <p:spPr>
          <a:xfrm>
            <a:off x="292608" y="3236976"/>
            <a:ext cx="2651760" cy="2203704"/>
          </a:xfrm>
          <a:prstGeom prst="roundRect">
            <a:avLst>
              <a:gd name="adj" fmla="val 10000"/>
            </a:avLst>
          </a:prstGeom>
          <a:solidFill>
            <a:srgbClr val="A3A39E"/>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Motivação</a:t>
            </a:r>
          </a:p>
        </p:txBody>
      </p:sp>
      <p:sp>
        <p:nvSpPr>
          <p:cNvPr id="105" name="Hipótese plano B"/>
          <p:cNvSpPr/>
          <p:nvPr/>
        </p:nvSpPr>
        <p:spPr>
          <a:xfrm>
            <a:off x="3081528" y="3236976"/>
            <a:ext cx="8805672" cy="2203704"/>
          </a:xfrm>
          <a:prstGeom prst="roundRect">
            <a:avLst>
              <a:gd name="adj" fmla="val 6000"/>
            </a:avLst>
          </a:prstGeom>
          <a:solidFill>
            <a:srgbClr val="F2F2F0"/>
          </a:solidFill>
          <a:ln w="12700">
            <a:solidFill>
              <a:srgbClr val="C9C9C4"/>
            </a:solidFill>
          </a:ln>
        </p:spPr>
        <p:txBody>
          <a:bodyPr wrap="square" lIns="274320" tIns="36576" rIns="274320" bIns="36576" rtlCol="0" anchor="ctr">
            <a:noAutofit/>
          </a:bodyPr>
          <a:lstStyle/>
          <a:p>
            <a:pPr marL="0" indent="0" algn="l">
              <a:lnSpc>
                <a:spcPct val="102000"/>
              </a:lnSpc>
              <a:spcBef>
                <a:spcPts val="0"/>
              </a:spcBef>
              <a:spcAft>
                <a:spcPts val="0"/>
              </a:spcAft>
              <a:buNone/>
            </a:pPr>
            <a:r>
              <a:rPr lang="pt-BR" sz="2000" b="0" dirty="0">
                <a:solidFill>
                  <a:srgbClr val="8A8A85"/>
                </a:solidFill>
                <a:latin typeface="Montserrat"/>
              </a:rPr>
              <a:t>no corte, preenchimento sem aumento detectado</a:t>
            </a:r>
          </a:p>
        </p:txBody>
      </p:sp>
      <p:sp>
        <p:nvSpPr>
          <p:cNvPr id="106"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doc 07 da banca 2 (decisão do autor de 27/10/2026); doc 65, §4.6 a §4.8 (auditoria 50); docs 57n e 57w.</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Dados e amostra: de onde vêm e quem entra no modelo</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b="1" dirty="0">
                <a:solidFill>
                  <a:srgbClr val="114719"/>
                </a:solidFill>
                <a:latin typeface="Montserrat"/>
              </a:rPr>
              <a:t>Dados</a:t>
            </a:r>
            <a:r>
              <a:rPr lang="pt-BR" sz="1000" dirty="0">
                <a:latin typeface="Montserrat"/>
              </a:rPr>
              <a:t xml:space="preserve">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Unidade:</a:t>
            </a:r>
            <a:r>
              <a:rPr lang="pt-BR" sz="1800" b="0" dirty="0">
                <a:solidFill>
                  <a:srgbClr val="3A3A3A"/>
                </a:solidFill>
                <a:latin typeface="Montserrat"/>
              </a:rPr>
              <a:t> candidato × vaga do seu curso e ciclo; y = 1 na 1ª opção.</a:t>
            </a:r>
          </a:p>
        </p:txBody>
      </p:sp>
      <p:sp>
        <p:nvSpPr>
          <p:cNvPr id="102" name="Linha"/>
          <p:cNvSpPr/>
          <p:nvPr/>
        </p:nvSpPr>
        <p:spPr>
          <a:xfrm>
            <a:off x="292608" y="5687568"/>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No modelo:</a:t>
            </a:r>
            <a:r>
              <a:rPr lang="pt-BR" sz="1800" b="0" dirty="0">
                <a:solidFill>
                  <a:srgbClr val="3A3A3A"/>
                </a:solidFill>
                <a:latin typeface="Montserrat"/>
              </a:rPr>
              <a:t> 5.421 candidatos e 932.577 pares candidato × vaga.</a:t>
            </a:r>
          </a:p>
        </p:txBody>
      </p:sp>
      <p:pic>
        <p:nvPicPr>
          <p:cNvPr id="103" name="Figura" descr="Variáveis e fontes, à esquerda; à direita, o funil da amostra da escolha por ciclo, de quem tem 1ª opção no quadro até quem entra no modelo, com quem sai em cada etapa"/>
          <p:cNvPicPr>
            <a:picLocks noChangeAspect="1"/>
          </p:cNvPicPr>
          <p:nvPr/>
        </p:nvPicPr>
        <p:blipFill>
          <a:blip r:embed="rId3"/>
          <a:stretch>
            <a:fillRect/>
          </a:stretch>
        </p:blipFill>
        <p:spPr>
          <a:xfrm>
            <a:off x="826252" y="804672"/>
            <a:ext cx="10527304" cy="4279392"/>
          </a:xfrm>
          <a:prstGeom prst="rect">
            <a:avLst/>
          </a:prstGeom>
          <a:ln w="6350">
            <a:solidFill>
              <a:srgbClr val="DDE7DF"/>
            </a:solidFill>
          </a:ln>
        </p:spPr>
      </p:pic>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output/rdd_bolsa/P1_resumo.json (protocolo 52; doc 57a); portão G1; output/apresentacao_banca2/tabela_fontes.csv; curto_dados_amostra.png; auditorias 16, 36 e 41.</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A bolsa é função exata do IVS: a regra é sharp</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b="1" dirty="0">
                <a:solidFill>
                  <a:srgbClr val="114719"/>
                </a:solidFill>
                <a:latin typeface="Montserrat"/>
              </a:rPr>
              <a:t>Análise descritiva</a:t>
            </a:r>
            <a:r>
              <a:rPr lang="pt-BR" sz="1000" dirty="0">
                <a:latin typeface="Montserrat"/>
              </a:rPr>
              <a:t xml:space="preserve">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Como ler:</a:t>
            </a:r>
            <a:r>
              <a:rPr lang="pt-BR" sz="1800" b="0" dirty="0">
                <a:solidFill>
                  <a:srgbClr val="3A3A3A"/>
                </a:solidFill>
                <a:latin typeface="Montserrat"/>
              </a:rPr>
              <a:t> um ponto por município do ciclo 1; a bolsa salta nos cortes.</a:t>
            </a:r>
          </a:p>
        </p:txBody>
      </p:sp>
      <p:sp>
        <p:nvSpPr>
          <p:cNvPr id="102" name="Linha"/>
          <p:cNvSpPr/>
          <p:nvPr/>
        </p:nvSpPr>
        <p:spPr>
          <a:xfrm>
            <a:off x="292608" y="5687568"/>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Ciclos 1 e 2:</a:t>
            </a:r>
            <a:r>
              <a:rPr lang="pt-BR" sz="1800" b="0" dirty="0">
                <a:solidFill>
                  <a:srgbClr val="3A3A3A"/>
                </a:solidFill>
                <a:latin typeface="Montserrat"/>
              </a:rPr>
              <a:t> reproduz 368/368 e 454/454 municípios.</a:t>
            </a:r>
          </a:p>
        </p:txBody>
      </p:sp>
      <p:pic>
        <p:nvPicPr>
          <p:cNvPr id="103" name="Figura" descr="Bolsa anunciada contra o IVS 2010 oficial, ciclo 1, um ponto por município"/>
          <p:cNvPicPr>
            <a:picLocks noChangeAspect="1"/>
          </p:cNvPicPr>
          <p:nvPr/>
        </p:nvPicPr>
        <p:blipFill>
          <a:blip r:embed="rId3"/>
          <a:stretch>
            <a:fillRect/>
          </a:stretch>
        </p:blipFill>
        <p:spPr>
          <a:xfrm>
            <a:off x="536495" y="804672"/>
            <a:ext cx="11106819" cy="4279392"/>
          </a:xfrm>
          <a:prstGeom prst="rect">
            <a:avLst/>
          </a:prstGeom>
          <a:ln w="6350">
            <a:solidFill>
              <a:srgbClr val="DDE7DF"/>
            </a:solidFill>
          </a:ln>
        </p:spPr>
      </p:pic>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output/rdd_bolsa/portao_r1_ivs_oficial.json; output/aquisicao/a08_ivs_2010_oficial_municipio.csv; auditoria 16.</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Onde escolhem: perto de onde já trabalham</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b="1" dirty="0">
                <a:solidFill>
                  <a:srgbClr val="114719"/>
                </a:solidFill>
                <a:latin typeface="Montserrat"/>
              </a:rPr>
              <a:t>Análise descritiva</a:t>
            </a:r>
            <a:r>
              <a:rPr lang="pt-BR" sz="1000" dirty="0">
                <a:latin typeface="Montserrat"/>
              </a:rPr>
              <a:t xml:space="preserve">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pic>
        <p:nvPicPr>
          <p:cNvPr id="101" name="Figura" descr="1ª opção em relação à origem do candidato (mesma UF, mesma região de saúde, mesmo município) e distância da origem à 1ª opção"/>
          <p:cNvPicPr>
            <a:picLocks noChangeAspect="1"/>
          </p:cNvPicPr>
          <p:nvPr/>
        </p:nvPicPr>
        <p:blipFill>
          <a:blip r:embed="rId3"/>
          <a:stretch>
            <a:fillRect/>
          </a:stretch>
        </p:blipFill>
        <p:spPr>
          <a:xfrm>
            <a:off x="292608" y="1251239"/>
            <a:ext cx="8211312" cy="4392097"/>
          </a:xfrm>
          <a:prstGeom prst="rect">
            <a:avLst/>
          </a:prstGeom>
          <a:ln w="6350">
            <a:solidFill>
              <a:srgbClr val="DDE7DF"/>
            </a:solidFill>
          </a:ln>
        </p:spPr>
      </p:pic>
      <p:sp>
        <p:nvSpPr>
          <p:cNvPr id="102" name="Linha"/>
          <p:cNvSpPr/>
          <p:nvPr/>
        </p:nvSpPr>
        <p:spPr>
          <a:xfrm>
            <a:off x="8778240" y="1251239"/>
            <a:ext cx="3108960" cy="2113753"/>
          </a:xfrm>
          <a:prstGeom prst="roundRect">
            <a:avLst>
              <a:gd name="adj" fmla="val 6000"/>
            </a:avLst>
          </a:prstGeom>
          <a:solidFill>
            <a:srgbClr val="F4F8F5"/>
          </a:solidFill>
          <a:ln w="12700">
            <a:solidFill>
              <a:srgbClr val="056429"/>
            </a:solidFill>
          </a:ln>
        </p:spPr>
        <p:txBody>
          <a:bodyPr wrap="square" lIns="182880" tIns="54864" rIns="182880" bIns="54864" rtlCol="0" anchor="ctr">
            <a:noAutofit/>
          </a:bodyPr>
          <a:lstStyle/>
          <a:p>
            <a:pPr marL="0" indent="0" algn="l">
              <a:lnSpc>
                <a:spcPct val="100000"/>
              </a:lnSpc>
              <a:spcBef>
                <a:spcPts val="0"/>
              </a:spcBef>
              <a:spcAft>
                <a:spcPts val="0"/>
              </a:spcAft>
              <a:buNone/>
            </a:pPr>
            <a:r>
              <a:rPr lang="pt-BR" sz="1600" b="1" dirty="0">
                <a:solidFill>
                  <a:srgbClr val="114719"/>
                </a:solidFill>
                <a:latin typeface="Montserrat"/>
              </a:rPr>
              <a:t>79%</a:t>
            </a:r>
            <a:r>
              <a:rPr lang="pt-BR" sz="1600" b="0" dirty="0">
                <a:solidFill>
                  <a:srgbClr val="3A3A3A"/>
                </a:solidFill>
                <a:latin typeface="Montserrat"/>
              </a:rPr>
              <a:t> põem a 1ª opção na UF de origem; mediana: 51 km (descritivo).</a:t>
            </a:r>
          </a:p>
        </p:txBody>
      </p:sp>
      <p:sp>
        <p:nvSpPr>
          <p:cNvPr id="103" name="Linha"/>
          <p:cNvSpPr/>
          <p:nvPr/>
        </p:nvSpPr>
        <p:spPr>
          <a:xfrm>
            <a:off x="8778240" y="3529584"/>
            <a:ext cx="3108960" cy="2113753"/>
          </a:xfrm>
          <a:prstGeom prst="roundRect">
            <a:avLst>
              <a:gd name="adj" fmla="val 6000"/>
            </a:avLst>
          </a:prstGeom>
          <a:solidFill>
            <a:srgbClr val="F4F8F5"/>
          </a:solidFill>
          <a:ln w="12700">
            <a:solidFill>
              <a:srgbClr val="056429"/>
            </a:solidFill>
          </a:ln>
        </p:spPr>
        <p:txBody>
          <a:bodyPr wrap="square" lIns="182880" tIns="54864" rIns="182880" bIns="54864" rtlCol="0" anchor="ctr">
            <a:noAutofit/>
          </a:bodyPr>
          <a:lstStyle/>
          <a:p>
            <a:pPr marL="0" indent="0" algn="l">
              <a:lnSpc>
                <a:spcPct val="100000"/>
              </a:lnSpc>
              <a:spcBef>
                <a:spcPts val="0"/>
              </a:spcBef>
              <a:spcAft>
                <a:spcPts val="0"/>
              </a:spcAft>
              <a:buNone/>
            </a:pPr>
            <a:r>
              <a:rPr lang="pt-BR" sz="1600" b="1" dirty="0">
                <a:solidFill>
                  <a:srgbClr val="114719"/>
                </a:solidFill>
                <a:latin typeface="Montserrat"/>
              </a:rPr>
              <a:t>Para a pergunta:</a:t>
            </a:r>
            <a:r>
              <a:rPr lang="pt-BR" sz="1600" b="0" dirty="0">
                <a:solidFill>
                  <a:srgbClr val="3A3A3A"/>
                </a:solidFill>
                <a:latin typeface="Montserrat"/>
              </a:rPr>
              <a:t> a maioria fica perto; quanto pesa a bolsa?</a:t>
            </a:r>
          </a:p>
        </p:txBody>
      </p:sp>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output/rdd_bolsa/G1_distancias_opcoes.parquet e G1_candidatos_origem.parquet (portão G1); output/apresentacao_banca2/exp_escolha_origem.png.</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Modelo: logit condicional da 1ª opção</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b="1" dirty="0">
                <a:solidFill>
                  <a:srgbClr val="114719"/>
                </a:solidFill>
                <a:latin typeface="Montserrat"/>
              </a:rPr>
              <a:t>Metodologia</a:t>
            </a:r>
            <a:r>
              <a:rPr lang="pt-BR" sz="1000" dirty="0">
                <a:latin typeface="Montserrat"/>
              </a:rPr>
              <a:t xml:space="preserve">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Equação em palavras"/>
          <p:cNvSpPr/>
          <p:nvPr/>
        </p:nvSpPr>
        <p:spPr>
          <a:xfrm>
            <a:off x="292608" y="850392"/>
            <a:ext cx="11594592" cy="1600200"/>
          </a:xfrm>
          <a:prstGeom prst="roundRect">
            <a:avLst>
              <a:gd name="adj" fmla="val 8000"/>
            </a:avLst>
          </a:prstGeom>
          <a:solidFill>
            <a:srgbClr val="114719"/>
          </a:solidFill>
          <a:ln>
            <a:noFill/>
          </a:ln>
        </p:spPr>
        <p:txBody>
          <a:bodyPr wrap="square" lIns="365760" tIns="73152" rIns="365760" bIns="73152" rtlCol="0" anchor="ctr">
            <a:noAutofit/>
          </a:bodyPr>
          <a:lstStyle/>
          <a:p>
            <a:pPr marL="0" indent="0" algn="ctr">
              <a:lnSpc>
                <a:spcPct val="100000"/>
              </a:lnSpc>
              <a:spcBef>
                <a:spcPts val="0"/>
              </a:spcBef>
              <a:spcAft>
                <a:spcPts val="0"/>
              </a:spcAft>
              <a:buNone/>
            </a:pPr>
            <a:r>
              <a:rPr lang="pt-BR" sz="2800" b="0" dirty="0">
                <a:solidFill>
                  <a:srgbClr val="FFFFFF"/>
                </a:solidFill>
                <a:latin typeface="Montserrat"/>
              </a:rPr>
              <a:t>U = β·bolsa + γ·distância + θ·origem; P(j) = e^Uj/Σe^U</a:t>
            </a:r>
          </a:p>
        </p:txBody>
      </p:sp>
      <p:sp>
        <p:nvSpPr>
          <p:cNvPr id="102" name="Rótulo"/>
          <p:cNvSpPr/>
          <p:nvPr/>
        </p:nvSpPr>
        <p:spPr>
          <a:xfrm>
            <a:off x="292608" y="2724912"/>
            <a:ext cx="2194560" cy="999744"/>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Por quê</a:t>
            </a:r>
          </a:p>
        </p:txBody>
      </p:sp>
      <p:sp>
        <p:nvSpPr>
          <p:cNvPr id="103" name="Item"/>
          <p:cNvSpPr/>
          <p:nvPr/>
        </p:nvSpPr>
        <p:spPr>
          <a:xfrm>
            <a:off x="2624328" y="2724912"/>
            <a:ext cx="9262872" cy="999744"/>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3A3A3A"/>
                </a:solidFill>
                <a:latin typeface="Montserrat"/>
              </a:rPr>
              <a:t>escolha entre vagas; candidato comparado consigo mesmo</a:t>
            </a:r>
          </a:p>
        </p:txBody>
      </p:sp>
      <p:sp>
        <p:nvSpPr>
          <p:cNvPr id="104" name="Rótulo"/>
          <p:cNvSpPr/>
          <p:nvPr/>
        </p:nvSpPr>
        <p:spPr>
          <a:xfrm>
            <a:off x="292608" y="3907536"/>
            <a:ext cx="2194560" cy="999744"/>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Bolsa</a:t>
            </a:r>
          </a:p>
        </p:txBody>
      </p:sp>
      <p:sp>
        <p:nvSpPr>
          <p:cNvPr id="105" name="Item"/>
          <p:cNvSpPr/>
          <p:nvPr/>
        </p:nvSpPr>
        <p:spPr>
          <a:xfrm>
            <a:off x="2624328" y="3907536"/>
            <a:ext cx="9262872" cy="999744"/>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3A3A3A"/>
                </a:solidFill>
                <a:latin typeface="Montserrat"/>
              </a:rPr>
              <a:t>muda pela regra do IVS</a:t>
            </a:r>
          </a:p>
        </p:txBody>
      </p:sp>
      <p:sp>
        <p:nvSpPr>
          <p:cNvPr id="106" name="Rótulo"/>
          <p:cNvSpPr/>
          <p:nvPr/>
        </p:nvSpPr>
        <p:spPr>
          <a:xfrm>
            <a:off x="292608" y="5090160"/>
            <a:ext cx="2194560" cy="999744"/>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000" b="1" dirty="0">
                <a:solidFill>
                  <a:srgbClr val="FFFFFF"/>
                </a:solidFill>
                <a:latin typeface="Montserrat"/>
              </a:rPr>
              <a:t>Teste</a:t>
            </a:r>
          </a:p>
        </p:txBody>
      </p:sp>
      <p:sp>
        <p:nvSpPr>
          <p:cNvPr id="107" name="Item"/>
          <p:cNvSpPr/>
          <p:nvPr/>
        </p:nvSpPr>
        <p:spPr>
          <a:xfrm>
            <a:off x="2624328" y="5090160"/>
            <a:ext cx="9262872" cy="999744"/>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000" b="0" dirty="0">
                <a:solidFill>
                  <a:srgbClr val="3A3A3A"/>
                </a:solidFill>
                <a:latin typeface="Montserrat"/>
              </a:rPr>
              <a:t>D_UF = θ − 10β &gt; zero; cluster por conjunto</a:t>
            </a:r>
          </a:p>
        </p:txBody>
      </p:sp>
      <p:sp>
        <p:nvSpPr>
          <p:cNvPr id="108"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protocolos 52 e 52b; adendos 52c e 52e (docs/06_execucao/); docs 57a, 57i, 57p, 57x e 66 (§4).</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Identificação: as premissas e o nosso caso</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b="1" dirty="0">
                <a:solidFill>
                  <a:srgbClr val="114719"/>
                </a:solidFill>
                <a:latin typeface="Montserrat"/>
              </a:rPr>
              <a:t>Identificação</a:t>
            </a:r>
            <a:r>
              <a:rPr lang="pt-BR" sz="1000" dirty="0">
                <a:latin typeface="Montserrat"/>
              </a:rPr>
              <a:t xml:space="preserve">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graphicFrame>
        <p:nvGraphicFramePr>
          <p:cNvPr id="101" name="Tabela"/>
          <p:cNvGraphicFramePr>
            <a:graphicFrameLocks noGrp="1"/>
          </p:cNvGraphicFramePr>
          <p:nvPr/>
        </p:nvGraphicFramePr>
        <p:xfrm>
          <a:off x="292608" y="850392"/>
          <a:ext cx="11594592" cy="5129784"/>
        </p:xfrm>
        <a:graphic>
          <a:graphicData uri="http://schemas.openxmlformats.org/drawingml/2006/table">
            <a:tbl>
              <a:tblPr firstRow="1" bandRow="1"/>
              <a:tblGrid>
                <a:gridCol w="4516061"/>
                <a:gridCol w="7078531"/>
              </a:tblGrid>
              <a:tr h="854964">
                <a:tc>
                  <a:txBody>
                    <a:bodyPr/>
                    <a:lstStyle/>
                    <a:p>
                      <a:pPr marL="0" indent="0" algn="l">
                        <a:lnSpc>
                          <a:spcPct val="100000"/>
                        </a:lnSpc>
                        <a:spcBef>
                          <a:spcPts val="0"/>
                        </a:spcBef>
                        <a:spcAft>
                          <a:spcPts val="0"/>
                        </a:spcAft>
                        <a:buNone/>
                      </a:pPr>
                      <a:r>
                        <a:rPr lang="pt-BR" sz="2400" b="1" dirty="0">
                          <a:solidFill>
                            <a:srgbClr val="FFFFFF"/>
                          </a:solidFill>
                          <a:latin typeface="Montserrat"/>
                        </a:rPr>
                        <a:t>Premissa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c>
                  <a:txBody>
                    <a:bodyPr/>
                    <a:lstStyle/>
                    <a:p>
                      <a:pPr marL="0" indent="0" algn="l">
                        <a:lnSpc>
                          <a:spcPct val="100000"/>
                        </a:lnSpc>
                        <a:spcBef>
                          <a:spcPts val="0"/>
                        </a:spcBef>
                        <a:spcAft>
                          <a:spcPts val="0"/>
                        </a:spcAft>
                        <a:buNone/>
                      </a:pPr>
                      <a:r>
                        <a:rPr lang="pt-BR" sz="2400" b="1" dirty="0">
                          <a:solidFill>
                            <a:srgbClr val="FFFFFF"/>
                          </a:solidFill>
                          <a:latin typeface="Montserrat"/>
                        </a:rPr>
                        <a:t>Aderência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r>
              <a:tr h="854964">
                <a:tc>
                  <a:txBody>
                    <a:bodyPr/>
                    <a:lstStyle/>
                    <a:p>
                      <a:pPr marL="0" indent="0" algn="l">
                        <a:lnSpc>
                          <a:spcPct val="100000"/>
                        </a:lnSpc>
                        <a:spcBef>
                          <a:spcPts val="0"/>
                        </a:spcBef>
                        <a:spcAft>
                          <a:spcPts val="0"/>
                        </a:spcAft>
                        <a:buNone/>
                      </a:pPr>
                      <a:r>
                        <a:rPr lang="pt-BR" sz="2400" b="1" dirty="0">
                          <a:solidFill>
                            <a:srgbClr val="3A3A3A"/>
                          </a:solidFill>
                          <a:latin typeface="Montserrat"/>
                        </a:rPr>
                        <a:t>Bolsa por regra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sharp: 368/368, 454/454</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854964">
                <a:tc>
                  <a:txBody>
                    <a:bodyPr/>
                    <a:lstStyle/>
                    <a:p>
                      <a:pPr marL="0" indent="0" algn="l">
                        <a:lnSpc>
                          <a:spcPct val="100000"/>
                        </a:lnSpc>
                        <a:spcBef>
                          <a:spcPts val="0"/>
                        </a:spcBef>
                        <a:spcAft>
                          <a:spcPts val="0"/>
                        </a:spcAft>
                        <a:buNone/>
                      </a:pPr>
                      <a:r>
                        <a:rPr lang="pt-BR" sz="2400" b="1" dirty="0">
                          <a:solidFill>
                            <a:srgbClr val="3A3A3A"/>
                          </a:solidFill>
                          <a:latin typeface="Montserrat"/>
                        </a:rPr>
                        <a:t>Só a bolsa?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não: pacote do corte</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854964">
                <a:tc>
                  <a:txBody>
                    <a:bodyPr/>
                    <a:lstStyle/>
                    <a:p>
                      <a:pPr marL="0" indent="0" algn="l">
                        <a:lnSpc>
                          <a:spcPct val="100000"/>
                        </a:lnSpc>
                        <a:spcBef>
                          <a:spcPts val="0"/>
                        </a:spcBef>
                        <a:spcAft>
                          <a:spcPts val="0"/>
                        </a:spcAft>
                        <a:buNone/>
                      </a:pPr>
                      <a:r>
                        <a:rPr lang="pt-BR" sz="2400" b="1" dirty="0">
                          <a:solidFill>
                            <a:srgbClr val="3A3A3A"/>
                          </a:solidFill>
                          <a:latin typeface="Montserrat"/>
                        </a:rPr>
                        <a:t>IIA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em parte; bolsa estável</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854964">
                <a:tc>
                  <a:txBody>
                    <a:bodyPr/>
                    <a:lstStyle/>
                    <a:p>
                      <a:pPr marL="0" indent="0" algn="l">
                        <a:lnSpc>
                          <a:spcPct val="100000"/>
                        </a:lnSpc>
                        <a:spcBef>
                          <a:spcPts val="0"/>
                        </a:spcBef>
                        <a:spcAft>
                          <a:spcPts val="0"/>
                        </a:spcAft>
                        <a:buNone/>
                      </a:pPr>
                      <a:r>
                        <a:rPr lang="pt-BR" sz="2400" b="1" dirty="0">
                          <a:solidFill>
                            <a:srgbClr val="3A3A3A"/>
                          </a:solidFill>
                          <a:latin typeface="Montserrat"/>
                        </a:rPr>
                        <a:t>Localização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par de UFs fixado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854964">
                <a:tc>
                  <a:txBody>
                    <a:bodyPr/>
                    <a:lstStyle/>
                    <a:p>
                      <a:pPr marL="0" indent="0" algn="l">
                        <a:lnSpc>
                          <a:spcPct val="100000"/>
                        </a:lnSpc>
                        <a:spcBef>
                          <a:spcPts val="0"/>
                        </a:spcBef>
                        <a:spcAft>
                          <a:spcPts val="0"/>
                        </a:spcAft>
                        <a:buNone/>
                      </a:pPr>
                      <a:r>
                        <a:rPr lang="pt-BR" sz="2400" b="1" dirty="0">
                          <a:solidFill>
                            <a:srgbClr val="3A3A3A"/>
                          </a:solidFill>
                          <a:latin typeface="Montserrat"/>
                        </a:rPr>
                        <a:t>Conjunto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suposto: todas vistas</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bl>
          </a:graphicData>
        </a:graphic>
      </p:graphicFrame>
      <p:sp>
        <p:nvSpPr>
          <p:cNvPr id="102"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auditorias 16, 18, 41 e 48; docs 57a (M9), 57i, 57p e 57x; output/rdd_bolsa/portao_r1_ivs_oficial.json; VC_estimativas.csv.</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Teste central: a origem pesa mais que toda a bolsa</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b="1" dirty="0">
                <a:solidFill>
                  <a:srgbClr val="114719"/>
                </a:solidFill>
                <a:latin typeface="Montserrat"/>
              </a:rPr>
              <a:t>Resultados</a:t>
            </a:r>
            <a:r>
              <a:rPr lang="pt-BR" sz="1000" dirty="0">
                <a:latin typeface="Montserrat"/>
              </a:rPr>
              <a:t xml:space="preserve">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4736592"/>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Origem − bolsa:</a:t>
            </a:r>
            <a:r>
              <a:rPr lang="pt-BR" sz="1800" b="0" dirty="0">
                <a:solidFill>
                  <a:srgbClr val="3A3A3A"/>
                </a:solidFill>
                <a:latin typeface="Montserrat"/>
              </a:rPr>
              <a:t> 1,94 [1,48; 2,40] em log-chance; p &lt; 0,001.</a:t>
            </a:r>
          </a:p>
        </p:txBody>
      </p:sp>
      <p:sp>
        <p:nvSpPr>
          <p:cNvPr id="102"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0" dirty="0">
                <a:solidFill>
                  <a:srgbClr val="3A3A3A"/>
                </a:solidFill>
                <a:latin typeface="Montserrat"/>
              </a:rPr>
              <a:t>UF de origem vs. outra UF: chance ×11,0; toda a bolsa: ×1,57 (IC contém 1).</a:t>
            </a:r>
          </a:p>
        </p:txBody>
      </p:sp>
      <p:sp>
        <p:nvSpPr>
          <p:cNvPr id="103" name="Cautela"/>
          <p:cNvSpPr/>
          <p:nvPr/>
        </p:nvSpPr>
        <p:spPr>
          <a:xfrm>
            <a:off x="292608" y="5687568"/>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Origem é preferência revelada, não causa.</a:t>
            </a:r>
          </a:p>
        </p:txBody>
      </p:sp>
      <p:pic>
        <p:nvPicPr>
          <p:cNvPr id="104" name="Figura" descr="Quanto a vaga na UF de origem e toda a diferença de bolsa (R$ 10 → 20 mil) multiplicam a chance de a vaga ser a 1ª opção, com IC 95%"/>
          <p:cNvPicPr>
            <a:picLocks noChangeAspect="1"/>
          </p:cNvPicPr>
          <p:nvPr/>
        </p:nvPicPr>
        <p:blipFill>
          <a:blip r:embed="rId3"/>
          <a:stretch>
            <a:fillRect/>
          </a:stretch>
        </p:blipFill>
        <p:spPr>
          <a:xfrm>
            <a:off x="292608" y="939156"/>
            <a:ext cx="11594592" cy="3534937"/>
          </a:xfrm>
          <a:prstGeom prst="rect">
            <a:avLst/>
          </a:prstGeom>
          <a:ln w="6350">
            <a:solidFill>
              <a:srgbClr val="DDE7DF"/>
            </a:solidFill>
          </a:ln>
        </p:spPr>
      </p:pic>
      <p:sp>
        <p:nvSpPr>
          <p:cNvPr id="105"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output/rdd_bolsa/VC_estimativas.csv (adendo 52c; doc 57p; auditoria 41); P1h (protocolo 52b; doc 57i; auditoria 31); output/apresentacao_banca2/curto_origem_bolsa.png.</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Dentro da mesma UF, a vaga de bolsa maior é preferida</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b="1" dirty="0">
                <a:solidFill>
                  <a:srgbClr val="114719"/>
                </a:solidFill>
                <a:latin typeface="Montserrat"/>
              </a:rPr>
              <a:t>Resultados</a:t>
            </a:r>
            <a:r>
              <a:rPr lang="pt-BR" sz="1000" dirty="0">
                <a:latin typeface="Montserrat"/>
              </a:rPr>
              <a:t xml:space="preserve">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0" dirty="0">
                <a:solidFill>
                  <a:srgbClr val="3A3A3A"/>
                </a:solidFill>
                <a:latin typeface="Montserrat"/>
              </a:rPr>
              <a:t>Na mesma UF, +R$ 5 mil: chance ×1,47; vale 75 km a menos.</a:t>
            </a:r>
          </a:p>
        </p:txBody>
      </p:sp>
      <p:sp>
        <p:nvSpPr>
          <p:cNvPr id="102" name="Cautela"/>
          <p:cNvSpPr/>
          <p:nvPr/>
        </p:nvSpPr>
        <p:spPr>
          <a:xfrm>
            <a:off x="292608" y="5687568"/>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Adendo pós-resultado; pré-registrado, sem fixar a UF: p 0,072.</a:t>
            </a:r>
          </a:p>
        </p:txBody>
      </p:sp>
      <p:pic>
        <p:nvPicPr>
          <p:cNvPr id="103" name="Figura" descr="Razão de chances da 1ª opção por +R$ 5 mil comparando vagas da mesma UF, ciclos 1–3 e ciclo 2, com o modelo pré-registrado em cinza claro"/>
          <p:cNvPicPr>
            <a:picLocks noChangeAspect="1"/>
          </p:cNvPicPr>
          <p:nvPr/>
        </p:nvPicPr>
        <p:blipFill>
          <a:blip r:embed="rId3"/>
          <a:stretch>
            <a:fillRect/>
          </a:stretch>
        </p:blipFill>
        <p:spPr>
          <a:xfrm>
            <a:off x="292608" y="1294731"/>
            <a:ext cx="11594592" cy="3299274"/>
          </a:xfrm>
          <a:prstGeom prst="rect">
            <a:avLst/>
          </a:prstGeom>
          <a:ln w="6350">
            <a:solidFill>
              <a:srgbClr val="DDE7DF"/>
            </a:solidFill>
          </a:ln>
        </p:spPr>
      </p:pic>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output/rdd_bolsa/VL_estimativas.csv (adendo 52e; doc 57x; auditoria 48); output/apresentacao_banca2/curto_bolsa_mesma_uf.png.</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Robustez: o que se mantém e o que não se mantém</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b="1" dirty="0">
                <a:solidFill>
                  <a:srgbClr val="114719"/>
                </a:solidFill>
                <a:latin typeface="Montserrat"/>
              </a:rPr>
              <a:t>Robustez</a:t>
            </a:r>
            <a:r>
              <a:rPr lang="pt-BR" sz="1000" dirty="0">
                <a:latin typeface="Montserrat"/>
              </a:rPr>
              <a:t xml:space="preserve">  |  </a:t>
            </a:r>
            <a:r>
              <a:rPr lang="pt-BR" sz="1000" dirty="0">
                <a:latin typeface="Montserrat"/>
              </a:rPr>
              <a:t xml:space="preserve">Discussão</a:t>
            </a:r>
          </a:p>
        </p:txBody>
      </p:sp>
      <p:sp>
        <p:nvSpPr>
          <p:cNvPr id="101" name="Linha"/>
          <p:cNvSpPr/>
          <p:nvPr/>
        </p:nvSpPr>
        <p:spPr>
          <a:xfrm>
            <a:off x="292608" y="4736592"/>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Mantém:</a:t>
            </a:r>
            <a:r>
              <a:rPr lang="pt-BR" sz="1800" b="0" dirty="0">
                <a:solidFill>
                  <a:srgbClr val="3A3A3A"/>
                </a:solidFill>
                <a:latin typeface="Montserrat"/>
              </a:rPr>
              <a:t> origem pesa mais que toda a bolsa nos três ciclos.</a:t>
            </a:r>
          </a:p>
        </p:txBody>
      </p:sp>
      <p:sp>
        <p:nvSpPr>
          <p:cNvPr id="102"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Não se mantém:</a:t>
            </a:r>
            <a:r>
              <a:rPr lang="pt-BR" sz="1800" b="0" dirty="0">
                <a:solidFill>
                  <a:srgbClr val="3A3A3A"/>
                </a:solidFill>
                <a:latin typeface="Montserrat"/>
              </a:rPr>
              <a:t> peso da bolsa, forte só no ciclo 2; perto do corte, inconclusivo.</a:t>
            </a:r>
          </a:p>
        </p:txBody>
      </p:sp>
      <p:sp>
        <p:nvSpPr>
          <p:cNvPr id="103" name="Cautela"/>
          <p:cNvSpPr/>
          <p:nvPr/>
        </p:nvSpPr>
        <p:spPr>
          <a:xfrm>
            <a:off x="292608" y="5687568"/>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Pré-registrado: IC contém 1.</a:t>
            </a:r>
          </a:p>
        </p:txBody>
      </p:sp>
      <p:pic>
        <p:nvPicPr>
          <p:cNvPr id="104" name="Figura" descr="Robustez da escolha: razão de chances por +R$ 5 mil no modelo pré-registrado e por ciclo, com o quadro antigo do ciclo 2, com distância em log, com a região de saúde fixada e só perto do corte; à direita, origem menos toda a bolsa por ciclo"/>
          <p:cNvPicPr>
            <a:picLocks noChangeAspect="1"/>
          </p:cNvPicPr>
          <p:nvPr/>
        </p:nvPicPr>
        <p:blipFill>
          <a:blip r:embed="rId3"/>
          <a:stretch>
            <a:fillRect/>
          </a:stretch>
        </p:blipFill>
        <p:spPr>
          <a:xfrm>
            <a:off x="1633902" y="804672"/>
            <a:ext cx="8912004" cy="3803904"/>
          </a:xfrm>
          <a:prstGeom prst="rect">
            <a:avLst/>
          </a:prstGeom>
          <a:ln w="6350">
            <a:solidFill>
              <a:srgbClr val="DDE7DF"/>
            </a:solidFill>
          </a:ln>
        </p:spPr>
      </p:pic>
      <p:sp>
        <p:nvSpPr>
          <p:cNvPr id="105"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output/rdd_bolsa/VC_estimativas.csv (adendo 52c; doc 57p; auditoria 41); VL_estimativas.csv (adendo 52e; doc 57x; auditoria 48); doc 57v (adendo 52d; auditoria 46).</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Conclusão: a origem pesa mais que toda a bolsa? Sim</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b="1" dirty="0">
                <a:solidFill>
                  <a:srgbClr val="114719"/>
                </a:solidFill>
                <a:latin typeface="Montserrat"/>
              </a:rPr>
              <a:t>Discussão</a:t>
            </a:r>
            <a:r>
              <a:rPr lang="pt-BR" sz="1000" dirty="0">
                <a:latin typeface="Montserrat"/>
              </a:rPr>
              <a:t xml:space="preserve"/>
            </a:r>
          </a:p>
        </p:txBody>
      </p:sp>
      <p:sp>
        <p:nvSpPr>
          <p:cNvPr id="101" name="Rótulo"/>
          <p:cNvSpPr/>
          <p:nvPr/>
        </p:nvSpPr>
        <p:spPr>
          <a:xfrm>
            <a:off x="292608" y="896112"/>
            <a:ext cx="1554480" cy="1597152"/>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400" b="1" dirty="0">
                <a:solidFill>
                  <a:srgbClr val="FFFFFF"/>
                </a:solidFill>
                <a:latin typeface="Montserrat"/>
              </a:rPr>
              <a:t>Origem</a:t>
            </a:r>
          </a:p>
        </p:txBody>
      </p:sp>
      <p:sp>
        <p:nvSpPr>
          <p:cNvPr id="102" name="Item"/>
          <p:cNvSpPr/>
          <p:nvPr/>
        </p:nvSpPr>
        <p:spPr>
          <a:xfrm>
            <a:off x="1984248" y="896112"/>
            <a:ext cx="9902952" cy="1597152"/>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400" b="0" dirty="0">
                <a:solidFill>
                  <a:srgbClr val="3A3A3A"/>
                </a:solidFill>
                <a:latin typeface="Montserrat"/>
              </a:rPr>
              <a:t>pesa mais que toda a bolsa, nos três ciclos</a:t>
            </a:r>
          </a:p>
        </p:txBody>
      </p:sp>
      <p:sp>
        <p:nvSpPr>
          <p:cNvPr id="103" name="Rótulo"/>
          <p:cNvSpPr/>
          <p:nvPr/>
        </p:nvSpPr>
        <p:spPr>
          <a:xfrm>
            <a:off x="292608" y="2694432"/>
            <a:ext cx="1554480" cy="1597152"/>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400" b="1" dirty="0">
                <a:solidFill>
                  <a:srgbClr val="FFFFFF"/>
                </a:solidFill>
                <a:latin typeface="Montserrat"/>
              </a:rPr>
              <a:t>Bolsa</a:t>
            </a:r>
          </a:p>
        </p:txBody>
      </p:sp>
      <p:sp>
        <p:nvSpPr>
          <p:cNvPr id="104" name="Item"/>
          <p:cNvSpPr/>
          <p:nvPr/>
        </p:nvSpPr>
        <p:spPr>
          <a:xfrm>
            <a:off x="1984248" y="2694432"/>
            <a:ext cx="9902952" cy="1597152"/>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400" b="0" dirty="0">
                <a:solidFill>
                  <a:srgbClr val="3A3A3A"/>
                </a:solidFill>
                <a:latin typeface="Montserrat"/>
              </a:rPr>
              <a:t>muda qual vaga, na mesma UF (adendo)</a:t>
            </a:r>
          </a:p>
        </p:txBody>
      </p:sp>
      <p:sp>
        <p:nvSpPr>
          <p:cNvPr id="105" name="Rótulo"/>
          <p:cNvSpPr/>
          <p:nvPr/>
        </p:nvSpPr>
        <p:spPr>
          <a:xfrm>
            <a:off x="292608" y="4492752"/>
            <a:ext cx="1554480" cy="1597152"/>
          </a:xfrm>
          <a:prstGeom prst="roundRect">
            <a:avLst>
              <a:gd name="adj" fmla="val 10000"/>
            </a:avLst>
          </a:prstGeom>
          <a:solidFill>
            <a:srgbClr val="114719"/>
          </a:solidFill>
          <a:ln>
            <a:noFill/>
          </a:ln>
        </p:spPr>
        <p:txBody>
          <a:bodyPr wrap="square" lIns="73152" tIns="45720" rIns="73152" bIns="45720" rtlCol="0" anchor="ctr">
            <a:noAutofit/>
          </a:bodyPr>
          <a:lstStyle/>
          <a:p>
            <a:pPr marL="0" indent="0" algn="ctr">
              <a:lnSpc>
                <a:spcPct val="100000"/>
              </a:lnSpc>
              <a:spcBef>
                <a:spcPts val="0"/>
              </a:spcBef>
              <a:spcAft>
                <a:spcPts val="0"/>
              </a:spcAft>
              <a:buNone/>
            </a:pPr>
            <a:r>
              <a:rPr lang="pt-BR" sz="2400" b="1" dirty="0">
                <a:solidFill>
                  <a:srgbClr val="FFFFFF"/>
                </a:solidFill>
                <a:latin typeface="Montserrat"/>
              </a:rPr>
              <a:t>Teoria</a:t>
            </a:r>
          </a:p>
        </p:txBody>
      </p:sp>
      <p:sp>
        <p:nvSpPr>
          <p:cNvPr id="106" name="Item"/>
          <p:cNvSpPr/>
          <p:nvPr/>
        </p:nvSpPr>
        <p:spPr>
          <a:xfrm>
            <a:off x="1984248" y="4492752"/>
            <a:ext cx="9902952" cy="1597152"/>
          </a:xfrm>
          <a:prstGeom prst="roundRect">
            <a:avLst>
              <a:gd name="adj" fmla="val 6000"/>
            </a:avLst>
          </a:prstGeom>
          <a:solidFill>
            <a:srgbClr val="F4F8F5"/>
          </a:solidFill>
          <a:ln w="12700">
            <a:solidFill>
              <a:srgbClr val="056429"/>
            </a:solidFill>
          </a:ln>
        </p:spPr>
        <p:txBody>
          <a:bodyPr wrap="square" lIns="228600" tIns="36576" rIns="228600" bIns="36576" rtlCol="0" anchor="ctr">
            <a:noAutofit/>
          </a:bodyPr>
          <a:lstStyle/>
          <a:p>
            <a:pPr marL="0" indent="0" algn="l">
              <a:lnSpc>
                <a:spcPct val="102000"/>
              </a:lnSpc>
              <a:spcBef>
                <a:spcPts val="0"/>
              </a:spcBef>
              <a:spcAft>
                <a:spcPts val="0"/>
              </a:spcAft>
              <a:buNone/>
            </a:pPr>
            <a:r>
              <a:rPr lang="pt-BR" sz="2400" b="0" dirty="0">
                <a:solidFill>
                  <a:srgbClr val="3A3A3A"/>
                </a:solidFill>
                <a:latin typeface="Montserrat"/>
              </a:rPr>
              <a:t>os dados sugerem incentivo limitado (pacote do corte)</a:t>
            </a:r>
          </a:p>
        </p:txBody>
      </p:sp>
      <p:sp>
        <p:nvSpPr>
          <p:cNvPr id="107"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modelo da banca 1; doc 07 da banca 2; docs 57i, 57p, 57x e 66 (§9 e §10); auditorias 18, 50 e 53.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Limitações e o que cada uma implica</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b="1" dirty="0">
                <a:solidFill>
                  <a:srgbClr val="114719"/>
                </a:solidFill>
                <a:latin typeface="Montserrat"/>
              </a:rPr>
              <a:t>Discussão</a:t>
            </a:r>
            <a:r>
              <a:rPr lang="pt-BR" sz="1000" dirty="0">
                <a:latin typeface="Montserrat"/>
              </a:rPr>
              <a:t xml:space="preserve"/>
            </a:r>
          </a:p>
        </p:txBody>
      </p:sp>
      <p:graphicFrame>
        <p:nvGraphicFramePr>
          <p:cNvPr id="101" name="Tabela"/>
          <p:cNvGraphicFramePr>
            <a:graphicFrameLocks noGrp="1"/>
          </p:cNvGraphicFramePr>
          <p:nvPr/>
        </p:nvGraphicFramePr>
        <p:xfrm>
          <a:off x="292608" y="850392"/>
          <a:ext cx="11594592" cy="5129784"/>
        </p:xfrm>
        <a:graphic>
          <a:graphicData uri="http://schemas.openxmlformats.org/drawingml/2006/table">
            <a:tbl>
              <a:tblPr firstRow="1" bandRow="1"/>
              <a:tblGrid>
                <a:gridCol w="5723777"/>
                <a:gridCol w="5870815"/>
              </a:tblGrid>
              <a:tr h="732826">
                <a:tc>
                  <a:txBody>
                    <a:bodyPr/>
                    <a:lstStyle/>
                    <a:p>
                      <a:pPr marL="0" indent="0" algn="l">
                        <a:lnSpc>
                          <a:spcPct val="100000"/>
                        </a:lnSpc>
                        <a:spcBef>
                          <a:spcPts val="0"/>
                        </a:spcBef>
                        <a:spcAft>
                          <a:spcPts val="0"/>
                        </a:spcAft>
                        <a:buNone/>
                      </a:pPr>
                      <a:r>
                        <a:rPr lang="pt-BR" sz="2400" b="1" dirty="0">
                          <a:solidFill>
                            <a:srgbClr val="FFFFFF"/>
                          </a:solidFill>
                          <a:latin typeface="Montserrat"/>
                        </a:rPr>
                        <a:t>Limitação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c>
                  <a:txBody>
                    <a:bodyPr/>
                    <a:lstStyle/>
                    <a:p>
                      <a:pPr marL="0" indent="0" algn="l">
                        <a:lnSpc>
                          <a:spcPct val="100000"/>
                        </a:lnSpc>
                        <a:spcBef>
                          <a:spcPts val="0"/>
                        </a:spcBef>
                        <a:spcAft>
                          <a:spcPts val="0"/>
                        </a:spcAft>
                        <a:buNone/>
                      </a:pPr>
                      <a:r>
                        <a:rPr lang="pt-BR" sz="2400" b="1" dirty="0">
                          <a:solidFill>
                            <a:srgbClr val="FFFFFF"/>
                          </a:solidFill>
                          <a:latin typeface="Montserrat"/>
                        </a:rPr>
                        <a:t>Implicação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114719"/>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Pós-resultado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exploratório</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Preferência revelada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não é causa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Só candidatos</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sem margem extensiva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Pacote do corte</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bolsa não isolada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Só ciclo 2</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não generalizar</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3F7F3"/>
                    </a:solidFill>
                  </a:tcPr>
                </a:tc>
              </a:tr>
              <a:tr h="732826">
                <a:tc>
                  <a:txBody>
                    <a:bodyPr/>
                    <a:lstStyle/>
                    <a:p>
                      <a:pPr marL="0" indent="0" algn="l">
                        <a:lnSpc>
                          <a:spcPct val="100000"/>
                        </a:lnSpc>
                        <a:spcBef>
                          <a:spcPts val="0"/>
                        </a:spcBef>
                        <a:spcAft>
                          <a:spcPts val="0"/>
                        </a:spcAft>
                        <a:buNone/>
                      </a:pPr>
                      <a:r>
                        <a:rPr lang="pt-BR" sz="2400" b="1" dirty="0">
                          <a:solidFill>
                            <a:srgbClr val="3A3A3A"/>
                          </a:solidFill>
                          <a:latin typeface="Montserrat"/>
                        </a:rPr>
                        <a:t>Origem = CNES</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c>
                  <a:txBody>
                    <a:bodyPr/>
                    <a:lstStyle/>
                    <a:p>
                      <a:pPr marL="0" indent="0" algn="l">
                        <a:lnSpc>
                          <a:spcPct val="100000"/>
                        </a:lnSpc>
                        <a:spcBef>
                          <a:spcPts val="0"/>
                        </a:spcBef>
                        <a:spcAft>
                          <a:spcPts val="0"/>
                        </a:spcAft>
                        <a:buNone/>
                      </a:pPr>
                      <a:r>
                        <a:rPr lang="pt-BR" sz="2400" b="0" dirty="0">
                          <a:solidFill>
                            <a:srgbClr val="3A3A3A"/>
                          </a:solidFill>
                          <a:latin typeface="Montserrat"/>
                        </a:rPr>
                        <a:t>não é residência</a:t>
                      </a:r>
                    </a:p>
                  </a:txBody>
                  <a:tcPr marL="73152" marR="73152" marT="36576" marB="36576" anchor="ctr">
                    <a:lnL w="6350">
                      <a:solidFill>
                        <a:srgbClr val="C9DED1"/>
                      </a:solidFill>
                    </a:lnL>
                    <a:lnR w="6350">
                      <a:solidFill>
                        <a:srgbClr val="C9DED1"/>
                      </a:solidFill>
                    </a:lnR>
                    <a:lnT w="6350">
                      <a:solidFill>
                        <a:srgbClr val="C9DED1"/>
                      </a:solidFill>
                    </a:lnT>
                    <a:lnB w="6350">
                      <a:solidFill>
                        <a:srgbClr val="C9DED1"/>
                      </a:solidFill>
                    </a:lnB>
                    <a:solidFill>
                      <a:srgbClr val="FFFFFF"/>
                    </a:solidFill>
                  </a:tcPr>
                </a:tc>
              </a:tr>
            </a:tbl>
          </a:graphicData>
        </a:graphic>
      </p:graphicFrame>
      <p:sp>
        <p:nvSpPr>
          <p:cNvPr id="102"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doc 66 (§0, §5 e §8); doc 07 da banca 2 (§3 e §4); auditorias 18, 50, 52 e 53.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Apêndice · O fato: sem aumento detectado no corte</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Linha"/>
          <p:cNvSpPr/>
          <p:nvPr/>
        </p:nvSpPr>
        <p:spPr>
          <a:xfrm>
            <a:off x="292608" y="5212080"/>
            <a:ext cx="11594592" cy="420624"/>
          </a:xfrm>
          <a:prstGeom prst="rect">
            <a:avLst/>
          </a:prstGeom>
          <a:no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0" dirty="0">
                <a:solidFill>
                  <a:srgbClr val="3A3A3A"/>
                </a:solidFill>
                <a:latin typeface="Montserrat"/>
              </a:rPr>
              <a:t>O negativo em 0,300 nunca passou no Holm; anda junto com a UF.</a:t>
            </a:r>
          </a:p>
        </p:txBody>
      </p:sp>
      <p:sp>
        <p:nvSpPr>
          <p:cNvPr id="102" name="Cautela"/>
          <p:cNvSpPr/>
          <p:nvPr/>
        </p:nvSpPr>
        <p:spPr>
          <a:xfrm>
            <a:off x="292608" y="5687568"/>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Pacote do corte; só detectaria saltos grandes.</a:t>
            </a:r>
          </a:p>
        </p:txBody>
      </p:sp>
      <p:pic>
        <p:nvPicPr>
          <p:cNvPr id="103" name="Figura" descr="O fato, por corte: salto do preenchimento das vagas imediatas sem controle, com efeito fixo de UF e pareando municípios da mesma UF, com IC 95%"/>
          <p:cNvPicPr>
            <a:picLocks noChangeAspect="1"/>
          </p:cNvPicPr>
          <p:nvPr/>
        </p:nvPicPr>
        <p:blipFill>
          <a:blip r:embed="rId3"/>
          <a:stretch>
            <a:fillRect/>
          </a:stretch>
        </p:blipFill>
        <p:spPr>
          <a:xfrm>
            <a:off x="292608" y="1082635"/>
            <a:ext cx="11594592" cy="3723467"/>
          </a:xfrm>
          <a:prstGeom prst="rect">
            <a:avLst/>
          </a:prstGeom>
          <a:ln w="6350">
            <a:solidFill>
              <a:srgbClr val="DDE7DF"/>
            </a:solidFill>
          </a:ln>
        </p:spPr>
      </p:pic>
      <p:sp>
        <p:nvSpPr>
          <p:cNvPr id="104"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output/rdd_bolsa/HI_estimativas.csv (adendo 48b; doc 57n; auditoria 38); PL_estimativas.csv (adendo 48h; doc 57w; auditoria 47); output/apresentacao_banca2/curto_fato.png.</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p:cNvSpPr>
            <a:spLocks noGrp="1"/>
          </p:cNvSpPr>
          <p:nvPr>
            <p:ph type="title"/>
          </p:nvPr>
        </p:nvSpPr>
        <p:spPr/>
        <p:txBody>
          <a:bodyPr>
            <a:normAutofit/>
          </a:bodyPr>
          <a:lstStyle/>
          <a:p>
            <a:pPr marL="0" indent="0" algn="l">
              <a:lnSpc>
                <a:spcPct val="104000"/>
              </a:lnSpc>
              <a:spcAft>
                <a:spcPts val="0"/>
              </a:spcAft>
              <a:buNone/>
            </a:pPr>
            <a:r>
              <a:rPr lang="pt-BR" sz="2400" b="1" dirty="0">
                <a:solidFill>
                  <a:srgbClr val="FFFFFF"/>
                </a:solidFill>
                <a:latin typeface="Montserrat"/>
              </a:rPr>
              <a:t>Apêndice · H3: oferta, numa frase</a:t>
            </a:r>
          </a:p>
        </p:txBody>
      </p:sp>
      <p:sp>
        <p:nvSpPr>
          <p:cNvPr id="3" name="Número da página"/>
          <p:cNvSpPr>
            <a:spLocks noGrp="1"/>
          </p:cNvSpPr>
          <p:nvPr>
            <p:ph type="body" sz="quarter" idx="18"/>
          </p:nvPr>
        </p:nvSpPr>
        <p:spPr>
          <a:xfrm>
            <a:off x="11706744" y="6457042"/>
            <a:ext cx="492080" cy="400640"/>
          </a:xfrm>
        </p:spPr>
        <p:txBody>
          <a:bodyPr anchor="ctr">
            <a:normAutofit/>
          </a:bodyPr>
          <a:lstStyle/>
          <a:p>
            <a:pPr algn="ctr"/>
            <a:fld id="{B1A5E0C2-5F3A-4C7E-9D11-7A2E6C0F4B01}" type="slidenum">
              <a:rPr lang="pt-BR" sz="1400" b="1">
                <a:solidFill>
                  <a:srgbClr val="BFBFBF"/>
                </a:solidFill>
                <a:latin typeface="Montserrat"/>
              </a:rPr>
              <a:t>‹#›</a:t>
            </a:fld>
            <a:endParaRPr lang="pt-BR" sz="1400" b="1">
              <a:solidFill>
                <a:srgbClr val="BFBFBF"/>
              </a:solidFill>
            </a:endParaRPr>
          </a:p>
        </p:txBody>
      </p:sp>
      <p:sp>
        <p:nvSpPr>
          <p:cNvPr id="4" name="Navegação do rodapé"/>
          <p:cNvSpPr txBox="1"/>
          <p:nvPr/>
        </p:nvSpPr>
        <p:spPr>
          <a:xfrm>
            <a:off x="196860" y="6639248"/>
            <a:ext cx="9223026" cy="246221"/>
          </a:xfrm>
          <a:prstGeom prst="rect">
            <a:avLst/>
          </a:prstGeom>
          <a:noFill/>
        </p:spPr>
        <p:txBody>
          <a:bodyPr wrap="square" rtlCol="0">
            <a:spAutoFit/>
          </a:bodyPr>
          <a:lstStyle/>
          <a:p>
            <a:r>
              <a:rPr lang="pt-BR" sz="1000" dirty="0">
                <a:latin typeface="Montserrat"/>
              </a:rPr>
              <a:t xml:space="preserve">Hipótese  |  </a:t>
            </a:r>
            <a:r>
              <a:rPr lang="pt-BR" sz="1000" dirty="0">
                <a:latin typeface="Montserrat"/>
              </a:rPr>
              <a:t xml:space="preserve">Dados  |  </a:t>
            </a:r>
            <a:r>
              <a:rPr lang="pt-BR" sz="1000" dirty="0">
                <a:latin typeface="Montserrat"/>
              </a:rPr>
              <a:t xml:space="preserve">Análise descritiva  |  </a:t>
            </a:r>
            <a:r>
              <a:rPr lang="pt-BR" sz="1000" dirty="0">
                <a:latin typeface="Montserrat"/>
              </a:rPr>
              <a:t xml:space="preserve">Metodologia  |  </a:t>
            </a:r>
            <a:r>
              <a:rPr lang="pt-BR" sz="1000" dirty="0">
                <a:latin typeface="Montserrat"/>
              </a:rPr>
              <a:t xml:space="preserve">Identificação  |  </a:t>
            </a:r>
            <a:r>
              <a:rPr lang="pt-BR" sz="1000" dirty="0">
                <a:latin typeface="Montserrat"/>
              </a:rPr>
              <a:t xml:space="preserve">Resultados  |  </a:t>
            </a:r>
            <a:r>
              <a:rPr lang="pt-BR" sz="1000" dirty="0">
                <a:latin typeface="Montserrat"/>
              </a:rPr>
              <a:t xml:space="preserve">Robustez  |  </a:t>
            </a:r>
            <a:r>
              <a:rPr lang="pt-BR" sz="1000" dirty="0">
                <a:latin typeface="Montserrat"/>
              </a:rPr>
              <a:t xml:space="preserve">Discussão</a:t>
            </a:r>
          </a:p>
        </p:txBody>
      </p:sp>
      <p:sp>
        <p:nvSpPr>
          <p:cNvPr id="101" name="Cautela"/>
          <p:cNvSpPr/>
          <p:nvPr/>
        </p:nvSpPr>
        <p:spPr>
          <a:xfrm>
            <a:off x="292608" y="5669280"/>
            <a:ext cx="11594592" cy="420624"/>
          </a:xfrm>
          <a:prstGeom prst="roundRect">
            <a:avLst>
              <a:gd name="adj" fmla="val 12000"/>
            </a:avLst>
          </a:prstGeom>
          <a:solidFill>
            <a:srgbClr val="E7F1EA"/>
          </a:solidFill>
          <a:ln>
            <a:noFill/>
          </a:ln>
        </p:spPr>
        <p:txBody>
          <a:bodyPr wrap="square" lIns="164592" tIns="18288" rIns="164592" bIns="18288" rtlCol="0" anchor="ctr">
            <a:noAutofit/>
          </a:bodyPr>
          <a:lstStyle/>
          <a:p>
            <a:pPr marL="0" indent="0" algn="l">
              <a:lnSpc>
                <a:spcPct val="100000"/>
              </a:lnSpc>
              <a:spcBef>
                <a:spcPts val="0"/>
              </a:spcBef>
              <a:spcAft>
                <a:spcPts val="0"/>
              </a:spcAft>
              <a:buNone/>
            </a:pPr>
            <a:r>
              <a:rPr lang="pt-BR" sz="1800" b="1" dirty="0">
                <a:solidFill>
                  <a:srgbClr val="114719"/>
                </a:solidFill>
                <a:latin typeface="Montserrat"/>
              </a:rPr>
              <a:t>Associação; vínculo cadastrado não é presença.</a:t>
            </a:r>
          </a:p>
        </p:txBody>
      </p:sp>
      <p:sp>
        <p:nvSpPr>
          <p:cNvPr id="102" name="Frase"/>
          <p:cNvSpPr/>
          <p:nvPr/>
        </p:nvSpPr>
        <p:spPr>
          <a:xfrm>
            <a:off x="658368" y="1911096"/>
            <a:ext cx="10863072" cy="2377440"/>
          </a:xfrm>
          <a:prstGeom prst="roundRect">
            <a:avLst>
              <a:gd name="adj" fmla="val 8000"/>
            </a:avLst>
          </a:prstGeom>
          <a:solidFill>
            <a:srgbClr val="114719"/>
          </a:solidFill>
          <a:ln>
            <a:noFill/>
          </a:ln>
        </p:spPr>
        <p:txBody>
          <a:bodyPr wrap="square" lIns="411480" tIns="91440" rIns="411480" bIns="91440" rtlCol="0" anchor="ctr">
            <a:noAutofit/>
          </a:bodyPr>
          <a:lstStyle/>
          <a:p>
            <a:pPr marL="0" indent="0" algn="ctr">
              <a:lnSpc>
                <a:spcPct val="100000"/>
              </a:lnSpc>
              <a:spcBef>
                <a:spcPts val="0"/>
              </a:spcBef>
              <a:spcAft>
                <a:spcPts val="0"/>
              </a:spcAft>
              <a:buNone/>
            </a:pPr>
            <a:r>
              <a:rPr lang="pt-BR" sz="3000" b="0" dirty="0">
                <a:solidFill>
                  <a:srgbClr val="FFFFFF"/>
                </a:solidFill>
                <a:latin typeface="Montserrat"/>
              </a:rPr>
              <a:t>O médico que chega cadastra +6,6 h/sem; metade já estava lá</a:t>
            </a:r>
          </a:p>
        </p:txBody>
      </p:sp>
      <p:sp>
        <p:nvSpPr>
          <p:cNvPr id="103" name="Fontes"/>
          <p:cNvSpPr txBox="1"/>
          <p:nvPr/>
        </p:nvSpPr>
        <p:spPr>
          <a:xfrm>
            <a:off x="292608" y="6181344"/>
            <a:ext cx="11594592" cy="274320"/>
          </a:xfrm>
          <a:prstGeom prst="rect">
            <a:avLst/>
          </a:prstGeom>
          <a:noFill/>
          <a:ln>
            <a:noFill/>
          </a:ln>
        </p:spPr>
        <p:txBody>
          <a:bodyPr wrap="square" lIns="0" tIns="0" rIns="0" bIns="0" rtlCol="0" anchor="b">
            <a:noAutofit/>
          </a:bodyPr>
          <a:lstStyle/>
          <a:p>
            <a:pPr marL="0" indent="0" algn="l">
              <a:lnSpc>
                <a:spcPct val="95000"/>
              </a:lnSpc>
              <a:spcBef>
                <a:spcPts val="0"/>
              </a:spcBef>
              <a:spcAft>
                <a:spcPts val="0"/>
              </a:spcAft>
              <a:buNone/>
            </a:pPr>
            <a:r>
              <a:rPr lang="pt-BR" sz="800" b="1" dirty="0">
                <a:solidFill>
                  <a:srgbClr val="6B6B6B"/>
                </a:solidFill>
                <a:latin typeface="Montserrat"/>
              </a:rPr>
              <a:t>Fontes: </a:t>
            </a:r>
            <a:r>
              <a:rPr lang="pt-BR" sz="800" b="0" dirty="0">
                <a:solidFill>
                  <a:srgbClr val="6B6B6B"/>
                </a:solidFill>
                <a:latin typeface="Montserrat"/>
              </a:rPr>
              <a:t>S57_resumo.json (doc 57d); OC_estimativas.csv (protocolo 64; doc 57q; auditoria 39).</a:t>
            </a:r>
          </a:p>
        </p:txBody>
      </p:sp>
    </p:spTree>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2013 - 2022">
  <a:themeElements>
    <a:clrScheme name="Tema do 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o 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o 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3.xml><?xml version="1.0" encoding="utf-8"?>
<a:theme xmlns:a="http://schemas.openxmlformats.org/drawingml/2006/main" name="Tema do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19553001-6307-0648-A07B-CCACFB8D8DAB}">
  <we:reference id="wa200010725" version="1.0.0.1" store="en-US" storeType="OMEX"/>
  <we:alternateReferences>
    <we:reference id="WA200010725" version="1.0.0.1" store="" storeType="OMEX"/>
  </we:alternateReferences>
  <we:properties>
    <we:property name="claude.fileId" value="&quot;5c5ac6b1-f68a-4f11-a502-6011a988e643&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6bf3eb3e-0d9a-437c-860c-69ce48f2cdf0"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38C8786BE86CB408D96F421BBC77521" ma:contentTypeVersion="5" ma:contentTypeDescription="Create a new document." ma:contentTypeScope="" ma:versionID="5da4dd9addb67677410ddfb5845d64f7">
  <xsd:schema xmlns:xsd="http://www.w3.org/2001/XMLSchema" xmlns:xs="http://www.w3.org/2001/XMLSchema" xmlns:p="http://schemas.microsoft.com/office/2006/metadata/properties" xmlns:ns3="6bf3eb3e-0d9a-437c-860c-69ce48f2cdf0" targetNamespace="http://schemas.microsoft.com/office/2006/metadata/properties" ma:root="true" ma:fieldsID="fb40ab77a2ad640a954feaa1eb039dd4" ns3:_="">
    <xsd:import namespace="6bf3eb3e-0d9a-437c-860c-69ce48f2cdf0"/>
    <xsd:element name="properties">
      <xsd:complexType>
        <xsd:sequence>
          <xsd:element name="documentManagement">
            <xsd:complexType>
              <xsd:all>
                <xsd:element ref="ns3:_activity" minOccurs="0"/>
                <xsd:element ref="ns3:MediaServiceDateTaken" minOccurs="0"/>
                <xsd:element ref="ns3:MediaServiceMetadata" minOccurs="0"/>
                <xsd:element ref="ns3:MediaServiceFastMetadata"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bf3eb3e-0d9a-437c-860c-69ce48f2cdf0"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DateTaken" ma:index="9" nillable="true" ma:displayName="MediaServiceDateTaken" ma:hidden="true" ma:indexed="true" ma:internalName="MediaServiceDateTaken" ma:readOnly="true">
      <xsd:simpleType>
        <xsd:restriction base="dms:Text"/>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A9A4F2D-BA7A-420A-859C-AF67393E28D2}">
  <ds:schemaRefs>
    <ds:schemaRef ds:uri="6bf3eb3e-0d9a-437c-860c-69ce48f2cdf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CF5D4C76-7C3B-451C-A6D4-FBDF882EB00F}">
  <ds:schemaRefs>
    <ds:schemaRef ds:uri="6bf3eb3e-0d9a-437c-860c-69ce48f2cdf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0/xmlns/"/>
    <ds:schemaRef ds:uri="http://www.w3.org/2001/XMLSchema"/>
  </ds:schemaRefs>
</ds:datastoreItem>
</file>

<file path=customXml/itemProps3.xml><?xml version="1.0" encoding="utf-8"?>
<ds:datastoreItem xmlns:ds="http://schemas.openxmlformats.org/officeDocument/2006/customXml" ds:itemID="{1A42ECBC-5C73-45EC-9763-C55A66CE0F5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36</Slides>
  <Notes>22</Notes>
  <HiddenSlides>8</HiddenSlides>
  <ScaleCrop>false</ScaleCrop>
  <HeadingPairs>
    <vt:vector size="4" baseType="variant">
      <vt:variant>
        <vt:lpstr>Theme</vt:lpstr>
      </vt:variant>
      <vt:variant>
        <vt:i4>2</vt:i4>
      </vt:variant>
      <vt:variant>
        <vt:lpstr>Slide Titles</vt:lpstr>
      </vt:variant>
      <vt:variant>
        <vt:i4>36</vt:i4>
      </vt:variant>
    </vt:vector>
  </HeadingPairs>
  <TitlesOfParts>
    <vt:vector size="38" baseType="lpstr">
      <vt:lpstr>1_Office Theme</vt:lpstr>
      <vt:lpstr>Tema do Office 2013 - 2022</vt:lpstr>
      <vt:lpstr>PowerPoint Presentation</vt:lpstr>
      <vt:lpstr>PowerPoint Presentation</vt:lpstr>
      <vt:lpstr>A escassez de especialistas já é tratada como urgência sanitária</vt:lpstr>
      <vt:lpstr>A escassez de especialistas já é tratada como urgência sanitária</vt:lpstr>
      <vt:lpstr>A vulnerabilidade social define o piso da bolsa do PMM-E</vt:lpstr>
      <vt:lpstr>A vulnerabilidade social define o piso da bolsa do PMM-E</vt:lpstr>
      <vt:lpstr>A vulnerabilidade social define o piso da bolsa do PMM-E</vt:lpstr>
      <vt:lpstr>A vulnerabilidade social define o piso da bolsa do PMM-E</vt:lpstr>
      <vt:lpstr>Política direciona incentivos aos territórios mais vulneráveis</vt:lpstr>
      <vt:lpstr>Política direciona incentivos aos territórios mais vulneráveis</vt:lpstr>
      <vt:lpstr>O programa é importante, e há indícios de efetividade</vt:lpstr>
      <vt:lpstr>PowerPoint Presentation</vt:lpstr>
      <vt:lpstr>Política direciona incentivos aos territórios mais vulneráveis</vt:lpstr>
      <vt:lpstr>Presença de especialistas cresceu em todos os níveis sociais</vt:lpstr>
      <vt:lpstr>PowerPoint Presentation</vt:lpstr>
      <vt:lpstr>O modelo combina três elementos da teoria</vt:lpstr>
      <vt:lpstr>A escolha locacional maximiza a utilidade</vt:lpstr>
      <vt:lpstr>Da escolha individual ao preenchimento agregado</vt:lpstr>
      <vt:lpstr>A escolha locacional maximiza a renda real líquida</vt:lpstr>
      <vt:lpstr>Literatura divide o custo em dois tipos: geográfico e laboral</vt:lpstr>
      <vt:lpstr>Da escolha individual ao preenchimento agregado</vt:lpstr>
      <vt:lpstr>PowerPoint Presentation</vt:lpstr>
      <vt:lpstr>Da condição de aceitação, sai nossa hipótese econômica</vt:lpstr>
      <vt:lpstr>PowerPoint Presentation</vt:lpstr>
      <vt:lpstr>X</vt:lpstr>
      <vt:lpstr>PowerPoint Presentation</vt:lpstr>
      <vt:lpstr>X</vt:lpstr>
      <vt:lpstr>PowerPoint Presentation</vt:lpstr>
      <vt:lpstr>X</vt:lpstr>
      <vt:lpstr>PowerPoint Presentation</vt:lpstr>
      <vt:lpstr>PowerPoint Presentation</vt:lpstr>
      <vt:lpstr>PowerPoint Presentation</vt:lpstr>
      <vt:lpstr>PowerPoint Presentation</vt:lpstr>
      <vt:lpstr>O desafio é separar o efeito da bolsa do efeito da vulnerabilidade</vt:lpstr>
      <vt:lpstr>O desafio é separar o efeito da bolsa do efeito da vulnerabilidade</vt:lpstr>
      <vt:lpstr>O IVS mede a vulnerabilidade social dos territórios brasileiros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benegra.rg@gmail.com</dc:creator>
  <cp:revision>1</cp:revision>
  <dcterms:created xsi:type="dcterms:W3CDTF">2026-08-31T13:12:19Z</dcterms:created>
  <dcterms:modified xsi:type="dcterms:W3CDTF">2026-10-19T14:29:23Z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0x010100038C8786BE86CB408D96F421BBC77521</vt:lpwstr>
  </property>
</Properties>
</file>