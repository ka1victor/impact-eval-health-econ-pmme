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 vem do corte de IVS: onde a bolsa é R$ 5 mil maior, não detectamos aumento do preenchimento; então olhamos um passo antes, a escolha.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os resultados do preenchimento no corte e os coeficientes do modelo de escolha: é pós-resultado, e isso é dito aqui. Motivação: onde a bolsa é R$ 5 mil maior, não detectamos aumento do preenchimento comparando municípios pareados na mesma UF (apêndice). Ligar a hipótese a esse fato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km: na escolha, R$ 5 mil a mais valem o mesmo que 75 km a menos de distância.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escolha de quem se candidatou, não para o preenchimento.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Não testamos se isso aumenta o preenchimento; no corte, comparando municípios pareados na mesma UF, não detectamos aumento (apêndice). Dá para afirmar: entre quem se candidatou, a vaga de bolsa maior é preferida a uma vaga parecida da mesma UF, com força só no ciclo 2 (nos ciclos 1 e 3, separados, o IC contém 1). Não dá para afirmar: que a bolsa causa mais médicos no município; que o efeito no preenchimento é zero; que a bolsa reduz o preenchimento;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quem se candidatou: mudar a escolha não é mudar o preenchimento.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escolha não é preenchimento, e o que uma vaga ganha, outra do mesmo curso perde. Pacote do corte: nos mesmos cortes mudam outras regras federais (auditoria 18); a implicação de política vale para o pacote, não para os R$ 5 mil sozinhos.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Antiga H1, só como motivação, e só com a comparação dentro da mesma UF (decisão do autor de 28/10/2026; adendo 48h, doc 57w, auditoria 47). Pareando municípios da mesma UF e condição de capital, a fração das células com vaga imediata preenchidas na 1ª chamada difere em +16,4 [−3,8; +36,6] p.p. em 0,300, com 25 pares, e −6,0 [−23,2; +11,5] em 0,400, com 29 pares (IC de permutação); o ponto não deve ser lido como tamanho de efeito. Não detectamos aumento; isso não quer dizer que o efeito seja zero, e não mostra que a bolsa reduz o preenchimento. Médico de outra UF por vaga imediata: +0,02 [−0,01; +0,06] em 0,300 e +0,16 [+0,00; +0,35] em 0,400, inconclusivo, com poucos pares. Pacote do corte.</a:t>
            </a:r>
          </a:p>
          <a:p>
            <a:r>
              <a:rPr lang="pt-BR" dirty="0"/>
              <a:t>Cautela na tela: Pacote do corte; poucos pares.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curto_07_curto_fato_pareado.png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no corte, preenchimento sem aumento detectado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48; doc 57w (apêndice).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pic>
        <p:nvPicPr>
          <p:cNvPr id="103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252" y="804672"/>
            <a:ext cx="10527304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 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Mesma UF, 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1,89]; ciclo 2: ×1,90.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Em km: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vale 75 km a menos.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distância em log; região de saúde × UF.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956887"/>
                <a:gridCol w="6637705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escolha ≠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é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 · O fato: pareando municípios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Sem aumento detectado do preenchimento nos dois cortes.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poucos pares.</a:t>
            </a:r>
          </a:p>
        </p:txBody>
      </p:sp>
      <p:pic>
        <p:nvPicPr>
          <p:cNvPr id="103" name="Figura" descr="O fato, por corte: diferença no preenchimento das vagas imediatas entre municípios pareados na mesma UF e condição de capital, com IC 95% de permut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77526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output/rdd_bolsa/PL_estimativas.csv (adendo 48h; doc 57w; auditoria 47); output/apresentacao_banca2/curto_fato_pareado.png.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