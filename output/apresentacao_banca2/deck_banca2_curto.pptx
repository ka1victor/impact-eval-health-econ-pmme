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7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4"/>
    <p:sldMasterId id="2147483654" r:id="rId5"/>
  </p:sldMasterIdLst>
  <p:notesMasterIdLst>
    <p:notesMasterId r:id="rId42"/>
  </p:notesMasterIdLst>
  <p:sldIdLst>
    <p:sldId id="402" r:id="rId49"/>
    <p:sldId id="403" r:id="rId50"/>
    <p:sldId id="404" r:id="rId51"/>
    <p:sldId id="405" r:id="rId52"/>
    <p:sldId id="406" r:id="rId53"/>
    <p:sldId id="407" r:id="rId54"/>
    <p:sldId id="408" r:id="rId55"/>
    <p:sldId id="409" r:id="rId56"/>
    <p:sldId id="410" r:id="rId57"/>
    <p:sldId id="411" r:id="rId58"/>
    <p:sldId id="412" r:id="rId59"/>
    <p:sldId id="413" r:id="rId60"/>
    <p:sldId id="414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  <p15:guide id="4" orient="horz" pos="1820" userDrawn="1">
          <p15:clr>
            <a:srgbClr val="A4A3A4"/>
          </p15:clr>
        </p15:guide>
        <p15:guide id="5" orient="horz" pos="935" userDrawn="1">
          <p15:clr>
            <a:srgbClr val="A4A3A4"/>
          </p15:clr>
        </p15:guide>
        <p15:guide id="7" pos="3613" userDrawn="1">
          <p15:clr>
            <a:srgbClr val="A4A3A4"/>
          </p15:clr>
        </p15:guide>
        <p15:guide id="8" pos="3772" userDrawn="1">
          <p15:clr>
            <a:srgbClr val="A4A3A4"/>
          </p15:clr>
        </p15:guide>
        <p15:guide id="9" pos="7333" userDrawn="1">
          <p15:clr>
            <a:srgbClr val="A4A3A4"/>
          </p15:clr>
        </p15:guide>
        <p15:guide id="10" pos="1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4719"/>
    <a:srgbClr val="7F7F7F"/>
    <a:srgbClr val="EEF3ED"/>
    <a:srgbClr val="1B3A20"/>
    <a:srgbClr val="A9C0A7"/>
    <a:srgbClr val="698F6E"/>
    <a:srgbClr val="396444"/>
    <a:srgbClr val="D6E1D3"/>
    <a:srgbClr val="797979"/>
    <a:srgbClr val="3964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06FF0-EBC5-4939-8C28-FB7939CB6E19}" v="179" dt="2026-10-19T13:28:16.949"/>
    <p1510:client id="{9F336FA0-0749-4B81-93D9-F595834F8A4D}" v="11036" dt="2026-10-19T14:29:08.239"/>
    <p1510:client id="{F73E5D69-B8CD-4751-88D7-3AED7A889B2D}" v="29" dt="2026-10-19T13:08:18.8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933"/>
        <p:guide pos="3840"/>
        <p:guide orient="horz" pos="4088"/>
        <p:guide orient="horz" pos="1820"/>
        <p:guide orient="horz" pos="935"/>
        <p:guide pos="3613"/>
        <p:guide pos="3772"/>
        <p:guide pos="7333"/>
        <p:guide pos="12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3" Type="http://schemas.openxmlformats.org/officeDocument/2006/relationships/customXml" Target="../customXml/item3.xml"/><Relationship Id="rId46" Type="http://schemas.openxmlformats.org/officeDocument/2006/relationships/tableStyles" Target="tableStyles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Rodrigues Benegra" userId="15951f17-e43d-4387-8d23-f76792a6730a" providerId="ADAL" clId="{20306FF0-EBC5-4939-8C28-FB7939CB6E19}"/>
    <pc:docChg chg="undo custSel addSld delSld modSld sldOrd">
      <pc:chgData name="Gabriel Rodrigues Benegra" userId="15951f17-e43d-4387-8d23-f76792a6730a" providerId="ADAL" clId="{20306FF0-EBC5-4939-8C28-FB7939CB6E19}" dt="2026-10-19T13:06:24.286" v="8341"/>
      <pc:docMkLst>
        <pc:docMk/>
      </pc:docMkLst>
      <pc:sldChg chg="modSp mod">
        <pc:chgData name="Gabriel Rodrigues Benegra" userId="15951f17-e43d-4387-8d23-f76792a6730a" providerId="ADAL" clId="{20306FF0-EBC5-4939-8C28-FB7939CB6E19}" dt="2026-09-09T14:05:59.312" v="2" actId="1036"/>
        <pc:sldMkLst>
          <pc:docMk/>
          <pc:sldMk cId="940414154" sldId="272"/>
        </pc:sldMkLst>
        <pc:spChg chg="mod">
          <ac:chgData name="Gabriel Rodrigues Benegra" userId="15951f17-e43d-4387-8d23-f76792a6730a" providerId="ADAL" clId="{20306FF0-EBC5-4939-8C28-FB7939CB6E19}" dt="2026-09-09T14:05:59.312" v="2" actId="1036"/>
          <ac:spMkLst>
            <pc:docMk/>
            <pc:sldMk cId="940414154" sldId="272"/>
            <ac:spMk id="3" creationId="{F33F0DF1-831B-C8EE-9529-7A1584C93111}"/>
          </ac:spMkLst>
        </pc:spChg>
      </pc:sldChg>
      <pc:sldChg chg="addSp delSp modSp mod">
        <pc:chgData name="Gabriel Rodrigues Benegra" userId="15951f17-e43d-4387-8d23-f76792a6730a" providerId="ADAL" clId="{20306FF0-EBC5-4939-8C28-FB7939CB6E19}" dt="2026-10-14T13:44:35.441" v="6280" actId="20577"/>
        <pc:sldMkLst>
          <pc:docMk/>
          <pc:sldMk cId="1653737069" sldId="286"/>
        </pc:sldMkLst>
        <pc:spChg chg="add del">
          <ac:chgData name="Gabriel Rodrigues Benegra" userId="15951f17-e43d-4387-8d23-f76792a6730a" providerId="ADAL" clId="{20306FF0-EBC5-4939-8C28-FB7939CB6E19}" dt="2026-10-14T13:38:22.570" v="6042"/>
          <ac:spMkLst>
            <pc:docMk/>
            <pc:sldMk cId="1653737069" sldId="286"/>
            <ac:spMk id="2" creationId="{292C61EF-2F82-7EDD-DE6A-DE6F5C630AFE}"/>
          </ac:spMkLst>
        </pc:spChg>
        <pc:spChg chg="add mod">
          <ac:chgData name="Gabriel Rodrigues Benegra" userId="15951f17-e43d-4387-8d23-f76792a6730a" providerId="ADAL" clId="{20306FF0-EBC5-4939-8C28-FB7939CB6E19}" dt="2026-10-14T13:44:00.991" v="6257" actId="1037"/>
          <ac:spMkLst>
            <pc:docMk/>
            <pc:sldMk cId="1653737069" sldId="286"/>
            <ac:spMk id="3" creationId="{E5C901EA-882B-3D2D-09C3-FA69B71CFE96}"/>
          </ac:spMkLst>
        </pc:spChg>
        <pc:spChg chg="mod">
          <ac:chgData name="Gabriel Rodrigues Benegra" userId="15951f17-e43d-4387-8d23-f76792a6730a" providerId="ADAL" clId="{20306FF0-EBC5-4939-8C28-FB7939CB6E19}" dt="2026-10-14T13:28:54.686" v="5952" actId="1076"/>
          <ac:spMkLst>
            <pc:docMk/>
            <pc:sldMk cId="1653737069" sldId="286"/>
            <ac:spMk id="10" creationId="{A36FEEF8-9FBC-1A65-A14B-698DF8CD4BDC}"/>
          </ac:spMkLst>
        </pc:spChg>
        <pc:spChg chg="mod">
          <ac:chgData name="Gabriel Rodrigues Benegra" userId="15951f17-e43d-4387-8d23-f76792a6730a" providerId="ADAL" clId="{20306FF0-EBC5-4939-8C28-FB7939CB6E19}" dt="2026-09-14T12:56:35.391" v="510" actId="14100"/>
          <ac:spMkLst>
            <pc:docMk/>
            <pc:sldMk cId="1653737069" sldId="286"/>
            <ac:spMk id="23" creationId="{6082F17A-5AD1-3FD3-DA0A-419F8FF9FB79}"/>
          </ac:spMkLst>
        </pc:spChg>
        <pc:spChg chg="mod">
          <ac:chgData name="Gabriel Rodrigues Benegra" userId="15951f17-e43d-4387-8d23-f76792a6730a" providerId="ADAL" clId="{20306FF0-EBC5-4939-8C28-FB7939CB6E19}" dt="2026-10-14T13:30:29.456" v="5964" actId="14100"/>
          <ac:spMkLst>
            <pc:docMk/>
            <pc:sldMk cId="1653737069" sldId="286"/>
            <ac:spMk id="27" creationId="{218C7C74-E83A-F4E0-4177-356EC2DF102D}"/>
          </ac:spMkLst>
        </pc:spChg>
        <pc:spChg chg="mod">
          <ac:chgData name="Gabriel Rodrigues Benegra" userId="15951f17-e43d-4387-8d23-f76792a6730a" providerId="ADAL" clId="{20306FF0-EBC5-4939-8C28-FB7939CB6E19}" dt="2026-10-14T13:35:10.614" v="6040" actId="113"/>
          <ac:spMkLst>
            <pc:docMk/>
            <pc:sldMk cId="1653737069" sldId="286"/>
            <ac:spMk id="29" creationId="{83C33592-ACE8-F0DA-616D-FA66348FEDAC}"/>
          </ac:spMkLst>
        </pc:spChg>
        <pc:spChg chg="mod">
          <ac:chgData name="Gabriel Rodrigues Benegra" userId="15951f17-e43d-4387-8d23-f76792a6730a" providerId="ADAL" clId="{20306FF0-EBC5-4939-8C28-FB7939CB6E19}" dt="2026-10-14T13:44:35.441" v="6280" actId="20577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Gabriel Rodrigues Benegra" userId="15951f17-e43d-4387-8d23-f76792a6730a" providerId="ADAL" clId="{20306FF0-EBC5-4939-8C28-FB7939CB6E19}" dt="2026-10-14T13:40:03.600" v="6124" actId="113"/>
          <ac:spMkLst>
            <pc:docMk/>
            <pc:sldMk cId="1653737069" sldId="286"/>
            <ac:spMk id="33" creationId="{69298370-0554-BCED-4107-E00D640B8A3D}"/>
          </ac:spMkLst>
        </pc:spChg>
        <pc:spChg chg="mod">
          <ac:chgData name="Gabriel Rodrigues Benegra" userId="15951f17-e43d-4387-8d23-f76792a6730a" providerId="ADAL" clId="{20306FF0-EBC5-4939-8C28-FB7939CB6E19}" dt="2026-09-14T12:57:23.688" v="516" actId="2711"/>
          <ac:spMkLst>
            <pc:docMk/>
            <pc:sldMk cId="1653737069" sldId="286"/>
            <ac:spMk id="35" creationId="{7B731846-CEF9-5650-39A6-B2C0A98D9FDD}"/>
          </ac:spMkLst>
        </pc:spChg>
        <pc:spChg chg="mod">
          <ac:chgData name="Gabriel Rodrigues Benegra" userId="15951f17-e43d-4387-8d23-f76792a6730a" providerId="ADAL" clId="{20306FF0-EBC5-4939-8C28-FB7939CB6E19}" dt="2026-09-14T12:57:30.993" v="517" actId="2711"/>
          <ac:spMkLst>
            <pc:docMk/>
            <pc:sldMk cId="1653737069" sldId="286"/>
            <ac:spMk id="37" creationId="{A624A51B-1F6F-9EA0-D1CD-DC9A17C5D3F4}"/>
          </ac:spMkLst>
        </pc:spChg>
        <pc:spChg chg="mod">
          <ac:chgData name="Gabriel Rodrigues Benegra" userId="15951f17-e43d-4387-8d23-f76792a6730a" providerId="ADAL" clId="{20306FF0-EBC5-4939-8C28-FB7939CB6E19}" dt="2026-10-14T13:43:50.083" v="6247" actId="20577"/>
          <ac:spMkLst>
            <pc:docMk/>
            <pc:sldMk cId="1653737069" sldId="286"/>
            <ac:spMk id="39" creationId="{AE9B93B8-0E29-8838-E977-6FD99BAD27E0}"/>
          </ac:spMkLst>
        </pc:spChg>
        <pc:spChg chg="mod">
          <ac:chgData name="Gabriel Rodrigues Benegra" userId="15951f17-e43d-4387-8d23-f76792a6730a" providerId="ADAL" clId="{20306FF0-EBC5-4939-8C28-FB7939CB6E19}" dt="2026-09-14T12:58:53.445" v="580" actId="1038"/>
          <ac:spMkLst>
            <pc:docMk/>
            <pc:sldMk cId="1653737069" sldId="286"/>
            <ac:spMk id="202" creationId="{1F49769F-0CAA-EDF0-F6B0-D2E574D7340F}"/>
          </ac:spMkLst>
        </pc:spChg>
        <pc:spChg chg="mod">
          <ac:chgData name="Gabriel Rodrigues Benegra" userId="15951f17-e43d-4387-8d23-f76792a6730a" providerId="ADAL" clId="{20306FF0-EBC5-4939-8C28-FB7939CB6E19}" dt="2026-09-14T12:58:28.053" v="547" actId="1038"/>
          <ac:spMkLst>
            <pc:docMk/>
            <pc:sldMk cId="1653737069" sldId="286"/>
            <ac:spMk id="203" creationId="{98486FDE-B2DC-E786-85CA-360D8BC9A86E}"/>
          </ac:spMkLst>
        </pc:spChg>
        <pc:spChg chg="mod">
          <ac:chgData name="Gabriel Rodrigues Benegra" userId="15951f17-e43d-4387-8d23-f76792a6730a" providerId="ADAL" clId="{20306FF0-EBC5-4939-8C28-FB7939CB6E19}" dt="2026-09-14T12:58:35.915" v="562" actId="1037"/>
          <ac:spMkLst>
            <pc:docMk/>
            <pc:sldMk cId="1653737069" sldId="286"/>
            <ac:spMk id="204" creationId="{9DA9C8DC-B4D9-7D00-C1CD-1794968EFD08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09-16T12:58:33.820" v="932" actId="1036"/>
        <pc:sldMkLst>
          <pc:docMk/>
          <pc:sldMk cId="1695601358" sldId="317"/>
        </pc:sldMkLst>
        <pc:spChg chg="add mod">
          <ac:chgData name="Gabriel Rodrigues Benegra" userId="15951f17-e43d-4387-8d23-f76792a6730a" providerId="ADAL" clId="{20306FF0-EBC5-4939-8C28-FB7939CB6E19}" dt="2026-09-16T12:57:53.937" v="895"/>
          <ac:spMkLst>
            <pc:docMk/>
            <pc:sldMk cId="1695601358" sldId="317"/>
            <ac:spMk id="7" creationId="{72BC5D49-81F0-36D0-0DA9-FD55B01A1D55}"/>
          </ac:spMkLst>
        </pc:spChg>
        <pc:spChg chg="add mod">
          <ac:chgData name="Gabriel Rodrigues Benegra" userId="15951f17-e43d-4387-8d23-f76792a6730a" providerId="ADAL" clId="{20306FF0-EBC5-4939-8C28-FB7939CB6E19}" dt="2026-09-16T12:58:33.820" v="932" actId="1036"/>
          <ac:spMkLst>
            <pc:docMk/>
            <pc:sldMk cId="1695601358" sldId="317"/>
            <ac:spMk id="8" creationId="{00BC5D0C-9282-390D-6D6E-1B02823708B5}"/>
          </ac:spMkLst>
        </pc:spChg>
        <pc:picChg chg="add mod">
          <ac:chgData name="Gabriel Rodrigues Benegra" userId="15951f17-e43d-4387-8d23-f76792a6730a" providerId="ADAL" clId="{20306FF0-EBC5-4939-8C28-FB7939CB6E19}" dt="2026-09-16T12:57:46.159" v="894" actId="14100"/>
          <ac:picMkLst>
            <pc:docMk/>
            <pc:sldMk cId="1695601358" sldId="317"/>
            <ac:picMk id="3" creationId="{51C0B4CC-5D89-60B0-E0CE-8509F42F988E}"/>
          </ac:picMkLst>
        </pc:picChg>
      </pc:sldChg>
      <pc:sldChg chg="addSp delSp modSp add mod ord modNotesTx">
        <pc:chgData name="Gabriel Rodrigues Benegra" userId="15951f17-e43d-4387-8d23-f76792a6730a" providerId="ADAL" clId="{20306FF0-EBC5-4939-8C28-FB7939CB6E19}" dt="2026-10-19T13:06:24.286" v="8341"/>
        <pc:sldMkLst>
          <pc:docMk/>
          <pc:sldMk cId="2721456284" sldId="328"/>
        </pc:sldMkLst>
        <pc:spChg chg="add mod">
          <ac:chgData name="Gabriel Rodrigues Benegra" userId="15951f17-e43d-4387-8d23-f76792a6730a" providerId="ADAL" clId="{20306FF0-EBC5-4939-8C28-FB7939CB6E19}" dt="2026-09-16T13:53:16.601" v="3590" actId="207"/>
          <ac:spMkLst>
            <pc:docMk/>
            <pc:sldMk cId="2721456284" sldId="328"/>
            <ac:spMk id="5" creationId="{985978EA-62E5-5444-25C9-1E5117C7568B}"/>
          </ac:spMkLst>
        </pc:spChg>
        <pc:spChg chg="mod">
          <ac:chgData name="Gabriel Rodrigues Benegra" userId="15951f17-e43d-4387-8d23-f76792a6730a" providerId="ADAL" clId="{20306FF0-EBC5-4939-8C28-FB7939CB6E19}" dt="2026-09-20T21:33:36.128" v="5262" actId="20577"/>
          <ac:spMkLst>
            <pc:docMk/>
            <pc:sldMk cId="2721456284" sldId="328"/>
            <ac:spMk id="6" creationId="{71A78142-FD64-C970-A9AC-CEFCC745BDF7}"/>
          </ac:spMkLst>
        </pc:spChg>
        <pc:spChg chg="add mod">
          <ac:chgData name="Gabriel Rodrigues Benegra" userId="15951f17-e43d-4387-8d23-f76792a6730a" providerId="ADAL" clId="{20306FF0-EBC5-4939-8C28-FB7939CB6E19}" dt="2026-09-16T14:36:24.393" v="4728" actId="1037"/>
          <ac:spMkLst>
            <pc:docMk/>
            <pc:sldMk cId="2721456284" sldId="328"/>
            <ac:spMk id="8" creationId="{85F5A5DC-0139-79BC-99F1-5BC2742958CB}"/>
          </ac:spMkLst>
        </pc:spChg>
        <pc:spChg chg="mod ord">
          <ac:chgData name="Gabriel Rodrigues Benegra" userId="15951f17-e43d-4387-8d23-f76792a6730a" providerId="ADAL" clId="{20306FF0-EBC5-4939-8C28-FB7939CB6E19}" dt="2026-09-20T21:50:02.611" v="5770" actId="1036"/>
          <ac:spMkLst>
            <pc:docMk/>
            <pc:sldMk cId="2721456284" sldId="328"/>
            <ac:spMk id="13" creationId="{E7F8ADC8-BF58-2DED-8774-D99E4527AB78}"/>
          </ac:spMkLst>
        </pc:spChg>
        <pc:spChg chg="add mod">
          <ac:chgData name="Gabriel Rodrigues Benegra" userId="15951f17-e43d-4387-8d23-f76792a6730a" providerId="ADAL" clId="{20306FF0-EBC5-4939-8C28-FB7939CB6E19}" dt="2026-09-20T21:51:03.197" v="5773" actId="1035"/>
          <ac:spMkLst>
            <pc:docMk/>
            <pc:sldMk cId="2721456284" sldId="328"/>
            <ac:spMk id="21" creationId="{E2F180CF-09D1-B73C-EF67-A17E37AED802}"/>
          </ac:spMkLst>
        </pc:spChg>
        <pc:spChg chg="add mod">
          <ac:chgData name="Gabriel Rodrigues Benegra" userId="15951f17-e43d-4387-8d23-f76792a6730a" providerId="ADAL" clId="{20306FF0-EBC5-4939-8C28-FB7939CB6E19}" dt="2026-09-20T21:33:03.256" v="5251" actId="113"/>
          <ac:spMkLst>
            <pc:docMk/>
            <pc:sldMk cId="2721456284" sldId="328"/>
            <ac:spMk id="25" creationId="{C06B81C7-0D37-807B-27F3-BDE4E2100DF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0" creationId="{88E05A83-BA15-E84C-39E1-3EE09D01819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1" creationId="{4C3A937A-A972-E90A-0457-474C926F09F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3" creationId="{CAEC2B22-F8E2-F5DE-CD1F-BDA55B5C0067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4" creationId="{3BE9C572-D2E6-86CB-1587-EA01C3F96FC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7" creationId="{1195DBA2-0282-37A6-3A35-079C9B8C375F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8" creationId="{D2260992-2D44-499E-3CD3-D390D3EBE17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0" creationId="{34E5FE27-ED12-5830-04CE-79BFAB8BD15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1" creationId="{E5AFCA71-4556-0927-CC18-E35AF9C15E5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2" creationId="{ADAF658A-EE6C-9A45-8A24-555F1FCC921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3" creationId="{81960EB9-61E3-A17B-4175-8B5388BAD1B5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4" creationId="{E184A842-2B88-F602-EAE5-7847EB80A204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5" creationId="{A75846B6-9F47-2ADE-B15A-A71A703DA04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6" creationId="{AE5B36C9-ABD5-3D75-DA64-00090FA3FA1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7" creationId="{4CAD3348-C567-15A4-2830-0E7FD9C98CD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8" creationId="{BDF4B993-62BB-5286-C676-C926520E9A3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9" creationId="{95472DE3-CF2C-A176-3DFC-C3CAF98C651E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0" creationId="{8EDAC523-3440-F5E1-3B09-3E46F6FB118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1" creationId="{A19E2BBC-2364-42E7-8697-C2ED4F6B41F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2" creationId="{2EEF50C7-B3BC-4B0D-5EB2-2A4755C3098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3" creationId="{A686153D-87F0-673A-12E0-7132437CD2B7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4" creationId="{EB013C36-223E-DC9C-CE24-E43A4271C1F3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5" creationId="{810DA4F3-4AEF-82E4-F7D5-C713926B905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6" creationId="{FCF6F84C-6FDA-5A23-E069-7B6EB94AC34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7" creationId="{FE3FCA8F-D61C-2493-4980-78F3B5655899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8" creationId="{54C50595-A194-049D-00E2-44D2E1214D83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9" creationId="{42B7DE57-7ABB-0563-35BA-6022E9B2506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60" creationId="{4BBABFF3-0735-3BD5-94E9-C7DDF8919F4E}"/>
          </ac:spMkLst>
        </pc:spChg>
        <pc:grpChg chg="add mod">
          <ac:chgData name="Gabriel Rodrigues Benegra" userId="15951f17-e43d-4387-8d23-f76792a6730a" providerId="ADAL" clId="{20306FF0-EBC5-4939-8C28-FB7939CB6E19}" dt="2026-09-20T21:38:40.272" v="5752" actId="1038"/>
          <ac:grpSpMkLst>
            <pc:docMk/>
            <pc:sldMk cId="2721456284" sldId="328"/>
            <ac:grpSpMk id="28" creationId="{17F44C52-A592-F4FA-F73E-76DB1487FF07}"/>
          </ac:grpSpMkLst>
        </pc:grpChg>
        <pc:picChg chg="add mod ord modCrop">
          <ac:chgData name="Gabriel Rodrigues Benegra" userId="15951f17-e43d-4387-8d23-f76792a6730a" providerId="ADAL" clId="{20306FF0-EBC5-4939-8C28-FB7939CB6E19}" dt="2026-09-20T21:35:47.714" v="5684" actId="1035"/>
          <ac:picMkLst>
            <pc:docMk/>
            <pc:sldMk cId="2721456284" sldId="328"/>
            <ac:picMk id="22" creationId="{FBC7BA27-3F5C-AC55-92CE-8C27CAA84D15}"/>
          </ac:picMkLst>
        </pc:picChg>
      </pc:sldChg>
      <pc:sldChg chg="modSp mod">
        <pc:chgData name="Gabriel Rodrigues Benegra" userId="15951f17-e43d-4387-8d23-f76792a6730a" providerId="ADAL" clId="{20306FF0-EBC5-4939-8C28-FB7939CB6E19}" dt="2026-10-14T13:46:24.169" v="6281"/>
        <pc:sldMkLst>
          <pc:docMk/>
          <pc:sldMk cId="881085822" sldId="341"/>
        </pc:sldMkLst>
        <pc:spChg chg="mod">
          <ac:chgData name="Gabriel Rodrigues Benegra" userId="15951f17-e43d-4387-8d23-f76792a6730a" providerId="ADAL" clId="{20306FF0-EBC5-4939-8C28-FB7939CB6E19}" dt="2026-10-14T13:46:24.169" v="6281"/>
          <ac:spMkLst>
            <pc:docMk/>
            <pc:sldMk cId="881085822" sldId="341"/>
            <ac:spMk id="15" creationId="{094E1B5B-F37A-10AA-A2EB-06EDE9D756E9}"/>
          </ac:spMkLst>
        </pc:spChg>
      </pc:sldChg>
      <pc:sldChg chg="ord">
        <pc:chgData name="Gabriel Rodrigues Benegra" userId="15951f17-e43d-4387-8d23-f76792a6730a" providerId="ADAL" clId="{20306FF0-EBC5-4939-8C28-FB7939CB6E19}" dt="2026-09-21T12:23:38.253" v="5775"/>
        <pc:sldMkLst>
          <pc:docMk/>
          <pc:sldMk cId="4207788666" sldId="347"/>
        </pc:sldMkLst>
      </pc:sldChg>
      <pc:sldChg chg="modSp add mod">
        <pc:chgData name="Gabriel Rodrigues Benegra" userId="15951f17-e43d-4387-8d23-f76792a6730a" providerId="ADAL" clId="{20306FF0-EBC5-4939-8C28-FB7939CB6E19}" dt="2026-09-20T21:26:03.853" v="4789" actId="1035"/>
        <pc:sldMkLst>
          <pc:docMk/>
          <pc:sldMk cId="2855766738" sldId="350"/>
        </pc:sldMkLst>
        <pc:spChg chg="mod">
          <ac:chgData name="Gabriel Rodrigues Benegra" userId="15951f17-e43d-4387-8d23-f76792a6730a" providerId="ADAL" clId="{20306FF0-EBC5-4939-8C28-FB7939CB6E19}" dt="2026-09-20T21:26:03.853" v="4789" actId="1035"/>
          <ac:spMkLst>
            <pc:docMk/>
            <pc:sldMk cId="2855766738" sldId="350"/>
            <ac:spMk id="8" creationId="{65AAED65-3818-1D6F-46A2-74200BCE7D7F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09-20T21:39:18.407" v="5756" actId="1076"/>
        <pc:sldMkLst>
          <pc:docMk/>
          <pc:sldMk cId="4210405125" sldId="351"/>
        </pc:sldMkLst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4" creationId="{E0F56E96-8BCE-1B54-94F9-D8E6BF738316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5" creationId="{097A154A-7AD9-36F0-C821-C2EDB5121973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8" creationId="{F5B91B3F-02EA-E0CA-6ADC-F8BE746051E8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0" creationId="{AA38D075-E999-F241-01F0-5FFA54261C6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1" creationId="{C08ED914-BFDF-0F5D-985F-31D2798FE7E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3" creationId="{3B44DDA0-33AC-E91C-82D9-C50B36C1C31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4" creationId="{40CDFB65-A3A8-1918-F266-9970819324AE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7" creationId="{9F27EFA8-F41C-A139-0843-3F0DB2DB8DA7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8" creationId="{12C22C4E-25A1-3D2D-9341-F8F0A3CE2E4E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0" creationId="{8076E413-E84A-76C8-BC44-1D0467E8BA40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1" creationId="{6DB18853-BF16-C200-C469-5AD88C3F2FD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2" creationId="{208B88BB-3023-D32F-F245-A9BAEBB6838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3" creationId="{045CA533-7792-2924-EDDD-7D064BA6C77C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4" creationId="{3A11E3A8-0F0B-3AB3-8268-A171FE5D7EB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5" creationId="{E7F2B9E8-5046-2F6E-5F41-80B2AC7E9CE3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6" creationId="{83B71404-C293-7A5A-227C-5765683412A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7" creationId="{2F580B3C-7FC1-34DE-BCB9-B64C1BBA80D7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8" creationId="{05E1F93F-CD65-8122-D1F8-2B50FCC19C9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9" creationId="{F6713CFC-E7F3-CFAF-12A4-0B42A3ED4E4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0" creationId="{E475239C-04A3-0178-C4D7-8BE1EA3FAA6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1" creationId="{9868D123-7920-5775-388D-4724FB3500D1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2" creationId="{0C6BAED6-4933-7156-997F-F860DD0D6D94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3" creationId="{9AFE3034-46FA-9125-7B93-8A8D6D07A0EF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4" creationId="{D3666E80-17CC-4DA3-A866-4EE961DE6EB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5" creationId="{35FC4C67-D73C-5021-9B36-C8CC58BC7AC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6" creationId="{BC75ADF3-2880-8FD6-00D4-7E4D40BD3178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7" creationId="{41FC0814-215F-A6BB-026F-BA097BDC1496}"/>
          </ac:spMkLst>
        </pc:spChg>
        <pc:grpChg chg="add mod">
          <ac:chgData name="Gabriel Rodrigues Benegra" userId="15951f17-e43d-4387-8d23-f76792a6730a" providerId="ADAL" clId="{20306FF0-EBC5-4939-8C28-FB7939CB6E19}" dt="2026-09-20T21:39:18.407" v="5756" actId="1076"/>
          <ac:grpSpMkLst>
            <pc:docMk/>
            <pc:sldMk cId="4210405125" sldId="351"/>
            <ac:grpSpMk id="23" creationId="{40E765F2-1552-74E2-5E00-918AE5AF6F70}"/>
          </ac:grpSpMkLst>
        </pc:grpChg>
      </pc:sldChg>
      <pc:sldChg chg="addSp delSp modSp mod">
        <pc:chgData name="Gabriel Rodrigues Benegra" userId="15951f17-e43d-4387-8d23-f76792a6730a" providerId="ADAL" clId="{20306FF0-EBC5-4939-8C28-FB7939CB6E19}" dt="2026-10-14T14:03:25.549" v="6443" actId="478"/>
        <pc:sldMkLst>
          <pc:docMk/>
          <pc:sldMk cId="2749314505" sldId="352"/>
        </pc:sldMkLst>
        <pc:spChg chg="mod">
          <ac:chgData name="Gabriel Rodrigues Benegra" userId="15951f17-e43d-4387-8d23-f76792a6730a" providerId="ADAL" clId="{20306FF0-EBC5-4939-8C28-FB7939CB6E19}" dt="2026-10-14T14:03:22.766" v="6442" actId="1037"/>
          <ac:spMkLst>
            <pc:docMk/>
            <pc:sldMk cId="2749314505" sldId="352"/>
            <ac:spMk id="14" creationId="{6A6DC634-30E4-A735-D09E-C7BADD91E17A}"/>
          </ac:spMkLst>
        </pc:spChg>
        <pc:picChg chg="add del mod">
          <ac:chgData name="Gabriel Rodrigues Benegra" userId="15951f17-e43d-4387-8d23-f76792a6730a" providerId="ADAL" clId="{20306FF0-EBC5-4939-8C28-FB7939CB6E19}" dt="2026-10-14T14:03:25.549" v="6443" actId="478"/>
          <ac:picMkLst>
            <pc:docMk/>
            <pc:sldMk cId="2749314505" sldId="352"/>
            <ac:picMk id="3" creationId="{63CA5AC0-7ECA-2E45-E9D1-339AF8B549F9}"/>
          </ac:picMkLst>
        </pc:picChg>
      </pc:sldChg>
      <pc:sldChg chg="addSp delSp modSp new del mod ord">
        <pc:chgData name="Gabriel Rodrigues Benegra" userId="15951f17-e43d-4387-8d23-f76792a6730a" providerId="ADAL" clId="{20306FF0-EBC5-4939-8C28-FB7939CB6E19}" dt="2026-10-14T13:12:29.910" v="5822" actId="47"/>
        <pc:sldMkLst>
          <pc:docMk/>
          <pc:sldMk cId="3294462335" sldId="357"/>
        </pc:sldMkLst>
        <pc:spChg chg="add del mod">
          <ac:chgData name="Gabriel Rodrigues Benegra" userId="15951f17-e43d-4387-8d23-f76792a6730a" providerId="ADAL" clId="{20306FF0-EBC5-4939-8C28-FB7939CB6E19}" dt="2026-10-07T14:35:31.588" v="5787" actId="478"/>
          <ac:spMkLst>
            <pc:docMk/>
            <pc:sldMk cId="3294462335" sldId="357"/>
            <ac:spMk id="3" creationId="{165B47FB-6214-4980-3EBF-4335CEBECF59}"/>
          </ac:spMkLst>
        </pc:spChg>
        <pc:spChg chg="add mod">
          <ac:chgData name="Gabriel Rodrigues Benegra" userId="15951f17-e43d-4387-8d23-f76792a6730a" providerId="ADAL" clId="{20306FF0-EBC5-4939-8C28-FB7939CB6E19}" dt="2026-10-07T14:35:57.915" v="5792" actId="1076"/>
          <ac:spMkLst>
            <pc:docMk/>
            <pc:sldMk cId="3294462335" sldId="357"/>
            <ac:spMk id="4" creationId="{13E2F359-F158-B69C-81B5-0D51DEF32D6E}"/>
          </ac:spMkLst>
        </pc:spChg>
      </pc:sldChg>
      <pc:sldChg chg="addSp delSp modSp new del mod ord">
        <pc:chgData name="Gabriel Rodrigues Benegra" userId="15951f17-e43d-4387-8d23-f76792a6730a" providerId="ADAL" clId="{20306FF0-EBC5-4939-8C28-FB7939CB6E19}" dt="2026-10-14T14:14:58.002" v="6780" actId="47"/>
        <pc:sldMkLst>
          <pc:docMk/>
          <pc:sldMk cId="2820132893" sldId="358"/>
        </pc:sldMkLst>
        <pc:spChg chg="add mod">
          <ac:chgData name="Gabriel Rodrigues Benegra" userId="15951f17-e43d-4387-8d23-f76792a6730a" providerId="ADAL" clId="{20306FF0-EBC5-4939-8C28-FB7939CB6E19}" dt="2026-10-07T14:38:42.526" v="5798" actId="1076"/>
          <ac:spMkLst>
            <pc:docMk/>
            <pc:sldMk cId="2820132893" sldId="358"/>
            <ac:spMk id="3" creationId="{0F3DAAE7-F681-5A44-CA37-55D7D0D783CA}"/>
          </ac:spMkLst>
        </pc:spChg>
        <pc:spChg chg="add mod">
          <ac:chgData name="Gabriel Rodrigues Benegra" userId="15951f17-e43d-4387-8d23-f76792a6730a" providerId="ADAL" clId="{20306FF0-EBC5-4939-8C28-FB7939CB6E19}" dt="2026-10-07T14:41:51.230" v="5806" actId="1076"/>
          <ac:spMkLst>
            <pc:docMk/>
            <pc:sldMk cId="2820132893" sldId="358"/>
            <ac:spMk id="4" creationId="{5C3FC81C-830D-BDBA-6D04-BB39B789F576}"/>
          </ac:spMkLst>
        </pc:spChg>
        <pc:spChg chg="add mod">
          <ac:chgData name="Gabriel Rodrigues Benegra" userId="15951f17-e43d-4387-8d23-f76792a6730a" providerId="ADAL" clId="{20306FF0-EBC5-4939-8C28-FB7939CB6E19}" dt="2026-10-07T14:42:04.013" v="5809"/>
          <ac:spMkLst>
            <pc:docMk/>
            <pc:sldMk cId="2820132893" sldId="358"/>
            <ac:spMk id="5" creationId="{E38E2939-F210-EFD0-D525-EAB052EC967F}"/>
          </ac:spMkLst>
        </pc:spChg>
        <pc:spChg chg="add mod">
          <ac:chgData name="Gabriel Rodrigues Benegra" userId="15951f17-e43d-4387-8d23-f76792a6730a" providerId="ADAL" clId="{20306FF0-EBC5-4939-8C28-FB7939CB6E19}" dt="2026-10-07T14:42:32.287" v="5815" actId="1076"/>
          <ac:spMkLst>
            <pc:docMk/>
            <pc:sldMk cId="2820132893" sldId="358"/>
            <ac:spMk id="6" creationId="{8DFC1B7C-A2B0-7F2F-C8FE-E15C9616F35C}"/>
          </ac:spMkLst>
        </pc:spChg>
        <pc:spChg chg="add del mod">
          <ac:chgData name="Gabriel Rodrigues Benegra" userId="15951f17-e43d-4387-8d23-f76792a6730a" providerId="ADAL" clId="{20306FF0-EBC5-4939-8C28-FB7939CB6E19}" dt="2026-10-14T13:51:01.936" v="6284" actId="478"/>
          <ac:spMkLst>
            <pc:docMk/>
            <pc:sldMk cId="2820132893" sldId="358"/>
            <ac:spMk id="7" creationId="{59FBA2FD-BA0A-D708-717F-55210B23902B}"/>
          </ac:spMkLst>
        </pc:spChg>
        <pc:spChg chg="add mod">
          <ac:chgData name="Gabriel Rodrigues Benegra" userId="15951f17-e43d-4387-8d23-f76792a6730a" providerId="ADAL" clId="{20306FF0-EBC5-4939-8C28-FB7939CB6E19}" dt="2026-10-14T13:51:24.803" v="6392" actId="20577"/>
          <ac:spMkLst>
            <pc:docMk/>
            <pc:sldMk cId="2820132893" sldId="358"/>
            <ac:spMk id="8" creationId="{B28692F2-6850-7EE3-47D0-2B5D0DAE9AC6}"/>
          </ac:spMkLst>
        </pc:spChg>
      </pc:sldChg>
      <pc:sldChg chg="modSp mod">
        <pc:chgData name="Gabriel Rodrigues Benegra" userId="15951f17-e43d-4387-8d23-f76792a6730a" providerId="ADAL" clId="{20306FF0-EBC5-4939-8C28-FB7939CB6E19}" dt="2026-10-14T13:56:40.870" v="6397" actId="1076"/>
        <pc:sldMkLst>
          <pc:docMk/>
          <pc:sldMk cId="3148204388" sldId="366"/>
        </pc:sldMkLst>
        <pc:spChg chg="mod">
          <ac:chgData name="Gabriel Rodrigues Benegra" userId="15951f17-e43d-4387-8d23-f76792a6730a" providerId="ADAL" clId="{20306FF0-EBC5-4939-8C28-FB7939CB6E19}" dt="2026-10-14T13:56:40.870" v="6397" actId="1076"/>
          <ac:spMkLst>
            <pc:docMk/>
            <pc:sldMk cId="3148204388" sldId="366"/>
            <ac:spMk id="5" creationId="{2F2CE470-BA60-F6F9-CCF3-3C0AA9FAE566}"/>
          </ac:spMkLst>
        </pc:spChg>
      </pc:sldChg>
      <pc:sldChg chg="addSp delSp modSp add del mod">
        <pc:chgData name="Gabriel Rodrigues Benegra" userId="15951f17-e43d-4387-8d23-f76792a6730a" providerId="ADAL" clId="{20306FF0-EBC5-4939-8C28-FB7939CB6E19}" dt="2026-10-14T14:12:30.969" v="6620" actId="47"/>
        <pc:sldMkLst>
          <pc:docMk/>
          <pc:sldMk cId="3862414350" sldId="370"/>
        </pc:sldMkLst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3" creationId="{0F3DAAE7-F681-5A44-CA37-55D7D0D783CA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4" creationId="{5C3FC81C-830D-BDBA-6D04-BB39B789F576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5" creationId="{E38E2939-F210-EFD0-D525-EAB052EC967F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6" creationId="{8DFC1B7C-A2B0-7F2F-C8FE-E15C9616F35C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9" creationId="{E667F79F-750C-2364-5527-36EA8802B7E1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0" creationId="{54BF0170-45BB-4A70-784F-682C478FFCF3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1" creationId="{6AECD129-9300-424E-9CBA-599FF6E4093E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2" creationId="{35E6F02C-A9FA-D854-1F13-7FCEE0C882FA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3" creationId="{F0F4F53F-84F0-6BF5-40BB-0F9C339DA2FD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4" creationId="{05E42C53-20A1-B1FD-94D8-90B68A066AF0}"/>
          </ac:spMkLst>
        </pc:spChg>
        <pc:grpChg chg="add mod">
          <ac:chgData name="Gabriel Rodrigues Benegra" userId="15951f17-e43d-4387-8d23-f76792a6730a" providerId="ADAL" clId="{20306FF0-EBC5-4939-8C28-FB7939CB6E19}" dt="2026-10-14T14:05:35.741" v="6530" actId="1035"/>
          <ac:grpSpMkLst>
            <pc:docMk/>
            <pc:sldMk cId="3862414350" sldId="370"/>
            <ac:grpSpMk id="7" creationId="{232DAAC6-3073-07CC-ECF6-8E684A8165FE}"/>
          </ac:grpSpMkLst>
        </pc:grpChg>
      </pc:sldChg>
      <pc:sldChg chg="addSp delSp modSp new del mod">
        <pc:chgData name="Gabriel Rodrigues Benegra" userId="15951f17-e43d-4387-8d23-f76792a6730a" providerId="ADAL" clId="{20306FF0-EBC5-4939-8C28-FB7939CB6E19}" dt="2026-10-14T14:14:49.535" v="6779" actId="47"/>
        <pc:sldMkLst>
          <pc:docMk/>
          <pc:sldMk cId="3809473396" sldId="372"/>
        </pc:sldMkLst>
        <pc:spChg chg="mod">
          <ac:chgData name="Gabriel Rodrigues Benegra" userId="15951f17-e43d-4387-8d23-f76792a6730a" providerId="ADAL" clId="{20306FF0-EBC5-4939-8C28-FB7939CB6E19}" dt="2026-10-14T14:12:03.619" v="6615"/>
          <ac:spMkLst>
            <pc:docMk/>
            <pc:sldMk cId="3809473396" sldId="372"/>
            <ac:spMk id="2" creationId="{AD81F17B-28FD-906B-1FF8-E1E6119FB995}"/>
          </ac:spMkLst>
        </pc:spChg>
        <pc:spChg chg="mod">
          <ac:chgData name="Gabriel Rodrigues Benegra" userId="15951f17-e43d-4387-8d23-f76792a6730a" providerId="ADAL" clId="{20306FF0-EBC5-4939-8C28-FB7939CB6E19}" dt="2026-10-14T14:13:09.827" v="6671" actId="20577"/>
          <ac:spMkLst>
            <pc:docMk/>
            <pc:sldMk cId="3809473396" sldId="372"/>
            <ac:spMk id="3" creationId="{FFD66D5F-B2D5-C731-76CC-714E5C311B40}"/>
          </ac:spMkLst>
        </pc:spChg>
        <pc:spChg chg="mod">
          <ac:chgData name="Gabriel Rodrigues Benegra" userId="15951f17-e43d-4387-8d23-f76792a6730a" providerId="ADAL" clId="{20306FF0-EBC5-4939-8C28-FB7939CB6E19}" dt="2026-10-14T14:07:04.606" v="6538" actId="20577"/>
          <ac:spMkLst>
            <pc:docMk/>
            <pc:sldMk cId="3809473396" sldId="372"/>
            <ac:spMk id="4" creationId="{8428B5C6-8928-85F3-B5AC-321955EEDAF0}"/>
          </ac:spMkLst>
        </pc:spChg>
        <pc:spChg chg="mod">
          <ac:chgData name="Gabriel Rodrigues Benegra" userId="15951f17-e43d-4387-8d23-f76792a6730a" providerId="ADAL" clId="{20306FF0-EBC5-4939-8C28-FB7939CB6E19}" dt="2026-10-14T14:09:26.192" v="6597" actId="1035"/>
          <ac:spMkLst>
            <pc:docMk/>
            <pc:sldMk cId="3809473396" sldId="372"/>
            <ac:spMk id="6" creationId="{624EFFB2-B551-84DA-3013-166BA45BC2B5}"/>
          </ac:spMkLst>
        </pc:spChg>
        <pc:spChg chg="mod">
          <ac:chgData name="Gabriel Rodrigues Benegra" userId="15951f17-e43d-4387-8d23-f76792a6730a" providerId="ADAL" clId="{20306FF0-EBC5-4939-8C28-FB7939CB6E19}" dt="2026-10-14T14:09:26.192" v="6597" actId="1035"/>
          <ac:spMkLst>
            <pc:docMk/>
            <pc:sldMk cId="3809473396" sldId="372"/>
            <ac:spMk id="7" creationId="{940BAD32-5CF2-D499-EC87-13FF65D4C658}"/>
          </ac:spMkLst>
        </pc:spChg>
        <pc:spChg chg="del">
          <ac:chgData name="Gabriel Rodrigues Benegra" userId="15951f17-e43d-4387-8d23-f76792a6730a" providerId="ADAL" clId="{20306FF0-EBC5-4939-8C28-FB7939CB6E19}" dt="2026-10-14T14:06:58.751" v="6535" actId="478"/>
          <ac:spMkLst>
            <pc:docMk/>
            <pc:sldMk cId="3809473396" sldId="372"/>
            <ac:spMk id="8" creationId="{3E9E6D0E-ACF0-6099-668B-90C52E148F77}"/>
          </ac:spMkLst>
        </pc:spChg>
        <pc:spChg chg="del">
          <ac:chgData name="Gabriel Rodrigues Benegra" userId="15951f17-e43d-4387-8d23-f76792a6730a" providerId="ADAL" clId="{20306FF0-EBC5-4939-8C28-FB7939CB6E19}" dt="2026-10-14T14:06:57.161" v="6534" actId="478"/>
          <ac:spMkLst>
            <pc:docMk/>
            <pc:sldMk cId="3809473396" sldId="372"/>
            <ac:spMk id="9" creationId="{78D601A4-DAC0-0468-E159-41E5340F3EA7}"/>
          </ac:spMkLst>
        </pc:spChg>
        <pc:spChg chg="del">
          <ac:chgData name="Gabriel Rodrigues Benegra" userId="15951f17-e43d-4387-8d23-f76792a6730a" providerId="ADAL" clId="{20306FF0-EBC5-4939-8C28-FB7939CB6E19}" dt="2026-10-14T14:06:50.731" v="6532" actId="478"/>
          <ac:spMkLst>
            <pc:docMk/>
            <pc:sldMk cId="3809473396" sldId="372"/>
            <ac:spMk id="10" creationId="{9D29E2CF-0BCA-CAB2-F2D0-71C9AA0AB650}"/>
          </ac:spMkLst>
        </pc:spChg>
        <pc:spChg chg="del">
          <ac:chgData name="Gabriel Rodrigues Benegra" userId="15951f17-e43d-4387-8d23-f76792a6730a" providerId="ADAL" clId="{20306FF0-EBC5-4939-8C28-FB7939CB6E19}" dt="2026-10-14T14:06:51.992" v="6533" actId="478"/>
          <ac:spMkLst>
            <pc:docMk/>
            <pc:sldMk cId="3809473396" sldId="372"/>
            <ac:spMk id="11" creationId="{69951BB0-2A7D-AEEC-37C8-E2E0585307E2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4" creationId="{021A6F0F-7EE7-7C08-236A-2C22A29CF723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5" creationId="{CDD98219-FE4B-9F0E-8CF3-5F377AAA9C86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6" creationId="{6735B5BA-37A8-0FA2-F3B2-B542A33C089E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7" creationId="{A0BF3D58-9727-4502-3A5C-1030BEE545D5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8" creationId="{A71A235C-FB1F-B314-FC98-927BF76C4798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9" creationId="{759E9C8E-ED9E-10E6-9820-047D6C9C9542}"/>
          </ac:spMkLst>
        </pc:spChg>
        <pc:spChg chg="add del mod">
          <ac:chgData name="Gabriel Rodrigues Benegra" userId="15951f17-e43d-4387-8d23-f76792a6730a" providerId="ADAL" clId="{20306FF0-EBC5-4939-8C28-FB7939CB6E19}" dt="2026-10-14T14:09:55.730" v="6601" actId="478"/>
          <ac:spMkLst>
            <pc:docMk/>
            <pc:sldMk cId="3809473396" sldId="372"/>
            <ac:spMk id="20" creationId="{B73F7046-4266-7177-FF0A-6D61B26533E4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2" creationId="{CEAC052E-4AB8-3245-EBC5-47CEC431F000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3" creationId="{34DF97AA-2A7F-F8D5-61A7-60528E439581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4" creationId="{7431ABA4-A186-5070-F676-033A2F0D9060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5" creationId="{C9F71383-228E-3D06-09EA-E086DE0048FA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6" creationId="{C0DFA777-80FC-A58F-B03C-7633154900BF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7" creationId="{60DBC1E5-5258-2F6C-A2A8-23AF3C662241}"/>
          </ac:spMkLst>
        </pc:spChg>
        <pc:spChg chg="add del mod">
          <ac:chgData name="Gabriel Rodrigues Benegra" userId="15951f17-e43d-4387-8d23-f76792a6730a" providerId="ADAL" clId="{20306FF0-EBC5-4939-8C28-FB7939CB6E19}" dt="2026-10-14T14:12:06.252" v="6619" actId="20577"/>
          <ac:spMkLst>
            <pc:docMk/>
            <pc:sldMk cId="3809473396" sldId="372"/>
            <ac:spMk id="28" creationId="{14D5AF00-FA5C-9933-6642-9460F92C8C45}"/>
          </ac:spMkLst>
        </pc:spChg>
        <pc:spChg chg="add del mod">
          <ac:chgData name="Gabriel Rodrigues Benegra" userId="15951f17-e43d-4387-8d23-f76792a6730a" providerId="ADAL" clId="{20306FF0-EBC5-4939-8C28-FB7939CB6E19}" dt="2026-10-14T14:12:06.052" v="6618"/>
          <ac:spMkLst>
            <pc:docMk/>
            <pc:sldMk cId="3809473396" sldId="372"/>
            <ac:spMk id="29" creationId="{A8B5273C-BEE8-4647-BAA3-081C0BDB5C90}"/>
          </ac:spMkLst>
        </pc:spChg>
        <pc:grpChg chg="add mod">
          <ac:chgData name="Gabriel Rodrigues Benegra" userId="15951f17-e43d-4387-8d23-f76792a6730a" providerId="ADAL" clId="{20306FF0-EBC5-4939-8C28-FB7939CB6E19}" dt="2026-10-14T14:10:12.911" v="6605" actId="1035"/>
          <ac:grpSpMkLst>
            <pc:docMk/>
            <pc:sldMk cId="3809473396" sldId="372"/>
            <ac:grpSpMk id="13" creationId="{DABC7A7B-1FDA-BB92-CD2F-10B5CE31F4EF}"/>
          </ac:grpSpMkLst>
        </pc:grpChg>
        <pc:grpChg chg="add mod">
          <ac:chgData name="Gabriel Rodrigues Benegra" userId="15951f17-e43d-4387-8d23-f76792a6730a" providerId="ADAL" clId="{20306FF0-EBC5-4939-8C28-FB7939CB6E19}" dt="2026-10-14T14:11:33.017" v="6610" actId="14100"/>
          <ac:grpSpMkLst>
            <pc:docMk/>
            <pc:sldMk cId="3809473396" sldId="372"/>
            <ac:grpSpMk id="21" creationId="{CF8A367C-49E6-6BF1-B7EE-52EBBA907A3D}"/>
          </ac:grpSpMkLst>
        </pc:grpChg>
      </pc:sldChg>
      <pc:sldChg chg="modSp del mod">
        <pc:chgData name="Gabriel Rodrigues Benegra" userId="15951f17-e43d-4387-8d23-f76792a6730a" providerId="ADAL" clId="{20306FF0-EBC5-4939-8C28-FB7939CB6E19}" dt="2026-10-14T14:38:47.909" v="8097" actId="47"/>
        <pc:sldMkLst>
          <pc:docMk/>
          <pc:sldMk cId="2071329001" sldId="379"/>
        </pc:sldMkLst>
        <pc:spChg chg="mod">
          <ac:chgData name="Gabriel Rodrigues Benegra" userId="15951f17-e43d-4387-8d23-f76792a6730a" providerId="ADAL" clId="{20306FF0-EBC5-4939-8C28-FB7939CB6E19}" dt="2026-10-14T14:14:08.837" v="6776" actId="20577"/>
          <ac:spMkLst>
            <pc:docMk/>
            <pc:sldMk cId="2071329001" sldId="379"/>
            <ac:spMk id="8" creationId="{4CAFA3C4-D9AE-E541-2669-85A23B29AEC9}"/>
          </ac:spMkLst>
        </pc:spChg>
      </pc:sldChg>
      <pc:sldChg chg="addSp delSp modSp new del mod">
        <pc:chgData name="Gabriel Rodrigues Benegra" userId="15951f17-e43d-4387-8d23-f76792a6730a" providerId="ADAL" clId="{20306FF0-EBC5-4939-8C28-FB7939CB6E19}" dt="2026-10-14T14:34:24.720" v="8001" actId="47"/>
        <pc:sldMkLst>
          <pc:docMk/>
          <pc:sldMk cId="2461303407" sldId="380"/>
        </pc:sldMkLst>
        <pc:spChg chg="mod">
          <ac:chgData name="Gabriel Rodrigues Benegra" userId="15951f17-e43d-4387-8d23-f76792a6730a" providerId="ADAL" clId="{20306FF0-EBC5-4939-8C28-FB7939CB6E19}" dt="2026-10-14T14:15:18.469" v="6784" actId="20577"/>
          <ac:spMkLst>
            <pc:docMk/>
            <pc:sldMk cId="2461303407" sldId="380"/>
            <ac:spMk id="4" creationId="{433FF70F-8BE4-5713-ABB4-C799A1D73E14}"/>
          </ac:spMkLst>
        </pc:spChg>
        <pc:spChg chg="mod">
          <ac:chgData name="Gabriel Rodrigues Benegra" userId="15951f17-e43d-4387-8d23-f76792a6730a" providerId="ADAL" clId="{20306FF0-EBC5-4939-8C28-FB7939CB6E19}" dt="2026-10-14T14:15:26.320" v="6811" actId="20577"/>
          <ac:spMkLst>
            <pc:docMk/>
            <pc:sldMk cId="2461303407" sldId="380"/>
            <ac:spMk id="5" creationId="{9D2219B5-E25A-9B03-3AFF-A115A8A07FA3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6" creationId="{D16DC06C-09FD-1E4A-B2A3-FC15B64FC5BA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7" creationId="{57D89B3C-DE6A-2E27-4E94-E058AE9CE049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8" creationId="{8914DF16-E8AA-4A1A-08D6-CC3A54D151B8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9" creationId="{D71FB601-D548-F469-7757-8232C77D1970}"/>
          </ac:spMkLst>
        </pc:spChg>
        <pc:spChg chg="mod">
          <ac:chgData name="Gabriel Rodrigues Benegra" userId="15951f17-e43d-4387-8d23-f76792a6730a" providerId="ADAL" clId="{20306FF0-EBC5-4939-8C28-FB7939CB6E19}" dt="2026-10-14T14:15:22.574" v="6789" actId="20577"/>
          <ac:spMkLst>
            <pc:docMk/>
            <pc:sldMk cId="2461303407" sldId="380"/>
            <ac:spMk id="10" creationId="{819CD4EA-475D-309C-0FC8-E9EFB5BA118E}"/>
          </ac:spMkLst>
        </pc:spChg>
        <pc:spChg chg="mod">
          <ac:chgData name="Gabriel Rodrigues Benegra" userId="15951f17-e43d-4387-8d23-f76792a6730a" providerId="ADAL" clId="{20306FF0-EBC5-4939-8C28-FB7939CB6E19}" dt="2026-10-14T14:15:30.042" v="6834" actId="20577"/>
          <ac:spMkLst>
            <pc:docMk/>
            <pc:sldMk cId="2461303407" sldId="380"/>
            <ac:spMk id="11" creationId="{C4B2A119-65A1-1C9A-0672-DBBDF0002A4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3" creationId="{77846BA3-8CB9-C9CE-4DF8-8A00124AE87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4" creationId="{CA9536A8-38FF-7E27-5212-E3F1582A511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5" creationId="{C85D5BD6-80E5-EE40-2003-AE31E501094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6" creationId="{7A6E90E8-7FFE-352D-0604-391D49AD292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7" creationId="{3CD2FF31-619B-C043-6BBB-87E8E9C64BF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8" creationId="{7A41D3B9-A1C7-B264-2D8E-0074D5B8F90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9" creationId="{EF888EFD-735E-3037-D8D8-AC4A2A442727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0" creationId="{13BD5CA3-384F-41B1-7D60-260181462B2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1" creationId="{DCA8FABB-1823-DDAE-FB84-9F842FF4C33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2" creationId="{27D06D65-77EA-E60F-F7A9-72BC4E8C66A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3" creationId="{C89AEF5A-FA55-9B1C-565A-B8248DF8C47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4" creationId="{4081B51B-E493-2C69-D28D-99414BAECB0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5" creationId="{07672A1B-C41C-929E-18FA-2074017DD02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6" creationId="{A056A1AE-380E-68C3-4C02-1202ACECE61A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7" creationId="{B9B2A36D-A455-9340-9404-8D5EFADC64C3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8" creationId="{1CE09C3B-C596-7EB3-DCA5-679E962EEB4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9" creationId="{3B37FF92-F272-BB37-B0D7-DD56FA87348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0" creationId="{30AA919C-D69A-58CE-D7F2-D06A81DA445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1" creationId="{7EC6D486-FAF2-944D-D388-3D8964B0C49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2" creationId="{83F9ECAC-2C56-64D6-1FC4-0549BBBCFA6A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3" creationId="{32167E91-3D21-D692-9617-6B3F10D9426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4" creationId="{B750D857-1E4A-9C65-3454-0FD9629F287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5" creationId="{B500D033-F40D-DA62-844F-07ADEDBE4D2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6" creationId="{79006DE0-5A7C-303A-A8CF-65E133754AE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7" creationId="{5BCE11AB-F2B4-28F3-8B4F-5FA393A36A0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8" creationId="{8A0084DA-662A-2679-7BE4-7BF81524592E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9" creationId="{BF3B64C6-3F9C-D733-9458-03A0D839010C}"/>
          </ac:spMkLst>
        </pc:spChg>
        <pc:spChg chg="add del mod">
          <ac:chgData name="Gabriel Rodrigues Benegra" userId="15951f17-e43d-4387-8d23-f76792a6730a" providerId="ADAL" clId="{20306FF0-EBC5-4939-8C28-FB7939CB6E19}" dt="2026-10-14T14:16:16.555" v="6948" actId="478"/>
          <ac:spMkLst>
            <pc:docMk/>
            <pc:sldMk cId="2461303407" sldId="380"/>
            <ac:spMk id="40" creationId="{DF7E4396-8761-67DB-6C60-FE5F174CA691}"/>
          </ac:spMkLst>
        </pc:spChg>
        <pc:spChg chg="add del mod">
          <ac:chgData name="Gabriel Rodrigues Benegra" userId="15951f17-e43d-4387-8d23-f76792a6730a" providerId="ADAL" clId="{20306FF0-EBC5-4939-8C28-FB7939CB6E19}" dt="2026-10-14T14:16:19.648" v="6949" actId="478"/>
          <ac:spMkLst>
            <pc:docMk/>
            <pc:sldMk cId="2461303407" sldId="380"/>
            <ac:spMk id="41" creationId="{83A169FA-EBA5-8044-FB20-DD857AC489E5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2" creationId="{CD3C4A4E-21CC-1551-ACD0-9BC62C43FFA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3" creationId="{350729D8-9215-6257-3E07-E35B1D5C214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4" creationId="{65F4F11D-2DEB-0ACA-48A5-3A8AD050C0F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5" creationId="{04E9EF7A-9250-032E-D841-6FD69DF4539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6" creationId="{FC476F82-2159-D186-9FFE-9D27011A3A3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7" creationId="{0909EE91-26B0-0689-E1E7-E69D1E444955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8" creationId="{2E70C7DC-ACCD-027B-0D6C-C05A49BFC89E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9" creationId="{759F8959-835C-C678-C628-3D5BED0C823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0" creationId="{3AF82E26-55D8-DE38-B2D5-313B40E55DC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1" creationId="{28CE84A6-34E6-4B63-5460-F811E7AAA8A2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2" creationId="{4E2CE666-7806-3A24-7CE5-B6D302F2220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3" creationId="{2542E6A0-D939-7F80-80BF-034F0F366E5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4" creationId="{3B882E0E-CBB4-CE37-796B-D5D90A401641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5" creationId="{0FD26A6D-CFA5-2F33-2B22-970B23D4799A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6" creationId="{C2DDA61F-3442-3B3F-F153-B3535E2D96BD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7" creationId="{791DDE75-D6B3-924C-0F94-481C222C7ED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8" creationId="{E0803822-35C8-685E-0A43-D55BCC3E4992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9" creationId="{81567AAD-6CB1-F96A-BF00-EE5783D867B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0" creationId="{80196903-50EB-8A04-E1DE-214C9D983C4E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1" creationId="{02D5A2DC-C413-1686-6E06-42CC3C4C65F7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2" creationId="{FC9AF5CD-6A54-9D53-9237-7B44CD2CB4D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3" creationId="{6A12B7A9-B7A5-7EFF-B8D1-C2762AC741EA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4" creationId="{47F2C352-7839-9471-A774-C180C853F81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5" creationId="{42A9BE57-4053-9CD9-ADAD-436BA013D19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6" creationId="{4370282E-1590-E133-64D8-38F9641E26CB}"/>
          </ac:spMkLst>
        </pc:spChg>
      </pc:sldChg>
      <pc:sldChg chg="modSp mod">
        <pc:chgData name="Gabriel Rodrigues Benegra" userId="15951f17-e43d-4387-8d23-f76792a6730a" providerId="ADAL" clId="{20306FF0-EBC5-4939-8C28-FB7939CB6E19}" dt="2026-10-14T14:40:04.720" v="8321" actId="1035"/>
        <pc:sldMkLst>
          <pc:docMk/>
          <pc:sldMk cId="500312946" sldId="382"/>
        </pc:sldMkLst>
        <pc:spChg chg="mod">
          <ac:chgData name="Gabriel Rodrigues Benegra" userId="15951f17-e43d-4387-8d23-f76792a6730a" providerId="ADAL" clId="{20306FF0-EBC5-4939-8C28-FB7939CB6E19}" dt="2026-10-14T14:17:23.765" v="6950" actId="1076"/>
          <ac:spMkLst>
            <pc:docMk/>
            <pc:sldMk cId="500312946" sldId="382"/>
            <ac:spMk id="5044" creationId="{00000000-0000-0000-0000-000000000000}"/>
          </ac:spMkLst>
        </pc:spChg>
        <pc:spChg chg="mod">
          <ac:chgData name="Gabriel Rodrigues Benegra" userId="15951f17-e43d-4387-8d23-f76792a6730a" providerId="ADAL" clId="{20306FF0-EBC5-4939-8C28-FB7939CB6E19}" dt="2026-10-14T14:40:04.720" v="8321" actId="1035"/>
          <ac:spMkLst>
            <pc:docMk/>
            <pc:sldMk cId="500312946" sldId="382"/>
            <ac:spMk id="5046" creationId="{00000000-0000-0000-0000-000000000000}"/>
          </ac:spMkLst>
        </pc:spChg>
      </pc:sldChg>
      <pc:sldChg chg="addSp delSp modSp add del mod">
        <pc:chgData name="Gabriel Rodrigues Benegra" userId="15951f17-e43d-4387-8d23-f76792a6730a" providerId="ADAL" clId="{20306FF0-EBC5-4939-8C28-FB7939CB6E19}" dt="2026-10-14T14:34:18.981" v="8000" actId="47"/>
        <pc:sldMkLst>
          <pc:docMk/>
          <pc:sldMk cId="3547569971" sldId="383"/>
        </pc:sldMkLst>
        <pc:spChg chg="add mod">
          <ac:chgData name="Gabriel Rodrigues Benegra" userId="15951f17-e43d-4387-8d23-f76792a6730a" providerId="ADAL" clId="{20306FF0-EBC5-4939-8C28-FB7939CB6E19}" dt="2026-10-14T14:18:02.150" v="7097" actId="1037"/>
          <ac:spMkLst>
            <pc:docMk/>
            <pc:sldMk cId="3547569971" sldId="383"/>
            <ac:spMk id="13" creationId="{053EC8D3-29FB-3FC6-8C2B-AC8420846187}"/>
          </ac:spMkLst>
        </pc:spChg>
        <pc:spChg chg="add mod">
          <ac:chgData name="Gabriel Rodrigues Benegra" userId="15951f17-e43d-4387-8d23-f76792a6730a" providerId="ADAL" clId="{20306FF0-EBC5-4939-8C28-FB7939CB6E19}" dt="2026-10-14T14:18:02.150" v="7097" actId="1037"/>
          <ac:spMkLst>
            <pc:docMk/>
            <pc:sldMk cId="3547569971" sldId="383"/>
            <ac:spMk id="14" creationId="{FAADA3A9-76A4-F401-BD12-BBAB61653BEE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5" creationId="{76163514-16E3-1BE5-CEE4-D07FA4A156E1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6" creationId="{47A2FAA5-77E1-ED74-3375-A563D174DB08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7" creationId="{9BE219C4-D91F-52DE-9035-96AC98335F9C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8" creationId="{7FC71755-3B99-FDC8-36A5-77643C0FB632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9" creationId="{38C19CCA-58D5-4978-7D5F-D105614E211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0" creationId="{124BC9FD-222A-35DF-C269-688F99E1F32D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1" creationId="{E2B0B790-2770-5809-CE05-6F2683FE30F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2" creationId="{778DEF54-6422-FDE3-13AD-6D8A00A590C0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3" creationId="{1D055F0C-4D4D-3B12-5258-6E7FC354F0B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4" creationId="{85A5DC02-9EB8-239B-48AD-8D4FDC6BF30B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10-14T14:40:18.809" v="8339" actId="478"/>
        <pc:sldMkLst>
          <pc:docMk/>
          <pc:sldMk cId="3868462077" sldId="384"/>
        </pc:sldMkLst>
        <pc:spChg chg="del">
          <ac:chgData name="Gabriel Rodrigues Benegra" userId="15951f17-e43d-4387-8d23-f76792a6730a" providerId="ADAL" clId="{20306FF0-EBC5-4939-8C28-FB7939CB6E19}" dt="2026-10-14T14:38:44.910" v="8095" actId="478"/>
          <ac:spMkLst>
            <pc:docMk/>
            <pc:sldMk cId="3868462077" sldId="384"/>
            <ac:spMk id="2" creationId="{6CABAECC-68B4-3CAD-459F-6FE4BF2B5760}"/>
          </ac:spMkLst>
        </pc:spChg>
        <pc:spChg chg="mod">
          <ac:chgData name="Gabriel Rodrigues Benegra" userId="15951f17-e43d-4387-8d23-f76792a6730a" providerId="ADAL" clId="{20306FF0-EBC5-4939-8C28-FB7939CB6E19}" dt="2026-10-14T14:36:51.610" v="8093" actId="27636"/>
          <ac:spMkLst>
            <pc:docMk/>
            <pc:sldMk cId="3868462077" sldId="384"/>
            <ac:spMk id="3" creationId="{8F10025A-02C8-A636-807B-8FEEE25450B5}"/>
          </ac:spMkLst>
        </pc:spChg>
        <pc:spChg chg="mod">
          <ac:chgData name="Gabriel Rodrigues Benegra" userId="15951f17-e43d-4387-8d23-f76792a6730a" providerId="ADAL" clId="{20306FF0-EBC5-4939-8C28-FB7939CB6E19}" dt="2026-10-14T14:39:00.436" v="8122" actId="20577"/>
          <ac:spMkLst>
            <pc:docMk/>
            <pc:sldMk cId="3868462077" sldId="384"/>
            <ac:spMk id="4" creationId="{433FF70F-8BE4-5713-ABB4-C799A1D73E14}"/>
          </ac:spMkLst>
        </pc:spChg>
        <pc:spChg chg="mod">
          <ac:chgData name="Gabriel Rodrigues Benegra" userId="15951f17-e43d-4387-8d23-f76792a6730a" providerId="ADAL" clId="{20306FF0-EBC5-4939-8C28-FB7939CB6E19}" dt="2026-10-14T14:39:19.532" v="8202" actId="20577"/>
          <ac:spMkLst>
            <pc:docMk/>
            <pc:sldMk cId="3868462077" sldId="384"/>
            <ac:spMk id="5" creationId="{9D2219B5-E25A-9B03-3AFF-A115A8A07FA3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6" creationId="{D16DC06C-09FD-1E4A-B2A3-FC15B64FC5BA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7" creationId="{57D89B3C-DE6A-2E27-4E94-E058AE9CE049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8" creationId="{8914DF16-E8AA-4A1A-08D6-CC3A54D151B8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9" creationId="{D71FB601-D548-F469-7757-8232C77D1970}"/>
          </ac:spMkLst>
        </pc:spChg>
        <pc:spChg chg="mod">
          <ac:chgData name="Gabriel Rodrigues Benegra" userId="15951f17-e43d-4387-8d23-f76792a6730a" providerId="ADAL" clId="{20306FF0-EBC5-4939-8C28-FB7939CB6E19}" dt="2026-10-14T14:39:28.115" v="8228" actId="20577"/>
          <ac:spMkLst>
            <pc:docMk/>
            <pc:sldMk cId="3868462077" sldId="384"/>
            <ac:spMk id="10" creationId="{819CD4EA-475D-309C-0FC8-E9EFB5BA118E}"/>
          </ac:spMkLst>
        </pc:spChg>
        <pc:spChg chg="mod">
          <ac:chgData name="Gabriel Rodrigues Benegra" userId="15951f17-e43d-4387-8d23-f76792a6730a" providerId="ADAL" clId="{20306FF0-EBC5-4939-8C28-FB7939CB6E19}" dt="2026-10-14T14:39:50.137" v="8317" actId="20577"/>
          <ac:spMkLst>
            <pc:docMk/>
            <pc:sldMk cId="3868462077" sldId="384"/>
            <ac:spMk id="11" creationId="{C4B2A119-65A1-1C9A-0672-DBBDF0002A45}"/>
          </ac:spMkLst>
        </pc:spChg>
        <pc:spChg chg="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13" creationId="{053EC8D3-29FB-3FC6-8C2B-AC8420846187}"/>
          </ac:spMkLst>
        </pc:spChg>
        <pc:spChg chg="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14" creationId="{FAADA3A9-76A4-F401-BD12-BBAB61653BEE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5" creationId="{6F13FE3F-34E6-E99B-6E4F-C2058D96F243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6" creationId="{EBA2EBAB-23E0-CE9C-4EBC-4CF32E8933DD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17" creationId="{D9DD11E8-3A69-89FC-87DA-BBC6693D7C3D}"/>
          </ac:spMkLst>
        </pc:spChg>
        <pc:spChg chg="add mod">
          <ac:chgData name="Gabriel Rodrigues Benegra" userId="15951f17-e43d-4387-8d23-f76792a6730a" providerId="ADAL" clId="{20306FF0-EBC5-4939-8C28-FB7939CB6E19}" dt="2026-10-14T14:26:45.477" v="7403" actId="255"/>
          <ac:spMkLst>
            <pc:docMk/>
            <pc:sldMk cId="3868462077" sldId="384"/>
            <ac:spMk id="18" creationId="{19BCA68D-BE35-DD0B-5D95-58381103E27E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9" creationId="{D7785EC7-A021-096B-77CA-F06B0642E0FF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20" creationId="{B5BF498B-2250-935F-760C-91C26ECA3B89}"/>
          </ac:spMkLst>
        </pc:spChg>
        <pc:spChg chg="add mod">
          <ac:chgData name="Gabriel Rodrigues Benegra" userId="15951f17-e43d-4387-8d23-f76792a6730a" providerId="ADAL" clId="{20306FF0-EBC5-4939-8C28-FB7939CB6E19}" dt="2026-10-14T14:26:52.281" v="7405" actId="255"/>
          <ac:spMkLst>
            <pc:docMk/>
            <pc:sldMk cId="3868462077" sldId="384"/>
            <ac:spMk id="21" creationId="{C8000939-E5FC-1776-E966-2CFE42669B3A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22" creationId="{B412C146-BC06-335B-656C-C901EC544905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23" creationId="{68C48127-3B37-4719-0910-0605E3579C3A}"/>
          </ac:spMkLst>
        </pc:spChg>
        <pc:spChg chg="add mod">
          <ac:chgData name="Gabriel Rodrigues Benegra" userId="15951f17-e43d-4387-8d23-f76792a6730a" providerId="ADAL" clId="{20306FF0-EBC5-4939-8C28-FB7939CB6E19}" dt="2026-10-14T14:26:55.718" v="7406" actId="255"/>
          <ac:spMkLst>
            <pc:docMk/>
            <pc:sldMk cId="3868462077" sldId="384"/>
            <ac:spMk id="24" creationId="{99F257EF-B9EC-E22E-EAC3-28350E7F055C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5" creationId="{DC2B860C-5A79-1E7B-897D-04961B183508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6" creationId="{BC22BA68-B9A2-4AB7-5979-BCFA50929489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7" creationId="{496518F5-5DE3-FB77-6956-26838A027A87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8" creationId="{740A2AEE-D50D-2B67-7F65-C002673A2E9C}"/>
          </ac:spMkLst>
        </pc:spChg>
        <pc:spChg chg="add mod">
          <ac:chgData name="Gabriel Rodrigues Benegra" userId="15951f17-e43d-4387-8d23-f76792a6730a" providerId="ADAL" clId="{20306FF0-EBC5-4939-8C28-FB7939CB6E19}" dt="2026-10-14T14:29:38.672" v="7512" actId="1036"/>
          <ac:spMkLst>
            <pc:docMk/>
            <pc:sldMk cId="3868462077" sldId="384"/>
            <ac:spMk id="33" creationId="{A3B2E965-ABA9-8D3E-8B60-9589B9614E87}"/>
          </ac:spMkLst>
        </pc:spChg>
        <pc:spChg chg="add mod">
          <ac:chgData name="Gabriel Rodrigues Benegra" userId="15951f17-e43d-4387-8d23-f76792a6730a" providerId="ADAL" clId="{20306FF0-EBC5-4939-8C28-FB7939CB6E19}" dt="2026-10-14T14:34:04.862" v="7994" actId="1035"/>
          <ac:spMkLst>
            <pc:docMk/>
            <pc:sldMk cId="3868462077" sldId="384"/>
            <ac:spMk id="36" creationId="{E39277A1-A7D4-97FC-E69D-34AF91FE1B6E}"/>
          </ac:spMkLst>
        </pc:spChg>
        <pc:spChg chg="add mod">
          <ac:chgData name="Gabriel Rodrigues Benegra" userId="15951f17-e43d-4387-8d23-f76792a6730a" providerId="ADAL" clId="{20306FF0-EBC5-4939-8C28-FB7939CB6E19}" dt="2026-10-14T14:32:24.025" v="7874" actId="27636"/>
          <ac:spMkLst>
            <pc:docMk/>
            <pc:sldMk cId="3868462077" sldId="384"/>
            <ac:spMk id="37" creationId="{FA958704-BFB8-B746-B1DF-AA5869F8F08A}"/>
          </ac:spMkLst>
        </pc:spChg>
        <pc:spChg chg="add del mod">
          <ac:chgData name="Gabriel Rodrigues Benegra" userId="15951f17-e43d-4387-8d23-f76792a6730a" providerId="ADAL" clId="{20306FF0-EBC5-4939-8C28-FB7939CB6E19}" dt="2026-10-14T14:30:55.813" v="7766" actId="478"/>
          <ac:spMkLst>
            <pc:docMk/>
            <pc:sldMk cId="3868462077" sldId="384"/>
            <ac:spMk id="38" creationId="{6BEDDA11-4A48-89DB-50A4-92469CAAEE42}"/>
          </ac:spMkLst>
        </pc:spChg>
        <pc:spChg chg="add mod">
          <ac:chgData name="Gabriel Rodrigues Benegra" userId="15951f17-e43d-4387-8d23-f76792a6730a" providerId="ADAL" clId="{20306FF0-EBC5-4939-8C28-FB7939CB6E19}" dt="2026-10-14T14:33:11.479" v="7981" actId="14100"/>
          <ac:spMkLst>
            <pc:docMk/>
            <pc:sldMk cId="3868462077" sldId="384"/>
            <ac:spMk id="39" creationId="{55F7A3F9-B31A-7BB1-E971-08C7B3C1CB54}"/>
          </ac:spMkLst>
        </pc:spChg>
        <pc:spChg chg="add del mod">
          <ac:chgData name="Gabriel Rodrigues Benegra" userId="15951f17-e43d-4387-8d23-f76792a6730a" providerId="ADAL" clId="{20306FF0-EBC5-4939-8C28-FB7939CB6E19}" dt="2026-10-14T14:33:23.303" v="7984" actId="478"/>
          <ac:spMkLst>
            <pc:docMk/>
            <pc:sldMk cId="3868462077" sldId="384"/>
            <ac:spMk id="40" creationId="{AE3A333B-9011-EDCE-753F-839181D15873}"/>
          </ac:spMkLst>
        </pc:spChg>
        <pc:spChg chg="add del mod">
          <ac:chgData name="Gabriel Rodrigues Benegra" userId="15951f17-e43d-4387-8d23-f76792a6730a" providerId="ADAL" clId="{20306FF0-EBC5-4939-8C28-FB7939CB6E19}" dt="2026-10-14T14:34:17.330" v="7999" actId="478"/>
          <ac:spMkLst>
            <pc:docMk/>
            <pc:sldMk cId="3868462077" sldId="384"/>
            <ac:spMk id="41" creationId="{27093BD0-F443-D1D4-D71A-F369F8A88B30}"/>
          </ac:spMkLst>
        </pc:spChg>
        <pc:spChg chg="add del mod">
          <ac:chgData name="Gabriel Rodrigues Benegra" userId="15951f17-e43d-4387-8d23-f76792a6730a" providerId="ADAL" clId="{20306FF0-EBC5-4939-8C28-FB7939CB6E19}" dt="2026-10-14T14:34:15.057" v="7998" actId="478"/>
          <ac:spMkLst>
            <pc:docMk/>
            <pc:sldMk cId="3868462077" sldId="384"/>
            <ac:spMk id="42" creationId="{BE117EF9-B8EE-5F8B-F962-2B5F7C827108}"/>
          </ac:spMkLst>
        </pc:spChg>
        <pc:spChg chg="add del mod">
          <ac:chgData name="Gabriel Rodrigues Benegra" userId="15951f17-e43d-4387-8d23-f76792a6730a" providerId="ADAL" clId="{20306FF0-EBC5-4939-8C28-FB7939CB6E19}" dt="2026-10-14T14:34:13.331" v="7997" actId="478"/>
          <ac:spMkLst>
            <pc:docMk/>
            <pc:sldMk cId="3868462077" sldId="384"/>
            <ac:spMk id="43" creationId="{63C19A9D-9036-C5A7-97A5-CAA39B2D6DBD}"/>
          </ac:spMkLst>
        </pc:spChg>
        <pc:spChg chg="add del mod">
          <ac:chgData name="Gabriel Rodrigues Benegra" userId="15951f17-e43d-4387-8d23-f76792a6730a" providerId="ADAL" clId="{20306FF0-EBC5-4939-8C28-FB7939CB6E19}" dt="2026-10-14T14:34:11.117" v="7995" actId="478"/>
          <ac:spMkLst>
            <pc:docMk/>
            <pc:sldMk cId="3868462077" sldId="384"/>
            <ac:spMk id="44" creationId="{43667AFD-EDFC-B12D-E717-2948F691ED75}"/>
          </ac:spMkLst>
        </pc:spChg>
        <pc:spChg chg="add mod">
          <ac:chgData name="Gabriel Rodrigues Benegra" userId="15951f17-e43d-4387-8d23-f76792a6730a" providerId="ADAL" clId="{20306FF0-EBC5-4939-8C28-FB7939CB6E19}" dt="2026-10-14T14:33:48.948" v="7989" actId="1076"/>
          <ac:spMkLst>
            <pc:docMk/>
            <pc:sldMk cId="3868462077" sldId="384"/>
            <ac:spMk id="45" creationId="{48F6EBD8-318A-960F-C056-E1E3813BC104}"/>
          </ac:spMkLst>
        </pc:spChg>
        <pc:spChg chg="add del mod">
          <ac:chgData name="Gabriel Rodrigues Benegra" userId="15951f17-e43d-4387-8d23-f76792a6730a" providerId="ADAL" clId="{20306FF0-EBC5-4939-8C28-FB7939CB6E19}" dt="2026-10-14T14:33:15.509" v="7982" actId="478"/>
          <ac:spMkLst>
            <pc:docMk/>
            <pc:sldMk cId="3868462077" sldId="384"/>
            <ac:spMk id="46" creationId="{7ECADC38-5249-2F12-2358-C9965F67B376}"/>
          </ac:spMkLst>
        </pc:spChg>
        <pc:spChg chg="add mod">
          <ac:chgData name="Gabriel Rodrigues Benegra" userId="15951f17-e43d-4387-8d23-f76792a6730a" providerId="ADAL" clId="{20306FF0-EBC5-4939-8C28-FB7939CB6E19}" dt="2026-10-14T14:33:54.037" v="7990" actId="1076"/>
          <ac:spMkLst>
            <pc:docMk/>
            <pc:sldMk cId="3868462077" sldId="384"/>
            <ac:spMk id="47" creationId="{5C1B0550-DA23-8F28-155B-3CB9A63726B0}"/>
          </ac:spMkLst>
        </pc:spChg>
        <pc:spChg chg="add del mod">
          <ac:chgData name="Gabriel Rodrigues Benegra" userId="15951f17-e43d-4387-8d23-f76792a6730a" providerId="ADAL" clId="{20306FF0-EBC5-4939-8C28-FB7939CB6E19}" dt="2026-10-14T14:35:42.161" v="8047" actId="478"/>
          <ac:spMkLst>
            <pc:docMk/>
            <pc:sldMk cId="3868462077" sldId="384"/>
            <ac:spMk id="48" creationId="{285D2332-E2B1-786A-A8E2-D64B374114DB}"/>
          </ac:spMkLst>
        </pc:spChg>
        <pc:spChg chg="add mod">
          <ac:chgData name="Gabriel Rodrigues Benegra" userId="15951f17-e43d-4387-8d23-f76792a6730a" providerId="ADAL" clId="{20306FF0-EBC5-4939-8C28-FB7939CB6E19}" dt="2026-10-14T14:36:15.847" v="8086" actId="207"/>
          <ac:spMkLst>
            <pc:docMk/>
            <pc:sldMk cId="3868462077" sldId="384"/>
            <ac:spMk id="49" creationId="{62F370E9-D0FE-8861-B757-02BD341178CA}"/>
          </ac:spMkLst>
        </pc:spChg>
        <pc:spChg chg="add mod">
          <ac:chgData name="Gabriel Rodrigues Benegra" userId="15951f17-e43d-4387-8d23-f76792a6730a" providerId="ADAL" clId="{20306FF0-EBC5-4939-8C28-FB7939CB6E19}" dt="2026-10-14T14:36:15.847" v="8086" actId="207"/>
          <ac:spMkLst>
            <pc:docMk/>
            <pc:sldMk cId="3868462077" sldId="384"/>
            <ac:spMk id="50" creationId="{F154111D-C2B6-9B5E-1765-81B61675827B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1" creationId="{D8584BB8-B9D7-900A-5841-BFB9948760B3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2" creationId="{1682408D-4142-9320-A6ED-A3C7F8200EFE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3" creationId="{75614522-8D76-7987-87B9-9FDF3FE81DC5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4" creationId="{A4BD4C23-801E-51D6-B556-7356710DFA41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5" creationId="{2AB1CB87-0686-5DB4-DECB-50A9EB0358D5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6" creationId="{03A4ED0C-6445-616C-285B-65DFDA270F80}"/>
          </ac:spMkLst>
        </pc:spChg>
        <pc:spChg chg="add mod">
          <ac:chgData name="Gabriel Rodrigues Benegra" userId="15951f17-e43d-4387-8d23-f76792a6730a" providerId="ADAL" clId="{20306FF0-EBC5-4939-8C28-FB7939CB6E19}" dt="2026-10-14T14:40:15.690" v="8338" actId="1036"/>
          <ac:spMkLst>
            <pc:docMk/>
            <pc:sldMk cId="3868462077" sldId="384"/>
            <ac:spMk id="57" creationId="{E70E5ABE-46F1-B3CB-53BE-B9A634714D2D}"/>
          </ac:spMkLst>
        </pc:spChg>
        <pc:spChg chg="add mod ord">
          <ac:chgData name="Gabriel Rodrigues Benegra" userId="15951f17-e43d-4387-8d23-f76792a6730a" providerId="ADAL" clId="{20306FF0-EBC5-4939-8C28-FB7939CB6E19}" dt="2026-10-14T14:36:00.848" v="8085" actId="1037"/>
          <ac:spMkLst>
            <pc:docMk/>
            <pc:sldMk cId="3868462077" sldId="384"/>
            <ac:spMk id="58" creationId="{AF8D5A6F-298C-2004-656E-B3B43A86845B}"/>
          </ac:spMkLst>
        </pc:spChg>
        <pc:spChg chg="add mod ord">
          <ac:chgData name="Gabriel Rodrigues Benegra" userId="15951f17-e43d-4387-8d23-f76792a6730a" providerId="ADAL" clId="{20306FF0-EBC5-4939-8C28-FB7939CB6E19}" dt="2026-10-14T14:36:33.843" v="8089" actId="1035"/>
          <ac:spMkLst>
            <pc:docMk/>
            <pc:sldMk cId="3868462077" sldId="384"/>
            <ac:spMk id="59" creationId="{67234D4C-720E-66BD-C94F-63FC619BBCAB}"/>
          </ac:spMkLst>
        </pc:spChg>
        <pc:spChg chg="add mod">
          <ac:chgData name="Gabriel Rodrigues Benegra" userId="15951f17-e43d-4387-8d23-f76792a6730a" providerId="ADAL" clId="{20306FF0-EBC5-4939-8C28-FB7939CB6E19}" dt="2026-10-14T14:38:45.609" v="8096"/>
          <ac:spMkLst>
            <pc:docMk/>
            <pc:sldMk cId="3868462077" sldId="384"/>
            <ac:spMk id="62" creationId="{8D994346-6AC5-548C-5E51-C22F193E1068}"/>
          </ac:spMkLst>
        </pc:spChg>
        <pc:grpChg chg="add mod">
          <ac:chgData name="Gabriel Rodrigues Benegra" userId="15951f17-e43d-4387-8d23-f76792a6730a" providerId="ADAL" clId="{20306FF0-EBC5-4939-8C28-FB7939CB6E19}" dt="2026-10-14T14:21:14.655" v="7161" actId="164"/>
          <ac:grpSpMkLst>
            <pc:docMk/>
            <pc:sldMk cId="3868462077" sldId="384"/>
            <ac:grpSpMk id="29" creationId="{C45BF195-62AD-1DAD-FBD3-0567BD03AA8A}"/>
          </ac:grpSpMkLst>
        </pc:grpChg>
        <pc:grpChg chg="add del mod">
          <ac:chgData name="Gabriel Rodrigues Benegra" userId="15951f17-e43d-4387-8d23-f76792a6730a" providerId="ADAL" clId="{20306FF0-EBC5-4939-8C28-FB7939CB6E19}" dt="2026-10-14T14:22:13.618" v="7254" actId="165"/>
          <ac:grpSpMkLst>
            <pc:docMk/>
            <pc:sldMk cId="3868462077" sldId="384"/>
            <ac:grpSpMk id="30" creationId="{EA4F39B8-BBFA-8451-C88D-33A80448053A}"/>
          </ac:grpSpMkLst>
        </pc:grpChg>
        <pc:grpChg chg="add del mod">
          <ac:chgData name="Gabriel Rodrigues Benegra" userId="15951f17-e43d-4387-8d23-f76792a6730a" providerId="ADAL" clId="{20306FF0-EBC5-4939-8C28-FB7939CB6E19}" dt="2026-10-14T14:23:58.217" v="7305" actId="165"/>
          <ac:grpSpMkLst>
            <pc:docMk/>
            <pc:sldMk cId="3868462077" sldId="384"/>
            <ac:grpSpMk id="31" creationId="{838AD240-B544-2F1A-EB26-C43A950596D6}"/>
          </ac:grpSpMkLst>
        </pc:grpChg>
        <pc:grpChg chg="add mod">
          <ac:chgData name="Gabriel Rodrigues Benegra" userId="15951f17-e43d-4387-8d23-f76792a6730a" providerId="ADAL" clId="{20306FF0-EBC5-4939-8C28-FB7939CB6E19}" dt="2026-10-14T14:33:44.357" v="7988" actId="14100"/>
          <ac:grpSpMkLst>
            <pc:docMk/>
            <pc:sldMk cId="3868462077" sldId="384"/>
            <ac:grpSpMk id="32" creationId="{2E2195A2-9214-C620-7ECE-59BEE312155A}"/>
          </ac:grpSpMkLst>
        </pc:grpChg>
        <pc:picChg chg="add del mod">
          <ac:chgData name="Gabriel Rodrigues Benegra" userId="15951f17-e43d-4387-8d23-f76792a6730a" providerId="ADAL" clId="{20306FF0-EBC5-4939-8C28-FB7939CB6E19}" dt="2026-10-14T14:30:20.248" v="7706" actId="478"/>
          <ac:picMkLst>
            <pc:docMk/>
            <pc:sldMk cId="3868462077" sldId="384"/>
            <ac:picMk id="35" creationId="{93A65A5F-57E3-F410-979A-6FED0C8F8E2A}"/>
          </ac:picMkLst>
        </pc:picChg>
        <pc:picChg chg="add del">
          <ac:chgData name="Gabriel Rodrigues Benegra" userId="15951f17-e43d-4387-8d23-f76792a6730a" providerId="ADAL" clId="{20306FF0-EBC5-4939-8C28-FB7939CB6E19}" dt="2026-10-14T14:40:18.809" v="8339" actId="478"/>
          <ac:picMkLst>
            <pc:docMk/>
            <pc:sldMk cId="3868462077" sldId="384"/>
            <ac:picMk id="61" creationId="{71FD7F03-E590-2C93-C17F-59D6E804001F}"/>
          </ac:picMkLst>
        </pc:picChg>
      </pc:sldChg>
    </pc:docChg>
  </pc:docChgLst>
  <pc:docChgLst>
    <pc:chgData name="Gabriel" userId="15951f17-e43d-4387-8d23-f76792a6730a" providerId="ADAL" clId="{20306FF0-EBC5-4939-8C28-FB7939CB6E19}"/>
    <pc:docChg chg="undo custSel addSld modSld">
      <pc:chgData name="Gabriel" userId="15951f17-e43d-4387-8d23-f76792a6730a" providerId="ADAL" clId="{20306FF0-EBC5-4939-8C28-FB7939CB6E19}" dt="2026-10-19T13:28:16.949" v="174" actId="20577"/>
      <pc:docMkLst>
        <pc:docMk/>
      </pc:docMkLst>
      <pc:sldChg chg="addSp modSp new mod">
        <pc:chgData name="Gabriel" userId="15951f17-e43d-4387-8d23-f76792a6730a" providerId="ADAL" clId="{20306FF0-EBC5-4939-8C28-FB7939CB6E19}" dt="2026-10-19T13:25:55.935" v="84" actId="20577"/>
        <pc:sldMkLst>
          <pc:docMk/>
          <pc:sldMk cId="3845727078" sldId="397"/>
        </pc:sldMkLst>
        <pc:spChg chg="add mod">
          <ac:chgData name="Gabriel" userId="15951f17-e43d-4387-8d23-f76792a6730a" providerId="ADAL" clId="{20306FF0-EBC5-4939-8C28-FB7939CB6E19}" dt="2026-10-19T13:25:55.935" v="84" actId="20577"/>
          <ac:spMkLst>
            <pc:docMk/>
            <pc:sldMk cId="3845727078" sldId="397"/>
            <ac:spMk id="3" creationId="{C4C4CF16-C763-B522-0F48-CC4BDF989B4C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5" creationId="{BADDDF3A-68D4-09BA-38AA-F2156838F88C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6" creationId="{96D94C16-C1CA-8994-DCDF-403F1EB08C46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7" creationId="{A15883F6-E55A-0D86-DDA1-A9A5DC4AFAA8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8" creationId="{7A22D144-424F-F145-4A09-42BA929CD6F9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9" creationId="{C0C9EA00-A39A-A57E-288B-282B17702660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0" creationId="{BCDF2CE3-99C8-140B-E9B1-E4E1D8307D66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1" creationId="{2D70C120-BB1D-A980-B1BA-2C1B7FB87A2B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2" creationId="{8D1998CC-12A8-6A90-9EDB-117ADC44D3EA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3" creationId="{70D7387C-C16C-B469-E9BA-9AE69D5BDECA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4" creationId="{65C8D86F-44F3-104F-E8FD-CF7407EFDA33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5" creationId="{75FC96A7-E601-4BE2-8F8A-FE7FEA5A2F4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6" creationId="{F4C4EE5B-FCA5-FD5B-E190-F9A46CAB59F8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7" creationId="{E8611B42-45CF-70BC-E524-7AEEC888FAB9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8" creationId="{02D09754-62E7-B9D3-F470-A4D1BEF00ABF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9" creationId="{1B0C61B7-9371-FEF8-92A7-80D1C7AC4D57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0" creationId="{31A0F49C-FC9E-AA59-1800-F9E2381496D8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1" creationId="{C301B91D-FD85-5816-85F7-D0C1FDE7C0EC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2" creationId="{791C2DE9-B364-52D2-C691-19F76B7DD717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3" creationId="{6AFA0E09-DD1C-EF0B-CB96-0C6929A385F6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4" creationId="{5A355B3B-F2A3-EDB4-526C-A7CCC4F62D9E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5" creationId="{FE66FEBA-545C-3720-9E54-4232C3616B0E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6" creationId="{FCE32312-E154-02B9-C28F-D29EABDE1679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7" creationId="{E0DBA176-8BDF-9461-40AF-C6A9A005F22A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8" creationId="{D47E5AF4-BEF1-286F-510D-5706C75E9791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9" creationId="{DD739CDC-8658-7742-897C-FF0AECF7277C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0" creationId="{A91A870F-6DEE-C82D-7DA3-877EDA16C1A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1" creationId="{6E67A675-A65B-2D04-47CB-99D21105A87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2" creationId="{F6EBEBC9-5B19-B3D8-3032-DCAB62EB5F85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3" creationId="{0A06DC00-2DE2-536A-107D-1DFD3E88568B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4" creationId="{9093AA81-4C5F-A130-0A19-C381774A5E05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5" creationId="{714E8F31-F12C-5674-228D-4F29DC4AFE6E}"/>
          </ac:spMkLst>
        </pc:spChg>
        <pc:grpChg chg="add mod">
          <ac:chgData name="Gabriel" userId="15951f17-e43d-4387-8d23-f76792a6730a" providerId="ADAL" clId="{20306FF0-EBC5-4939-8C28-FB7939CB6E19}" dt="2026-10-19T13:25:31.980" v="1"/>
          <ac:grpSpMkLst>
            <pc:docMk/>
            <pc:sldMk cId="3845727078" sldId="397"/>
            <ac:grpSpMk id="4" creationId="{F52E8C5C-341B-4F96-2BCA-DD50AF605C36}"/>
          </ac:grpSpMkLst>
        </pc:grpChg>
      </pc:sldChg>
      <pc:sldChg chg="addSp delSp modSp add mod">
        <pc:chgData name="Gabriel" userId="15951f17-e43d-4387-8d23-f76792a6730a" providerId="ADAL" clId="{20306FF0-EBC5-4939-8C28-FB7939CB6E19}" dt="2026-10-19T13:28:16.949" v="174" actId="20577"/>
        <pc:sldMkLst>
          <pc:docMk/>
          <pc:sldMk cId="1862342928" sldId="398"/>
        </pc:sldMkLst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" creationId="{636543CF-D0BB-6E41-E836-CE1E11235BA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" creationId="{C4C4CF16-C763-B522-0F48-CC4BDF989B4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5" creationId="{75FC96A7-E601-4BE2-8F8A-FE7FEA5A2F4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6" creationId="{F4C4EE5B-FCA5-FD5B-E190-F9A46CAB59F8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7" creationId="{E8611B42-45CF-70BC-E524-7AEEC888FAB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8" creationId="{02D09754-62E7-B9D3-F470-A4D1BEF00ABF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9" creationId="{1B0C61B7-9371-FEF8-92A7-80D1C7AC4D57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0" creationId="{31A0F49C-FC9E-AA59-1800-F9E2381496D8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1" creationId="{C301B91D-FD85-5816-85F7-D0C1FDE7C0E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2" creationId="{791C2DE9-B364-52D2-C691-19F76B7DD717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3" creationId="{6AFA0E09-DD1C-EF0B-CB96-0C6929A385F6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4" creationId="{5A355B3B-F2A3-EDB4-526C-A7CCC4F62D9E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5" creationId="{FE66FEBA-545C-3720-9E54-4232C3616B0E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6" creationId="{FCE32312-E154-02B9-C28F-D29EABDE167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7" creationId="{E0DBA176-8BDF-9461-40AF-C6A9A005F22A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8" creationId="{D47E5AF4-BEF1-286F-510D-5706C75E9791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9" creationId="{DD739CDC-8658-7742-897C-FF0AECF7277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0" creationId="{A91A870F-6DEE-C82D-7DA3-877EDA16C1A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1" creationId="{6E67A675-A65B-2D04-47CB-99D21105A87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2" creationId="{F6EBEBC9-5B19-B3D8-3032-DCAB62EB5F85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3" creationId="{0A06DC00-2DE2-536A-107D-1DFD3E88568B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4" creationId="{9093AA81-4C5F-A130-0A19-C381774A5E05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5" creationId="{714E8F31-F12C-5674-228D-4F29DC4AFE6E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7" creationId="{8BE58733-1667-75BC-B73B-FB0526CE6826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8" creationId="{8B1315B8-86E7-D8A1-A7A0-3F5352CAF1F8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9" creationId="{734CE522-592F-A05B-4E57-E8F754CCCD8E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0" creationId="{08B1D28E-DEBB-2518-F9CA-48B95BF7629D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1" creationId="{C58067BD-D2C8-58A5-88A1-7AD981E079F7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2" creationId="{A5E79DC1-7546-F31E-38DE-0642DFCCB9BF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3" creationId="{7090C696-1D36-666C-EE02-DB9105F20C01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4" creationId="{6B5DB70D-1B26-2DDE-BE94-D189D2C612D3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5" creationId="{73410F6A-086F-0639-EDB7-62DB9DC82507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6" creationId="{BDA59C4F-700A-DE15-C6F4-C2D92F113403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7" creationId="{28541EA6-5C81-D9F3-43AD-658293EC7ACD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8" creationId="{DEEE1747-E030-0E91-27E5-5CB40C619E4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9" creationId="{F1699610-D75C-4A31-6563-556C4554FA8A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0" creationId="{127A85B1-06C5-A299-8685-9B984E57F419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1" creationId="{033BC5C6-10AA-5738-9091-BC18B297B19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2" creationId="{626980D0-F525-5388-3314-8D4313005308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3" creationId="{3B27A3F0-CCE4-3D5D-75E6-6D54E0530B15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4" creationId="{7A40DA2F-B255-6B5E-7AAA-B91F3EF5577A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5" creationId="{5304D10F-9559-5322-871A-5408A60E4F7C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6" creationId="{F4C20BC3-E43A-3178-BB48-5B1077C6F874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7" creationId="{018A3089-E4F1-201C-5D68-279F4992D655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8" creationId="{1EC70C2D-163F-7F63-7B7A-EF8E3B1B5142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9" creationId="{04018F4B-56E9-6DFA-63C9-D5784243723E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0" creationId="{2684E1FE-026F-3FC5-051B-07B1D1980288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1" creationId="{6BDF5FC6-ACBD-47D5-8587-DDB29A75364F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2" creationId="{5961E8F9-743F-0017-78CE-A74FCBFB527D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3" creationId="{FD307CC4-E979-87EC-0E02-E2A2F7A842E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4" creationId="{D6984E84-495B-0479-F3E5-AE1AFE550F70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5" creationId="{50A8FC72-E0DC-F14A-AD65-90D52A0F50CC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6" creationId="{57E42355-210E-0237-3D3A-DB5FDE2DF10E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7" creationId="{520D80D9-5283-D807-F01F-FB27900162B9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9" creationId="{361BC59D-2E13-9031-A1F3-31742205E886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0" creationId="{553C6C4B-EFBD-F941-92E5-373B4B867085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1" creationId="{72516439-6432-F254-77DA-7589662ABB3C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2" creationId="{1A023780-F83F-F31C-13C5-B5EB8CFE89D7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3" creationId="{4AF71DF6-318E-9163-6C0D-40F178BDC303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4" creationId="{9284A1BB-E6D0-861A-339A-A9269D3F918E}"/>
          </ac:spMkLst>
        </pc:spChg>
        <pc:spChg chg="add mod">
          <ac:chgData name="Gabriel" userId="15951f17-e43d-4387-8d23-f76792a6730a" providerId="ADAL" clId="{20306FF0-EBC5-4939-8C28-FB7939CB6E19}" dt="2026-10-19T13:28:16.949" v="174" actId="20577"/>
          <ac:spMkLst>
            <pc:docMk/>
            <pc:sldMk cId="1862342928" sldId="398"/>
            <ac:spMk id="75" creationId="{5DA0569F-716F-A02C-7D81-469275441ABB}"/>
          </ac:spMkLst>
        </pc:spChg>
        <pc:grpChg chg="del">
          <ac:chgData name="Gabriel" userId="15951f17-e43d-4387-8d23-f76792a6730a" providerId="ADAL" clId="{20306FF0-EBC5-4939-8C28-FB7939CB6E19}" dt="2026-10-19T13:26:12.562" v="88" actId="478"/>
          <ac:grpSpMkLst>
            <pc:docMk/>
            <pc:sldMk cId="1862342928" sldId="398"/>
            <ac:grpSpMk id="4" creationId="{F52E8C5C-341B-4F96-2BCA-DD50AF605C36}"/>
          </ac:grpSpMkLst>
        </pc:grpChg>
        <pc:grpChg chg="add mod">
          <ac:chgData name="Gabriel" userId="15951f17-e43d-4387-8d23-f76792a6730a" providerId="ADAL" clId="{20306FF0-EBC5-4939-8C28-FB7939CB6E19}" dt="2026-10-19T13:26:31.950" v="89"/>
          <ac:grpSpMkLst>
            <pc:docMk/>
            <pc:sldMk cId="1862342928" sldId="398"/>
            <ac:grpSpMk id="36" creationId="{08378750-D837-83D1-F87E-367BD9BE0EA9}"/>
          </ac:grpSpMkLst>
        </pc:grpChg>
        <pc:grpChg chg="add mod">
          <ac:chgData name="Gabriel" userId="15951f17-e43d-4387-8d23-f76792a6730a" providerId="ADAL" clId="{20306FF0-EBC5-4939-8C28-FB7939CB6E19}" dt="2026-10-19T13:26:43.925" v="114" actId="1035"/>
          <ac:grpSpMkLst>
            <pc:docMk/>
            <pc:sldMk cId="1862342928" sldId="398"/>
            <ac:grpSpMk id="68" creationId="{57839F7F-98AF-44EB-11BD-84DA34B93EB7}"/>
          </ac:grpSpMkLst>
        </pc:grpChg>
      </pc:sldChg>
    </pc:docChg>
  </pc:docChgLst>
  <pc:docChgLst>
    <pc:chgData name="Guest User" userId="S::urn:spo:tenantanon#6370a6c0-7b90-4709-bd6e-59c28ede833b::" providerId="AD" clId="Web-{00558199-1D2A-D010-C23A-1FC4AD272521}"/>
    <pc:docChg chg="modSld">
      <pc:chgData name="Guest User" userId="S::urn:spo:tenantanon#6370a6c0-7b90-4709-bd6e-59c28ede833b::" providerId="AD" clId="Web-{00558199-1D2A-D010-C23A-1FC4AD272521}" dt="2026-10-07T14:18:17.077" v="1" actId="20577"/>
      <pc:docMkLst>
        <pc:docMk/>
      </pc:docMkLst>
      <pc:sldChg chg="modSp">
        <pc:chgData name="Guest User" userId="S::urn:spo:tenantanon#6370a6c0-7b90-4709-bd6e-59c28ede833b::" providerId="AD" clId="Web-{00558199-1D2A-D010-C23A-1FC4AD272521}" dt="2026-10-07T14:18:17.077" v="1" actId="20577"/>
        <pc:sldMkLst>
          <pc:docMk/>
          <pc:sldMk cId="1118591106" sldId="354"/>
        </pc:sldMkLst>
        <pc:spChg chg="mod">
          <ac:chgData name="Guest User" userId="S::urn:spo:tenantanon#6370a6c0-7b90-4709-bd6e-59c28ede833b::" providerId="AD" clId="Web-{00558199-1D2A-D010-C23A-1FC4AD272521}" dt="2026-10-07T14:18:17.077" v="1" actId="20577"/>
          <ac:spMkLst>
            <pc:docMk/>
            <pc:sldMk cId="1118591106" sldId="354"/>
            <ac:spMk id="84" creationId="{D1519720-65BB-0FAC-7C89-2D9A95DDA667}"/>
          </ac:spMkLst>
        </pc:spChg>
      </pc:sldChg>
    </pc:docChg>
  </pc:docChgLst>
  <pc:docChgLst>
    <pc:chgData name="Kauã Victor Dias dos Santos" userId="S::kauavds@al.insper.edu.br::563eb8b5-1801-4757-bc17-2373c34c55c9" providerId="AD" clId="Web-{E6867C31-A894-FB3E-30C4-E62862FE5B41}"/>
    <pc:docChg chg="addSld delSld modSld sldOrd">
      <pc:chgData name="Kauã Victor Dias dos Santos" userId="S::kauavds@al.insper.edu.br::563eb8b5-1801-4757-bc17-2373c34c55c9" providerId="AD" clId="Web-{E6867C31-A894-FB3E-30C4-E62862FE5B41}" dt="2026-09-21T00:05:59.167" v="166" actId="20577"/>
      <pc:docMkLst>
        <pc:docMk/>
      </pc:docMkLst>
      <pc:sldChg chg="modSp">
        <pc:chgData name="Kauã Victor Dias dos Santos" userId="S::kauavds@al.insper.edu.br::563eb8b5-1801-4757-bc17-2373c34c55c9" providerId="AD" clId="Web-{E6867C31-A894-FB3E-30C4-E62862FE5B41}" dt="2026-09-20T23:35:35.741" v="17" actId="20577"/>
        <pc:sldMkLst>
          <pc:docMk/>
          <pc:sldMk cId="1653737069" sldId="286"/>
        </pc:sldMkLst>
        <pc:spChg chg="mod">
          <ac:chgData name="Kauã Victor Dias dos Santos" userId="S::kauavds@al.insper.edu.br::563eb8b5-1801-4757-bc17-2373c34c55c9" providerId="AD" clId="Web-{E6867C31-A894-FB3E-30C4-E62862FE5B41}" dt="2026-09-20T23:35:35.741" v="17" actId="20577"/>
          <ac:spMkLst>
            <pc:docMk/>
            <pc:sldMk cId="1653737069" sldId="286"/>
            <ac:spMk id="40" creationId="{03DAEF48-553D-8ADE-F5B7-3A469646B4CB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46:09.887" v="125" actId="20577"/>
        <pc:sldMkLst>
          <pc:docMk/>
          <pc:sldMk cId="801149791" sldId="311"/>
        </pc:sldMkLst>
        <pc:spChg chg="mod">
          <ac:chgData name="Kauã Victor Dias dos Santos" userId="S::kauavds@al.insper.edu.br::563eb8b5-1801-4757-bc17-2373c34c55c9" providerId="AD" clId="Web-{E6867C31-A894-FB3E-30C4-E62862FE5B41}" dt="2026-09-20T23:46:09.887" v="125" actId="20577"/>
          <ac:spMkLst>
            <pc:docMk/>
            <pc:sldMk cId="801149791" sldId="311"/>
            <ac:spMk id="3" creationId="{F33F0DF1-831B-C8EE-9529-7A1584C93111}"/>
          </ac:spMkLst>
        </pc:spChg>
        <pc:spChg chg="mod">
          <ac:chgData name="Kauã Victor Dias dos Santos" userId="S::kauavds@al.insper.edu.br::563eb8b5-1801-4757-bc17-2373c34c55c9" providerId="AD" clId="Web-{E6867C31-A894-FB3E-30C4-E62862FE5B41}" dt="2026-09-20T23:38:34.856" v="41" actId="20577"/>
          <ac:spMkLst>
            <pc:docMk/>
            <pc:sldMk cId="801149791" sldId="311"/>
            <ac:spMk id="11" creationId="{6DC6E710-8D0C-AF3E-B8D1-1B55D5636C6C}"/>
          </ac:spMkLst>
        </pc:spChg>
        <pc:spChg chg="mod">
          <ac:chgData name="Kauã Victor Dias dos Santos" userId="S::kauavds@al.insper.edu.br::563eb8b5-1801-4757-bc17-2373c34c55c9" providerId="AD" clId="Web-{E6867C31-A894-FB3E-30C4-E62862FE5B41}" dt="2026-09-20T23:45:31.183" v="72" actId="14100"/>
          <ac:spMkLst>
            <pc:docMk/>
            <pc:sldMk cId="801149791" sldId="311"/>
            <ac:spMk id="14" creationId="{732AE37C-2EEA-B1C7-D0D5-8524C136F308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06.476" v="21" actId="14100"/>
        <pc:sldMkLst>
          <pc:docMk/>
          <pc:sldMk cId="4031254641" sldId="326"/>
        </pc:sldMkLst>
        <pc:spChg chg="mod">
          <ac:chgData name="Kauã Victor Dias dos Santos" userId="S::kauavds@al.insper.edu.br::563eb8b5-1801-4757-bc17-2373c34c55c9" providerId="AD" clId="Web-{E6867C31-A894-FB3E-30C4-E62862FE5B41}" dt="2026-09-20T23:36:06.476" v="21" actId="14100"/>
          <ac:spMkLst>
            <pc:docMk/>
            <pc:sldMk cId="4031254641" sldId="326"/>
            <ac:spMk id="2" creationId="{B7AEDC8D-5250-6AED-156D-B9884E7DF04A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48.243" v="28" actId="20577"/>
        <pc:sldMkLst>
          <pc:docMk/>
          <pc:sldMk cId="2721456284" sldId="328"/>
        </pc:sldMkLst>
        <pc:spChg chg="mod">
          <ac:chgData name="Kauã Victor Dias dos Santos" userId="S::kauavds@al.insper.edu.br::563eb8b5-1801-4757-bc17-2373c34c55c9" providerId="AD" clId="Web-{E6867C31-A894-FB3E-30C4-E62862FE5B41}" dt="2026-09-20T23:36:48.243" v="28" actId="20577"/>
          <ac:spMkLst>
            <pc:docMk/>
            <pc:sldMk cId="2721456284" sldId="328"/>
            <ac:spMk id="7" creationId="{E70B1A57-A6B1-CE34-302B-7472C52C70D6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6:44.009" v="26"/>
          <ac:grpSpMkLst>
            <pc:docMk/>
            <pc:sldMk cId="2721456284" sldId="328"/>
            <ac:grpSpMk id="28" creationId="{17F44C52-A592-F4FA-F73E-76DB1487FF07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5:50.507" v="19" actId="20577"/>
        <pc:sldMkLst>
          <pc:docMk/>
          <pc:sldMk cId="3816260276" sldId="329"/>
        </pc:sldMkLst>
        <pc:spChg chg="mod">
          <ac:chgData name="Kauã Victor Dias dos Santos" userId="S::kauavds@al.insper.edu.br::563eb8b5-1801-4757-bc17-2373c34c55c9" providerId="AD" clId="Web-{E6867C31-A894-FB3E-30C4-E62862FE5B41}" dt="2026-09-20T23:35:50.507" v="19" actId="20577"/>
          <ac:spMkLst>
            <pc:docMk/>
            <pc:sldMk cId="3816260276" sldId="329"/>
            <ac:spMk id="31" creationId="{12E6B28E-684A-A5F9-35DC-69E3CE2CABBD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26.946" v="25" actId="14100"/>
        <pc:sldMkLst>
          <pc:docMk/>
          <pc:sldMk cId="881085822" sldId="341"/>
        </pc:sldMkLst>
        <pc:spChg chg="mod">
          <ac:chgData name="Kauã Victor Dias dos Santos" userId="S::kauavds@al.insper.edu.br::563eb8b5-1801-4757-bc17-2373c34c55c9" providerId="AD" clId="Web-{E6867C31-A894-FB3E-30C4-E62862FE5B41}" dt="2026-09-20T23:36:26.946" v="25" actId="14100"/>
          <ac:spMkLst>
            <pc:docMk/>
            <pc:sldMk cId="881085822" sldId="341"/>
            <ac:spMk id="2" creationId="{D9CA186D-EC52-86D3-BA6A-7BD5A19621E0}"/>
          </ac:spMkLst>
        </pc:spChg>
      </pc:sldChg>
      <pc:sldChg chg="modSp mod ord modShow">
        <pc:chgData name="Kauã Victor Dias dos Santos" userId="S::kauavds@al.insper.edu.br::563eb8b5-1801-4757-bc17-2373c34c55c9" providerId="AD" clId="Web-{E6867C31-A894-FB3E-30C4-E62862FE5B41}" dt="2026-09-20T23:37:56.292" v="36" actId="20577"/>
        <pc:sldMkLst>
          <pc:docMk/>
          <pc:sldMk cId="917026926" sldId="344"/>
        </pc:sldMkLst>
        <pc:spChg chg="mod">
          <ac:chgData name="Kauã Victor Dias dos Santos" userId="S::kauavds@al.insper.edu.br::563eb8b5-1801-4757-bc17-2373c34c55c9" providerId="AD" clId="Web-{E6867C31-A894-FB3E-30C4-E62862FE5B41}" dt="2026-09-20T23:37:56.292" v="36" actId="20577"/>
          <ac:spMkLst>
            <pc:docMk/>
            <pc:sldMk cId="917026926" sldId="344"/>
            <ac:spMk id="2" creationId="{C6D584C9-F7E1-E9D4-047F-9F73944D6EEC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7:22.994" v="34"/>
          <ac:grpSpMkLst>
            <pc:docMk/>
            <pc:sldMk cId="917026926" sldId="344"/>
            <ac:grpSpMk id="97" creationId="{0D0B5E15-BA88-ADF3-F9E1-E8DAAE870F94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4:18.628" v="12" actId="20577"/>
        <pc:sldMkLst>
          <pc:docMk/>
          <pc:sldMk cId="2248886962" sldId="346"/>
        </pc:sldMkLst>
        <pc:spChg chg="mod">
          <ac:chgData name="Kauã Victor Dias dos Santos" userId="S::kauavds@al.insper.edu.br::563eb8b5-1801-4757-bc17-2373c34c55c9" providerId="AD" clId="Web-{E6867C31-A894-FB3E-30C4-E62862FE5B41}" dt="2026-09-20T23:34:18.628" v="12" actId="20577"/>
          <ac:spMkLst>
            <pc:docMk/>
            <pc:sldMk cId="2248886962" sldId="346"/>
            <ac:spMk id="12" creationId="{94DEB549-9409-52FA-7D37-FC6267DDFDE1}"/>
          </ac:spMkLst>
        </pc:spChg>
        <pc:graphicFrameChg chg="ord">
          <ac:chgData name="Kauã Victor Dias dos Santos" userId="S::kauavds@al.insper.edu.br::563eb8b5-1801-4757-bc17-2373c34c55c9" providerId="AD" clId="Web-{E6867C31-A894-FB3E-30C4-E62862FE5B41}" dt="2026-09-20T23:34:04.159" v="11"/>
          <ac:graphicFrameMkLst>
            <pc:docMk/>
            <pc:sldMk cId="2248886962" sldId="346"/>
            <ac:graphicFrameMk id="15" creationId="{40858FDC-1996-FAB9-71DD-3E2D9B48183F}"/>
          </ac:graphicFrameMkLst>
        </pc:graphicFrameChg>
      </pc:sldChg>
      <pc:sldChg chg="modSp">
        <pc:chgData name="Kauã Victor Dias dos Santos" userId="S::kauavds@al.insper.edu.br::563eb8b5-1801-4757-bc17-2373c34c55c9" providerId="AD" clId="Web-{E6867C31-A894-FB3E-30C4-E62862FE5B41}" dt="2026-09-20T23:33:46.486" v="10" actId="20577"/>
        <pc:sldMkLst>
          <pc:docMk/>
          <pc:sldMk cId="4207788666" sldId="347"/>
        </pc:sldMkLst>
        <pc:spChg chg="mod">
          <ac:chgData name="Kauã Victor Dias dos Santos" userId="S::kauavds@al.insper.edu.br::563eb8b5-1801-4757-bc17-2373c34c55c9" providerId="AD" clId="Web-{E6867C31-A894-FB3E-30C4-E62862FE5B41}" dt="2026-09-20T23:33:46.486" v="10" actId="20577"/>
          <ac:spMkLst>
            <pc:docMk/>
            <pc:sldMk cId="4207788666" sldId="347"/>
            <ac:spMk id="2" creationId="{5FC69101-08D8-EB8C-3A56-E12E4CFC6D99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3:32.814" v="8"/>
          <ac:grpSpMkLst>
            <pc:docMk/>
            <pc:sldMk cId="4207788666" sldId="347"/>
            <ac:grpSpMk id="97" creationId="{91A83713-1435-73DA-C348-FC280E7BB767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7:12.947" v="33" actId="20577"/>
        <pc:sldMkLst>
          <pc:docMk/>
          <pc:sldMk cId="4210405125" sldId="351"/>
        </pc:sldMkLst>
        <pc:spChg chg="mod">
          <ac:chgData name="Kauã Victor Dias dos Santos" userId="S::kauavds@al.insper.edu.br::563eb8b5-1801-4757-bc17-2373c34c55c9" providerId="AD" clId="Web-{E6867C31-A894-FB3E-30C4-E62862FE5B41}" dt="2026-09-20T23:37:12.947" v="33" actId="20577"/>
          <ac:spMkLst>
            <pc:docMk/>
            <pc:sldMk cId="4210405125" sldId="351"/>
            <ac:spMk id="7" creationId="{E70B1A57-A6B1-CE34-302B-7472C52C70D6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1T00:05:59.167" v="166" actId="20577"/>
        <pc:sldMkLst>
          <pc:docMk/>
          <pc:sldMk cId="2749314505" sldId="352"/>
        </pc:sldMkLst>
        <pc:spChg chg="mod">
          <ac:chgData name="Kauã Victor Dias dos Santos" userId="S::kauavds@al.insper.edu.br::563eb8b5-1801-4757-bc17-2373c34c55c9" providerId="AD" clId="Web-{E6867C31-A894-FB3E-30C4-E62862FE5B41}" dt="2026-09-21T00:05:59.167" v="166" actId="20577"/>
          <ac:spMkLst>
            <pc:docMk/>
            <pc:sldMk cId="2749314505" sldId="352"/>
            <ac:spMk id="15" creationId="{7B65B2D0-3C24-8F73-AE44-33AE3BB7F314}"/>
          </ac:spMkLst>
        </pc:spChg>
      </pc:sldChg>
    </pc:docChg>
  </pc:docChgLst>
  <pc:docChgLst>
    <pc:chgData name="Bernardo Caputo Gomes" userId="6da50d2c-d1b7-4a9f-8ea6-11c55775b80e" providerId="ADAL" clId="{2E3FE783-9AB9-4869-96B1-16E14BA4AC72}"/>
    <pc:docChg chg="undo redo custSel addSld delSld modSld sldOrd delMainMaster modMainMaster">
      <pc:chgData name="Bernardo Caputo Gomes" userId="6da50d2c-d1b7-4a9f-8ea6-11c55775b80e" providerId="ADAL" clId="{2E3FE783-9AB9-4869-96B1-16E14BA4AC72}" dt="2026-10-19T14:29:08.238" v="13964" actId="403"/>
      <pc:docMkLst>
        <pc:docMk/>
      </pc:docMkLst>
      <pc:sldChg chg="addSp delSp modSp mod modClrScheme modShow chgLayout">
        <pc:chgData name="Bernardo Caputo Gomes" userId="6da50d2c-d1b7-4a9f-8ea6-11c55775b80e" providerId="ADAL" clId="{2E3FE783-9AB9-4869-96B1-16E14BA4AC72}" dt="2026-10-07T13:45:46.409" v="8523" actId="729"/>
        <pc:sldMkLst>
          <pc:docMk/>
          <pc:sldMk cId="940414154" sldId="272"/>
        </pc:sldMkLst>
        <pc:spChg chg="add mod">
          <ac:chgData name="Bernardo Caputo Gomes" userId="6da50d2c-d1b7-4a9f-8ea6-11c55775b80e" providerId="ADAL" clId="{2E3FE783-9AB9-4869-96B1-16E14BA4AC72}" dt="2026-09-20T23:46:43.818" v="3586" actId="6549"/>
          <ac:spMkLst>
            <pc:docMk/>
            <pc:sldMk cId="940414154" sldId="272"/>
            <ac:spMk id="6" creationId="{6D4469EB-7206-72B7-1A21-EECA3D666919}"/>
          </ac:spMkLst>
        </pc:spChg>
        <pc:graphicFrameChg chg="mod ord">
          <ac:chgData name="Bernardo Caputo Gomes" userId="6da50d2c-d1b7-4a9f-8ea6-11c55775b80e" providerId="ADAL" clId="{2E3FE783-9AB9-4869-96B1-16E14BA4AC72}" dt="2026-09-20T23:48:45.600" v="3592" actId="14100"/>
          <ac:graphicFrameMkLst>
            <pc:docMk/>
            <pc:sldMk cId="940414154" sldId="272"/>
            <ac:graphicFrameMk id="9" creationId="{6DE7F02F-00D3-C89F-66F5-C164ADAD0927}"/>
          </ac:graphicFrameMkLst>
        </pc:graphicFrameChg>
        <pc:graphicFrameChg chg="mod">
          <ac:chgData name="Bernardo Caputo Gomes" userId="6da50d2c-d1b7-4a9f-8ea6-11c55775b80e" providerId="ADAL" clId="{2E3FE783-9AB9-4869-96B1-16E14BA4AC72}" dt="2026-09-20T23:48:49.924" v="3595" actId="14100"/>
          <ac:graphicFrameMkLst>
            <pc:docMk/>
            <pc:sldMk cId="940414154" sldId="272"/>
            <ac:graphicFrameMk id="12" creationId="{7E1C1D41-567A-FB20-1E44-07EF3FC14593}"/>
          </ac:graphicFrameMkLst>
        </pc:graphicFrameChg>
        <pc:picChg chg="mod">
          <ac:chgData name="Bernardo Caputo Gomes" userId="6da50d2c-d1b7-4a9f-8ea6-11c55775b80e" providerId="ADAL" clId="{2E3FE783-9AB9-4869-96B1-16E14BA4AC72}" dt="2026-10-05T13:46:21.991" v="4745" actId="1036"/>
          <ac:picMkLst>
            <pc:docMk/>
            <pc:sldMk cId="940414154" sldId="272"/>
            <ac:picMk id="16" creationId="{BC6F6E1E-9C7F-105C-D78F-39AE4F6FB058}"/>
          </ac:picMkLst>
        </pc:picChg>
      </pc:sldChg>
      <pc:sldChg chg="addSp delSp modSp add mod">
        <pc:chgData name="Bernardo Caputo Gomes" userId="6da50d2c-d1b7-4a9f-8ea6-11c55775b80e" providerId="ADAL" clId="{2E3FE783-9AB9-4869-96B1-16E14BA4AC72}" dt="2026-10-19T13:26:58.376" v="12194" actId="113"/>
        <pc:sldMkLst>
          <pc:docMk/>
          <pc:sldMk cId="1653737069" sldId="286"/>
        </pc:sldMkLst>
        <pc:spChg chg="del mod topLvl">
          <ac:chgData name="Bernardo Caputo Gomes" userId="6da50d2c-d1b7-4a9f-8ea6-11c55775b80e" providerId="ADAL" clId="{2E3FE783-9AB9-4869-96B1-16E14BA4AC72}" dt="2026-10-19T12:49:48.505" v="10793" actId="478"/>
          <ac:spMkLst>
            <pc:docMk/>
            <pc:sldMk cId="1653737069" sldId="286"/>
            <ac:spMk id="11" creationId="{D68D64CE-AEA1-536E-3933-3075B8121D97}"/>
          </ac:spMkLst>
        </pc:spChg>
        <pc:spChg chg="add mod">
          <ac:chgData name="Bernardo Caputo Gomes" userId="6da50d2c-d1b7-4a9f-8ea6-11c55775b80e" providerId="ADAL" clId="{2E3FE783-9AB9-4869-96B1-16E14BA4AC72}" dt="2026-10-19T12:50:28.408" v="10860" actId="1038"/>
          <ac:spMkLst>
            <pc:docMk/>
            <pc:sldMk cId="1653737069" sldId="286"/>
            <ac:spMk id="12" creationId="{B290C74C-7BF3-D6E0-CF8D-F896C008BB0F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3" creationId="{7C825678-67A3-A9A0-33DA-B2ADE645F599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4" creationId="{9BF0AB2A-E89D-9B79-6400-8494EA21916F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6" creationId="{FFE47A81-988D-4579-349C-AE3ECDA85037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7" creationId="{2B2D5480-16CF-B1E8-62B9-359A9609B689}"/>
          </ac:spMkLst>
        </pc:spChg>
        <pc:spChg chg="mod topLvl">
          <ac:chgData name="Bernardo Caputo Gomes" userId="6da50d2c-d1b7-4a9f-8ea6-11c55775b80e" providerId="ADAL" clId="{2E3FE783-9AB9-4869-96B1-16E14BA4AC72}" dt="2026-10-19T12:57:01.514" v="10927" actId="207"/>
          <ac:spMkLst>
            <pc:docMk/>
            <pc:sldMk cId="1653737069" sldId="286"/>
            <ac:spMk id="18" creationId="{32B4C71B-800A-2A13-15EE-42EB0354CFB2}"/>
          </ac:spMkLst>
        </pc:spChg>
        <pc:spChg chg="mod topLvl">
          <ac:chgData name="Bernardo Caputo Gomes" userId="6da50d2c-d1b7-4a9f-8ea6-11c55775b80e" providerId="ADAL" clId="{2E3FE783-9AB9-4869-96B1-16E14BA4AC72}" dt="2026-10-19T12:58:38.580" v="10934" actId="207"/>
          <ac:spMkLst>
            <pc:docMk/>
            <pc:sldMk cId="1653737069" sldId="286"/>
            <ac:spMk id="19" creationId="{B40038E8-D01C-DABB-3A71-28A05FD66C56}"/>
          </ac:spMkLst>
        </pc:spChg>
        <pc:spChg chg="add mod">
          <ac:chgData name="Bernardo Caputo Gomes" userId="6da50d2c-d1b7-4a9f-8ea6-11c55775b80e" providerId="ADAL" clId="{2E3FE783-9AB9-4869-96B1-16E14BA4AC72}" dt="2026-10-19T12:50:28.408" v="10860" actId="1038"/>
          <ac:spMkLst>
            <pc:docMk/>
            <pc:sldMk cId="1653737069" sldId="286"/>
            <ac:spMk id="21" creationId="{C7D5890E-C958-FDE3-A43E-3971AF6AFA01}"/>
          </ac:spMkLst>
        </pc:spChg>
        <pc:spChg chg="add mod">
          <ac:chgData name="Bernardo Caputo Gomes" userId="6da50d2c-d1b7-4a9f-8ea6-11c55775b80e" providerId="ADAL" clId="{2E3FE783-9AB9-4869-96B1-16E14BA4AC72}" dt="2026-10-19T13:00:07.518" v="10943" actId="207"/>
          <ac:spMkLst>
            <pc:docMk/>
            <pc:sldMk cId="1653737069" sldId="286"/>
            <ac:spMk id="24" creationId="{DE41B9E2-414D-A7D1-7BCF-7F24B0B6C855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27" creationId="{218C7C74-E83A-F4E0-4177-356EC2DF102D}"/>
          </ac:spMkLst>
        </pc:spChg>
        <pc:spChg chg="add del">
          <ac:chgData name="Bernardo Caputo Gomes" userId="6da50d2c-d1b7-4a9f-8ea6-11c55775b80e" providerId="ADAL" clId="{2E3FE783-9AB9-4869-96B1-16E14BA4AC72}" dt="2026-10-19T12:55:03.867" v="10890" actId="478"/>
          <ac:spMkLst>
            <pc:docMk/>
            <pc:sldMk cId="1653737069" sldId="286"/>
            <ac:spMk id="28" creationId="{D241E407-4470-4047-CBF0-F1017F3180C2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33" creationId="{69298370-0554-BCED-4107-E00D640B8A3D}"/>
          </ac:spMkLst>
        </pc:spChg>
        <pc:spChg chg="add mod">
          <ac:chgData name="Bernardo Caputo Gomes" userId="6da50d2c-d1b7-4a9f-8ea6-11c55775b80e" providerId="ADAL" clId="{2E3FE783-9AB9-4869-96B1-16E14BA4AC72}" dt="2026-10-19T13:26:58.376" v="12194" actId="113"/>
          <ac:spMkLst>
            <pc:docMk/>
            <pc:sldMk cId="1653737069" sldId="286"/>
            <ac:spMk id="38" creationId="{61D52229-697D-22DD-04DE-8FF4BBA6D6C0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39" creationId="{AE9B93B8-0E29-8838-E977-6FD99BAD27E0}"/>
          </ac:spMkLst>
        </pc:spChg>
        <pc:spChg chg="del">
          <ac:chgData name="Bernardo Caputo Gomes" userId="6da50d2c-d1b7-4a9f-8ea6-11c55775b80e" providerId="ADAL" clId="{2E3FE783-9AB9-4869-96B1-16E14BA4AC72}" dt="2026-10-19T13:24:11.171" v="12069" actId="478"/>
          <ac:spMkLst>
            <pc:docMk/>
            <pc:sldMk cId="1653737069" sldId="286"/>
            <ac:spMk id="42" creationId="{B1EE3A88-5BEB-DD07-8A36-C46DF45116CF}"/>
          </ac:spMkLst>
        </pc:spChg>
        <pc:grpChg chg="add mod">
          <ac:chgData name="Bernardo Caputo Gomes" userId="6da50d2c-d1b7-4a9f-8ea6-11c55775b80e" providerId="ADAL" clId="{2E3FE783-9AB9-4869-96B1-16E14BA4AC72}" dt="2026-10-19T12:51:13.641" v="10885" actId="12788"/>
          <ac:grpSpMkLst>
            <pc:docMk/>
            <pc:sldMk cId="1653737069" sldId="286"/>
            <ac:grpSpMk id="25" creationId="{1EB15500-A377-0E38-415F-0001B63F76C5}"/>
          </ac:grpSpMkLst>
        </pc:grpChg>
        <pc:grpChg chg="add del mod">
          <ac:chgData name="Bernardo Caputo Gomes" userId="6da50d2c-d1b7-4a9f-8ea6-11c55775b80e" providerId="ADAL" clId="{2E3FE783-9AB9-4869-96B1-16E14BA4AC72}" dt="2026-10-19T12:50:03.986" v="10821" actId="165"/>
          <ac:grpSpMkLst>
            <pc:docMk/>
            <pc:sldMk cId="1653737069" sldId="286"/>
            <ac:grpSpMk id="43" creationId="{39348266-8065-6117-3727-A2E75C2F740E}"/>
          </ac:grpSpMkLst>
        </pc:grpChg>
        <pc:picChg chg="add del mod modCrop">
          <ac:chgData name="Bernardo Caputo Gomes" userId="6da50d2c-d1b7-4a9f-8ea6-11c55775b80e" providerId="ADAL" clId="{2E3FE783-9AB9-4869-96B1-16E14BA4AC72}" dt="2026-10-19T12:57:04.152" v="10928" actId="478"/>
          <ac:picMkLst>
            <pc:docMk/>
            <pc:sldMk cId="1653737069" sldId="286"/>
            <ac:picMk id="30" creationId="{62D81727-85C1-A0BB-9FE5-0CD2057F3DEC}"/>
          </ac:picMkLst>
        </pc:picChg>
        <pc:picChg chg="add del mod modCrop">
          <ac:chgData name="Bernardo Caputo Gomes" userId="6da50d2c-d1b7-4a9f-8ea6-11c55775b80e" providerId="ADAL" clId="{2E3FE783-9AB9-4869-96B1-16E14BA4AC72}" dt="2026-10-19T12:58:41.048" v="10935" actId="478"/>
          <ac:picMkLst>
            <pc:docMk/>
            <pc:sldMk cId="1653737069" sldId="286"/>
            <ac:picMk id="32" creationId="{972D293E-EB4A-C36F-0437-CBE8FC1E612D}"/>
          </ac:picMkLst>
        </pc:picChg>
        <pc:picChg chg="add del mod modCrop">
          <ac:chgData name="Bernardo Caputo Gomes" userId="6da50d2c-d1b7-4a9f-8ea6-11c55775b80e" providerId="ADAL" clId="{2E3FE783-9AB9-4869-96B1-16E14BA4AC72}" dt="2026-10-19T13:00:09.623" v="10944" actId="478"/>
          <ac:picMkLst>
            <pc:docMk/>
            <pc:sldMk cId="1653737069" sldId="286"/>
            <ac:picMk id="34" creationId="{2C13E044-7493-BE3D-24EC-386A5A44D389}"/>
          </ac:picMkLst>
        </pc:picChg>
      </pc:sldChg>
      <pc:sldChg chg="del">
        <pc:chgData name="Bernardo Caputo Gomes" userId="6da50d2c-d1b7-4a9f-8ea6-11c55775b80e" providerId="ADAL" clId="{2E3FE783-9AB9-4869-96B1-16E14BA4AC72}" dt="2026-10-19T13:16:40.989" v="11901" actId="2696"/>
        <pc:sldMkLst>
          <pc:docMk/>
          <pc:sldMk cId="1406780801" sldId="289"/>
        </pc:sldMkLst>
      </pc:sldChg>
      <pc:sldChg chg="del">
        <pc:chgData name="Bernardo Caputo Gomes" userId="6da50d2c-d1b7-4a9f-8ea6-11c55775b80e" providerId="ADAL" clId="{2E3FE783-9AB9-4869-96B1-16E14BA4AC72}" dt="2026-10-19T13:16:37.575" v="11900" actId="2696"/>
        <pc:sldMkLst>
          <pc:docMk/>
          <pc:sldMk cId="3449326734" sldId="290"/>
        </pc:sldMkLst>
      </pc:sldChg>
      <pc:sldChg chg="del">
        <pc:chgData name="Bernardo Caputo Gomes" userId="6da50d2c-d1b7-4a9f-8ea6-11c55775b80e" providerId="ADAL" clId="{2E3FE783-9AB9-4869-96B1-16E14BA4AC72}" dt="2026-10-19T13:16:32.019" v="11899" actId="2696"/>
        <pc:sldMkLst>
          <pc:docMk/>
          <pc:sldMk cId="111405814" sldId="292"/>
        </pc:sldMkLst>
      </pc:sldChg>
      <pc:sldChg chg="del">
        <pc:chgData name="Bernardo Caputo Gomes" userId="6da50d2c-d1b7-4a9f-8ea6-11c55775b80e" providerId="ADAL" clId="{2E3FE783-9AB9-4869-96B1-16E14BA4AC72}" dt="2026-10-19T13:16:28.705" v="11898" actId="2696"/>
        <pc:sldMkLst>
          <pc:docMk/>
          <pc:sldMk cId="865773221" sldId="293"/>
        </pc:sldMkLst>
      </pc:sldChg>
      <pc:sldChg chg="del">
        <pc:chgData name="Bernardo Caputo Gomes" userId="6da50d2c-d1b7-4a9f-8ea6-11c55775b80e" providerId="ADAL" clId="{2E3FE783-9AB9-4869-96B1-16E14BA4AC72}" dt="2026-10-19T13:16:04.836" v="11892" actId="2696"/>
        <pc:sldMkLst>
          <pc:docMk/>
          <pc:sldMk cId="2436662301" sldId="309"/>
        </pc:sldMkLst>
      </pc:sldChg>
      <pc:sldChg chg="addSp delSp modSp mod modShow">
        <pc:chgData name="Bernardo Caputo Gomes" userId="6da50d2c-d1b7-4a9f-8ea6-11c55775b80e" providerId="ADAL" clId="{2E3FE783-9AB9-4869-96B1-16E14BA4AC72}" dt="2026-10-07T13:46:01.836" v="8530" actId="729"/>
        <pc:sldMkLst>
          <pc:docMk/>
          <pc:sldMk cId="801149791" sldId="311"/>
        </pc:sldMkLst>
        <pc:spChg chg="add mod">
          <ac:chgData name="Bernardo Caputo Gomes" userId="6da50d2c-d1b7-4a9f-8ea6-11c55775b80e" providerId="ADAL" clId="{2E3FE783-9AB9-4869-96B1-16E14BA4AC72}" dt="2026-09-20T19:20:48.183" v="2845" actId="20577"/>
          <ac:spMkLst>
            <pc:docMk/>
            <pc:sldMk cId="801149791" sldId="311"/>
            <ac:spMk id="2" creationId="{A0E77606-26DA-0203-CF64-39E63932F076}"/>
          </ac:spMkLst>
        </pc:spChg>
        <pc:spChg chg="add mod">
          <ac:chgData name="Bernardo Caputo Gomes" userId="6da50d2c-d1b7-4a9f-8ea6-11c55775b80e" providerId="ADAL" clId="{2E3FE783-9AB9-4869-96B1-16E14BA4AC72}" dt="2026-10-07T13:25:20.987" v="8519" actId="207"/>
          <ac:spMkLst>
            <pc:docMk/>
            <pc:sldMk cId="801149791" sldId="311"/>
            <ac:spMk id="6" creationId="{04741E8A-407A-1CBD-17DF-4C49C0C46DFC}"/>
          </ac:spMkLst>
        </pc:spChg>
        <pc:spChg chg="add mod">
          <ac:chgData name="Bernardo Caputo Gomes" userId="6da50d2c-d1b7-4a9f-8ea6-11c55775b80e" providerId="ADAL" clId="{2E3FE783-9AB9-4869-96B1-16E14BA4AC72}" dt="2026-09-20T21:29:50.603" v="3270" actId="20577"/>
          <ac:spMkLst>
            <pc:docMk/>
            <pc:sldMk cId="801149791" sldId="311"/>
            <ac:spMk id="11" creationId="{6DC6E710-8D0C-AF3E-B8D1-1B55D5636C6C}"/>
          </ac:spMkLst>
        </pc:spChg>
        <pc:graphicFrameChg chg="add mod">
          <ac:chgData name="Bernardo Caputo Gomes" userId="6da50d2c-d1b7-4a9f-8ea6-11c55775b80e" providerId="ADAL" clId="{2E3FE783-9AB9-4869-96B1-16E14BA4AC72}" dt="2026-09-20T23:50:29.889" v="3783" actId="554"/>
          <ac:graphicFrameMkLst>
            <pc:docMk/>
            <pc:sldMk cId="801149791" sldId="311"/>
            <ac:graphicFrameMk id="8" creationId="{C244A5EA-3344-9CBD-1007-8198A0191E71}"/>
          </ac:graphicFrameMkLst>
        </pc:graphicFrameChg>
        <pc:picChg chg="mod">
          <ac:chgData name="Bernardo Caputo Gomes" userId="6da50d2c-d1b7-4a9f-8ea6-11c55775b80e" providerId="ADAL" clId="{2E3FE783-9AB9-4869-96B1-16E14BA4AC72}" dt="2026-09-20T23:50:18.132" v="3772" actId="555"/>
          <ac:picMkLst>
            <pc:docMk/>
            <pc:sldMk cId="801149791" sldId="311"/>
            <ac:picMk id="10" creationId="{CCA30358-BB27-4E8D-0F68-70016BFACC66}"/>
          </ac:picMkLst>
        </pc:picChg>
        <pc:picChg chg="mod">
          <ac:chgData name="Bernardo Caputo Gomes" userId="6da50d2c-d1b7-4a9f-8ea6-11c55775b80e" providerId="ADAL" clId="{2E3FE783-9AB9-4869-96B1-16E14BA4AC72}" dt="2026-09-20T23:50:29.889" v="3783" actId="554"/>
          <ac:picMkLst>
            <pc:docMk/>
            <pc:sldMk cId="801149791" sldId="311"/>
            <ac:picMk id="12" creationId="{BDAF4802-C5E5-54A9-BE62-F9F025B7078D}"/>
          </ac:picMkLst>
        </pc:picChg>
      </pc:sldChg>
      <pc:sldChg chg="addSp modSp mod modShow">
        <pc:chgData name="Bernardo Caputo Gomes" userId="6da50d2c-d1b7-4a9f-8ea6-11c55775b80e" providerId="ADAL" clId="{2E3FE783-9AB9-4869-96B1-16E14BA4AC72}" dt="2026-10-07T13:46:20.081" v="8534" actId="729"/>
        <pc:sldMkLst>
          <pc:docMk/>
          <pc:sldMk cId="4177298897" sldId="314"/>
        </pc:sldMkLst>
        <pc:spChg chg="mod ord">
          <ac:chgData name="Bernardo Caputo Gomes" userId="6da50d2c-d1b7-4a9f-8ea6-11c55775b80e" providerId="ADAL" clId="{2E3FE783-9AB9-4869-96B1-16E14BA4AC72}" dt="2026-09-20T19:21:10.554" v="2902" actId="1036"/>
          <ac:spMkLst>
            <pc:docMk/>
            <pc:sldMk cId="4177298897" sldId="314"/>
            <ac:spMk id="2" creationId="{E5BC7041-CE8D-FBE5-1ED1-CE11E4A9002A}"/>
          </ac:spMkLst>
        </pc:spChg>
        <pc:spChg chg="add mod">
          <ac:chgData name="Bernardo Caputo Gomes" userId="6da50d2c-d1b7-4a9f-8ea6-11c55775b80e" providerId="ADAL" clId="{2E3FE783-9AB9-4869-96B1-16E14BA4AC72}" dt="2026-09-20T19:21:04.033" v="2872" actId="20577"/>
          <ac:spMkLst>
            <pc:docMk/>
            <pc:sldMk cId="4177298897" sldId="314"/>
            <ac:spMk id="6" creationId="{EBFC3A54-1B27-3877-1563-920803B00F30}"/>
          </ac:spMkLst>
        </pc:spChg>
      </pc:sldChg>
      <pc:sldChg chg="ord">
        <pc:chgData name="Bernardo Caputo Gomes" userId="6da50d2c-d1b7-4a9f-8ea6-11c55775b80e" providerId="ADAL" clId="{2E3FE783-9AB9-4869-96B1-16E14BA4AC72}" dt="2026-09-20T18:58:23.400" v="2501"/>
        <pc:sldMkLst>
          <pc:docMk/>
          <pc:sldMk cId="1695601358" sldId="317"/>
        </pc:sldMkLst>
      </pc:sldChg>
      <pc:sldChg chg="addSp delSp modSp mod">
        <pc:chgData name="Bernardo Caputo Gomes" userId="6da50d2c-d1b7-4a9f-8ea6-11c55775b80e" providerId="ADAL" clId="{2E3FE783-9AB9-4869-96B1-16E14BA4AC72}" dt="2026-09-20T19:53:20.767" v="2956" actId="12789"/>
        <pc:sldMkLst>
          <pc:docMk/>
          <pc:sldMk cId="4031254641" sldId="326"/>
        </pc:sldMkLst>
        <pc:spChg chg="add mod">
          <ac:chgData name="Bernardo Caputo Gomes" userId="6da50d2c-d1b7-4a9f-8ea6-11c55775b80e" providerId="ADAL" clId="{2E3FE783-9AB9-4869-96B1-16E14BA4AC72}" dt="2026-09-20T19:53:20.767" v="2956" actId="12789"/>
          <ac:spMkLst>
            <pc:docMk/>
            <pc:sldMk cId="4031254641" sldId="326"/>
            <ac:spMk id="3" creationId="{565A2CF0-8812-626E-0F76-2F3BDB1B08AA}"/>
          </ac:spMkLst>
        </pc:spChg>
        <pc:spChg chg="mod">
          <ac:chgData name="Bernardo Caputo Gomes" userId="6da50d2c-d1b7-4a9f-8ea6-11c55775b80e" providerId="ADAL" clId="{2E3FE783-9AB9-4869-96B1-16E14BA4AC72}" dt="2026-09-20T19:53:20.767" v="2956" actId="12789"/>
          <ac:spMkLst>
            <pc:docMk/>
            <pc:sldMk cId="4031254641" sldId="326"/>
            <ac:spMk id="2012" creationId="{00000000-0000-0000-0000-000000000000}"/>
          </ac:spMkLst>
        </pc:spChg>
      </pc:sldChg>
      <pc:sldChg chg="addSp delSp modSp mod">
        <pc:chgData name="Bernardo Caputo Gomes" userId="6da50d2c-d1b7-4a9f-8ea6-11c55775b80e" providerId="ADAL" clId="{2E3FE783-9AB9-4869-96B1-16E14BA4AC72}" dt="2026-10-07T14:00:09.330" v="8760" actId="478"/>
        <pc:sldMkLst>
          <pc:docMk/>
          <pc:sldMk cId="2721456284" sldId="328"/>
        </pc:sldMkLst>
        <pc:spChg chg="mod">
          <ac:chgData name="Bernardo Caputo Gomes" userId="6da50d2c-d1b7-4a9f-8ea6-11c55775b80e" providerId="ADAL" clId="{2E3FE783-9AB9-4869-96B1-16E14BA4AC72}" dt="2026-09-20T20:04:06.412" v="2975" actId="208"/>
          <ac:spMkLst>
            <pc:docMk/>
            <pc:sldMk cId="2721456284" sldId="328"/>
            <ac:spMk id="5" creationId="{985978EA-62E5-5444-25C9-1E5117C7568B}"/>
          </ac:spMkLst>
        </pc:spChg>
        <pc:spChg chg="mod">
          <ac:chgData name="Bernardo Caputo Gomes" userId="6da50d2c-d1b7-4a9f-8ea6-11c55775b80e" providerId="ADAL" clId="{2E3FE783-9AB9-4869-96B1-16E14BA4AC72}" dt="2026-09-20T20:04:19.257" v="2978" actId="1037"/>
          <ac:spMkLst>
            <pc:docMk/>
            <pc:sldMk cId="2721456284" sldId="328"/>
            <ac:spMk id="8" creationId="{85F5A5DC-0139-79BC-99F1-5BC2742958CB}"/>
          </ac:spMkLst>
        </pc:spChg>
        <pc:spChg chg="mod">
          <ac:chgData name="Bernardo Caputo Gomes" userId="6da50d2c-d1b7-4a9f-8ea6-11c55775b80e" providerId="ADAL" clId="{2E3FE783-9AB9-4869-96B1-16E14BA4AC72}" dt="2026-09-20T21:22:29.737" v="3116" actId="1035"/>
          <ac:spMkLst>
            <pc:docMk/>
            <pc:sldMk cId="2721456284" sldId="328"/>
            <ac:spMk id="21" creationId="{E2F180CF-09D1-B73C-EF67-A17E37AED802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33" creationId="{CAEC2B22-F8E2-F5DE-CD1F-BDA55B5C0067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34" creationId="{3BE9C572-D2E6-86CB-1587-EA01C3F96FC8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1" creationId="{E5AFCA71-4556-0927-CC18-E35AF9C15E52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2" creationId="{ADAF658A-EE6C-9A45-8A24-555F1FCC921A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5" creationId="{A75846B6-9F47-2ADE-B15A-A71A703DA04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7" creationId="{4CAD3348-C567-15A4-2830-0E7FD9C98CD8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0" creationId="{8EDAC523-3440-F5E1-3B09-3E46F6FB118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2" creationId="{2EEF50C7-B3BC-4B0D-5EB2-2A4755C3098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6" creationId="{FCF6F84C-6FDA-5A23-E069-7B6EB94AC346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7" creationId="{FE3FCA8F-D61C-2493-4980-78F3B5655899}"/>
          </ac:spMkLst>
        </pc:spChg>
        <pc:picChg chg="mod">
          <ac:chgData name="Bernardo Caputo Gomes" userId="6da50d2c-d1b7-4a9f-8ea6-11c55775b80e" providerId="ADAL" clId="{2E3FE783-9AB9-4869-96B1-16E14BA4AC72}" dt="2026-09-20T21:07:02.279" v="3088" actId="14100"/>
          <ac:picMkLst>
            <pc:docMk/>
            <pc:sldMk cId="2721456284" sldId="328"/>
            <ac:picMk id="22" creationId="{FBC7BA27-3F5C-AC55-92CE-8C27CAA84D15}"/>
          </ac:picMkLst>
        </pc:picChg>
      </pc:sldChg>
      <pc:sldChg chg="addSp delSp modSp mod">
        <pc:chgData name="Bernardo Caputo Gomes" userId="6da50d2c-d1b7-4a9f-8ea6-11c55775b80e" providerId="ADAL" clId="{2E3FE783-9AB9-4869-96B1-16E14BA4AC72}" dt="2026-09-20T23:50:43.964" v="3784" actId="478"/>
        <pc:sldMkLst>
          <pc:docMk/>
          <pc:sldMk cId="3816260276" sldId="329"/>
        </pc:sldMkLst>
      </pc:sldChg>
      <pc:sldChg chg="addSp delSp modSp add mod ord modShow">
        <pc:chgData name="Bernardo Caputo Gomes" userId="6da50d2c-d1b7-4a9f-8ea6-11c55775b80e" providerId="ADAL" clId="{2E3FE783-9AB9-4869-96B1-16E14BA4AC72}" dt="2026-09-20T19:01:53.027" v="2843" actId="20577"/>
        <pc:sldMkLst>
          <pc:docMk/>
          <pc:sldMk cId="917026926" sldId="344"/>
        </pc:sldMkLst>
        <pc:spChg chg="mod">
          <ac:chgData name="Bernardo Caputo Gomes" userId="6da50d2c-d1b7-4a9f-8ea6-11c55775b80e" providerId="ADAL" clId="{2E3FE783-9AB9-4869-96B1-16E14BA4AC72}" dt="2026-09-20T16:00:55.993" v="2360" actId="313"/>
          <ac:spMkLst>
            <pc:docMk/>
            <pc:sldMk cId="917026926" sldId="344"/>
            <ac:spMk id="3" creationId="{825EF4D4-933F-A75F-D5A2-5869C711460A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5" creationId="{C678DA31-3BB0-DFEA-48F2-E67463403928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10" creationId="{0D83207D-3922-3DFE-8CE4-7821D12F7489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16" creationId="{3E0C97DF-4723-D794-0BE1-C94A061EFA01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0" creationId="{2CF9107D-5A77-E6F4-C5E8-2CF16F1A7187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4" creationId="{C76546F3-4ACF-048B-EA0C-04B0F24D1C51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6" creationId="{BC8CD39C-4F0C-DFFA-CB2A-F214BD11D440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9" creationId="{17A3757B-3D23-CC99-C609-93EA175E5E1C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33" creationId="{6088F753-4FD4-5A34-C195-06791D3D6C13}"/>
          </ac:spMkLst>
        </pc:spChg>
        <pc:spChg chg="mod">
          <ac:chgData name="Bernardo Caputo Gomes" userId="6da50d2c-d1b7-4a9f-8ea6-11c55775b80e" providerId="ADAL" clId="{2E3FE783-9AB9-4869-96B1-16E14BA4AC72}" dt="2026-09-20T16:02:31.580" v="2368" actId="164"/>
          <ac:spMkLst>
            <pc:docMk/>
            <pc:sldMk cId="917026926" sldId="344"/>
            <ac:spMk id="39" creationId="{AEAC7FCF-A270-3DDA-9CBD-2FBC3897C461}"/>
          </ac:spMkLst>
        </pc:spChg>
        <pc:spChg chg="add mod">
          <ac:chgData name="Bernardo Caputo Gomes" userId="6da50d2c-d1b7-4a9f-8ea6-11c55775b80e" providerId="ADAL" clId="{2E3FE783-9AB9-4869-96B1-16E14BA4AC72}" dt="2026-09-20T16:02:31.580" v="2368" actId="164"/>
          <ac:spMkLst>
            <pc:docMk/>
            <pc:sldMk cId="917026926" sldId="344"/>
            <ac:spMk id="43" creationId="{68EC1178-B3E0-683C-0C89-8459BC3D1055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45" creationId="{E94064C7-BA11-7737-396D-8E263430C145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47" creationId="{FF28408C-6E49-C75A-9151-9938FC1DB6C6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51" creationId="{A1265641-DD71-F7E4-D3C9-AA684D31DBE8}"/>
          </ac:spMkLst>
        </pc:spChg>
        <pc:spChg chg="add">
          <ac:chgData name="Bernardo Caputo Gomes" userId="6da50d2c-d1b7-4a9f-8ea6-11c55775b80e" providerId="ADAL" clId="{2E3FE783-9AB9-4869-96B1-16E14BA4AC72}" dt="2026-09-20T16:01:38.770" v="2363" actId="22"/>
          <ac:spMkLst>
            <pc:docMk/>
            <pc:sldMk cId="917026926" sldId="344"/>
            <ac:spMk id="55" creationId="{36A6CB95-61FE-E222-18B8-BC8694108F29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59" creationId="{4C0C3975-5F73-3056-5DB8-EC9CEA09306D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63" creationId="{636112A7-D697-73A3-257D-EF8D0D399C21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67" creationId="{3E972387-1627-E2C1-A646-D1878B3A7814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71" creationId="{298126D2-CB5A-1E16-283A-C4F682298DAA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78" creationId="{486654E4-AB2D-4093-A331-A607C862D102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82" creationId="{0F0F0484-D426-7493-11AB-F6E6012B5930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86" creationId="{23DF7A25-76B3-21BA-E668-9F9E982247AF}"/>
          </ac:spMkLst>
        </pc:spChg>
        <pc:spChg chg="add mod">
          <ac:chgData name="Bernardo Caputo Gomes" userId="6da50d2c-d1b7-4a9f-8ea6-11c55775b80e" providerId="ADAL" clId="{2E3FE783-9AB9-4869-96B1-16E14BA4AC72}" dt="2026-09-20T16:02:58.623" v="2387" actId="164"/>
          <ac:spMkLst>
            <pc:docMk/>
            <pc:sldMk cId="917026926" sldId="344"/>
            <ac:spMk id="90" creationId="{E976D4D9-95A2-B4BA-379D-6481F2053AE3}"/>
          </ac:spMkLst>
        </pc:spChg>
        <pc:spChg chg="add mod">
          <ac:chgData name="Bernardo Caputo Gomes" userId="6da50d2c-d1b7-4a9f-8ea6-11c55775b80e" providerId="ADAL" clId="{2E3FE783-9AB9-4869-96B1-16E14BA4AC72}" dt="2026-09-20T19:01:53.027" v="2843" actId="20577"/>
          <ac:spMkLst>
            <pc:docMk/>
            <pc:sldMk cId="917026926" sldId="344"/>
            <ac:spMk id="94" creationId="{B95565A2-4882-2370-46D5-D12E0B486C40}"/>
          </ac:spMkLst>
        </pc:spChg>
        <pc:spChg chg="add">
          <ac:chgData name="Bernardo Caputo Gomes" userId="6da50d2c-d1b7-4a9f-8ea6-11c55775b80e" providerId="ADAL" clId="{2E3FE783-9AB9-4869-96B1-16E14BA4AC72}" dt="2026-09-20T16:01:55.103" v="2366" actId="22"/>
          <ac:spMkLst>
            <pc:docMk/>
            <pc:sldMk cId="917026926" sldId="344"/>
            <ac:spMk id="162" creationId="{83BDBE20-A294-593C-5A26-21488A7BD3DE}"/>
          </ac:spMkLst>
        </pc:spChg>
        <pc:grpChg chg="add mod">
          <ac:chgData name="Bernardo Caputo Gomes" userId="6da50d2c-d1b7-4a9f-8ea6-11c55775b80e" providerId="ADAL" clId="{2E3FE783-9AB9-4869-96B1-16E14BA4AC72}" dt="2026-09-20T19:00:09.854" v="2528" actId="465"/>
          <ac:grpSpMkLst>
            <pc:docMk/>
            <pc:sldMk cId="917026926" sldId="344"/>
            <ac:grpSpMk id="35" creationId="{C578AC84-2773-A277-A61B-305BD14E15B4}"/>
          </ac:grpSpMkLst>
        </pc:grpChg>
        <pc:grpChg chg="mod">
          <ac:chgData name="Bernardo Caputo Gomes" userId="6da50d2c-d1b7-4a9f-8ea6-11c55775b80e" providerId="ADAL" clId="{2E3FE783-9AB9-4869-96B1-16E14BA4AC72}" dt="2026-09-20T19:00:07.623" v="2527" actId="12788"/>
          <ac:grpSpMkLst>
            <pc:docMk/>
            <pc:sldMk cId="917026926" sldId="344"/>
            <ac:grpSpMk id="163" creationId="{723C95C8-FB99-08ED-6037-EDC5931F5FD1}"/>
          </ac:grpSpMkLst>
        </pc:grpChg>
        <pc:grpChg chg="add mod">
          <ac:chgData name="Bernardo Caputo Gomes" userId="6da50d2c-d1b7-4a9f-8ea6-11c55775b80e" providerId="ADAL" clId="{2E3FE783-9AB9-4869-96B1-16E14BA4AC72}" dt="2026-09-20T19:00:09.854" v="2528" actId="465"/>
          <ac:grpSpMkLst>
            <pc:docMk/>
            <pc:sldMk cId="917026926" sldId="344"/>
            <ac:grpSpMk id="164" creationId="{09F9C9B5-1EA6-E5CC-7A31-BEA9D0901C41}"/>
          </ac:grpSpMkLst>
        </pc:grpChg>
        <pc:grpChg chg="add mod">
          <ac:chgData name="Bernardo Caputo Gomes" userId="6da50d2c-d1b7-4a9f-8ea6-11c55775b80e" providerId="ADAL" clId="{2E3FE783-9AB9-4869-96B1-16E14BA4AC72}" dt="2026-09-20T19:00:07.623" v="2527" actId="12788"/>
          <ac:grpSpMkLst>
            <pc:docMk/>
            <pc:sldMk cId="917026926" sldId="344"/>
            <ac:grpSpMk id="165" creationId="{812C7FBF-C156-B397-C6CD-DB70574B0437}"/>
          </ac:grpSpMkLst>
        </pc:grpChg>
      </pc:sldChg>
      <pc:sldChg chg="addSp delSp modSp add mod ord">
        <pc:chgData name="Bernardo Caputo Gomes" userId="6da50d2c-d1b7-4a9f-8ea6-11c55775b80e" providerId="ADAL" clId="{2E3FE783-9AB9-4869-96B1-16E14BA4AC72}" dt="2026-09-20T16:06:02.901" v="2498" actId="478"/>
        <pc:sldMkLst>
          <pc:docMk/>
          <pc:sldMk cId="477705058" sldId="345"/>
        </pc:sldMkLst>
        <pc:spChg chg="add mod">
          <ac:chgData name="Bernardo Caputo Gomes" userId="6da50d2c-d1b7-4a9f-8ea6-11c55775b80e" providerId="ADAL" clId="{2E3FE783-9AB9-4869-96B1-16E14BA4AC72}" dt="2026-09-20T16:05:48.737" v="2497" actId="1038"/>
          <ac:spMkLst>
            <pc:docMk/>
            <pc:sldMk cId="477705058" sldId="345"/>
            <ac:spMk id="8" creationId="{65AAED65-3818-1D6F-46A2-74200BCE7D7F}"/>
          </ac:spMkLst>
        </pc:spChg>
      </pc:sldChg>
      <pc:sldChg chg="addSp delSp modSp mod modShow">
        <pc:chgData name="Bernardo Caputo Gomes" userId="6da50d2c-d1b7-4a9f-8ea6-11c55775b80e" providerId="ADAL" clId="{2E3FE783-9AB9-4869-96B1-16E14BA4AC72}" dt="2026-10-07T13:45:58.742" v="8529" actId="729"/>
        <pc:sldMkLst>
          <pc:docMk/>
          <pc:sldMk cId="2248886962" sldId="346"/>
        </pc:sldMkLst>
        <pc:spChg chg="add mod">
          <ac:chgData name="Bernardo Caputo Gomes" userId="6da50d2c-d1b7-4a9f-8ea6-11c55775b80e" providerId="ADAL" clId="{2E3FE783-9AB9-4869-96B1-16E14BA4AC72}" dt="2026-09-20T23:49:45.667" v="3767" actId="6549"/>
          <ac:spMkLst>
            <pc:docMk/>
            <pc:sldMk cId="2248886962" sldId="346"/>
            <ac:spMk id="8" creationId="{731D98BD-375F-A40E-CCC8-BFD0A8B29398}"/>
          </ac:spMkLst>
        </pc:spChg>
        <pc:graphicFrameChg chg="mod">
          <ac:chgData name="Bernardo Caputo Gomes" userId="6da50d2c-d1b7-4a9f-8ea6-11c55775b80e" providerId="ADAL" clId="{2E3FE783-9AB9-4869-96B1-16E14BA4AC72}" dt="2026-09-20T23:48:55.068" v="3596" actId="14100"/>
          <ac:graphicFrameMkLst>
            <pc:docMk/>
            <pc:sldMk cId="2248886962" sldId="346"/>
            <ac:graphicFrameMk id="6" creationId="{C7374A64-1024-2AB1-887E-61A9A7A660E9}"/>
          </ac:graphicFrameMkLst>
        </pc:graphicFrameChg>
        <pc:graphicFrameChg chg="mod">
          <ac:chgData name="Bernardo Caputo Gomes" userId="6da50d2c-d1b7-4a9f-8ea6-11c55775b80e" providerId="ADAL" clId="{2E3FE783-9AB9-4869-96B1-16E14BA4AC72}" dt="2026-09-20T23:48:58.062" v="3597" actId="14100"/>
          <ac:graphicFrameMkLst>
            <pc:docMk/>
            <pc:sldMk cId="2248886962" sldId="346"/>
            <ac:graphicFrameMk id="15" creationId="{40858FDC-1996-FAB9-71DD-3E2D9B48183F}"/>
          </ac:graphicFrameMkLst>
        </pc:graphicFrameChg>
        <pc:picChg chg="mod">
          <ac:chgData name="Bernardo Caputo Gomes" userId="6da50d2c-d1b7-4a9f-8ea6-11c55775b80e" providerId="ADAL" clId="{2E3FE783-9AB9-4869-96B1-16E14BA4AC72}" dt="2026-10-05T13:51:37.410" v="4746" actId="1036"/>
          <ac:picMkLst>
            <pc:docMk/>
            <pc:sldMk cId="2248886962" sldId="346"/>
            <ac:picMk id="11" creationId="{75341127-E4C4-42FC-2A9B-BE2373E146D1}"/>
          </ac:picMkLst>
        </pc:picChg>
      </pc:sldChg>
      <pc:sldChg chg="addSp delSp modSp mod ord modShow">
        <pc:chgData name="Bernardo Caputo Gomes" userId="6da50d2c-d1b7-4a9f-8ea6-11c55775b80e" providerId="ADAL" clId="{2E3FE783-9AB9-4869-96B1-16E14BA4AC72}" dt="2026-10-19T13:23:42.497" v="12042" actId="478"/>
        <pc:sldMkLst>
          <pc:docMk/>
          <pc:sldMk cId="4207788666" sldId="347"/>
        </pc:sldMkLst>
        <pc:spChg chg="add del">
          <ac:chgData name="Bernardo Caputo Gomes" userId="6da50d2c-d1b7-4a9f-8ea6-11c55775b80e" providerId="ADAL" clId="{2E3FE783-9AB9-4869-96B1-16E14BA4AC72}" dt="2026-10-19T13:23:42.497" v="12042" actId="478"/>
          <ac:spMkLst>
            <pc:docMk/>
            <pc:sldMk cId="4207788666" sldId="347"/>
            <ac:spMk id="6" creationId="{AB2EB80F-9425-BDB6-3F8F-EE3E137F5CA7}"/>
          </ac:spMkLst>
        </pc:spChg>
        <pc:spChg chg="mod">
          <ac:chgData name="Bernardo Caputo Gomes" userId="6da50d2c-d1b7-4a9f-8ea6-11c55775b80e" providerId="ADAL" clId="{2E3FE783-9AB9-4869-96B1-16E14BA4AC72}" dt="2026-09-20T21:01:41.412" v="2994" actId="164"/>
          <ac:spMkLst>
            <pc:docMk/>
            <pc:sldMk cId="4207788666" sldId="347"/>
            <ac:spMk id="108" creationId="{4D864113-EC30-7360-4FB0-2B483495B833}"/>
          </ac:spMkLst>
        </pc:spChg>
        <pc:spChg chg="mod">
          <ac:chgData name="Bernardo Caputo Gomes" userId="6da50d2c-d1b7-4a9f-8ea6-11c55775b80e" providerId="ADAL" clId="{2E3FE783-9AB9-4869-96B1-16E14BA4AC72}" dt="2026-09-20T21:01:33.282" v="2993" actId="164"/>
          <ac:spMkLst>
            <pc:docMk/>
            <pc:sldMk cId="4207788666" sldId="347"/>
            <ac:spMk id="1080" creationId="{4D864113-EC30-7360-4FB0-2B483495B833}"/>
          </ac:spMkLst>
        </pc:spChg>
        <pc:spChg chg="mod">
          <ac:chgData name="Bernardo Caputo Gomes" userId="6da50d2c-d1b7-4a9f-8ea6-11c55775b80e" providerId="ADAL" clId="{2E3FE783-9AB9-4869-96B1-16E14BA4AC72}" dt="2026-09-20T21:01:41.412" v="2994" actId="164"/>
          <ac:spMkLst>
            <pc:docMk/>
            <pc:sldMk cId="4207788666" sldId="347"/>
            <ac:spMk id="2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09-20T21:01:33.282" v="2993" actId="164"/>
          <ac:spMkLst>
            <pc:docMk/>
            <pc:sldMk cId="4207788666" sldId="347"/>
            <ac:spMk id="2003" creationId="{00000000-0000-0000-0000-000000000000}"/>
          </ac:spMkLst>
        </pc:spChg>
        <pc:grpChg chg="add mod">
          <ac:chgData name="Bernardo Caputo Gomes" userId="6da50d2c-d1b7-4a9f-8ea6-11c55775b80e" providerId="ADAL" clId="{2E3FE783-9AB9-4869-96B1-16E14BA4AC72}" dt="2026-09-20T21:01:44.808" v="2995" actId="164"/>
          <ac:grpSpMkLst>
            <pc:docMk/>
            <pc:sldMk cId="4207788666" sldId="347"/>
            <ac:grpSpMk id="4" creationId="{B323385A-CCE3-2E85-00C6-B2ED40ED0AEB}"/>
          </ac:grpSpMkLst>
        </pc:grpChg>
        <pc:grpChg chg="add mod">
          <ac:chgData name="Bernardo Caputo Gomes" userId="6da50d2c-d1b7-4a9f-8ea6-11c55775b80e" providerId="ADAL" clId="{2E3FE783-9AB9-4869-96B1-16E14BA4AC72}" dt="2026-09-20T21:01:44.808" v="2995" actId="164"/>
          <ac:grpSpMkLst>
            <pc:docMk/>
            <pc:sldMk cId="4207788666" sldId="347"/>
            <ac:grpSpMk id="5" creationId="{C20B9960-49DB-722B-27EB-90124AAD7B26}"/>
          </ac:grpSpMkLst>
        </pc:grpChg>
        <pc:grpChg chg="add mod">
          <ac:chgData name="Bernardo Caputo Gomes" userId="6da50d2c-d1b7-4a9f-8ea6-11c55775b80e" providerId="ADAL" clId="{2E3FE783-9AB9-4869-96B1-16E14BA4AC72}" dt="2026-09-20T21:07:18.518" v="3105" actId="12789"/>
          <ac:grpSpMkLst>
            <pc:docMk/>
            <pc:sldMk cId="4207788666" sldId="347"/>
            <ac:grpSpMk id="8" creationId="{E2CCB2AE-2ECC-4F30-AEDE-AA738D73A694}"/>
          </ac:grpSpMkLst>
        </pc:grpChg>
        <pc:grpChg chg="mod">
          <ac:chgData name="Bernardo Caputo Gomes" userId="6da50d2c-d1b7-4a9f-8ea6-11c55775b80e" providerId="ADAL" clId="{2E3FE783-9AB9-4869-96B1-16E14BA4AC72}" dt="2026-09-20T21:07:18.518" v="3105" actId="12789"/>
          <ac:grpSpMkLst>
            <pc:docMk/>
            <pc:sldMk cId="4207788666" sldId="347"/>
            <ac:grpSpMk id="138" creationId="{8FCFAFBE-5EE3-F46D-498A-8CFA7C125DE6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8:45.926" v="12303" actId="1035"/>
        <pc:sldMkLst>
          <pc:docMk/>
          <pc:sldMk cId="2749314505" sldId="352"/>
        </pc:sldMkLst>
        <pc:spChg chg="add del">
          <ac:chgData name="Bernardo Caputo Gomes" userId="6da50d2c-d1b7-4a9f-8ea6-11c55775b80e" providerId="ADAL" clId="{2E3FE783-9AB9-4869-96B1-16E14BA4AC72}" dt="2026-10-19T13:27:32.473" v="12199" actId="478"/>
          <ac:spMkLst>
            <pc:docMk/>
            <pc:sldMk cId="2749314505" sldId="352"/>
            <ac:spMk id="3" creationId="{34F1CF36-1FE6-D14B-A648-5EEC58FFF5BD}"/>
          </ac:spMkLst>
        </pc:spChg>
        <pc:spChg chg="del mod">
          <ac:chgData name="Bernardo Caputo Gomes" userId="6da50d2c-d1b7-4a9f-8ea6-11c55775b80e" providerId="ADAL" clId="{2E3FE783-9AB9-4869-96B1-16E14BA4AC72}" dt="2026-10-19T13:24:28.187" v="12100" actId="478"/>
          <ac:spMkLst>
            <pc:docMk/>
            <pc:sldMk cId="2749314505" sldId="352"/>
            <ac:spMk id="6" creationId="{09A4522D-10EC-BCF9-1C19-A961D787F7DD}"/>
          </ac:spMkLst>
        </pc:spChg>
        <pc:spChg chg="add mod">
          <ac:chgData name="Bernardo Caputo Gomes" userId="6da50d2c-d1b7-4a9f-8ea6-11c55775b80e" providerId="ADAL" clId="{2E3FE783-9AB9-4869-96B1-16E14BA4AC72}" dt="2026-10-19T13:27:52.972" v="12204" actId="113"/>
          <ac:spMkLst>
            <pc:docMk/>
            <pc:sldMk cId="2749314505" sldId="352"/>
            <ac:spMk id="7" creationId="{026DA21C-120B-188D-C42C-2AD1C054C18E}"/>
          </ac:spMkLst>
        </pc:spChg>
        <pc:spChg chg="add">
          <ac:chgData name="Bernardo Caputo Gomes" userId="6da50d2c-d1b7-4a9f-8ea6-11c55775b80e" providerId="ADAL" clId="{2E3FE783-9AB9-4869-96B1-16E14BA4AC72}" dt="2026-09-20T23:58:47.566" v="3802" actId="22"/>
          <ac:spMkLst>
            <pc:docMk/>
            <pc:sldMk cId="2749314505" sldId="352"/>
            <ac:spMk id="8" creationId="{15AD1CDB-BB31-41E7-2772-2EE8DD62522C}"/>
          </ac:spMkLst>
        </pc:spChg>
        <pc:spChg chg="add mod">
          <ac:chgData name="Bernardo Caputo Gomes" userId="6da50d2c-d1b7-4a9f-8ea6-11c55775b80e" providerId="ADAL" clId="{2E3FE783-9AB9-4869-96B1-16E14BA4AC72}" dt="2026-10-19T13:28:45.926" v="12303" actId="1035"/>
          <ac:spMkLst>
            <pc:docMk/>
            <pc:sldMk cId="2749314505" sldId="352"/>
            <ac:spMk id="9" creationId="{51CC6AF6-CC7C-E95C-FF49-A048B20ED600}"/>
          </ac:spMkLst>
        </pc:spChg>
        <pc:spChg chg="mod">
          <ac:chgData name="Bernardo Caputo Gomes" userId="6da50d2c-d1b7-4a9f-8ea6-11c55775b80e" providerId="ADAL" clId="{2E3FE783-9AB9-4869-96B1-16E14BA4AC72}" dt="2026-09-21T00:00:36.084" v="3828" actId="207"/>
          <ac:spMkLst>
            <pc:docMk/>
            <pc:sldMk cId="2749314505" sldId="352"/>
            <ac:spMk id="11" creationId="{F97BB95C-D9D8-8E88-3D0F-6CE60DC7D494}"/>
          </ac:spMkLst>
        </pc:spChg>
        <pc:spChg chg="mod">
          <ac:chgData name="Bernardo Caputo Gomes" userId="6da50d2c-d1b7-4a9f-8ea6-11c55775b80e" providerId="ADAL" clId="{2E3FE783-9AB9-4869-96B1-16E14BA4AC72}" dt="2026-09-21T00:00:36.084" v="3828" actId="207"/>
          <ac:spMkLst>
            <pc:docMk/>
            <pc:sldMk cId="2749314505" sldId="352"/>
            <ac:spMk id="12" creationId="{19A25D04-D9EE-81B9-8AB1-7C297A98BCAE}"/>
          </ac:spMkLst>
        </pc:spChg>
        <pc:spChg chg="add mod">
          <ac:chgData name="Bernardo Caputo Gomes" userId="6da50d2c-d1b7-4a9f-8ea6-11c55775b80e" providerId="ADAL" clId="{2E3FE783-9AB9-4869-96B1-16E14BA4AC72}" dt="2026-09-21T00:00:37.883" v="3829" actId="20577"/>
          <ac:spMkLst>
            <pc:docMk/>
            <pc:sldMk cId="2749314505" sldId="352"/>
            <ac:spMk id="14" creationId="{6A6DC634-30E4-A735-D09E-C7BADD91E17A}"/>
          </ac:spMkLst>
        </pc:spChg>
        <pc:spChg chg="mod">
          <ac:chgData name="Bernardo Caputo Gomes" userId="6da50d2c-d1b7-4a9f-8ea6-11c55775b80e" providerId="ADAL" clId="{2E3FE783-9AB9-4869-96B1-16E14BA4AC72}" dt="2026-09-21T00:00:40.251" v="3830" actId="20577"/>
          <ac:spMkLst>
            <pc:docMk/>
            <pc:sldMk cId="2749314505" sldId="352"/>
            <ac:spMk id="15" creationId="{7B65B2D0-3C24-8F73-AE44-33AE3BB7F314}"/>
          </ac:spMkLst>
        </pc:spChg>
        <pc:grpChg chg="add mod">
          <ac:chgData name="Bernardo Caputo Gomes" userId="6da50d2c-d1b7-4a9f-8ea6-11c55775b80e" providerId="ADAL" clId="{2E3FE783-9AB9-4869-96B1-16E14BA4AC72}" dt="2026-09-21T00:00:31.777" v="3827" actId="12788"/>
          <ac:grpSpMkLst>
            <pc:docMk/>
            <pc:sldMk cId="2749314505" sldId="352"/>
            <ac:grpSpMk id="10" creationId="{955A04FE-F0EA-21A7-3BB4-511C26E46D50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3:20.647" v="12037" actId="1036"/>
        <pc:sldMkLst>
          <pc:docMk/>
          <pc:sldMk cId="2072225559" sldId="353"/>
        </pc:sldMkLst>
        <pc:spChg chg="del mod">
          <ac:chgData name="Bernardo Caputo Gomes" userId="6da50d2c-d1b7-4a9f-8ea6-11c55775b80e" providerId="ADAL" clId="{2E3FE783-9AB9-4869-96B1-16E14BA4AC72}" dt="2026-10-19T13:23:03.991" v="12035" actId="478"/>
          <ac:spMkLst>
            <pc:docMk/>
            <pc:sldMk cId="2072225559" sldId="353"/>
            <ac:spMk id="5" creationId="{0A8612B2-CA34-A5B4-C035-C0AE751F5CF9}"/>
          </ac:spMkLst>
        </pc:spChg>
        <pc:spChg chg="add mod">
          <ac:chgData name="Bernardo Caputo Gomes" userId="6da50d2c-d1b7-4a9f-8ea6-11c55775b80e" providerId="ADAL" clId="{2E3FE783-9AB9-4869-96B1-16E14BA4AC72}" dt="2026-10-19T13:23:20.647" v="12037" actId="1036"/>
          <ac:spMkLst>
            <pc:docMk/>
            <pc:sldMk cId="2072225559" sldId="353"/>
            <ac:spMk id="11" creationId="{181570C7-8426-7492-0D99-324BAED4BAAE}"/>
          </ac:spMkLst>
        </pc:spChg>
        <pc:spChg chg="add mod">
          <ac:chgData name="Bernardo Caputo Gomes" userId="6da50d2c-d1b7-4a9f-8ea6-11c55775b80e" providerId="ADAL" clId="{2E3FE783-9AB9-4869-96B1-16E14BA4AC72}" dt="2026-10-07T13:58:23.312" v="8677" actId="164"/>
          <ac:spMkLst>
            <pc:docMk/>
            <pc:sldMk cId="2072225559" sldId="353"/>
            <ac:spMk id="24" creationId="{7389DC84-B045-18FB-9481-61EC1EE2CBE6}"/>
          </ac:spMkLst>
        </pc:spChg>
        <pc:spChg chg="add mod">
          <ac:chgData name="Bernardo Caputo Gomes" userId="6da50d2c-d1b7-4a9f-8ea6-11c55775b80e" providerId="ADAL" clId="{2E3FE783-9AB9-4869-96B1-16E14BA4AC72}" dt="2026-10-07T13:58:23.312" v="8677" actId="164"/>
          <ac:spMkLst>
            <pc:docMk/>
            <pc:sldMk cId="2072225559" sldId="353"/>
            <ac:spMk id="26" creationId="{433818BB-2FCD-8E93-42EF-52C94CE39959}"/>
          </ac:spMkLst>
        </pc:spChg>
        <pc:spChg chg="add mod">
          <ac:chgData name="Bernardo Caputo Gomes" userId="6da50d2c-d1b7-4a9f-8ea6-11c55775b80e" providerId="ADAL" clId="{2E3FE783-9AB9-4869-96B1-16E14BA4AC72}" dt="2026-10-07T13:58:29.607" v="8678" actId="164"/>
          <ac:spMkLst>
            <pc:docMk/>
            <pc:sldMk cId="2072225559" sldId="353"/>
            <ac:spMk id="28" creationId="{1A8A6667-D13A-9205-942A-5FA9847B3E9F}"/>
          </ac:spMkLst>
        </pc:spChg>
        <pc:spChg chg="add mod">
          <ac:chgData name="Bernardo Caputo Gomes" userId="6da50d2c-d1b7-4a9f-8ea6-11c55775b80e" providerId="ADAL" clId="{2E3FE783-9AB9-4869-96B1-16E14BA4AC72}" dt="2026-10-07T13:58:29.607" v="8678" actId="164"/>
          <ac:spMkLst>
            <pc:docMk/>
            <pc:sldMk cId="2072225559" sldId="353"/>
            <ac:spMk id="30" creationId="{DABFB344-10B0-BD52-0D87-2F82EB3A51A9}"/>
          </ac:spMkLst>
        </pc:spChg>
        <pc:spChg chg="mod">
          <ac:chgData name="Bernardo Caputo Gomes" userId="6da50d2c-d1b7-4a9f-8ea6-11c55775b80e" providerId="ADAL" clId="{2E3FE783-9AB9-4869-96B1-16E14BA4AC72}" dt="2026-10-05T14:19:52.425" v="5510"/>
          <ac:spMkLst>
            <pc:docMk/>
            <pc:sldMk cId="2072225559" sldId="353"/>
            <ac:spMk id="49" creationId="{A7A8BB31-8D5E-1E8C-5A79-A390B5C3F036}"/>
          </ac:spMkLst>
        </pc:spChg>
        <pc:spChg chg="mod">
          <ac:chgData name="Bernardo Caputo Gomes" userId="6da50d2c-d1b7-4a9f-8ea6-11c55775b80e" providerId="ADAL" clId="{2E3FE783-9AB9-4869-96B1-16E14BA4AC72}" dt="2026-10-05T14:40:09.043" v="6148" actId="20577"/>
          <ac:spMkLst>
            <pc:docMk/>
            <pc:sldMk cId="2072225559" sldId="353"/>
            <ac:spMk id="51" creationId="{6D180736-C864-CDAD-93FE-09AA1E209817}"/>
          </ac:spMkLst>
        </pc:spChg>
        <pc:spChg chg="mod">
          <ac:chgData name="Bernardo Caputo Gomes" userId="6da50d2c-d1b7-4a9f-8ea6-11c55775b80e" providerId="ADAL" clId="{2E3FE783-9AB9-4869-96B1-16E14BA4AC72}" dt="2026-10-07T12:38:37.184" v="6301" actId="20577"/>
          <ac:spMkLst>
            <pc:docMk/>
            <pc:sldMk cId="2072225559" sldId="353"/>
            <ac:spMk id="53" creationId="{1B81480F-361A-3A1E-6F4C-F6ECD40689DB}"/>
          </ac:spMkLst>
        </pc:spChg>
        <pc:spChg chg="mod">
          <ac:chgData name="Bernardo Caputo Gomes" userId="6da50d2c-d1b7-4a9f-8ea6-11c55775b80e" providerId="ADAL" clId="{2E3FE783-9AB9-4869-96B1-16E14BA4AC72}" dt="2026-10-07T12:39:28.737" v="6376" actId="20577"/>
          <ac:spMkLst>
            <pc:docMk/>
            <pc:sldMk cId="2072225559" sldId="353"/>
            <ac:spMk id="57" creationId="{86BA46D7-0A92-E3E8-A98D-931D0D34AA2F}"/>
          </ac:spMkLst>
        </pc:spChg>
        <pc:spChg chg="mod">
          <ac:chgData name="Bernardo Caputo Gomes" userId="6da50d2c-d1b7-4a9f-8ea6-11c55775b80e" providerId="ADAL" clId="{2E3FE783-9AB9-4869-96B1-16E14BA4AC72}" dt="2026-10-05T14:19:52.425" v="5510"/>
          <ac:spMkLst>
            <pc:docMk/>
            <pc:sldMk cId="2072225559" sldId="353"/>
            <ac:spMk id="58" creationId="{1A009AE2-7247-28C6-AAFE-6B1395B51A24}"/>
          </ac:spMkLst>
        </pc:spChg>
        <pc:spChg chg="mod">
          <ac:chgData name="Bernardo Caputo Gomes" userId="6da50d2c-d1b7-4a9f-8ea6-11c55775b80e" providerId="ADAL" clId="{2E3FE783-9AB9-4869-96B1-16E14BA4AC72}" dt="2026-10-07T12:40:07.629" v="6518" actId="20577"/>
          <ac:spMkLst>
            <pc:docMk/>
            <pc:sldMk cId="2072225559" sldId="353"/>
            <ac:spMk id="59" creationId="{6003D96D-B78F-5D04-351E-53747F60E967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5" creationId="{7EA30D3B-E626-15AB-57F3-AF13CBD9AE14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7" creationId="{85F8C1FA-4D01-0D9B-2155-92F8AA156D2D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8" creationId="{13AAC318-5A3B-B1FA-D0A2-7DFBF96FEF92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9" creationId="{F6A261E2-0785-A0DC-8F78-1767ADD59EC8}"/>
          </ac:spMkLst>
        </pc:spChg>
        <pc:spChg chg="add mod topLvl">
          <ac:chgData name="Bernardo Caputo Gomes" userId="6da50d2c-d1b7-4a9f-8ea6-11c55775b80e" providerId="ADAL" clId="{2E3FE783-9AB9-4869-96B1-16E14BA4AC72}" dt="2026-10-05T14:33:28.922" v="6130" actId="555"/>
          <ac:spMkLst>
            <pc:docMk/>
            <pc:sldMk cId="2072225559" sldId="353"/>
            <ac:spMk id="71" creationId="{C4341365-9121-70ED-9D8A-8E117C150D19}"/>
          </ac:spMkLst>
        </pc:spChg>
        <pc:spChg chg="add mod">
          <ac:chgData name="Bernardo Caputo Gomes" userId="6da50d2c-d1b7-4a9f-8ea6-11c55775b80e" providerId="ADAL" clId="{2E3FE783-9AB9-4869-96B1-16E14BA4AC72}" dt="2026-10-05T14:40:20.293" v="6187" actId="20577"/>
          <ac:spMkLst>
            <pc:docMk/>
            <pc:sldMk cId="2072225559" sldId="353"/>
            <ac:spMk id="86" creationId="{12CA722A-FBDB-36E3-370C-400F2FD367B4}"/>
          </ac:spMkLst>
        </pc:spChg>
        <pc:spChg chg="add mod">
          <ac:chgData name="Bernardo Caputo Gomes" userId="6da50d2c-d1b7-4a9f-8ea6-11c55775b80e" providerId="ADAL" clId="{2E3FE783-9AB9-4869-96B1-16E14BA4AC72}" dt="2026-10-07T12:39:08.631" v="6360" actId="20577"/>
          <ac:spMkLst>
            <pc:docMk/>
            <pc:sldMk cId="2072225559" sldId="353"/>
            <ac:spMk id="88" creationId="{D696FA7E-872E-ACFC-1025-065DB0F734FC}"/>
          </ac:spMkLst>
        </pc:spChg>
        <pc:grpChg chg="add mod">
          <ac:chgData name="Bernardo Caputo Gomes" userId="6da50d2c-d1b7-4a9f-8ea6-11c55775b80e" providerId="ADAL" clId="{2E3FE783-9AB9-4869-96B1-16E14BA4AC72}" dt="2026-10-07T13:58:23.312" v="8677" actId="164"/>
          <ac:grpSpMkLst>
            <pc:docMk/>
            <pc:sldMk cId="2072225559" sldId="353"/>
            <ac:grpSpMk id="4" creationId="{ECA2E2F7-63A6-7299-46CF-A4FC545BCE20}"/>
          </ac:grpSpMkLst>
        </pc:grpChg>
        <pc:grpChg chg="add mod">
          <ac:chgData name="Bernardo Caputo Gomes" userId="6da50d2c-d1b7-4a9f-8ea6-11c55775b80e" providerId="ADAL" clId="{2E3FE783-9AB9-4869-96B1-16E14BA4AC72}" dt="2026-10-07T13:58:29.607" v="8678" actId="164"/>
          <ac:grpSpMkLst>
            <pc:docMk/>
            <pc:sldMk cId="2072225559" sldId="353"/>
            <ac:grpSpMk id="7" creationId="{19DB732E-A3CE-0C57-6CFA-E1A9ED6260E3}"/>
          </ac:grpSpMkLst>
        </pc:grpChg>
        <pc:grpChg chg="ord">
          <ac:chgData name="Bernardo Caputo Gomes" userId="6da50d2c-d1b7-4a9f-8ea6-11c55775b80e" providerId="ADAL" clId="{2E3FE783-9AB9-4869-96B1-16E14BA4AC72}" dt="2026-10-07T12:43:54.015" v="6808" actId="167"/>
          <ac:grpSpMkLst>
            <pc:docMk/>
            <pc:sldMk cId="2072225559" sldId="353"/>
            <ac:grpSpMk id="48" creationId="{97972477-8631-2D32-A8BF-F4E60309128D}"/>
          </ac:grpSpMkLst>
        </pc:grpChg>
        <pc:grpChg chg="ord">
          <ac:chgData name="Bernardo Caputo Gomes" userId="6da50d2c-d1b7-4a9f-8ea6-11c55775b80e" providerId="ADAL" clId="{2E3FE783-9AB9-4869-96B1-16E14BA4AC72}" dt="2026-10-07T12:43:38.641" v="6803" actId="167"/>
          <ac:grpSpMkLst>
            <pc:docMk/>
            <pc:sldMk cId="2072225559" sldId="353"/>
            <ac:grpSpMk id="54" creationId="{1B3E7167-3A8F-DEEC-C8A1-C37C5E84D23A}"/>
          </ac:grpSpMkLst>
        </pc:grpChg>
        <pc:graphicFrameChg chg="mod">
          <ac:chgData name="Bernardo Caputo Gomes" userId="6da50d2c-d1b7-4a9f-8ea6-11c55775b80e" providerId="ADAL" clId="{2E3FE783-9AB9-4869-96B1-16E14BA4AC72}" dt="2026-10-05T13:55:08.732" v="4871" actId="552"/>
          <ac:graphicFrameMkLst>
            <pc:docMk/>
            <pc:sldMk cId="2072225559" sldId="353"/>
            <ac:graphicFrameMk id="9" creationId="{E90925CC-BBE1-F5FB-AF40-2698BD35E30A}"/>
          </ac:graphicFrameMkLst>
        </pc:graphicFrameChg>
        <pc:graphicFrameChg chg="mod">
          <ac:chgData name="Bernardo Caputo Gomes" userId="6da50d2c-d1b7-4a9f-8ea6-11c55775b80e" providerId="ADAL" clId="{2E3FE783-9AB9-4869-96B1-16E14BA4AC72}" dt="2026-10-05T14:00:35.464" v="5470" actId="1037"/>
          <ac:graphicFrameMkLst>
            <pc:docMk/>
            <pc:sldMk cId="2072225559" sldId="353"/>
            <ac:graphicFrameMk id="12" creationId="{6FBECA57-C4B1-BA5E-E462-E52B3C8D298F}"/>
          </ac:graphicFrameMkLst>
        </pc:graphicFrameChg>
        <pc:picChg chg="add mod ord">
          <ac:chgData name="Bernardo Caputo Gomes" userId="6da50d2c-d1b7-4a9f-8ea6-11c55775b80e" providerId="ADAL" clId="{2E3FE783-9AB9-4869-96B1-16E14BA4AC72}" dt="2026-10-07T12:43:20.128" v="6797" actId="171"/>
          <ac:picMkLst>
            <pc:docMk/>
            <pc:sldMk cId="2072225559" sldId="353"/>
            <ac:picMk id="8" creationId="{AB3E20C2-0712-770A-1073-29082BB60492}"/>
          </ac:picMkLst>
        </pc:picChg>
        <pc:picChg chg="add mod">
          <ac:chgData name="Bernardo Caputo Gomes" userId="6da50d2c-d1b7-4a9f-8ea6-11c55775b80e" providerId="ADAL" clId="{2E3FE783-9AB9-4869-96B1-16E14BA4AC72}" dt="2026-10-07T12:43:57.494" v="6809" actId="1036"/>
          <ac:picMkLst>
            <pc:docMk/>
            <pc:sldMk cId="2072225559" sldId="353"/>
            <ac:picMk id="14" creationId="{CF84D396-5A9B-966C-2B4C-CD491A850D74}"/>
          </ac:picMkLst>
        </pc:picChg>
        <pc:picChg chg="add mod ord topLvl">
          <ac:chgData name="Bernardo Caputo Gomes" userId="6da50d2c-d1b7-4a9f-8ea6-11c55775b80e" providerId="ADAL" clId="{2E3FE783-9AB9-4869-96B1-16E14BA4AC72}" dt="2026-10-05T14:32:53.384" v="6024" actId="165"/>
          <ac:picMkLst>
            <pc:docMk/>
            <pc:sldMk cId="2072225559" sldId="353"/>
            <ac:picMk id="72" creationId="{176AF49E-5BC5-4B90-1F6F-7E1D5AA55A4F}"/>
          </ac:picMkLst>
        </pc:picChg>
      </pc:sldChg>
      <pc:sldChg chg="addSp delSp modSp add mod ord modShow">
        <pc:chgData name="Bernardo Caputo Gomes" userId="6da50d2c-d1b7-4a9f-8ea6-11c55775b80e" providerId="ADAL" clId="{2E3FE783-9AB9-4869-96B1-16E14BA4AC72}" dt="2026-10-19T13:32:59.728" v="12490" actId="120"/>
        <pc:sldMkLst>
          <pc:docMk/>
          <pc:sldMk cId="1118591106" sldId="354"/>
        </pc:sldMkLst>
        <pc:spChg chg="add">
          <ac:chgData name="Bernardo Caputo Gomes" userId="6da50d2c-d1b7-4a9f-8ea6-11c55775b80e" providerId="ADAL" clId="{2E3FE783-9AB9-4869-96B1-16E14BA4AC72}" dt="2026-10-19T13:24:37.824" v="12101" actId="22"/>
          <ac:spMkLst>
            <pc:docMk/>
            <pc:sldMk cId="1118591106" sldId="354"/>
            <ac:spMk id="5" creationId="{EC8504EF-F33A-660A-1F8A-D9EE1CA3A25A}"/>
          </ac:spMkLst>
        </pc:spChg>
        <pc:spChg chg="del">
          <ac:chgData name="Bernardo Caputo Gomes" userId="6da50d2c-d1b7-4a9f-8ea6-11c55775b80e" providerId="ADAL" clId="{2E3FE783-9AB9-4869-96B1-16E14BA4AC72}" dt="2026-10-19T13:23:28.361" v="12038" actId="478"/>
          <ac:spMkLst>
            <pc:docMk/>
            <pc:sldMk cId="1118591106" sldId="354"/>
            <ac:spMk id="6" creationId="{EA182CB6-B650-315C-60D3-AC93F1B736E6}"/>
          </ac:spMkLst>
        </pc:spChg>
        <pc:spChg chg="add mod">
          <ac:chgData name="Bernardo Caputo Gomes" userId="6da50d2c-d1b7-4a9f-8ea6-11c55775b80e" providerId="ADAL" clId="{2E3FE783-9AB9-4869-96B1-16E14BA4AC72}" dt="2026-10-19T13:32:16.005" v="12450" actId="1035"/>
          <ac:spMkLst>
            <pc:docMk/>
            <pc:sldMk cId="1118591106" sldId="354"/>
            <ac:spMk id="10" creationId="{28B976DB-78B5-CF64-1F00-90D3C4423949}"/>
          </ac:spMkLst>
        </pc:spChg>
        <pc:spChg chg="mod">
          <ac:chgData name="Bernardo Caputo Gomes" userId="6da50d2c-d1b7-4a9f-8ea6-11c55775b80e" providerId="ADAL" clId="{2E3FE783-9AB9-4869-96B1-16E14BA4AC72}" dt="2026-10-07T14:02:53.034" v="9171" actId="20577"/>
          <ac:spMkLst>
            <pc:docMk/>
            <pc:sldMk cId="1118591106" sldId="354"/>
            <ac:spMk id="43" creationId="{0B291A0D-C7E4-205B-4112-E4BF2452BC81}"/>
          </ac:spMkLst>
        </pc:spChg>
        <pc:spChg chg="mod">
          <ac:chgData name="Bernardo Caputo Gomes" userId="6da50d2c-d1b7-4a9f-8ea6-11c55775b80e" providerId="ADAL" clId="{2E3FE783-9AB9-4869-96B1-16E14BA4AC72}" dt="2026-10-07T14:03:24.030" v="9308" actId="20577"/>
          <ac:spMkLst>
            <pc:docMk/>
            <pc:sldMk cId="1118591106" sldId="354"/>
            <ac:spMk id="44" creationId="{B49564BD-E7DB-5B11-2017-C82687B54032}"/>
          </ac:spMkLst>
        </pc:spChg>
        <pc:spChg chg="mod">
          <ac:chgData name="Bernardo Caputo Gomes" userId="6da50d2c-d1b7-4a9f-8ea6-11c55775b80e" providerId="ADAL" clId="{2E3FE783-9AB9-4869-96B1-16E14BA4AC72}" dt="2026-10-07T14:04:21.860" v="9398" actId="20577"/>
          <ac:spMkLst>
            <pc:docMk/>
            <pc:sldMk cId="1118591106" sldId="354"/>
            <ac:spMk id="46" creationId="{6E81D39D-7E85-56DD-2282-7D8739F54D12}"/>
          </ac:spMkLst>
        </pc:spChg>
        <pc:spChg chg="mod">
          <ac:chgData name="Bernardo Caputo Gomes" userId="6da50d2c-d1b7-4a9f-8ea6-11c55775b80e" providerId="ADAL" clId="{2E3FE783-9AB9-4869-96B1-16E14BA4AC72}" dt="2026-10-07T14:05:03.628" v="9561" actId="20577"/>
          <ac:spMkLst>
            <pc:docMk/>
            <pc:sldMk cId="1118591106" sldId="354"/>
            <ac:spMk id="47" creationId="{D37972BC-AB29-025E-0E99-7B04EB869008}"/>
          </ac:spMkLst>
        </pc:spChg>
        <pc:spChg chg="mod">
          <ac:chgData name="Bernardo Caputo Gomes" userId="6da50d2c-d1b7-4a9f-8ea6-11c55775b80e" providerId="ADAL" clId="{2E3FE783-9AB9-4869-96B1-16E14BA4AC72}" dt="2026-10-07T14:01:25.818" v="8926" actId="14100"/>
          <ac:spMkLst>
            <pc:docMk/>
            <pc:sldMk cId="1118591106" sldId="354"/>
            <ac:spMk id="55" creationId="{E5C37A24-417E-FF55-1F35-04419119F4FB}"/>
          </ac:spMkLst>
        </pc:spChg>
        <pc:spChg chg="mod">
          <ac:chgData name="Bernardo Caputo Gomes" userId="6da50d2c-d1b7-4a9f-8ea6-11c55775b80e" providerId="ADAL" clId="{2E3FE783-9AB9-4869-96B1-16E14BA4AC72}" dt="2026-10-07T14:02:14.146" v="9064" actId="20577"/>
          <ac:spMkLst>
            <pc:docMk/>
            <pc:sldMk cId="1118591106" sldId="354"/>
            <ac:spMk id="57" creationId="{5588FDB4-2275-D8E6-D926-69522FADA7A2}"/>
          </ac:spMkLst>
        </pc:spChg>
        <pc:spChg chg="add mod topLvl">
          <ac:chgData name="Bernardo Caputo Gomes" userId="6da50d2c-d1b7-4a9f-8ea6-11c55775b80e" providerId="ADAL" clId="{2E3FE783-9AB9-4869-96B1-16E14BA4AC72}" dt="2026-10-07T14:30:35.626" v="10247" actId="554"/>
          <ac:spMkLst>
            <pc:docMk/>
            <pc:sldMk cId="1118591106" sldId="354"/>
            <ac:spMk id="61" creationId="{15568DCF-7BCB-65F8-9751-8232EF53F1EB}"/>
          </ac:spMkLst>
        </pc:spChg>
        <pc:spChg chg="mod">
          <ac:chgData name="Bernardo Caputo Gomes" userId="6da50d2c-d1b7-4a9f-8ea6-11c55775b80e" providerId="ADAL" clId="{2E3FE783-9AB9-4869-96B1-16E14BA4AC72}" dt="2026-10-07T14:06:44.745" v="9615" actId="1035"/>
          <ac:spMkLst>
            <pc:docMk/>
            <pc:sldMk cId="1118591106" sldId="354"/>
            <ac:spMk id="65" creationId="{2E28750C-1CF2-9456-7F3C-86D899F88049}"/>
          </ac:spMkLst>
        </pc:spChg>
        <pc:spChg chg="mod">
          <ac:chgData name="Bernardo Caputo Gomes" userId="6da50d2c-d1b7-4a9f-8ea6-11c55775b80e" providerId="ADAL" clId="{2E3FE783-9AB9-4869-96B1-16E14BA4AC72}" dt="2026-10-07T14:11:17.782" v="9724" actId="403"/>
          <ac:spMkLst>
            <pc:docMk/>
            <pc:sldMk cId="1118591106" sldId="354"/>
            <ac:spMk id="69" creationId="{35A995A7-9EDD-8405-2FD4-2B4C481C009F}"/>
          </ac:spMkLst>
        </pc:spChg>
        <pc:spChg chg="mod">
          <ac:chgData name="Bernardo Caputo Gomes" userId="6da50d2c-d1b7-4a9f-8ea6-11c55775b80e" providerId="ADAL" clId="{2E3FE783-9AB9-4869-96B1-16E14BA4AC72}" dt="2026-10-07T14:06:44.745" v="9615" actId="1035"/>
          <ac:spMkLst>
            <pc:docMk/>
            <pc:sldMk cId="1118591106" sldId="354"/>
            <ac:spMk id="76" creationId="{D2DEB170-0420-41F1-82A6-4B48970B1531}"/>
          </ac:spMkLst>
        </pc:spChg>
        <pc:spChg chg="mod">
          <ac:chgData name="Bernardo Caputo Gomes" userId="6da50d2c-d1b7-4a9f-8ea6-11c55775b80e" providerId="ADAL" clId="{2E3FE783-9AB9-4869-96B1-16E14BA4AC72}" dt="2026-10-07T14:31:39.866" v="10253" actId="555"/>
          <ac:spMkLst>
            <pc:docMk/>
            <pc:sldMk cId="1118591106" sldId="354"/>
            <ac:spMk id="80" creationId="{9D860684-BA2A-A421-30BB-945B4C5E13FF}"/>
          </ac:spMkLst>
        </pc:spChg>
        <pc:spChg chg="add mod topLvl">
          <ac:chgData name="Bernardo Caputo Gomes" userId="6da50d2c-d1b7-4a9f-8ea6-11c55775b80e" providerId="ADAL" clId="{2E3FE783-9AB9-4869-96B1-16E14BA4AC72}" dt="2026-10-07T14:34:24.739" v="10274" actId="554"/>
          <ac:spMkLst>
            <pc:docMk/>
            <pc:sldMk cId="1118591106" sldId="354"/>
            <ac:spMk id="84" creationId="{D1519720-65BB-0FAC-7C89-2D9A95DDA667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92" creationId="{812E13D6-B8EE-2C77-C9BB-119ADE86F076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96" creationId="{CFF3A1EE-811E-9542-5234-9C045437C979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01" creationId="{540AF335-19B7-FE7F-4A6F-D0183B84394F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105" creationId="{3E1B60A1-7499-AC61-C96B-6766DE5D7E99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07" creationId="{FD0D20F8-3DAE-85B4-F533-410D98883961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11" creationId="{F25F9F87-DF1B-3A71-D5A8-497A89A757E4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15" creationId="{AD8FC39C-EC7A-D0C2-BA6D-01980DF27C9C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0" creationId="{DDA8C318-9026-724A-4ABA-A687C7DB63AF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1" creationId="{FBFD5CDB-B53C-FDE3-75F2-E286DAC0194F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5" creationId="{5FF994CE-4D33-A42D-4BB9-0F783C27526C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8" creationId="{42F92552-AF4C-2650-8E55-FFA6E369D4A0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1" creationId="{1BE53272-2426-9C2B-A799-756B51C66D63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2" creationId="{0D1D6F17-FACB-2975-34F0-199A03C4C17D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4" creationId="{3D16F072-00FD-C718-A1D3-046D8814AE91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6" creationId="{B1C2E995-43CC-3B2A-6919-4EEB5F82D06B}"/>
          </ac:spMkLst>
        </pc:spChg>
        <pc:spChg chg="mod">
          <ac:chgData name="Bernardo Caputo Gomes" userId="6da50d2c-d1b7-4a9f-8ea6-11c55775b80e" providerId="ADAL" clId="{2E3FE783-9AB9-4869-96B1-16E14BA4AC72}" dt="2026-10-07T14:06:24.856" v="9595" actId="1038"/>
          <ac:spMkLst>
            <pc:docMk/>
            <pc:sldMk cId="1118591106" sldId="354"/>
            <ac:spMk id="139" creationId="{0D382729-8F2A-6161-2F3E-BFCBB1533D31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41" creationId="{FEED28D3-60EF-FD5C-0F5F-CB5E7D275869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143" creationId="{7D1B6E3C-B126-CAB9-49B0-29E987E953EF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45" creationId="{1E30FEA0-218C-4B90-4ADF-3389A806100E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58" creationId="{9FC2EE4C-84F2-AED8-E166-DC2C388D86D0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0" creationId="{FAB59FC3-042E-C8E7-7EB8-040D8CB30D65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2" creationId="{7D268D5C-BA7C-BAD5-B046-2BBB9B5E0E2E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4" creationId="{C8BE4BE2-E045-0259-7EDE-289B45D7C643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67" creationId="{339122EB-D251-402B-9C56-F69F0280DE1A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69" creationId="{62EE2D71-5B1A-EC43-A7E8-CF93BBF25B1C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71" creationId="{1E7F0189-F7A4-E4DA-36D9-EBAA1B0CB8BB}"/>
          </ac:spMkLst>
        </pc:spChg>
        <pc:spChg chg="add mod">
          <ac:chgData name="Bernardo Caputo Gomes" userId="6da50d2c-d1b7-4a9f-8ea6-11c55775b80e" providerId="ADAL" clId="{2E3FE783-9AB9-4869-96B1-16E14BA4AC72}" dt="2026-10-19T13:31:48.068" v="12391" actId="14100"/>
          <ac:spMkLst>
            <pc:docMk/>
            <pc:sldMk cId="1118591106" sldId="354"/>
            <ac:spMk id="173" creationId="{5429066B-FC55-0288-127F-570E37E6CA01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78" creationId="{3B04B5AD-07AB-5FDE-F760-9107D397BD61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79" creationId="{3F1F20C1-81E4-9176-9AF2-320220A876FF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80" creationId="{3E3F24E9-DE60-ABEC-6BC9-EB4BB26B5883}"/>
          </ac:spMkLst>
        </pc:spChg>
        <pc:spChg chg="add del mod">
          <ac:chgData name="Bernardo Caputo Gomes" userId="6da50d2c-d1b7-4a9f-8ea6-11c55775b80e" providerId="ADAL" clId="{2E3FE783-9AB9-4869-96B1-16E14BA4AC72}" dt="2026-10-19T13:31:40.353" v="12390" actId="478"/>
          <ac:spMkLst>
            <pc:docMk/>
            <pc:sldMk cId="1118591106" sldId="354"/>
            <ac:spMk id="182" creationId="{DE61F66A-ECC2-C6EB-E414-67B8BF495ACA}"/>
          </ac:spMkLst>
        </pc:spChg>
        <pc:spChg chg="add mod topLvl">
          <ac:chgData name="Bernardo Caputo Gomes" userId="6da50d2c-d1b7-4a9f-8ea6-11c55775b80e" providerId="ADAL" clId="{2E3FE783-9AB9-4869-96B1-16E14BA4AC72}" dt="2026-10-14T11:22:23.460" v="10663" actId="20577"/>
          <ac:spMkLst>
            <pc:docMk/>
            <pc:sldMk cId="1118591106" sldId="354"/>
            <ac:spMk id="184" creationId="{2E9BDF79-95CF-E944-71FC-102131E99211}"/>
          </ac:spMkLst>
        </pc:spChg>
        <pc:spChg chg="add mod topLvl">
          <ac:chgData name="Bernardo Caputo Gomes" userId="6da50d2c-d1b7-4a9f-8ea6-11c55775b80e" providerId="ADAL" clId="{2E3FE783-9AB9-4869-96B1-16E14BA4AC72}" dt="2026-10-14T11:23:05.184" v="10676" actId="20577"/>
          <ac:spMkLst>
            <pc:docMk/>
            <pc:sldMk cId="1118591106" sldId="354"/>
            <ac:spMk id="186" creationId="{C53189FB-DCB7-8CD5-0DF5-232F8F8D8BA8}"/>
          </ac:spMkLst>
        </pc:spChg>
        <pc:spChg chg="add mod topLvl">
          <ac:chgData name="Bernardo Caputo Gomes" userId="6da50d2c-d1b7-4a9f-8ea6-11c55775b80e" providerId="ADAL" clId="{2E3FE783-9AB9-4869-96B1-16E14BA4AC72}" dt="2026-10-14T11:22:26.320" v="10664" actId="20577"/>
          <ac:spMkLst>
            <pc:docMk/>
            <pc:sldMk cId="1118591106" sldId="354"/>
            <ac:spMk id="188" creationId="{74F67A51-306E-DDAB-87D5-89B3ECD26EE2}"/>
          </ac:spMkLst>
        </pc:spChg>
        <pc:grpChg chg="add mod">
          <ac:chgData name="Bernardo Caputo Gomes" userId="6da50d2c-d1b7-4a9f-8ea6-11c55775b80e" providerId="ADAL" clId="{2E3FE783-9AB9-4869-96B1-16E14BA4AC72}" dt="2026-10-07T14:07:52.860" v="9689" actId="552"/>
          <ac:grpSpMkLst>
            <pc:docMk/>
            <pc:sldMk cId="1118591106" sldId="354"/>
            <ac:grpSpMk id="41" creationId="{B35240D0-8A92-1D9A-4EF2-605743FDB452}"/>
          </ac:grpSpMkLst>
        </pc:grpChg>
        <pc:grpChg chg="add mod">
          <ac:chgData name="Bernardo Caputo Gomes" userId="6da50d2c-d1b7-4a9f-8ea6-11c55775b80e" providerId="ADAL" clId="{2E3FE783-9AB9-4869-96B1-16E14BA4AC72}" dt="2026-10-07T14:06:32.742" v="9604" actId="1035"/>
          <ac:grpSpMkLst>
            <pc:docMk/>
            <pc:sldMk cId="1118591106" sldId="354"/>
            <ac:grpSpMk id="45" creationId="{7B9388E0-29C5-4F04-8001-EFF6E73E61B4}"/>
          </ac:grpSpMkLst>
        </pc:grpChg>
        <pc:grpChg chg="add mod">
          <ac:chgData name="Bernardo Caputo Gomes" userId="6da50d2c-d1b7-4a9f-8ea6-11c55775b80e" providerId="ADAL" clId="{2E3FE783-9AB9-4869-96B1-16E14BA4AC72}" dt="2026-10-07T14:00:03.268" v="8759"/>
          <ac:grpSpMkLst>
            <pc:docMk/>
            <pc:sldMk cId="1118591106" sldId="354"/>
            <ac:grpSpMk id="53" creationId="{30B00B5F-E9CF-0C21-7B10-551A56642BAA}"/>
          </ac:grpSpMkLst>
        </pc:grpChg>
        <pc:grpChg chg="add mod">
          <ac:chgData name="Bernardo Caputo Gomes" userId="6da50d2c-d1b7-4a9f-8ea6-11c55775b80e" providerId="ADAL" clId="{2E3FE783-9AB9-4869-96B1-16E14BA4AC72}" dt="2026-10-07T14:33:29.441" v="10266" actId="553"/>
          <ac:grpSpMkLst>
            <pc:docMk/>
            <pc:sldMk cId="1118591106" sldId="354"/>
            <ac:grpSpMk id="165" creationId="{9F00335B-5F8F-AF5A-69EE-9FE9F701D642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4:45.060" v="12104" actId="22"/>
        <pc:sldMkLst>
          <pc:docMk/>
          <pc:sldMk cId="4074889313" sldId="355"/>
        </pc:sldMkLst>
        <pc:spChg chg="mod">
          <ac:chgData name="Bernardo Caputo Gomes" userId="6da50d2c-d1b7-4a9f-8ea6-11c55775b80e" providerId="ADAL" clId="{2E3FE783-9AB9-4869-96B1-16E14BA4AC72}" dt="2026-10-05T13:31:26.661" v="4480" actId="12789"/>
          <ac:spMkLst>
            <pc:docMk/>
            <pc:sldMk cId="4074889313" sldId="355"/>
            <ac:spMk id="4" creationId="{94A8B5A7-FA62-E2B7-E019-ECF3C30DB17B}"/>
          </ac:spMkLst>
        </pc:spChg>
        <pc:spChg chg="mod">
          <ac:chgData name="Bernardo Caputo Gomes" userId="6da50d2c-d1b7-4a9f-8ea6-11c55775b80e" providerId="ADAL" clId="{2E3FE783-9AB9-4869-96B1-16E14BA4AC72}" dt="2026-10-05T13:32:22.215" v="4587" actId="554"/>
          <ac:spMkLst>
            <pc:docMk/>
            <pc:sldMk cId="4074889313" sldId="355"/>
            <ac:spMk id="5" creationId="{B5AF0E8B-2C35-A310-48D4-8ED5207C111F}"/>
          </ac:spMkLst>
        </pc:spChg>
        <pc:spChg chg="add">
          <ac:chgData name="Bernardo Caputo Gomes" userId="6da50d2c-d1b7-4a9f-8ea6-11c55775b80e" providerId="ADAL" clId="{2E3FE783-9AB9-4869-96B1-16E14BA4AC72}" dt="2026-10-19T13:24:45.060" v="12104" actId="22"/>
          <ac:spMkLst>
            <pc:docMk/>
            <pc:sldMk cId="4074889313" sldId="355"/>
            <ac:spMk id="7" creationId="{B764BE39-0A5F-859D-5625-3B8D56E3A58F}"/>
          </ac:spMkLst>
        </pc:spChg>
        <pc:spChg chg="mod">
          <ac:chgData name="Bernardo Caputo Gomes" userId="6da50d2c-d1b7-4a9f-8ea6-11c55775b80e" providerId="ADAL" clId="{2E3FE783-9AB9-4869-96B1-16E14BA4AC72}" dt="2026-10-05T13:23:16.417" v="4152"/>
          <ac:spMkLst>
            <pc:docMk/>
            <pc:sldMk cId="4074889313" sldId="355"/>
            <ac:spMk id="8" creationId="{D46847C4-4EBA-B9D1-035F-E401E49C07C3}"/>
          </ac:spMkLst>
        </pc:spChg>
        <pc:spChg chg="del">
          <ac:chgData name="Bernardo Caputo Gomes" userId="6da50d2c-d1b7-4a9f-8ea6-11c55775b80e" providerId="ADAL" clId="{2E3FE783-9AB9-4869-96B1-16E14BA4AC72}" dt="2026-10-19T13:23:52.750" v="12043" actId="478"/>
          <ac:spMkLst>
            <pc:docMk/>
            <pc:sldMk cId="4074889313" sldId="355"/>
            <ac:spMk id="14" creationId="{93232353-2AF6-EE87-5D3D-C6A942A4012F}"/>
          </ac:spMkLst>
        </pc:spChg>
        <pc:spChg chg="mod">
          <ac:chgData name="Bernardo Caputo Gomes" userId="6da50d2c-d1b7-4a9f-8ea6-11c55775b80e" providerId="ADAL" clId="{2E3FE783-9AB9-4869-96B1-16E14BA4AC72}" dt="2026-10-07T12:50:39.088" v="7174"/>
          <ac:spMkLst>
            <pc:docMk/>
            <pc:sldMk cId="4074889313" sldId="355"/>
            <ac:spMk id="18" creationId="{DB06A845-9420-CA66-2C02-95E37D18CB50}"/>
          </ac:spMkLst>
        </pc:spChg>
        <pc:spChg chg="mod">
          <ac:chgData name="Bernardo Caputo Gomes" userId="6da50d2c-d1b7-4a9f-8ea6-11c55775b80e" providerId="ADAL" clId="{2E3FE783-9AB9-4869-96B1-16E14BA4AC72}" dt="2026-10-07T12:51:12.326" v="7180" actId="20577"/>
          <ac:spMkLst>
            <pc:docMk/>
            <pc:sldMk cId="4074889313" sldId="355"/>
            <ac:spMk id="19" creationId="{7A6F10EF-777F-7CC1-1B3D-E10988795506}"/>
          </ac:spMkLst>
        </pc:spChg>
        <pc:spChg chg="mod">
          <ac:chgData name="Bernardo Caputo Gomes" userId="6da50d2c-d1b7-4a9f-8ea6-11c55775b80e" providerId="ADAL" clId="{2E3FE783-9AB9-4869-96B1-16E14BA4AC72}" dt="2026-10-07T12:51:50.452" v="7274" actId="20577"/>
          <ac:spMkLst>
            <pc:docMk/>
            <pc:sldMk cId="4074889313" sldId="355"/>
            <ac:spMk id="20" creationId="{CE7A6EBF-3213-F893-E5E0-90FB9099C0CD}"/>
          </ac:spMkLst>
        </pc:spChg>
        <pc:spChg chg="add ord">
          <ac:chgData name="Bernardo Caputo Gomes" userId="6da50d2c-d1b7-4a9f-8ea6-11c55775b80e" providerId="ADAL" clId="{2E3FE783-9AB9-4869-96B1-16E14BA4AC72}" dt="2026-10-05T14:01:30.120" v="5497" actId="171"/>
          <ac:spMkLst>
            <pc:docMk/>
            <pc:sldMk cId="4074889313" sldId="355"/>
            <ac:spMk id="27" creationId="{F81DA9D9-188E-A380-52BC-0D3672A63AB4}"/>
          </ac:spMkLst>
        </pc:spChg>
        <pc:spChg chg="add">
          <ac:chgData name="Bernardo Caputo Gomes" userId="6da50d2c-d1b7-4a9f-8ea6-11c55775b80e" providerId="ADAL" clId="{2E3FE783-9AB9-4869-96B1-16E14BA4AC72}" dt="2026-10-05T14:02:35.271" v="5505" actId="22"/>
          <ac:spMkLst>
            <pc:docMk/>
            <pc:sldMk cId="4074889313" sldId="355"/>
            <ac:spMk id="29" creationId="{5380DF1F-AC52-4553-00D0-B6032111D406}"/>
          </ac:spMkLst>
        </pc:spChg>
        <pc:spChg chg="mod">
          <ac:chgData name="Bernardo Caputo Gomes" userId="6da50d2c-d1b7-4a9f-8ea6-11c55775b80e" providerId="ADAL" clId="{2E3FE783-9AB9-4869-96B1-16E14BA4AC72}" dt="2026-10-07T12:54:57.814" v="7460" actId="20577"/>
          <ac:spMkLst>
            <pc:docMk/>
            <pc:sldMk cId="4074889313" sldId="355"/>
            <ac:spMk id="33" creationId="{31547EE4-F9D8-1677-8BE1-FC9FDADDE688}"/>
          </ac:spMkLst>
        </pc:spChg>
        <pc:spChg chg="mod">
          <ac:chgData name="Bernardo Caputo Gomes" userId="6da50d2c-d1b7-4a9f-8ea6-11c55775b80e" providerId="ADAL" clId="{2E3FE783-9AB9-4869-96B1-16E14BA4AC72}" dt="2026-10-07T12:45:49.951" v="6946" actId="20577"/>
          <ac:spMkLst>
            <pc:docMk/>
            <pc:sldMk cId="4074889313" sldId="355"/>
            <ac:spMk id="35" creationId="{988A1C0C-12E9-96DE-E922-2E5CAE0BE8F6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37" creationId="{1A861AC1-0372-3FFC-0016-5E6E99CCAF89}"/>
          </ac:spMkLst>
        </pc:spChg>
        <pc:spChg chg="mod">
          <ac:chgData name="Bernardo Caputo Gomes" userId="6da50d2c-d1b7-4a9f-8ea6-11c55775b80e" providerId="ADAL" clId="{2E3FE783-9AB9-4869-96B1-16E14BA4AC72}" dt="2026-10-07T12:55:28.352" v="7476" actId="20577"/>
          <ac:spMkLst>
            <pc:docMk/>
            <pc:sldMk cId="4074889313" sldId="355"/>
            <ac:spMk id="39" creationId="{120D053F-C9F2-A7F0-39BD-A71839651A75}"/>
          </ac:spMkLst>
        </pc:spChg>
        <pc:spChg chg="mod">
          <ac:chgData name="Bernardo Caputo Gomes" userId="6da50d2c-d1b7-4a9f-8ea6-11c55775b80e" providerId="ADAL" clId="{2E3FE783-9AB9-4869-96B1-16E14BA4AC72}" dt="2026-10-07T12:52:35.645" v="7405" actId="20577"/>
          <ac:spMkLst>
            <pc:docMk/>
            <pc:sldMk cId="4074889313" sldId="355"/>
            <ac:spMk id="41" creationId="{E02B77DF-E205-0D9C-9B31-C92BC05A63AC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3" creationId="{72EF90A0-DB26-3C8F-FC54-F93044004EC5}"/>
          </ac:spMkLst>
        </pc:spChg>
        <pc:spChg chg="mod">
          <ac:chgData name="Bernardo Caputo Gomes" userId="6da50d2c-d1b7-4a9f-8ea6-11c55775b80e" providerId="ADAL" clId="{2E3FE783-9AB9-4869-96B1-16E14BA4AC72}" dt="2026-10-07T12:56:07.638" v="7496" actId="20577"/>
          <ac:spMkLst>
            <pc:docMk/>
            <pc:sldMk cId="4074889313" sldId="355"/>
            <ac:spMk id="45" creationId="{02E7AA20-76EA-CC81-07C7-E99A2944511A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6" creationId="{9C8077D1-DC4D-1B02-5751-ED96DAB73534}"/>
          </ac:spMkLst>
        </pc:spChg>
        <pc:spChg chg="mod">
          <ac:chgData name="Bernardo Caputo Gomes" userId="6da50d2c-d1b7-4a9f-8ea6-11c55775b80e" providerId="ADAL" clId="{2E3FE783-9AB9-4869-96B1-16E14BA4AC72}" dt="2026-10-07T12:57:44.845" v="7728" actId="20577"/>
          <ac:spMkLst>
            <pc:docMk/>
            <pc:sldMk cId="4074889313" sldId="355"/>
            <ac:spMk id="47" creationId="{2468BC41-578E-C058-7725-01EACCC8FCD0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9" creationId="{ED020EEF-219F-38FF-8942-EAB77F723231}"/>
          </ac:spMkLst>
        </pc:spChg>
        <pc:spChg chg="mod">
          <ac:chgData name="Bernardo Caputo Gomes" userId="6da50d2c-d1b7-4a9f-8ea6-11c55775b80e" providerId="ADAL" clId="{2E3FE783-9AB9-4869-96B1-16E14BA4AC72}" dt="2026-10-07T12:59:45.136" v="7866" actId="20577"/>
          <ac:spMkLst>
            <pc:docMk/>
            <pc:sldMk cId="4074889313" sldId="355"/>
            <ac:spMk id="51" creationId="{1C000DFB-2924-9C28-105B-B40D9F9113A2}"/>
          </ac:spMkLst>
        </pc:spChg>
        <pc:spChg chg="mod">
          <ac:chgData name="Bernardo Caputo Gomes" userId="6da50d2c-d1b7-4a9f-8ea6-11c55775b80e" providerId="ADAL" clId="{2E3FE783-9AB9-4869-96B1-16E14BA4AC72}" dt="2026-10-07T13:01:31.441" v="8069" actId="113"/>
          <ac:spMkLst>
            <pc:docMk/>
            <pc:sldMk cId="4074889313" sldId="355"/>
            <ac:spMk id="53" creationId="{0F541EC9-F957-5ADA-0949-914C6AC78F08}"/>
          </ac:spMkLst>
        </pc:spChg>
        <pc:spChg chg="mod">
          <ac:chgData name="Bernardo Caputo Gomes" userId="6da50d2c-d1b7-4a9f-8ea6-11c55775b80e" providerId="ADAL" clId="{2E3FE783-9AB9-4869-96B1-16E14BA4AC72}" dt="2026-10-05T14:21:22.375" v="5512"/>
          <ac:spMkLst>
            <pc:docMk/>
            <pc:sldMk cId="4074889313" sldId="355"/>
            <ac:spMk id="55" creationId="{04008C4B-587C-788F-1A36-C3CD3B1425E2}"/>
          </ac:spMkLst>
        </pc:spChg>
        <pc:spChg chg="mod">
          <ac:chgData name="Bernardo Caputo Gomes" userId="6da50d2c-d1b7-4a9f-8ea6-11c55775b80e" providerId="ADAL" clId="{2E3FE783-9AB9-4869-96B1-16E14BA4AC72}" dt="2026-10-07T12:50:10.963" v="7160" actId="1037"/>
          <ac:spMkLst>
            <pc:docMk/>
            <pc:sldMk cId="4074889313" sldId="355"/>
            <ac:spMk id="56" creationId="{0E215C58-77FC-3417-E8AC-82563D5281AA}"/>
          </ac:spMkLst>
        </pc:spChg>
        <pc:spChg chg="mod">
          <ac:chgData name="Bernardo Caputo Gomes" userId="6da50d2c-d1b7-4a9f-8ea6-11c55775b80e" providerId="ADAL" clId="{2E3FE783-9AB9-4869-96B1-16E14BA4AC72}" dt="2026-10-07T12:50:33.057" v="7172" actId="1038"/>
          <ac:spMkLst>
            <pc:docMk/>
            <pc:sldMk cId="4074889313" sldId="355"/>
            <ac:spMk id="57" creationId="{7BDB467E-0B8A-DDDB-64A9-7767E0B921DD}"/>
          </ac:spMkLst>
        </pc:spChg>
        <pc:grpChg chg="add mod">
          <ac:chgData name="Bernardo Caputo Gomes" userId="6da50d2c-d1b7-4a9f-8ea6-11c55775b80e" providerId="ADAL" clId="{2E3FE783-9AB9-4869-96B1-16E14BA4AC72}" dt="2026-10-07T12:51:08.978" v="7178" actId="1036"/>
          <ac:grpSpMkLst>
            <pc:docMk/>
            <pc:sldMk cId="4074889313" sldId="355"/>
            <ac:grpSpMk id="17" creationId="{3122722E-8251-84B3-4C56-5DFE6B832A81}"/>
          </ac:grpSpMkLst>
        </pc:grpChg>
        <pc:grpChg chg="mod ord">
          <ac:chgData name="Bernardo Caputo Gomes" userId="6da50d2c-d1b7-4a9f-8ea6-11c55775b80e" providerId="ADAL" clId="{2E3FE783-9AB9-4869-96B1-16E14BA4AC72}" dt="2026-10-07T12:54:21.576" v="7442" actId="170"/>
          <ac:grpSpMkLst>
            <pc:docMk/>
            <pc:sldMk cId="4074889313" sldId="355"/>
            <ac:grpSpMk id="30" creationId="{6D200474-0667-12C3-8B57-7645580AE3A9}"/>
          </ac:grpSpMkLst>
        </pc:grpChg>
        <pc:grpChg chg="mod">
          <ac:chgData name="Bernardo Caputo Gomes" userId="6da50d2c-d1b7-4a9f-8ea6-11c55775b80e" providerId="ADAL" clId="{2E3FE783-9AB9-4869-96B1-16E14BA4AC72}" dt="2026-10-07T12:50:54.075" v="7176" actId="12788"/>
          <ac:grpSpMkLst>
            <pc:docMk/>
            <pc:sldMk cId="4074889313" sldId="355"/>
            <ac:grpSpMk id="36" creationId="{1E42B31A-1CB2-8104-E619-F733C3814546}"/>
          </ac:grpSpMkLst>
        </pc:grpChg>
        <pc:grpChg chg="mod">
          <ac:chgData name="Bernardo Caputo Gomes" userId="6da50d2c-d1b7-4a9f-8ea6-11c55775b80e" providerId="ADAL" clId="{2E3FE783-9AB9-4869-96B1-16E14BA4AC72}" dt="2026-10-05T14:21:25.671" v="5514" actId="1076"/>
          <ac:grpSpMkLst>
            <pc:docMk/>
            <pc:sldMk cId="4074889313" sldId="355"/>
            <ac:grpSpMk id="42" creationId="{6530104B-91B2-AC23-6FBF-0A5E01DED837}"/>
          </ac:grpSpMkLst>
        </pc:grpChg>
        <pc:grpChg chg="ord">
          <ac:chgData name="Bernardo Caputo Gomes" userId="6da50d2c-d1b7-4a9f-8ea6-11c55775b80e" providerId="ADAL" clId="{2E3FE783-9AB9-4869-96B1-16E14BA4AC72}" dt="2026-10-07T13:08:29.323" v="8508" actId="167"/>
          <ac:grpSpMkLst>
            <pc:docMk/>
            <pc:sldMk cId="4074889313" sldId="355"/>
            <ac:grpSpMk id="48" creationId="{5C1E1D76-FA27-063B-2CB9-A5616C6B656D}"/>
          </ac:grpSpMkLst>
        </pc:grpChg>
        <pc:grpChg chg="add mod">
          <ac:chgData name="Bernardo Caputo Gomes" userId="6da50d2c-d1b7-4a9f-8ea6-11c55775b80e" providerId="ADAL" clId="{2E3FE783-9AB9-4869-96B1-16E14BA4AC72}" dt="2026-10-07T12:51:08.978" v="7178" actId="1036"/>
          <ac:grpSpMkLst>
            <pc:docMk/>
            <pc:sldMk cId="4074889313" sldId="355"/>
            <ac:grpSpMk id="54" creationId="{71E14D00-8ED0-D172-3B92-78CAA061A3C8}"/>
          </ac:grpSpMkLst>
        </pc:grpChg>
        <pc:graphicFrameChg chg="mod">
          <ac:chgData name="Bernardo Caputo Gomes" userId="6da50d2c-d1b7-4a9f-8ea6-11c55775b80e" providerId="ADAL" clId="{2E3FE783-9AB9-4869-96B1-16E14BA4AC72}" dt="2026-10-05T13:20:33.477" v="4098" actId="207"/>
          <ac:graphicFrameMkLst>
            <pc:docMk/>
            <pc:sldMk cId="4074889313" sldId="355"/>
            <ac:graphicFrameMk id="6" creationId="{9025ACB8-234B-4A3C-375A-CB2C2C29CEFF}"/>
          </ac:graphicFrameMkLst>
        </pc:graphicFrameChg>
        <pc:graphicFrameChg chg="add ord">
          <ac:chgData name="Bernardo Caputo Gomes" userId="6da50d2c-d1b7-4a9f-8ea6-11c55775b80e" providerId="ADAL" clId="{2E3FE783-9AB9-4869-96B1-16E14BA4AC72}" dt="2026-10-05T14:01:30.120" v="5497" actId="171"/>
          <ac:graphicFrameMkLst>
            <pc:docMk/>
            <pc:sldMk cId="4074889313" sldId="355"/>
            <ac:graphicFrameMk id="25" creationId="{14B05259-F1E7-FF16-B298-1DE322AE82E5}"/>
          </ac:graphicFrameMkLst>
        </pc:graphicFrameChg>
        <pc:picChg chg="add mod ord">
          <ac:chgData name="Bernardo Caputo Gomes" userId="6da50d2c-d1b7-4a9f-8ea6-11c55775b80e" providerId="ADAL" clId="{2E3FE783-9AB9-4869-96B1-16E14BA4AC72}" dt="2026-10-07T13:06:37.451" v="8378" actId="1037"/>
          <ac:picMkLst>
            <pc:docMk/>
            <pc:sldMk cId="4074889313" sldId="355"/>
            <ac:picMk id="22" creationId="{647FC88E-EE3A-C38A-B641-DE1DC5AECB67}"/>
          </ac:picMkLst>
        </pc:picChg>
        <pc:picChg chg="add mod">
          <ac:chgData name="Bernardo Caputo Gomes" userId="6da50d2c-d1b7-4a9f-8ea6-11c55775b80e" providerId="ADAL" clId="{2E3FE783-9AB9-4869-96B1-16E14BA4AC72}" dt="2026-10-07T13:06:32.240" v="8377" actId="1037"/>
          <ac:picMkLst>
            <pc:docMk/>
            <pc:sldMk cId="4074889313" sldId="355"/>
            <ac:picMk id="28" creationId="{A8A3F9C9-F4CF-B9A4-47A6-17155851D8B0}"/>
          </ac:picMkLst>
        </pc:picChg>
        <pc:picChg chg="add mod">
          <ac:chgData name="Bernardo Caputo Gomes" userId="6da50d2c-d1b7-4a9f-8ea6-11c55775b80e" providerId="ADAL" clId="{2E3FE783-9AB9-4869-96B1-16E14BA4AC72}" dt="2026-10-07T13:06:23.505" v="8376" actId="1037"/>
          <ac:picMkLst>
            <pc:docMk/>
            <pc:sldMk cId="4074889313" sldId="355"/>
            <ac:picMk id="61" creationId="{D4167E72-05CA-E765-2E27-36BCF6C023BF}"/>
          </ac:picMkLst>
        </pc:picChg>
        <pc:picChg chg="add mod ord">
          <ac:chgData name="Bernardo Caputo Gomes" userId="6da50d2c-d1b7-4a9f-8ea6-11c55775b80e" providerId="ADAL" clId="{2E3FE783-9AB9-4869-96B1-16E14BA4AC72}" dt="2026-10-07T13:08:09.439" v="8505" actId="171"/>
          <ac:picMkLst>
            <pc:docMk/>
            <pc:sldMk cId="4074889313" sldId="355"/>
            <ac:picMk id="65" creationId="{54EDDD35-4446-ADD7-134F-36A8A55DE55E}"/>
          </ac:picMkLst>
        </pc:picChg>
      </pc:sldChg>
      <pc:sldChg chg="addSp delSp modSp add mod ord modShow">
        <pc:chgData name="Bernardo Caputo Gomes" userId="6da50d2c-d1b7-4a9f-8ea6-11c55775b80e" providerId="ADAL" clId="{2E3FE783-9AB9-4869-96B1-16E14BA4AC72}" dt="2026-10-19T13:28:27.593" v="12281" actId="1037"/>
        <pc:sldMkLst>
          <pc:docMk/>
          <pc:sldMk cId="220619957" sldId="356"/>
        </pc:sldMkLst>
        <pc:spChg chg="add mod ord">
          <ac:chgData name="Bernardo Caputo Gomes" userId="6da50d2c-d1b7-4a9f-8ea6-11c55775b80e" providerId="ADAL" clId="{2E3FE783-9AB9-4869-96B1-16E14BA4AC72}" dt="2026-10-19T13:26:21.124" v="12188" actId="167"/>
          <ac:spMkLst>
            <pc:docMk/>
            <pc:sldMk cId="220619957" sldId="356"/>
            <ac:spMk id="7" creationId="{5E459B01-149D-D571-304F-7CDC7FAA0BDE}"/>
          </ac:spMkLst>
        </pc:spChg>
        <pc:spChg chg="add mod ord">
          <ac:chgData name="Bernardo Caputo Gomes" userId="6da50d2c-d1b7-4a9f-8ea6-11c55775b80e" providerId="ADAL" clId="{2E3FE783-9AB9-4869-96B1-16E14BA4AC72}" dt="2026-10-19T13:28:27.593" v="12281" actId="1037"/>
          <ac:spMkLst>
            <pc:docMk/>
            <pc:sldMk cId="220619957" sldId="356"/>
            <ac:spMk id="11" creationId="{E546553C-22E6-F98D-0723-2AB1C6B95F42}"/>
          </ac:spMkLst>
        </pc:spChg>
        <pc:spChg chg="mod">
          <ac:chgData name="Bernardo Caputo Gomes" userId="6da50d2c-d1b7-4a9f-8ea6-11c55775b80e" providerId="ADAL" clId="{2E3FE783-9AB9-4869-96B1-16E14BA4AC72}" dt="2026-10-07T13:23:51.742" v="8513" actId="20577"/>
          <ac:spMkLst>
            <pc:docMk/>
            <pc:sldMk cId="220619957" sldId="356"/>
            <ac:spMk id="12" creationId="{3B798B2E-50F2-9608-01C4-8E0F89749738}"/>
          </ac:spMkLst>
        </pc:spChg>
        <pc:spChg chg="del mod">
          <ac:chgData name="Bernardo Caputo Gomes" userId="6da50d2c-d1b7-4a9f-8ea6-11c55775b80e" providerId="ADAL" clId="{2E3FE783-9AB9-4869-96B1-16E14BA4AC72}" dt="2026-10-19T13:24:06.139" v="12068" actId="478"/>
          <ac:spMkLst>
            <pc:docMk/>
            <pc:sldMk cId="220619957" sldId="356"/>
            <ac:spMk id="14" creationId="{4AA134FF-E82E-1304-C910-3072ACB8F030}"/>
          </ac:spMkLst>
        </pc:spChg>
        <pc:spChg chg="mod">
          <ac:chgData name="Bernardo Caputo Gomes" userId="6da50d2c-d1b7-4a9f-8ea6-11c55775b80e" providerId="ADAL" clId="{2E3FE783-9AB9-4869-96B1-16E14BA4AC72}" dt="2026-10-07T13:25:40.668" v="8521"/>
          <ac:spMkLst>
            <pc:docMk/>
            <pc:sldMk cId="220619957" sldId="356"/>
            <ac:spMk id="15" creationId="{C20FBB79-E161-99B4-EFB1-AD6642D9BBF0}"/>
          </ac:spMkLst>
        </pc:spChg>
        <pc:spChg chg="mod">
          <ac:chgData name="Bernardo Caputo Gomes" userId="6da50d2c-d1b7-4a9f-8ea6-11c55775b80e" providerId="ADAL" clId="{2E3FE783-9AB9-4869-96B1-16E14BA4AC72}" dt="2026-10-07T13:52:32.018" v="8597" actId="20577"/>
          <ac:spMkLst>
            <pc:docMk/>
            <pc:sldMk cId="220619957" sldId="356"/>
            <ac:spMk id="16" creationId="{7FDD9FD3-835E-0F45-D14A-CBF76BB9DB59}"/>
          </ac:spMkLst>
        </pc:spChg>
        <pc:grpChg chg="add mod ord">
          <ac:chgData name="Bernardo Caputo Gomes" userId="6da50d2c-d1b7-4a9f-8ea6-11c55775b80e" providerId="ADAL" clId="{2E3FE783-9AB9-4869-96B1-16E14BA4AC72}" dt="2026-10-19T13:28:23.839" v="12256" actId="166"/>
          <ac:grpSpMkLst>
            <pc:docMk/>
            <pc:sldMk cId="220619957" sldId="356"/>
            <ac:grpSpMk id="13" creationId="{5C8D30E0-B356-1B9A-1E66-BBC3A583529B}"/>
          </ac:grpSpMkLst>
        </pc:grpChg>
      </pc:sldChg>
      <pc:sldChg chg="addSp delSp modSp add mod">
        <pc:chgData name="Bernardo Caputo Gomes" userId="6da50d2c-d1b7-4a9f-8ea6-11c55775b80e" providerId="ADAL" clId="{2E3FE783-9AB9-4869-96B1-16E14BA4AC72}" dt="2026-10-19T13:33:05.565" v="12491" actId="120"/>
        <pc:sldMkLst>
          <pc:docMk/>
          <pc:sldMk cId="2653754915" sldId="359"/>
        </pc:sldMkLst>
        <pc:spChg chg="add mod ord">
          <ac:chgData name="Bernardo Caputo Gomes" userId="6da50d2c-d1b7-4a9f-8ea6-11c55775b80e" providerId="ADAL" clId="{2E3FE783-9AB9-4869-96B1-16E14BA4AC72}" dt="2026-10-19T13:32:28.781" v="12488" actId="166"/>
          <ac:spMkLst>
            <pc:docMk/>
            <pc:sldMk cId="2653754915" sldId="359"/>
            <ac:spMk id="5" creationId="{E376EDC8-5A1C-96AB-36B3-AF62290AD82D}"/>
          </ac:spMkLst>
        </pc:spChg>
        <pc:spChg chg="del mod">
          <ac:chgData name="Bernardo Caputo Gomes" userId="6da50d2c-d1b7-4a9f-8ea6-11c55775b80e" providerId="ADAL" clId="{2E3FE783-9AB9-4869-96B1-16E14BA4AC72}" dt="2026-10-19T13:23:33.757" v="12039" actId="478"/>
          <ac:spMkLst>
            <pc:docMk/>
            <pc:sldMk cId="2653754915" sldId="359"/>
            <ac:spMk id="6" creationId="{4385508A-80C9-96ED-492E-87B15695A553}"/>
          </ac:spMkLst>
        </pc:spChg>
        <pc:spChg chg="add">
          <ac:chgData name="Bernardo Caputo Gomes" userId="6da50d2c-d1b7-4a9f-8ea6-11c55775b80e" providerId="ADAL" clId="{2E3FE783-9AB9-4869-96B1-16E14BA4AC72}" dt="2026-10-19T13:24:40.601" v="12102" actId="22"/>
          <ac:spMkLst>
            <pc:docMk/>
            <pc:sldMk cId="2653754915" sldId="359"/>
            <ac:spMk id="7" creationId="{F3DE6335-05B4-B2CC-8270-7C44A642315C}"/>
          </ac:spMkLst>
        </pc:spChg>
        <pc:spChg chg="add">
          <ac:chgData name="Bernardo Caputo Gomes" userId="6da50d2c-d1b7-4a9f-8ea6-11c55775b80e" providerId="ADAL" clId="{2E3FE783-9AB9-4869-96B1-16E14BA4AC72}" dt="2026-10-19T13:32:08.626" v="12416" actId="22"/>
          <ac:spMkLst>
            <pc:docMk/>
            <pc:sldMk cId="2653754915" sldId="359"/>
            <ac:spMk id="9" creationId="{AEF949FA-A933-4B26-F32C-2C9B4CB9EA6D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58" creationId="{077DF75D-3016-CF54-361D-54506BF0615B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0" creationId="{D8E22DC9-3ACC-5787-5CFA-67A3975F60CF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2" creationId="{15BDD6C1-25C3-9507-E487-5AEEAE463D09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4" creationId="{9C119796-2CFA-E2C1-A980-05B8C99AA3F4}"/>
          </ac:spMkLst>
        </pc:spChg>
        <pc:spChg chg="del">
          <ac:chgData name="Bernardo Caputo Gomes" userId="6da50d2c-d1b7-4a9f-8ea6-11c55775b80e" providerId="ADAL" clId="{2E3FE783-9AB9-4869-96B1-16E14BA4AC72}" dt="2026-10-19T13:32:01.107" v="12414" actId="478"/>
          <ac:spMkLst>
            <pc:docMk/>
            <pc:sldMk cId="2653754915" sldId="359"/>
            <ac:spMk id="173" creationId="{05B3AC93-2DE4-FC00-4B5B-F1CDF6ABE726}"/>
          </ac:spMkLst>
        </pc:spChg>
        <pc:spChg chg="del">
          <ac:chgData name="Bernardo Caputo Gomes" userId="6da50d2c-d1b7-4a9f-8ea6-11c55775b80e" providerId="ADAL" clId="{2E3FE783-9AB9-4869-96B1-16E14BA4AC72}" dt="2026-10-19T13:32:01.107" v="12414" actId="478"/>
          <ac:spMkLst>
            <pc:docMk/>
            <pc:sldMk cId="2653754915" sldId="359"/>
            <ac:spMk id="182" creationId="{67AC00FE-D2CD-0269-5DE0-3EBCDB5C7839}"/>
          </ac:spMkLst>
        </pc:spChg>
      </pc:sldChg>
      <pc:sldChg chg="addSp delSp modSp add mod">
        <pc:chgData name="Bernardo Caputo Gomes" userId="6da50d2c-d1b7-4a9f-8ea6-11c55775b80e" providerId="ADAL" clId="{2E3FE783-9AB9-4869-96B1-16E14BA4AC72}" dt="2026-10-19T13:33:09.850" v="12493" actId="120"/>
        <pc:sldMkLst>
          <pc:docMk/>
          <pc:sldMk cId="368819736" sldId="360"/>
        </pc:sldMkLst>
        <pc:spChg chg="add">
          <ac:chgData name="Bernardo Caputo Gomes" userId="6da50d2c-d1b7-4a9f-8ea6-11c55775b80e" providerId="ADAL" clId="{2E3FE783-9AB9-4869-96B1-16E14BA4AC72}" dt="2026-10-19T13:24:42.914" v="12103" actId="22"/>
          <ac:spMkLst>
            <pc:docMk/>
            <pc:sldMk cId="368819736" sldId="360"/>
            <ac:spMk id="5" creationId="{E3724198-AB4E-3C47-5449-9FBF8AA1EAC2}"/>
          </ac:spMkLst>
        </pc:spChg>
        <pc:spChg chg="del">
          <ac:chgData name="Bernardo Caputo Gomes" userId="6da50d2c-d1b7-4a9f-8ea6-11c55775b80e" providerId="ADAL" clId="{2E3FE783-9AB9-4869-96B1-16E14BA4AC72}" dt="2026-10-19T13:23:36.250" v="12040" actId="478"/>
          <ac:spMkLst>
            <pc:docMk/>
            <pc:sldMk cId="368819736" sldId="360"/>
            <ac:spMk id="6" creationId="{BBBE0560-4EAF-FB8C-8ADD-244D45B263EE}"/>
          </ac:spMkLst>
        </pc:spChg>
        <pc:spChg chg="add">
          <ac:chgData name="Bernardo Caputo Gomes" userId="6da50d2c-d1b7-4a9f-8ea6-11c55775b80e" providerId="ADAL" clId="{2E3FE783-9AB9-4869-96B1-16E14BA4AC72}" dt="2026-10-19T13:32:10.067" v="12417" actId="22"/>
          <ac:spMkLst>
            <pc:docMk/>
            <pc:sldMk cId="368819736" sldId="360"/>
            <ac:spMk id="8" creationId="{7C9FF692-E62D-0573-53F7-3435556E347B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58" creationId="{090042AF-34CB-11DD-FA38-7672EC82C168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0" creationId="{F9545BE1-1BFC-E44F-73C9-3120C7650649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2" creationId="{373B3A66-B82F-C1B6-AC01-8EE478F0AF6D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4" creationId="{1B933D1B-DE51-EEFA-B9B9-4AB877748672}"/>
          </ac:spMkLst>
        </pc:spChg>
        <pc:spChg chg="del mod">
          <ac:chgData name="Bernardo Caputo Gomes" userId="6da50d2c-d1b7-4a9f-8ea6-11c55775b80e" providerId="ADAL" clId="{2E3FE783-9AB9-4869-96B1-16E14BA4AC72}" dt="2026-10-19T13:32:04.347" v="12415" actId="478"/>
          <ac:spMkLst>
            <pc:docMk/>
            <pc:sldMk cId="368819736" sldId="360"/>
            <ac:spMk id="173" creationId="{BFB8E17F-A58B-07D1-4B17-E19724BA8DBC}"/>
          </ac:spMkLst>
        </pc:spChg>
        <pc:spChg chg="del">
          <ac:chgData name="Bernardo Caputo Gomes" userId="6da50d2c-d1b7-4a9f-8ea6-11c55775b80e" providerId="ADAL" clId="{2E3FE783-9AB9-4869-96B1-16E14BA4AC72}" dt="2026-10-19T13:32:04.347" v="12415" actId="478"/>
          <ac:spMkLst>
            <pc:docMk/>
            <pc:sldMk cId="368819736" sldId="360"/>
            <ac:spMk id="182" creationId="{AFD3B2D9-0C38-0A0E-D1C6-77CF8C58E6B9}"/>
          </ac:spMkLst>
        </pc:spChg>
      </pc:sldChg>
      <pc:sldChg chg="addSp delSp modSp mod ord">
        <pc:chgData name="Bernardo Caputo Gomes" userId="6da50d2c-d1b7-4a9f-8ea6-11c55775b80e" providerId="ADAL" clId="{2E3FE783-9AB9-4869-96B1-16E14BA4AC72}" dt="2026-10-19T14:29:08.238" v="13964" actId="403"/>
        <pc:sldMkLst>
          <pc:docMk/>
          <pc:sldMk cId="500312946" sldId="382"/>
        </pc:sldMkLst>
        <pc:spChg chg="add del">
          <ac:chgData name="Bernardo Caputo Gomes" userId="6da50d2c-d1b7-4a9f-8ea6-11c55775b80e" providerId="ADAL" clId="{2E3FE783-9AB9-4869-96B1-16E14BA4AC72}" dt="2026-10-19T13:27:04.228" v="12195" actId="478"/>
          <ac:spMkLst>
            <pc:docMk/>
            <pc:sldMk cId="500312946" sldId="382"/>
            <ac:spMk id="4" creationId="{B0197B31-260B-3586-EF2E-1E01EFCE6AC4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" creationId="{2F2CE470-BA60-F6F9-CCF3-3C0AA9FAE566}"/>
          </ac:spMkLst>
        </pc:spChg>
        <pc:spChg chg="del">
          <ac:chgData name="Bernardo Caputo Gomes" userId="6da50d2c-d1b7-4a9f-8ea6-11c55775b80e" providerId="ADAL" clId="{2E3FE783-9AB9-4869-96B1-16E14BA4AC72}" dt="2026-10-19T13:24:14.801" v="12070" actId="478"/>
          <ac:spMkLst>
            <pc:docMk/>
            <pc:sldMk cId="500312946" sldId="382"/>
            <ac:spMk id="6" creationId="{51A93D02-B12F-BA8F-E0A3-D24C4D459106}"/>
          </ac:spMkLst>
        </pc:spChg>
        <pc:spChg chg="add">
          <ac:chgData name="Bernardo Caputo Gomes" userId="6da50d2c-d1b7-4a9f-8ea6-11c55775b80e" providerId="ADAL" clId="{2E3FE783-9AB9-4869-96B1-16E14BA4AC72}" dt="2026-10-19T13:27:10.932" v="12196" actId="22"/>
          <ac:spMkLst>
            <pc:docMk/>
            <pc:sldMk cId="500312946" sldId="382"/>
            <ac:spMk id="8" creationId="{4ED7D5E3-3F74-3D24-DA4B-105C05C4254E}"/>
          </ac:spMkLst>
        </pc:spChg>
        <pc:spChg chg="add del">
          <ac:chgData name="Bernardo Caputo Gomes" userId="6da50d2c-d1b7-4a9f-8ea6-11c55775b80e" providerId="ADAL" clId="{2E3FE783-9AB9-4869-96B1-16E14BA4AC72}" dt="2026-10-19T13:39:08.934" v="12499" actId="478"/>
          <ac:spMkLst>
            <pc:docMk/>
            <pc:sldMk cId="500312946" sldId="382"/>
            <ac:spMk id="10" creationId="{2FA26642-D363-1E64-2A16-AE069BFE71B3}"/>
          </ac:spMkLst>
        </pc:spChg>
        <pc:spChg chg="add mod">
          <ac:chgData name="Bernardo Caputo Gomes" userId="6da50d2c-d1b7-4a9f-8ea6-11c55775b80e" providerId="ADAL" clId="{2E3FE783-9AB9-4869-96B1-16E14BA4AC72}" dt="2026-10-19T13:47:51.397" v="13032" actId="14100"/>
          <ac:spMkLst>
            <pc:docMk/>
            <pc:sldMk cId="500312946" sldId="382"/>
            <ac:spMk id="12" creationId="{77C4FC2B-B569-D04E-0597-318B6125D96E}"/>
          </ac:spMkLst>
        </pc:spChg>
        <pc:spChg chg="add mod">
          <ac:chgData name="Bernardo Caputo Gomes" userId="6da50d2c-d1b7-4a9f-8ea6-11c55775b80e" providerId="ADAL" clId="{2E3FE783-9AB9-4869-96B1-16E14BA4AC72}" dt="2026-10-19T13:42:05.907" v="12900" actId="14100"/>
          <ac:spMkLst>
            <pc:docMk/>
            <pc:sldMk cId="500312946" sldId="382"/>
            <ac:spMk id="14" creationId="{A2857889-E60E-682B-C005-EB6698412C4A}"/>
          </ac:spMkLst>
        </pc:spChg>
        <pc:spChg chg="add mod">
          <ac:chgData name="Bernardo Caputo Gomes" userId="6da50d2c-d1b7-4a9f-8ea6-11c55775b80e" providerId="ADAL" clId="{2E3FE783-9AB9-4869-96B1-16E14BA4AC72}" dt="2026-10-19T13:47:51.661" v="13034" actId="1037"/>
          <ac:spMkLst>
            <pc:docMk/>
            <pc:sldMk cId="500312946" sldId="382"/>
            <ac:spMk id="17" creationId="{CCA83683-5054-1963-ED4D-F30F2D83ABF4}"/>
          </ac:spMkLst>
        </pc:spChg>
        <pc:spChg chg="add del ord">
          <ac:chgData name="Bernardo Caputo Gomes" userId="6da50d2c-d1b7-4a9f-8ea6-11c55775b80e" providerId="ADAL" clId="{2E3FE783-9AB9-4869-96B1-16E14BA4AC72}" dt="2026-10-19T13:41:34.971" v="12883" actId="478"/>
          <ac:spMkLst>
            <pc:docMk/>
            <pc:sldMk cId="500312946" sldId="382"/>
            <ac:spMk id="19" creationId="{6816CA93-B83A-6C18-2E6C-C36BF735A81B}"/>
          </ac:spMkLst>
        </pc:spChg>
        <pc:spChg chg="add del">
          <ac:chgData name="Bernardo Caputo Gomes" userId="6da50d2c-d1b7-4a9f-8ea6-11c55775b80e" providerId="ADAL" clId="{2E3FE783-9AB9-4869-96B1-16E14BA4AC72}" dt="2026-10-19T13:42:31.799" v="12904" actId="478"/>
          <ac:spMkLst>
            <pc:docMk/>
            <pc:sldMk cId="500312946" sldId="382"/>
            <ac:spMk id="21" creationId="{0759723B-F8B8-EBF9-3C6B-AC690A820844}"/>
          </ac:spMkLst>
        </pc:spChg>
        <pc:spChg chg="add del ord">
          <ac:chgData name="Bernardo Caputo Gomes" userId="6da50d2c-d1b7-4a9f-8ea6-11c55775b80e" providerId="ADAL" clId="{2E3FE783-9AB9-4869-96B1-16E14BA4AC72}" dt="2026-10-19T13:47:51.225" v="13031" actId="478"/>
          <ac:spMkLst>
            <pc:docMk/>
            <pc:sldMk cId="500312946" sldId="382"/>
            <ac:spMk id="23" creationId="{C10DE3EE-AE80-A5EE-D916-AFDCE3A63FBC}"/>
          </ac:spMkLst>
        </pc:spChg>
        <pc:spChg chg="mod">
          <ac:chgData name="Bernardo Caputo Gomes" userId="6da50d2c-d1b7-4a9f-8ea6-11c55775b80e" providerId="ADAL" clId="{2E3FE783-9AB9-4869-96B1-16E14BA4AC72}" dt="2026-10-19T13:49:46.743" v="13087"/>
          <ac:spMkLst>
            <pc:docMk/>
            <pc:sldMk cId="500312946" sldId="382"/>
            <ac:spMk id="28" creationId="{9EAB2D78-14F6-8CD0-EC43-03F431E97CE7}"/>
          </ac:spMkLst>
        </pc:spChg>
        <pc:spChg chg="mod">
          <ac:chgData name="Bernardo Caputo Gomes" userId="6da50d2c-d1b7-4a9f-8ea6-11c55775b80e" providerId="ADAL" clId="{2E3FE783-9AB9-4869-96B1-16E14BA4AC72}" dt="2026-10-19T13:52:18.295" v="13158" actId="20577"/>
          <ac:spMkLst>
            <pc:docMk/>
            <pc:sldMk cId="500312946" sldId="382"/>
            <ac:spMk id="29" creationId="{A15F6ADD-AB16-119F-534B-A19AFB6E5D33}"/>
          </ac:spMkLst>
        </pc:spChg>
        <pc:spChg chg="mod">
          <ac:chgData name="Bernardo Caputo Gomes" userId="6da50d2c-d1b7-4a9f-8ea6-11c55775b80e" providerId="ADAL" clId="{2E3FE783-9AB9-4869-96B1-16E14BA4AC72}" dt="2026-10-19T13:53:57.528" v="13498" actId="20577"/>
          <ac:spMkLst>
            <pc:docMk/>
            <pc:sldMk cId="500312946" sldId="382"/>
            <ac:spMk id="30" creationId="{DDC9C0FD-6435-DAA1-EF56-065F442D40B5}"/>
          </ac:spMkLst>
        </pc:spChg>
        <pc:spChg chg="mod">
          <ac:chgData name="Bernardo Caputo Gomes" userId="6da50d2c-d1b7-4a9f-8ea6-11c55775b80e" providerId="ADAL" clId="{2E3FE783-9AB9-4869-96B1-16E14BA4AC72}" dt="2026-10-19T13:51:54.225" v="13153" actId="14100"/>
          <ac:spMkLst>
            <pc:docMk/>
            <pc:sldMk cId="500312946" sldId="382"/>
            <ac:spMk id="31" creationId="{34186870-6228-808B-03D0-88668B8D42D0}"/>
          </ac:spMkLst>
        </pc:spChg>
        <pc:spChg chg="mod">
          <ac:chgData name="Bernardo Caputo Gomes" userId="6da50d2c-d1b7-4a9f-8ea6-11c55775b80e" providerId="ADAL" clId="{2E3FE783-9AB9-4869-96B1-16E14BA4AC72}" dt="2026-10-19T13:53:01.730" v="13213" actId="20577"/>
          <ac:spMkLst>
            <pc:docMk/>
            <pc:sldMk cId="500312946" sldId="382"/>
            <ac:spMk id="32" creationId="{ED44702B-9863-81AB-93C2-FAF24B217CC1}"/>
          </ac:spMkLst>
        </pc:spChg>
        <pc:spChg chg="mod">
          <ac:chgData name="Bernardo Caputo Gomes" userId="6da50d2c-d1b7-4a9f-8ea6-11c55775b80e" providerId="ADAL" clId="{2E3FE783-9AB9-4869-96B1-16E14BA4AC72}" dt="2026-10-19T13:53:26.791" v="13340" actId="20577"/>
          <ac:spMkLst>
            <pc:docMk/>
            <pc:sldMk cId="500312946" sldId="382"/>
            <ac:spMk id="33" creationId="{A30A6E9C-34B8-86F0-153F-D5DDC40B9248}"/>
          </ac:spMkLst>
        </pc:spChg>
        <pc:spChg chg="add mod">
          <ac:chgData name="Bernardo Caputo Gomes" userId="6da50d2c-d1b7-4a9f-8ea6-11c55775b80e" providerId="ADAL" clId="{2E3FE783-9AB9-4869-96B1-16E14BA4AC72}" dt="2026-10-19T14:28:27.504" v="13947" actId="164"/>
          <ac:spMkLst>
            <pc:docMk/>
            <pc:sldMk cId="500312946" sldId="382"/>
            <ac:spMk id="35" creationId="{F93A6B1A-AF39-F751-A85B-E35D0BCE739F}"/>
          </ac:spMkLst>
        </pc:spChg>
        <pc:spChg chg="mod">
          <ac:chgData name="Bernardo Caputo Gomes" userId="6da50d2c-d1b7-4a9f-8ea6-11c55775b80e" providerId="ADAL" clId="{2E3FE783-9AB9-4869-96B1-16E14BA4AC72}" dt="2026-10-19T13:54:11.509" v="13501"/>
          <ac:spMkLst>
            <pc:docMk/>
            <pc:sldMk cId="500312946" sldId="382"/>
            <ac:spMk id="37" creationId="{E75E5A14-51C9-1E7A-EAC5-C1F0D93CF11E}"/>
          </ac:spMkLst>
        </pc:spChg>
        <pc:spChg chg="mod">
          <ac:chgData name="Bernardo Caputo Gomes" userId="6da50d2c-d1b7-4a9f-8ea6-11c55775b80e" providerId="ADAL" clId="{2E3FE783-9AB9-4869-96B1-16E14BA4AC72}" dt="2026-10-19T13:54:11.509" v="13501"/>
          <ac:spMkLst>
            <pc:docMk/>
            <pc:sldMk cId="500312946" sldId="382"/>
            <ac:spMk id="38" creationId="{416C9A75-1B52-51C6-EEEB-AEC371D1DD0B}"/>
          </ac:spMkLst>
        </pc:spChg>
        <pc:spChg chg="mod">
          <ac:chgData name="Bernardo Caputo Gomes" userId="6da50d2c-d1b7-4a9f-8ea6-11c55775b80e" providerId="ADAL" clId="{2E3FE783-9AB9-4869-96B1-16E14BA4AC72}" dt="2026-10-19T14:26:56.250" v="13919" actId="20577"/>
          <ac:spMkLst>
            <pc:docMk/>
            <pc:sldMk cId="500312946" sldId="382"/>
            <ac:spMk id="39" creationId="{E826853A-DFB7-6285-C527-6938364948AC}"/>
          </ac:spMkLst>
        </pc:spChg>
        <pc:spChg chg="mod">
          <ac:chgData name="Bernardo Caputo Gomes" userId="6da50d2c-d1b7-4a9f-8ea6-11c55775b80e" providerId="ADAL" clId="{2E3FE783-9AB9-4869-96B1-16E14BA4AC72}" dt="2026-10-19T14:24:44.392" v="13551" actId="14100"/>
          <ac:spMkLst>
            <pc:docMk/>
            <pc:sldMk cId="500312946" sldId="382"/>
            <ac:spMk id="40" creationId="{E6AA1FB3-98A7-DCD6-5ED5-E497F43F3649}"/>
          </ac:spMkLst>
        </pc:spChg>
        <pc:spChg chg="mod">
          <ac:chgData name="Bernardo Caputo Gomes" userId="6da50d2c-d1b7-4a9f-8ea6-11c55775b80e" providerId="ADAL" clId="{2E3FE783-9AB9-4869-96B1-16E14BA4AC72}" dt="2026-10-19T14:25:49.810" v="13620" actId="20577"/>
          <ac:spMkLst>
            <pc:docMk/>
            <pc:sldMk cId="500312946" sldId="382"/>
            <ac:spMk id="41" creationId="{7A4D2D0B-7148-87E4-9650-84932D2F315A}"/>
          </ac:spMkLst>
        </pc:spChg>
        <pc:spChg chg="mod">
          <ac:chgData name="Bernardo Caputo Gomes" userId="6da50d2c-d1b7-4a9f-8ea6-11c55775b80e" providerId="ADAL" clId="{2E3FE783-9AB9-4869-96B1-16E14BA4AC72}" dt="2026-10-19T14:26:21.530" v="13763" actId="20577"/>
          <ac:spMkLst>
            <pc:docMk/>
            <pc:sldMk cId="500312946" sldId="382"/>
            <ac:spMk id="42" creationId="{AC7E6CDA-5CC9-D108-4390-98EDAC5831C1}"/>
          </ac:spMkLst>
        </pc:spChg>
        <pc:spChg chg="add mod">
          <ac:chgData name="Bernardo Caputo Gomes" userId="6da50d2c-d1b7-4a9f-8ea6-11c55775b80e" providerId="ADAL" clId="{2E3FE783-9AB9-4869-96B1-16E14BA4AC72}" dt="2026-10-19T14:28:14.374" v="13946" actId="164"/>
          <ac:spMkLst>
            <pc:docMk/>
            <pc:sldMk cId="500312946" sldId="382"/>
            <ac:spMk id="44" creationId="{57FB25C5-8DA7-A315-AA4A-070CA5084803}"/>
          </ac:spMkLst>
        </pc:spChg>
        <pc:spChg chg="add mod">
          <ac:chgData name="Bernardo Caputo Gomes" userId="6da50d2c-d1b7-4a9f-8ea6-11c55775b80e" providerId="ADAL" clId="{2E3FE783-9AB9-4869-96B1-16E14BA4AC72}" dt="2026-10-19T14:28:03.952" v="13945" actId="571"/>
          <ac:spMkLst>
            <pc:docMk/>
            <pc:sldMk cId="500312946" sldId="382"/>
            <ac:spMk id="45" creationId="{ADE6EE4A-BAFA-52DB-AA13-76A421069B7E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7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8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9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2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2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38.126" v="13953" actId="1035"/>
          <ac:spMkLst>
            <pc:docMk/>
            <pc:sldMk cId="500312946" sldId="382"/>
            <ac:spMk id="502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38.126" v="13953" actId="1035"/>
          <ac:spMkLst>
            <pc:docMk/>
            <pc:sldMk cId="500312946" sldId="382"/>
            <ac:spMk id="5023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4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7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29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3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3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4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7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1.776" v="12878" actId="478"/>
          <ac:spMkLst>
            <pc:docMk/>
            <pc:sldMk cId="500312946" sldId="382"/>
            <ac:spMk id="5044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0.336" v="12877" actId="478"/>
          <ac:spMkLst>
            <pc:docMk/>
            <pc:sldMk cId="500312946" sldId="382"/>
            <ac:spMk id="5045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0.336" v="12877" actId="478"/>
          <ac:spMkLst>
            <pc:docMk/>
            <pc:sldMk cId="500312946" sldId="382"/>
            <ac:spMk id="5046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5:14.184" v="13552" actId="14100"/>
          <ac:spMkLst>
            <pc:docMk/>
            <pc:sldMk cId="500312946" sldId="382"/>
            <ac:spMk id="6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600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6003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9:08.238" v="13964" actId="403"/>
          <ac:spMkLst>
            <pc:docMk/>
            <pc:sldMk cId="500312946" sldId="382"/>
            <ac:spMk id="7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700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701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701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701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702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702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7022" creationId="{00000000-0000-0000-0000-000000000000}"/>
          </ac:spMkLst>
        </pc:spChg>
        <pc:grpChg chg="add del mod">
          <ac:chgData name="Bernardo Caputo Gomes" userId="6da50d2c-d1b7-4a9f-8ea6-11c55775b80e" providerId="ADAL" clId="{2E3FE783-9AB9-4869-96B1-16E14BA4AC72}" dt="2026-10-19T13:54:04.211" v="13499" actId="478"/>
          <ac:grpSpMkLst>
            <pc:docMk/>
            <pc:sldMk cId="500312946" sldId="382"/>
            <ac:grpSpMk id="24" creationId="{9B26A6ED-6E8E-6922-C4A0-4BC11ACAB3A1}"/>
          </ac:grpSpMkLst>
        </pc:grpChg>
        <pc:grpChg chg="add del mod">
          <ac:chgData name="Bernardo Caputo Gomes" userId="6da50d2c-d1b7-4a9f-8ea6-11c55775b80e" providerId="ADAL" clId="{2E3FE783-9AB9-4869-96B1-16E14BA4AC72}" dt="2026-10-19T14:27:00.054" v="13920" actId="478"/>
          <ac:grpSpMkLst>
            <pc:docMk/>
            <pc:sldMk cId="500312946" sldId="382"/>
            <ac:grpSpMk id="25" creationId="{616DE9F9-B43C-2692-E830-86242A852E83}"/>
          </ac:grpSpMkLst>
        </pc:grpChg>
        <pc:grpChg chg="add mod">
          <ac:chgData name="Bernardo Caputo Gomes" userId="6da50d2c-d1b7-4a9f-8ea6-11c55775b80e" providerId="ADAL" clId="{2E3FE783-9AB9-4869-96B1-16E14BA4AC72}" dt="2026-10-19T13:54:26.163" v="13504" actId="12789"/>
          <ac:grpSpMkLst>
            <pc:docMk/>
            <pc:sldMk cId="500312946" sldId="382"/>
            <ac:grpSpMk id="26" creationId="{F1386C36-6728-C9F2-EDD9-E644D6AB1972}"/>
          </ac:grpSpMkLst>
        </pc:grpChg>
        <pc:grpChg chg="add mod">
          <ac:chgData name="Bernardo Caputo Gomes" userId="6da50d2c-d1b7-4a9f-8ea6-11c55775b80e" providerId="ADAL" clId="{2E3FE783-9AB9-4869-96B1-16E14BA4AC72}" dt="2026-10-19T14:28:27.504" v="13947" actId="164"/>
          <ac:grpSpMkLst>
            <pc:docMk/>
            <pc:sldMk cId="500312946" sldId="382"/>
            <ac:grpSpMk id="27" creationId="{FC0B1137-60C1-AF85-7A67-EC8E72FDD3A6}"/>
          </ac:grpSpMkLst>
        </pc:grpChg>
        <pc:grpChg chg="add mod">
          <ac:chgData name="Bernardo Caputo Gomes" userId="6da50d2c-d1b7-4a9f-8ea6-11c55775b80e" providerId="ADAL" clId="{2E3FE783-9AB9-4869-96B1-16E14BA4AC72}" dt="2026-10-19T14:28:14.374" v="13946" actId="164"/>
          <ac:grpSpMkLst>
            <pc:docMk/>
            <pc:sldMk cId="500312946" sldId="382"/>
            <ac:grpSpMk id="36" creationId="{DBDD04F1-9736-FB3B-9AC3-1AFDD3EB15C6}"/>
          </ac:grpSpMkLst>
        </pc:grpChg>
        <pc:grpChg chg="add mod">
          <ac:chgData name="Bernardo Caputo Gomes" userId="6da50d2c-d1b7-4a9f-8ea6-11c55775b80e" providerId="ADAL" clId="{2E3FE783-9AB9-4869-96B1-16E14BA4AC72}" dt="2026-10-19T14:28:14.374" v="13946" actId="164"/>
          <ac:grpSpMkLst>
            <pc:docMk/>
            <pc:sldMk cId="500312946" sldId="382"/>
            <ac:grpSpMk id="46" creationId="{B6F0CDB1-E695-AA5B-A9B2-A7EC6FF1D8ED}"/>
          </ac:grpSpMkLst>
        </pc:grpChg>
        <pc:grpChg chg="add mod">
          <ac:chgData name="Bernardo Caputo Gomes" userId="6da50d2c-d1b7-4a9f-8ea6-11c55775b80e" providerId="ADAL" clId="{2E3FE783-9AB9-4869-96B1-16E14BA4AC72}" dt="2026-10-19T14:28:27.504" v="13947" actId="164"/>
          <ac:grpSpMkLst>
            <pc:docMk/>
            <pc:sldMk cId="500312946" sldId="382"/>
            <ac:grpSpMk id="47" creationId="{E07F5604-F7BA-871E-238E-4A2850FBE5A4}"/>
          </ac:grpSpMkLst>
        </pc:grpChg>
        <pc:grpChg chg="add mod">
          <ac:chgData name="Bernardo Caputo Gomes" userId="6da50d2c-d1b7-4a9f-8ea6-11c55775b80e" providerId="ADAL" clId="{2E3FE783-9AB9-4869-96B1-16E14BA4AC72}" dt="2026-10-19T14:29:02.076" v="13963" actId="1036"/>
          <ac:grpSpMkLst>
            <pc:docMk/>
            <pc:sldMk cId="500312946" sldId="382"/>
            <ac:grpSpMk id="48" creationId="{4F487CFD-7778-037B-0187-FDF49CBF16AE}"/>
          </ac:grpSpMkLst>
        </pc:grpChg>
      </pc:sldChg>
      <pc:sldChg chg="addSp delSp mod ord">
        <pc:chgData name="Bernardo Caputo Gomes" userId="6da50d2c-d1b7-4a9f-8ea6-11c55775b80e" providerId="ADAL" clId="{2E3FE783-9AB9-4869-96B1-16E14BA4AC72}" dt="2026-10-19T13:34:18.855" v="12497"/>
        <pc:sldMkLst>
          <pc:docMk/>
          <pc:sldMk cId="3868462077" sldId="384"/>
        </pc:sldMkLst>
        <pc:spChg chg="add del">
          <ac:chgData name="Bernardo Caputo Gomes" userId="6da50d2c-d1b7-4a9f-8ea6-11c55775b80e" providerId="ADAL" clId="{2E3FE783-9AB9-4869-96B1-16E14BA4AC72}" dt="2026-10-19T13:27:15.385" v="12197" actId="478"/>
          <ac:spMkLst>
            <pc:docMk/>
            <pc:sldMk cId="3868462077" sldId="384"/>
            <ac:spMk id="6" creationId="{4C8565EA-0584-43A9-46FB-C50BBD7CE3DF}"/>
          </ac:spMkLst>
        </pc:spChg>
        <pc:spChg chg="add">
          <ac:chgData name="Bernardo Caputo Gomes" userId="6da50d2c-d1b7-4a9f-8ea6-11c55775b80e" providerId="ADAL" clId="{2E3FE783-9AB9-4869-96B1-16E14BA4AC72}" dt="2026-10-19T13:27:22.618" v="12198" actId="22"/>
          <ac:spMkLst>
            <pc:docMk/>
            <pc:sldMk cId="3868462077" sldId="384"/>
            <ac:spMk id="8" creationId="{141F0957-BBE8-6E43-8F34-BF80D9E55FBA}"/>
          </ac:spMkLst>
        </pc:spChg>
        <pc:spChg chg="del">
          <ac:chgData name="Bernardo Caputo Gomes" userId="6da50d2c-d1b7-4a9f-8ea6-11c55775b80e" providerId="ADAL" clId="{2E3FE783-9AB9-4869-96B1-16E14BA4AC72}" dt="2026-10-19T13:24:16.468" v="12071" actId="478"/>
          <ac:spMkLst>
            <pc:docMk/>
            <pc:sldMk cId="3868462077" sldId="384"/>
            <ac:spMk id="62" creationId="{8D994346-6AC5-548C-5E51-C22F193E1068}"/>
          </ac:spMkLst>
        </pc:spChg>
      </pc:sldChg>
      <pc:sldChg chg="addSp delSp modSp add mod">
        <pc:chgData name="Bernardo Caputo Gomes" userId="6da50d2c-d1b7-4a9f-8ea6-11c55775b80e" providerId="ADAL" clId="{2E3FE783-9AB9-4869-96B1-16E14BA4AC72}" dt="2026-10-19T13:15:48.791" v="11891" actId="20577"/>
        <pc:sldMkLst>
          <pc:docMk/>
          <pc:sldMk cId="3498216271" sldId="390"/>
        </pc:sldMkLst>
        <pc:spChg chg="mod">
          <ac:chgData name="Bernardo Caputo Gomes" userId="6da50d2c-d1b7-4a9f-8ea6-11c55775b80e" providerId="ADAL" clId="{2E3FE783-9AB9-4869-96B1-16E14BA4AC72}" dt="2026-10-19T13:10:27.550" v="11328" actId="1076"/>
          <ac:spMkLst>
            <pc:docMk/>
            <pc:sldMk cId="3498216271" sldId="390"/>
            <ac:spMk id="6" creationId="{8792A472-BBCB-B1A9-02D3-73E25495145D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12" creationId="{4E731C5F-FF2B-958C-775D-2889C59A0015}"/>
          </ac:spMkLst>
        </pc:spChg>
        <pc:spChg chg="mod">
          <ac:chgData name="Bernardo Caputo Gomes" userId="6da50d2c-d1b7-4a9f-8ea6-11c55775b80e" providerId="ADAL" clId="{2E3FE783-9AB9-4869-96B1-16E14BA4AC72}" dt="2026-10-19T13:14:15.390" v="11576" actId="20577"/>
          <ac:spMkLst>
            <pc:docMk/>
            <pc:sldMk cId="3498216271" sldId="390"/>
            <ac:spMk id="15" creationId="{ABEE45AC-1F88-9C80-5A9D-25C8FC0DECB0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16" creationId="{BC60BFAC-2906-466A-DBC0-14CA9DB550E1}"/>
          </ac:spMkLst>
        </pc:spChg>
        <pc:spChg chg="mod">
          <ac:chgData name="Bernardo Caputo Gomes" userId="6da50d2c-d1b7-4a9f-8ea6-11c55775b80e" providerId="ADAL" clId="{2E3FE783-9AB9-4869-96B1-16E14BA4AC72}" dt="2026-10-19T13:15:03.299" v="11694" actId="20577"/>
          <ac:spMkLst>
            <pc:docMk/>
            <pc:sldMk cId="3498216271" sldId="390"/>
            <ac:spMk id="17" creationId="{3BCF08FD-CCFF-333F-F26B-DA577435CEF7}"/>
          </ac:spMkLst>
        </pc:spChg>
        <pc:spChg chg="mod">
          <ac:chgData name="Bernardo Caputo Gomes" userId="6da50d2c-d1b7-4a9f-8ea6-11c55775b80e" providerId="ADAL" clId="{2E3FE783-9AB9-4869-96B1-16E14BA4AC72}" dt="2026-10-19T13:10:58.588" v="11406" actId="555"/>
          <ac:spMkLst>
            <pc:docMk/>
            <pc:sldMk cId="3498216271" sldId="390"/>
            <ac:spMk id="18" creationId="{4FE112DC-C6B8-EA46-CBB9-EFB34831D665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21" creationId="{88ACFBD3-E6AE-1D00-E7AD-5DF5C096DA54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25" creationId="{32D782FA-4707-F359-862E-75B18B33876D}"/>
          </ac:spMkLst>
        </pc:spChg>
        <pc:spChg chg="mod">
          <ac:chgData name="Bernardo Caputo Gomes" userId="6da50d2c-d1b7-4a9f-8ea6-11c55775b80e" providerId="ADAL" clId="{2E3FE783-9AB9-4869-96B1-16E14BA4AC72}" dt="2026-10-19T13:14:30.237" v="11617" actId="20577"/>
          <ac:spMkLst>
            <pc:docMk/>
            <pc:sldMk cId="3498216271" sldId="390"/>
            <ac:spMk id="35" creationId="{2A5EEBDA-A6E4-B80E-40E6-BA03CF3C933E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38" creationId="{9C3E47EE-E0CC-327A-037B-1A788985623A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41" creationId="{358370EF-10BF-3ABE-FF88-00E74EF333BB}"/>
          </ac:spMkLst>
        </pc:spChg>
        <pc:spChg chg="mod">
          <ac:chgData name="Bernardo Caputo Gomes" userId="6da50d2c-d1b7-4a9f-8ea6-11c55775b80e" providerId="ADAL" clId="{2E3FE783-9AB9-4869-96B1-16E14BA4AC72}" dt="2026-10-19T13:14:52.206" v="11674" actId="20577"/>
          <ac:spMkLst>
            <pc:docMk/>
            <pc:sldMk cId="3498216271" sldId="390"/>
            <ac:spMk id="42" creationId="{DCCBDB7F-B958-A8F1-E067-E3A6464A7127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45" creationId="{24F6DFF8-1197-495F-3719-D4F53C7DA8C0}"/>
          </ac:spMkLst>
        </pc:spChg>
        <pc:spChg chg="mod">
          <ac:chgData name="Bernardo Caputo Gomes" userId="6da50d2c-d1b7-4a9f-8ea6-11c55775b80e" providerId="ADAL" clId="{2E3FE783-9AB9-4869-96B1-16E14BA4AC72}" dt="2026-10-19T13:13:13.321" v="11458" actId="20577"/>
          <ac:spMkLst>
            <pc:docMk/>
            <pc:sldMk cId="3498216271" sldId="390"/>
            <ac:spMk id="47" creationId="{69EF170F-7C0B-99B1-AA2C-C85FE5383EB7}"/>
          </ac:spMkLst>
        </pc:spChg>
        <pc:spChg chg="mod">
          <ac:chgData name="Bernardo Caputo Gomes" userId="6da50d2c-d1b7-4a9f-8ea6-11c55775b80e" providerId="ADAL" clId="{2E3FE783-9AB9-4869-96B1-16E14BA4AC72}" dt="2026-10-19T13:15:18.824" v="11760" actId="20577"/>
          <ac:spMkLst>
            <pc:docMk/>
            <pc:sldMk cId="3498216271" sldId="390"/>
            <ac:spMk id="48" creationId="{9371A593-E34B-66F1-31EC-D7F9F069F452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56" creationId="{AD7C93B4-AE87-729B-6460-D6C45A74BC4C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58" creationId="{97B2ABE8-483B-F2C8-7D31-8D6C42884533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59" creationId="{E9E8C29B-7EAC-EF1A-E1A2-AEAA4A694817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62" creationId="{061F7368-6475-B69C-8F9A-515EA65BB75C}"/>
          </ac:spMkLst>
        </pc:spChg>
        <pc:spChg chg="mod">
          <ac:chgData name="Bernardo Caputo Gomes" userId="6da50d2c-d1b7-4a9f-8ea6-11c55775b80e" providerId="ADAL" clId="{2E3FE783-9AB9-4869-96B1-16E14BA4AC72}" dt="2026-10-19T13:13:25.292" v="11489" actId="20577"/>
          <ac:spMkLst>
            <pc:docMk/>
            <pc:sldMk cId="3498216271" sldId="390"/>
            <ac:spMk id="64" creationId="{AD7F4A08-51C6-BC25-372B-A8AF97A463E5}"/>
          </ac:spMkLst>
        </pc:spChg>
        <pc:spChg chg="mod">
          <ac:chgData name="Bernardo Caputo Gomes" userId="6da50d2c-d1b7-4a9f-8ea6-11c55775b80e" providerId="ADAL" clId="{2E3FE783-9AB9-4869-96B1-16E14BA4AC72}" dt="2026-10-19T13:15:33.218" v="11820" actId="20577"/>
          <ac:spMkLst>
            <pc:docMk/>
            <pc:sldMk cId="3498216271" sldId="390"/>
            <ac:spMk id="65" creationId="{3D6BCF7C-473E-C89A-B7A9-BC900651ABAF}"/>
          </ac:spMkLst>
        </pc:spChg>
        <pc:spChg chg="mod">
          <ac:chgData name="Bernardo Caputo Gomes" userId="6da50d2c-d1b7-4a9f-8ea6-11c55775b80e" providerId="ADAL" clId="{2E3FE783-9AB9-4869-96B1-16E14BA4AC72}" dt="2026-10-19T13:10:24.615" v="11326"/>
          <ac:spMkLst>
            <pc:docMk/>
            <pc:sldMk cId="3498216271" sldId="390"/>
            <ac:spMk id="68" creationId="{5BCB15F1-BC4F-6FA5-47D4-3738B87EF327}"/>
          </ac:spMkLst>
        </pc:spChg>
        <pc:spChg chg="mod">
          <ac:chgData name="Bernardo Caputo Gomes" userId="6da50d2c-d1b7-4a9f-8ea6-11c55775b80e" providerId="ADAL" clId="{2E3FE783-9AB9-4869-96B1-16E14BA4AC72}" dt="2026-10-19T13:13:36.574" v="11519" actId="20577"/>
          <ac:spMkLst>
            <pc:docMk/>
            <pc:sldMk cId="3498216271" sldId="390"/>
            <ac:spMk id="70" creationId="{39DBD2E1-3A71-5825-F799-51E70A0B2845}"/>
          </ac:spMkLst>
        </pc:spChg>
        <pc:spChg chg="mod">
          <ac:chgData name="Bernardo Caputo Gomes" userId="6da50d2c-d1b7-4a9f-8ea6-11c55775b80e" providerId="ADAL" clId="{2E3FE783-9AB9-4869-96B1-16E14BA4AC72}" dt="2026-10-19T13:15:48.791" v="11891" actId="20577"/>
          <ac:spMkLst>
            <pc:docMk/>
            <pc:sldMk cId="3498216271" sldId="390"/>
            <ac:spMk id="71" creationId="{1B59065E-E9B0-44D7-7333-16D281CDB80F}"/>
          </ac:spMkLst>
        </pc:spChg>
        <pc:spChg chg="mod">
          <ac:chgData name="Bernardo Caputo Gomes" userId="6da50d2c-d1b7-4a9f-8ea6-11c55775b80e" providerId="ADAL" clId="{2E3FE783-9AB9-4869-96B1-16E14BA4AC72}" dt="2026-10-19T13:10:33.374" v="11355"/>
          <ac:spMkLst>
            <pc:docMk/>
            <pc:sldMk cId="3498216271" sldId="390"/>
            <ac:spMk id="74" creationId="{E9125BCC-E8C5-2E24-1766-954C4658CA7C}"/>
          </ac:spMkLst>
        </pc:spChg>
        <pc:grpChg chg="mod">
          <ac:chgData name="Bernardo Caputo Gomes" userId="6da50d2c-d1b7-4a9f-8ea6-11c55775b80e" providerId="ADAL" clId="{2E3FE783-9AB9-4869-96B1-16E14BA4AC72}" dt="2026-10-19T13:12:00.224" v="11408" actId="552"/>
          <ac:grpSpMkLst>
            <pc:docMk/>
            <pc:sldMk cId="3498216271" sldId="390"/>
            <ac:grpSpMk id="9" creationId="{66D6D8CC-071A-6FEC-7BF1-0E944E7D3D1F}"/>
          </ac:grpSpMkLst>
        </pc:grpChg>
        <pc:grpChg chg="add del mod">
          <ac:chgData name="Bernardo Caputo Gomes" userId="6da50d2c-d1b7-4a9f-8ea6-11c55775b80e" providerId="ADAL" clId="{2E3FE783-9AB9-4869-96B1-16E14BA4AC72}" dt="2026-10-19T13:10:21.936" v="11325" actId="478"/>
          <ac:grpSpMkLst>
            <pc:docMk/>
            <pc:sldMk cId="3498216271" sldId="390"/>
            <ac:grpSpMk id="13" creationId="{6F36C511-8AE0-8D49-906B-CA1B8210DB6F}"/>
          </ac:grpSpMkLst>
        </pc:grpChg>
        <pc:grpChg chg="mod">
          <ac:chgData name="Bernardo Caputo Gomes" userId="6da50d2c-d1b7-4a9f-8ea6-11c55775b80e" providerId="ADAL" clId="{2E3FE783-9AB9-4869-96B1-16E14BA4AC72}" dt="2026-10-19T13:06:52.238" v="11177"/>
          <ac:grpSpMkLst>
            <pc:docMk/>
            <pc:sldMk cId="3498216271" sldId="390"/>
            <ac:grpSpMk id="26" creationId="{5BB53007-D828-21AE-42AE-B8EE09E88EC9}"/>
          </ac:grpSpMkLst>
        </pc:grpChg>
        <pc:grpChg chg="mod">
          <ac:chgData name="Bernardo Caputo Gomes" userId="6da50d2c-d1b7-4a9f-8ea6-11c55775b80e" providerId="ADAL" clId="{2E3FE783-9AB9-4869-96B1-16E14BA4AC72}" dt="2026-10-19T13:12:09.722" v="11409" actId="552"/>
          <ac:grpSpMkLst>
            <pc:docMk/>
            <pc:sldMk cId="3498216271" sldId="390"/>
            <ac:grpSpMk id="46" creationId="{D0CDB06A-6651-3F94-4D07-B55FCF9158BF}"/>
          </ac:grpSpMkLst>
        </pc:grpChg>
        <pc:grpChg chg="mod">
          <ac:chgData name="Bernardo Caputo Gomes" userId="6da50d2c-d1b7-4a9f-8ea6-11c55775b80e" providerId="ADAL" clId="{2E3FE783-9AB9-4869-96B1-16E14BA4AC72}" dt="2026-10-19T13:12:40.336" v="11425" actId="1037"/>
          <ac:grpSpMkLst>
            <pc:docMk/>
            <pc:sldMk cId="3498216271" sldId="390"/>
            <ac:grpSpMk id="52" creationId="{942D44C1-4EA5-B26A-1A5D-65182DD60670}"/>
          </ac:grpSpMkLst>
        </pc:grpChg>
        <pc:grpChg chg="mod">
          <ac:chgData name="Bernardo Caputo Gomes" userId="6da50d2c-d1b7-4a9f-8ea6-11c55775b80e" providerId="ADAL" clId="{2E3FE783-9AB9-4869-96B1-16E14BA4AC72}" dt="2026-10-19T13:12:37.275" v="11422" actId="1038"/>
          <ac:grpSpMkLst>
            <pc:docMk/>
            <pc:sldMk cId="3498216271" sldId="390"/>
            <ac:grpSpMk id="53" creationId="{0C0FBD47-1421-5613-29ED-49D53C7A23F5}"/>
          </ac:grpSpMkLst>
        </pc:grpChg>
        <pc:grpChg chg="mod">
          <ac:chgData name="Bernardo Caputo Gomes" userId="6da50d2c-d1b7-4a9f-8ea6-11c55775b80e" providerId="ADAL" clId="{2E3FE783-9AB9-4869-96B1-16E14BA4AC72}" dt="2026-10-19T13:12:29.695" v="11417" actId="1037"/>
          <ac:grpSpMkLst>
            <pc:docMk/>
            <pc:sldMk cId="3498216271" sldId="390"/>
            <ac:grpSpMk id="54" creationId="{E51626DA-069E-75F6-460D-FAB2D5C6A215}"/>
          </ac:grpSpMkLst>
        </pc:grpChg>
        <pc:grpChg chg="add del mod">
          <ac:chgData name="Bernardo Caputo Gomes" userId="6da50d2c-d1b7-4a9f-8ea6-11c55775b80e" providerId="ADAL" clId="{2E3FE783-9AB9-4869-96B1-16E14BA4AC72}" dt="2026-10-19T13:10:21.936" v="11325" actId="478"/>
          <ac:grpSpMkLst>
            <pc:docMk/>
            <pc:sldMk cId="3498216271" sldId="390"/>
            <ac:grpSpMk id="57" creationId="{065B5B78-8F2F-D6EB-5EDB-F14D690D9EE1}"/>
          </ac:grpSpMkLst>
        </pc:grpChg>
        <pc:grpChg chg="mod">
          <ac:chgData name="Bernardo Caputo Gomes" userId="6da50d2c-d1b7-4a9f-8ea6-11c55775b80e" providerId="ADAL" clId="{2E3FE783-9AB9-4869-96B1-16E14BA4AC72}" dt="2026-10-19T13:06:55.399" v="11179"/>
          <ac:grpSpMkLst>
            <pc:docMk/>
            <pc:sldMk cId="3498216271" sldId="390"/>
            <ac:grpSpMk id="60" creationId="{2476B558-49D9-10CE-9E8E-72CFC2CBE04E}"/>
          </ac:grpSpMkLst>
        </pc:grpChg>
        <pc:grpChg chg="add mod">
          <ac:chgData name="Bernardo Caputo Gomes" userId="6da50d2c-d1b7-4a9f-8ea6-11c55775b80e" providerId="ADAL" clId="{2E3FE783-9AB9-4869-96B1-16E14BA4AC72}" dt="2026-10-19T13:12:09.722" v="11409" actId="552"/>
          <ac:grpSpMkLst>
            <pc:docMk/>
            <pc:sldMk cId="3498216271" sldId="390"/>
            <ac:grpSpMk id="63" creationId="{56F8223B-3A85-4ED9-D28B-1A69D7D57A47}"/>
          </ac:grpSpMkLst>
        </pc:grpChg>
        <pc:grpChg chg="mod">
          <ac:chgData name="Bernardo Caputo Gomes" userId="6da50d2c-d1b7-4a9f-8ea6-11c55775b80e" providerId="ADAL" clId="{2E3FE783-9AB9-4869-96B1-16E14BA4AC72}" dt="2026-10-19T13:10:24.615" v="11326"/>
          <ac:grpSpMkLst>
            <pc:docMk/>
            <pc:sldMk cId="3498216271" sldId="390"/>
            <ac:grpSpMk id="66" creationId="{A475767A-CD69-A94E-2927-E0DAFA10847A}"/>
          </ac:grpSpMkLst>
        </pc:grpChg>
        <pc:grpChg chg="add mod">
          <ac:chgData name="Bernardo Caputo Gomes" userId="6da50d2c-d1b7-4a9f-8ea6-11c55775b80e" providerId="ADAL" clId="{2E3FE783-9AB9-4869-96B1-16E14BA4AC72}" dt="2026-10-19T13:12:00.224" v="11408" actId="552"/>
          <ac:grpSpMkLst>
            <pc:docMk/>
            <pc:sldMk cId="3498216271" sldId="390"/>
            <ac:grpSpMk id="69" creationId="{AFB2F98D-795F-03EE-CDC8-C4B0E99E63ED}"/>
          </ac:grpSpMkLst>
        </pc:grpChg>
        <pc:grpChg chg="mod">
          <ac:chgData name="Bernardo Caputo Gomes" userId="6da50d2c-d1b7-4a9f-8ea6-11c55775b80e" providerId="ADAL" clId="{2E3FE783-9AB9-4869-96B1-16E14BA4AC72}" dt="2026-10-19T13:10:33.374" v="11355"/>
          <ac:grpSpMkLst>
            <pc:docMk/>
            <pc:sldMk cId="3498216271" sldId="390"/>
            <ac:grpSpMk id="72" creationId="{46178F39-9EBD-4B90-E12A-2D1DE31DBE7B}"/>
          </ac:grpSpMkLst>
        </pc:grpChg>
        <pc:cxnChg chg="mod">
          <ac:chgData name="Bernardo Caputo Gomes" userId="6da50d2c-d1b7-4a9f-8ea6-11c55775b80e" providerId="ADAL" clId="{2E3FE783-9AB9-4869-96B1-16E14BA4AC72}" dt="2026-10-19T13:06:52.238" v="11177"/>
          <ac:cxnSpMkLst>
            <pc:docMk/>
            <pc:sldMk cId="3498216271" sldId="390"/>
            <ac:cxnSpMk id="27" creationId="{404D5FD1-4E1B-37DC-1DDF-5FEE4DDD8AAE}"/>
          </ac:cxnSpMkLst>
        </pc:cxnChg>
        <pc:cxnChg chg="mod">
          <ac:chgData name="Bernardo Caputo Gomes" userId="6da50d2c-d1b7-4a9f-8ea6-11c55775b80e" providerId="ADAL" clId="{2E3FE783-9AB9-4869-96B1-16E14BA4AC72}" dt="2026-10-19T13:06:55.399" v="11179"/>
          <ac:cxnSpMkLst>
            <pc:docMk/>
            <pc:sldMk cId="3498216271" sldId="390"/>
            <ac:cxnSpMk id="61" creationId="{ECBCF25A-908F-D925-B838-5B4C4DBC3963}"/>
          </ac:cxnSpMkLst>
        </pc:cxnChg>
        <pc:cxnChg chg="mod">
          <ac:chgData name="Bernardo Caputo Gomes" userId="6da50d2c-d1b7-4a9f-8ea6-11c55775b80e" providerId="ADAL" clId="{2E3FE783-9AB9-4869-96B1-16E14BA4AC72}" dt="2026-10-19T13:10:24.615" v="11326"/>
          <ac:cxnSpMkLst>
            <pc:docMk/>
            <pc:sldMk cId="3498216271" sldId="390"/>
            <ac:cxnSpMk id="67" creationId="{63C14009-3306-586B-7940-75C8F4BFCE84}"/>
          </ac:cxnSpMkLst>
        </pc:cxnChg>
        <pc:cxnChg chg="mod">
          <ac:chgData name="Bernardo Caputo Gomes" userId="6da50d2c-d1b7-4a9f-8ea6-11c55775b80e" providerId="ADAL" clId="{2E3FE783-9AB9-4869-96B1-16E14BA4AC72}" dt="2026-10-19T13:10:33.374" v="11355"/>
          <ac:cxnSpMkLst>
            <pc:docMk/>
            <pc:sldMk cId="3498216271" sldId="390"/>
            <ac:cxnSpMk id="73" creationId="{BA8DDB91-12DB-7F6C-9ABA-9A6320717D82}"/>
          </ac:cxnSpMkLst>
        </pc:cxnChg>
      </pc:sldChg>
      <pc:sldChg chg="modSp add mod">
        <pc:chgData name="Bernardo Caputo Gomes" userId="6da50d2c-d1b7-4a9f-8ea6-11c55775b80e" providerId="ADAL" clId="{2E3FE783-9AB9-4869-96B1-16E14BA4AC72}" dt="2026-10-19T13:17:25.924" v="11904" actId="207"/>
        <pc:sldMkLst>
          <pc:docMk/>
          <pc:sldMk cId="3408915542" sldId="391"/>
        </pc:sldMkLst>
        <pc:spChg chg="mod">
          <ac:chgData name="Bernardo Caputo Gomes" userId="6da50d2c-d1b7-4a9f-8ea6-11c55775b80e" providerId="ADAL" clId="{2E3FE783-9AB9-4869-96B1-16E14BA4AC72}" dt="2026-10-19T13:17:18.473" v="11903" actId="207"/>
          <ac:spMkLst>
            <pc:docMk/>
            <pc:sldMk cId="3408915542" sldId="391"/>
            <ac:spMk id="12" creationId="{0AFA9A5F-ECD7-4382-EE14-BE7D44199CEE}"/>
          </ac:spMkLst>
        </pc:spChg>
        <pc:spChg chg="mod">
          <ac:chgData name="Bernardo Caputo Gomes" userId="6da50d2c-d1b7-4a9f-8ea6-11c55775b80e" providerId="ADAL" clId="{2E3FE783-9AB9-4869-96B1-16E14BA4AC72}" dt="2026-10-19T13:17:18.473" v="11903" actId="207"/>
          <ac:spMkLst>
            <pc:docMk/>
            <pc:sldMk cId="3408915542" sldId="391"/>
            <ac:spMk id="15" creationId="{81481193-925B-3C0D-5DC0-D9B0085D54EF}"/>
          </ac:spMkLst>
        </pc:spChg>
        <pc:spChg chg="mod">
          <ac:chgData name="Bernardo Caputo Gomes" userId="6da50d2c-d1b7-4a9f-8ea6-11c55775b80e" providerId="ADAL" clId="{2E3FE783-9AB9-4869-96B1-16E14BA4AC72}" dt="2026-10-19T13:17:25.924" v="11904" actId="207"/>
          <ac:spMkLst>
            <pc:docMk/>
            <pc:sldMk cId="3408915542" sldId="391"/>
            <ac:spMk id="34" creationId="{1894F860-BB03-5EF1-41BF-825DC712D955}"/>
          </ac:spMkLst>
        </pc:spChg>
        <pc:spChg chg="mod">
          <ac:chgData name="Bernardo Caputo Gomes" userId="6da50d2c-d1b7-4a9f-8ea6-11c55775b80e" providerId="ADAL" clId="{2E3FE783-9AB9-4869-96B1-16E14BA4AC72}" dt="2026-10-19T13:17:25.924" v="11904" actId="207"/>
          <ac:spMkLst>
            <pc:docMk/>
            <pc:sldMk cId="3408915542" sldId="391"/>
            <ac:spMk id="35" creationId="{A2ADA838-91B0-DC76-8FD4-72DB99C8AD78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7:43.064" v="11906" actId="207"/>
        <pc:sldMkLst>
          <pc:docMk/>
          <pc:sldMk cId="2413459873" sldId="392"/>
        </pc:sldMkLst>
        <pc:spChg chg="mod">
          <ac:chgData name="Bernardo Caputo Gomes" userId="6da50d2c-d1b7-4a9f-8ea6-11c55775b80e" providerId="ADAL" clId="{2E3FE783-9AB9-4869-96B1-16E14BA4AC72}" dt="2026-10-19T13:17:35.894" v="11905" actId="207"/>
          <ac:spMkLst>
            <pc:docMk/>
            <pc:sldMk cId="2413459873" sldId="392"/>
            <ac:spMk id="12" creationId="{14176C5D-35A8-77F6-2819-82EB1739D89E}"/>
          </ac:spMkLst>
        </pc:spChg>
        <pc:spChg chg="mod">
          <ac:chgData name="Bernardo Caputo Gomes" userId="6da50d2c-d1b7-4a9f-8ea6-11c55775b80e" providerId="ADAL" clId="{2E3FE783-9AB9-4869-96B1-16E14BA4AC72}" dt="2026-10-19T13:17:35.894" v="11905" actId="207"/>
          <ac:spMkLst>
            <pc:docMk/>
            <pc:sldMk cId="2413459873" sldId="392"/>
            <ac:spMk id="15" creationId="{90EBF11D-4C46-A5CF-1AE3-A5561127D9E4}"/>
          </ac:spMkLst>
        </pc:spChg>
        <pc:spChg chg="mod">
          <ac:chgData name="Bernardo Caputo Gomes" userId="6da50d2c-d1b7-4a9f-8ea6-11c55775b80e" providerId="ADAL" clId="{2E3FE783-9AB9-4869-96B1-16E14BA4AC72}" dt="2026-10-19T13:17:43.064" v="11906" actId="207"/>
          <ac:spMkLst>
            <pc:docMk/>
            <pc:sldMk cId="2413459873" sldId="392"/>
            <ac:spMk id="41" creationId="{9764CBE0-FAD0-D823-140E-D87E4F051C68}"/>
          </ac:spMkLst>
        </pc:spChg>
        <pc:spChg chg="mod">
          <ac:chgData name="Bernardo Caputo Gomes" userId="6da50d2c-d1b7-4a9f-8ea6-11c55775b80e" providerId="ADAL" clId="{2E3FE783-9AB9-4869-96B1-16E14BA4AC72}" dt="2026-10-19T13:17:43.064" v="11906" actId="207"/>
          <ac:spMkLst>
            <pc:docMk/>
            <pc:sldMk cId="2413459873" sldId="392"/>
            <ac:spMk id="42" creationId="{9E3FBC4D-458D-C735-40D8-F2C5F09084AC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8:10.729" v="11909" actId="207"/>
        <pc:sldMkLst>
          <pc:docMk/>
          <pc:sldMk cId="4189290699" sldId="393"/>
        </pc:sldMkLst>
        <pc:spChg chg="mod">
          <ac:chgData name="Bernardo Caputo Gomes" userId="6da50d2c-d1b7-4a9f-8ea6-11c55775b80e" providerId="ADAL" clId="{2E3FE783-9AB9-4869-96B1-16E14BA4AC72}" dt="2026-10-19T13:18:10.729" v="11909" actId="207"/>
          <ac:spMkLst>
            <pc:docMk/>
            <pc:sldMk cId="4189290699" sldId="393"/>
            <ac:spMk id="12" creationId="{DE487144-7A99-041A-682E-E8AA37C2680F}"/>
          </ac:spMkLst>
        </pc:spChg>
        <pc:spChg chg="mod">
          <ac:chgData name="Bernardo Caputo Gomes" userId="6da50d2c-d1b7-4a9f-8ea6-11c55775b80e" providerId="ADAL" clId="{2E3FE783-9AB9-4869-96B1-16E14BA4AC72}" dt="2026-10-19T13:17:56.621" v="11907" actId="207"/>
          <ac:spMkLst>
            <pc:docMk/>
            <pc:sldMk cId="4189290699" sldId="393"/>
            <ac:spMk id="14" creationId="{890943D8-EAA9-924A-01C1-6F6E4EE97CC1}"/>
          </ac:spMkLst>
        </pc:spChg>
        <pc:spChg chg="mod">
          <ac:chgData name="Bernardo Caputo Gomes" userId="6da50d2c-d1b7-4a9f-8ea6-11c55775b80e" providerId="ADAL" clId="{2E3FE783-9AB9-4869-96B1-16E14BA4AC72}" dt="2026-10-19T13:18:10.729" v="11909" actId="207"/>
          <ac:spMkLst>
            <pc:docMk/>
            <pc:sldMk cId="4189290699" sldId="393"/>
            <ac:spMk id="15" creationId="{C5FC544E-892F-929A-3484-4BF3B131758A}"/>
          </ac:spMkLst>
        </pc:spChg>
        <pc:spChg chg="mod">
          <ac:chgData name="Bernardo Caputo Gomes" userId="6da50d2c-d1b7-4a9f-8ea6-11c55775b80e" providerId="ADAL" clId="{2E3FE783-9AB9-4869-96B1-16E14BA4AC72}" dt="2026-10-19T13:17:56.621" v="11907" actId="207"/>
          <ac:spMkLst>
            <pc:docMk/>
            <pc:sldMk cId="4189290699" sldId="393"/>
            <ac:spMk id="17" creationId="{3513BAFA-151F-A6B8-C452-946784D62A45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8:32.997" v="11912" actId="207"/>
        <pc:sldMkLst>
          <pc:docMk/>
          <pc:sldMk cId="4157236115" sldId="394"/>
        </pc:sldMkLst>
        <pc:spChg chg="mod">
          <ac:chgData name="Bernardo Caputo Gomes" userId="6da50d2c-d1b7-4a9f-8ea6-11c55775b80e" providerId="ADAL" clId="{2E3FE783-9AB9-4869-96B1-16E14BA4AC72}" dt="2026-10-19T13:18:21.567" v="11910" actId="207"/>
          <ac:spMkLst>
            <pc:docMk/>
            <pc:sldMk cId="4157236115" sldId="394"/>
            <ac:spMk id="12" creationId="{3D25D192-08B2-962E-4967-51AFF70D43E5}"/>
          </ac:spMkLst>
        </pc:spChg>
        <pc:spChg chg="mod">
          <ac:chgData name="Bernardo Caputo Gomes" userId="6da50d2c-d1b7-4a9f-8ea6-11c55775b80e" providerId="ADAL" clId="{2E3FE783-9AB9-4869-96B1-16E14BA4AC72}" dt="2026-10-19T13:18:21.567" v="11910" actId="207"/>
          <ac:spMkLst>
            <pc:docMk/>
            <pc:sldMk cId="4157236115" sldId="394"/>
            <ac:spMk id="15" creationId="{12410C2E-F3A4-E7FB-F1EC-980292639224}"/>
          </ac:spMkLst>
        </pc:spChg>
        <pc:spChg chg="mod">
          <ac:chgData name="Bernardo Caputo Gomes" userId="6da50d2c-d1b7-4a9f-8ea6-11c55775b80e" providerId="ADAL" clId="{2E3FE783-9AB9-4869-96B1-16E14BA4AC72}" dt="2026-10-19T13:18:32.997" v="11912" actId="207"/>
          <ac:spMkLst>
            <pc:docMk/>
            <pc:sldMk cId="4157236115" sldId="394"/>
            <ac:spMk id="47" creationId="{1E6C7032-200D-03BD-323F-5F5398206A8A}"/>
          </ac:spMkLst>
        </pc:spChg>
        <pc:spChg chg="mod">
          <ac:chgData name="Bernardo Caputo Gomes" userId="6da50d2c-d1b7-4a9f-8ea6-11c55775b80e" providerId="ADAL" clId="{2E3FE783-9AB9-4869-96B1-16E14BA4AC72}" dt="2026-10-19T13:18:32.997" v="11912" actId="207"/>
          <ac:spMkLst>
            <pc:docMk/>
            <pc:sldMk cId="4157236115" sldId="394"/>
            <ac:spMk id="48" creationId="{A77F7FC6-3FE2-6171-4843-8245C2AF4020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9:06.537" v="11916" actId="207"/>
        <pc:sldMkLst>
          <pc:docMk/>
          <pc:sldMk cId="3294839872" sldId="395"/>
        </pc:sldMkLst>
        <pc:spChg chg="mod">
          <ac:chgData name="Bernardo Caputo Gomes" userId="6da50d2c-d1b7-4a9f-8ea6-11c55775b80e" providerId="ADAL" clId="{2E3FE783-9AB9-4869-96B1-16E14BA4AC72}" dt="2026-10-19T13:18:45.273" v="11914" actId="207"/>
          <ac:spMkLst>
            <pc:docMk/>
            <pc:sldMk cId="3294839872" sldId="395"/>
            <ac:spMk id="12" creationId="{2D670672-70B1-6A37-7A31-A4F8D539BE7C}"/>
          </ac:spMkLst>
        </pc:spChg>
        <pc:spChg chg="mod">
          <ac:chgData name="Bernardo Caputo Gomes" userId="6da50d2c-d1b7-4a9f-8ea6-11c55775b80e" providerId="ADAL" clId="{2E3FE783-9AB9-4869-96B1-16E14BA4AC72}" dt="2026-10-19T13:18:45.273" v="11914" actId="207"/>
          <ac:spMkLst>
            <pc:docMk/>
            <pc:sldMk cId="3294839872" sldId="395"/>
            <ac:spMk id="15" creationId="{DD13785D-BCE6-7C3B-3F7E-67CC26BEEF2C}"/>
          </ac:spMkLst>
        </pc:spChg>
        <pc:spChg chg="mod">
          <ac:chgData name="Bernardo Caputo Gomes" userId="6da50d2c-d1b7-4a9f-8ea6-11c55775b80e" providerId="ADAL" clId="{2E3FE783-9AB9-4869-96B1-16E14BA4AC72}" dt="2026-10-19T13:19:06.537" v="11916" actId="207"/>
          <ac:spMkLst>
            <pc:docMk/>
            <pc:sldMk cId="3294839872" sldId="395"/>
            <ac:spMk id="64" creationId="{5BD8DAB4-B1DA-B391-6002-32F64637556E}"/>
          </ac:spMkLst>
        </pc:spChg>
        <pc:spChg chg="mod">
          <ac:chgData name="Bernardo Caputo Gomes" userId="6da50d2c-d1b7-4a9f-8ea6-11c55775b80e" providerId="ADAL" clId="{2E3FE783-9AB9-4869-96B1-16E14BA4AC72}" dt="2026-10-19T13:19:06.537" v="11916" actId="207"/>
          <ac:spMkLst>
            <pc:docMk/>
            <pc:sldMk cId="3294839872" sldId="395"/>
            <ac:spMk id="65" creationId="{7E3F5B81-FC28-B434-C5FB-A964B18BE225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9:29.078" v="11918" actId="207"/>
        <pc:sldMkLst>
          <pc:docMk/>
          <pc:sldMk cId="229915949" sldId="396"/>
        </pc:sldMkLst>
        <pc:spChg chg="mod">
          <ac:chgData name="Bernardo Caputo Gomes" userId="6da50d2c-d1b7-4a9f-8ea6-11c55775b80e" providerId="ADAL" clId="{2E3FE783-9AB9-4869-96B1-16E14BA4AC72}" dt="2026-10-19T13:18:54.721" v="11915" actId="207"/>
          <ac:spMkLst>
            <pc:docMk/>
            <pc:sldMk cId="229915949" sldId="396"/>
            <ac:spMk id="12" creationId="{EF9648E5-604F-AC27-0625-F178673F9B11}"/>
          </ac:spMkLst>
        </pc:spChg>
        <pc:spChg chg="mod">
          <ac:chgData name="Bernardo Caputo Gomes" userId="6da50d2c-d1b7-4a9f-8ea6-11c55775b80e" providerId="ADAL" clId="{2E3FE783-9AB9-4869-96B1-16E14BA4AC72}" dt="2026-10-19T13:18:54.721" v="11915" actId="207"/>
          <ac:spMkLst>
            <pc:docMk/>
            <pc:sldMk cId="229915949" sldId="396"/>
            <ac:spMk id="15" creationId="{1F6F99D0-CEA0-FA62-BA2E-0573B9FA331C}"/>
          </ac:spMkLst>
        </pc:spChg>
        <pc:spChg chg="mod">
          <ac:chgData name="Bernardo Caputo Gomes" userId="6da50d2c-d1b7-4a9f-8ea6-11c55775b80e" providerId="ADAL" clId="{2E3FE783-9AB9-4869-96B1-16E14BA4AC72}" dt="2026-10-19T13:19:29.078" v="11918" actId="207"/>
          <ac:spMkLst>
            <pc:docMk/>
            <pc:sldMk cId="229915949" sldId="396"/>
            <ac:spMk id="70" creationId="{838787CD-AECF-988B-B124-3045ADBBDD0F}"/>
          </ac:spMkLst>
        </pc:spChg>
        <pc:spChg chg="mod">
          <ac:chgData name="Bernardo Caputo Gomes" userId="6da50d2c-d1b7-4a9f-8ea6-11c55775b80e" providerId="ADAL" clId="{2E3FE783-9AB9-4869-96B1-16E14BA4AC72}" dt="2026-10-19T13:19:29.078" v="11918" actId="207"/>
          <ac:spMkLst>
            <pc:docMk/>
            <pc:sldMk cId="229915949" sldId="396"/>
            <ac:spMk id="71" creationId="{F4C9817D-F183-4491-E1EC-939E3475E9C5}"/>
          </ac:spMkLst>
        </pc:spChg>
      </pc:sldChg>
      <pc:sldChg chg="delSp modSp add mod">
        <pc:chgData name="Bernardo Caputo Gomes" userId="6da50d2c-d1b7-4a9f-8ea6-11c55775b80e" providerId="ADAL" clId="{2E3FE783-9AB9-4869-96B1-16E14BA4AC72}" dt="2026-10-19T13:31:01.269" v="12360" actId="207"/>
        <pc:sldMkLst>
          <pc:docMk/>
          <pc:sldMk cId="1839345554" sldId="399"/>
        </pc:sldMkLst>
        <pc:spChg chg="mod">
          <ac:chgData name="Bernardo Caputo Gomes" userId="6da50d2c-d1b7-4a9f-8ea6-11c55775b80e" providerId="ADAL" clId="{2E3FE783-9AB9-4869-96B1-16E14BA4AC72}" dt="2026-10-19T13:29:41.359" v="12310" actId="20577"/>
          <ac:spMkLst>
            <pc:docMk/>
            <pc:sldMk cId="1839345554" sldId="399"/>
            <ac:spMk id="2" creationId="{F0BE6AB6-39B7-D1A0-7BF6-643D1FF4E43E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" creationId="{1F774258-5009-FF15-5F9A-C65BC2B65096}"/>
          </ac:spMkLst>
        </pc:spChg>
        <pc:spChg chg="mod">
          <ac:chgData name="Bernardo Caputo Gomes" userId="6da50d2c-d1b7-4a9f-8ea6-11c55775b80e" providerId="ADAL" clId="{2E3FE783-9AB9-4869-96B1-16E14BA4AC72}" dt="2026-10-19T13:31:01.269" v="12360" actId="207"/>
          <ac:spMkLst>
            <pc:docMk/>
            <pc:sldMk cId="1839345554" sldId="399"/>
            <ac:spMk id="8" creationId="{840D43C2-CB3B-98F4-7818-74778B3B2C18}"/>
          </ac:spMkLst>
        </pc:spChg>
        <pc:spChg chg="mod">
          <ac:chgData name="Bernardo Caputo Gomes" userId="6da50d2c-d1b7-4a9f-8ea6-11c55775b80e" providerId="ADAL" clId="{2E3FE783-9AB9-4869-96B1-16E14BA4AC72}" dt="2026-10-19T13:29:46.795" v="12352" actId="6549"/>
          <ac:spMkLst>
            <pc:docMk/>
            <pc:sldMk cId="1839345554" sldId="399"/>
            <ac:spMk id="15" creationId="{D844615F-04D0-170D-E78C-995B73152BBF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0" creationId="{82643EA0-15EF-1E23-F1D0-0DB11A192C32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2" creationId="{4486B112-BBAF-6A4D-B923-806A4401BA9D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9" creationId="{DFB39612-4301-2813-D8D2-3798B81B4E65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2" creationId="{DDF6ADA7-5515-CDE0-BB11-4D44A933E433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4" creationId="{B3E381DC-BFCE-B646-CCFD-EEFD0C6312A3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7" creationId="{3531C56C-5D9D-048D-8F47-88B3674053AE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44" creationId="{67422D43-EB56-532A-298E-DEB277600B82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6002" creationId="{E2523D01-3904-480E-977B-BDDB967FD45D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6003" creationId="{DC753257-E2B2-0558-D712-4643B1D67E6F}"/>
          </ac:spMkLst>
        </pc:spChg>
      </pc:sldChg>
      <pc:sldChg chg="new del">
        <pc:chgData name="Bernardo Caputo Gomes" userId="6da50d2c-d1b7-4a9f-8ea6-11c55775b80e" providerId="ADAL" clId="{2E3FE783-9AB9-4869-96B1-16E14BA4AC72}" dt="2026-10-19T13:29:23.939" v="12305" actId="47"/>
        <pc:sldMkLst>
          <pc:docMk/>
          <pc:sldMk cId="1975615052" sldId="399"/>
        </pc:sldMkLst>
      </pc:sldChg>
      <pc:sldChg chg="add del">
        <pc:chgData name="Bernardo Caputo Gomes" userId="6da50d2c-d1b7-4a9f-8ea6-11c55775b80e" providerId="ADAL" clId="{2E3FE783-9AB9-4869-96B1-16E14BA4AC72}" dt="2026-10-19T13:30:10.424" v="12355" actId="2696"/>
        <pc:sldMkLst>
          <pc:docMk/>
          <pc:sldMk cId="1390383358" sldId="400"/>
        </pc:sldMkLst>
      </pc:sldChg>
      <pc:sldChg chg="modSp add mod">
        <pc:chgData name="Bernardo Caputo Gomes" userId="6da50d2c-d1b7-4a9f-8ea6-11c55775b80e" providerId="ADAL" clId="{2E3FE783-9AB9-4869-96B1-16E14BA4AC72}" dt="2026-10-19T13:31:10.636" v="12362" actId="113"/>
        <pc:sldMkLst>
          <pc:docMk/>
          <pc:sldMk cId="2930551351" sldId="400"/>
        </pc:sldMkLst>
        <pc:spChg chg="mod">
          <ac:chgData name="Bernardo Caputo Gomes" userId="6da50d2c-d1b7-4a9f-8ea6-11c55775b80e" providerId="ADAL" clId="{2E3FE783-9AB9-4869-96B1-16E14BA4AC72}" dt="2026-10-19T13:31:10.636" v="12362" actId="113"/>
          <ac:spMkLst>
            <pc:docMk/>
            <pc:sldMk cId="2930551351" sldId="400"/>
            <ac:spMk id="8" creationId="{E765D56D-A8BC-6ABD-5053-D5DBD16EF40E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31:19.267" v="12364" actId="113"/>
        <pc:sldMkLst>
          <pc:docMk/>
          <pc:sldMk cId="286411873" sldId="401"/>
        </pc:sldMkLst>
        <pc:spChg chg="mod">
          <ac:chgData name="Bernardo Caputo Gomes" userId="6da50d2c-d1b7-4a9f-8ea6-11c55775b80e" providerId="ADAL" clId="{2E3FE783-9AB9-4869-96B1-16E14BA4AC72}" dt="2026-10-19T13:31:19.267" v="12364" actId="113"/>
          <ac:spMkLst>
            <pc:docMk/>
            <pc:sldMk cId="286411873" sldId="401"/>
            <ac:spMk id="8" creationId="{1B965414-171B-A41A-3260-1ABF7D651EAA}"/>
          </ac:spMkLst>
        </pc:spChg>
      </pc:sldChg>
    </pc:docChg>
  </pc:docChgLst>
  <pc:docChgLst>
    <pc:chgData name="Bruno Manta Madeira Campos Alencar" userId="4327be56-e764-4786-bbc9-4034bdd2f807" providerId="ADAL" clId="{C811E4A2-0D17-3F70-B06C-F25B82BD9BC0}"/>
    <pc:docChg chg="modSld">
      <pc:chgData name="Bruno Manta Madeira Campos Alencar" userId="4327be56-e764-4786-bbc9-4034bdd2f807" providerId="ADAL" clId="{C811E4A2-0D17-3F70-B06C-F25B82BD9BC0}" dt="2026-09-14T14:14:46.668" v="19" actId="20577"/>
      <pc:docMkLst>
        <pc:docMk/>
      </pc:docMkLst>
    </pc:docChg>
  </pc:docChgLst>
  <pc:docChgLst>
    <pc:chgData name="Bruno Manta Madeira Campos Alencar" userId="S::brunommca@al.insper.edu.br::4327be56-e764-4786-bbc9-4034bdd2f807" providerId="AD" clId="Web-{F8937873-6A18-5783-C955-0F92E030BE9C}"/>
    <pc:docChg chg="modSld">
      <pc:chgData name="Bruno Manta Madeira Campos Alencar" userId="S::brunommca@al.insper.edu.br::4327be56-e764-4786-bbc9-4034bdd2f807" providerId="AD" clId="Web-{F8937873-6A18-5783-C955-0F92E030BE9C}" dt="2026-09-20T21:38:08.361" v="347" actId="1076"/>
      <pc:docMkLst>
        <pc:docMk/>
      </pc:docMkLst>
      <pc:sldChg chg="addSp delSp modSp modNotes">
        <pc:chgData name="Bruno Manta Madeira Campos Alencar" userId="S::brunommca@al.insper.edu.br::4327be56-e764-4786-bbc9-4034bdd2f807" providerId="AD" clId="Web-{F8937873-6A18-5783-C955-0F92E030BE9C}" dt="2026-09-20T21:38:08.361" v="347" actId="1076"/>
        <pc:sldMkLst>
          <pc:docMk/>
          <pc:sldMk cId="801149791" sldId="311"/>
        </pc:sldMkLst>
        <pc:spChg chg="mod">
          <ac:chgData name="Bruno Manta Madeira Campos Alencar" userId="S::brunommca@al.insper.edu.br::4327be56-e764-4786-bbc9-4034bdd2f807" providerId="AD" clId="Web-{F8937873-6A18-5783-C955-0F92E030BE9C}" dt="2026-09-20T21:31:38.207" v="177" actId="20577"/>
          <ac:spMkLst>
            <pc:docMk/>
            <pc:sldMk cId="801149791" sldId="311"/>
            <ac:spMk id="11" creationId="{6DC6E710-8D0C-AF3E-B8D1-1B55D5636C6C}"/>
          </ac:spMkLst>
        </pc:spChg>
        <pc:spChg chg="add del mod">
          <ac:chgData name="Bruno Manta Madeira Campos Alencar" userId="S::brunommca@al.insper.edu.br::4327be56-e764-4786-bbc9-4034bdd2f807" providerId="AD" clId="Web-{F8937873-6A18-5783-C955-0F92E030BE9C}" dt="2026-09-20T21:24:31.145" v="104" actId="20577"/>
          <ac:spMkLst>
            <pc:docMk/>
            <pc:sldMk cId="801149791" sldId="311"/>
            <ac:spMk id="15" creationId="{F6F88A37-4E8E-7151-BF2C-4146665C6757}"/>
          </ac:spMkLst>
        </pc:spChg>
        <pc:graphicFrameChg chg="mod">
          <ac:chgData name="Bruno Manta Madeira Campos Alencar" userId="S::brunommca@al.insper.edu.br::4327be56-e764-4786-bbc9-4034bdd2f807" providerId="AD" clId="Web-{F8937873-6A18-5783-C955-0F92E030BE9C}" dt="2026-09-20T21:38:08.361" v="347" actId="1076"/>
          <ac:graphicFrameMkLst>
            <pc:docMk/>
            <pc:sldMk cId="801149791" sldId="311"/>
            <ac:graphicFrameMk id="8" creationId="{C244A5EA-3344-9CBD-1007-8198A0191E71}"/>
          </ac:graphicFrameMkLst>
        </pc:graphicFrameChg>
      </pc:sldChg>
    </pc:docChg>
  </pc:docChgLst>
  <pc:docChgLst>
    <pc:chgData name="Kauã Victor Dias dos Santos" userId="S::kauavds@al.insper.edu.br::563eb8b5-1801-4757-bc17-2373c34c55c9" providerId="AD" clId="Web-{00000000-0000-0000-0000-000000000000}"/>
    <pc:docChg chg="addSld delSld modSld sldOrd">
      <pc:chgData name="Kauã Victor Dias dos Santos" userId="S::kauavds@al.insper.edu.br::563eb8b5-1801-4757-bc17-2373c34c55c9" providerId="AD" clId="Web-{00000000-0000-0000-0000-000000000000}" dt="2026-09-20T21:50:41.630" v="2676" actId="20577"/>
      <pc:docMkLst>
        <pc:docMk/>
      </pc:docMkLst>
      <pc:sldChg chg="modNotes">
        <pc:chgData name="Kauã Victor Dias dos Santos" userId="S::kauavds@al.insper.edu.br::563eb8b5-1801-4757-bc17-2373c34c55c9" providerId="AD" clId="Web-{00000000-0000-0000-0000-000000000000}" dt="2026-09-20T19:24:44.119" v="129"/>
        <pc:sldMkLst>
          <pc:docMk/>
          <pc:sldMk cId="940414154" sldId="272"/>
        </pc:sldMkLst>
      </pc:sldChg>
      <pc:sldChg chg="mod modShow">
        <pc:chgData name="Kauã Victor Dias dos Santos" userId="S::kauavds@al.insper.edu.br::563eb8b5-1801-4757-bc17-2373c34c55c9" providerId="AD" clId="Web-{00000000-0000-0000-0000-000000000000}" dt="2026-09-20T20:43:39.828" v="1879"/>
        <pc:sldMkLst>
          <pc:docMk/>
          <pc:sldMk cId="1653737069" sldId="286"/>
        </pc:sldMkLst>
      </pc:sldChg>
      <pc:sldChg chg="mod modShow modNotes">
        <pc:chgData name="Kauã Victor Dias dos Santos" userId="S::kauavds@al.insper.edu.br::563eb8b5-1801-4757-bc17-2373c34c55c9" providerId="AD" clId="Web-{00000000-0000-0000-0000-000000000000}" dt="2026-09-20T21:43:49.818" v="2651"/>
        <pc:sldMkLst>
          <pc:docMk/>
          <pc:sldMk cId="801149791" sldId="311"/>
        </pc:sldMkLst>
      </pc:sldChg>
      <pc:sldChg chg="modSp ord modNotes">
        <pc:chgData name="Kauã Victor Dias dos Santos" userId="S::kauavds@al.insper.edu.br::563eb8b5-1801-4757-bc17-2373c34c55c9" providerId="AD" clId="Web-{00000000-0000-0000-0000-000000000000}" dt="2026-09-20T20:49:07.121" v="2057"/>
        <pc:sldMkLst>
          <pc:docMk/>
          <pc:sldMk cId="4031254641" sldId="326"/>
        </pc:sldMkLst>
        <pc:spChg chg="mod">
          <ac:chgData name="Kauã Victor Dias dos Santos" userId="S::kauavds@al.insper.edu.br::563eb8b5-1801-4757-bc17-2373c34c55c9" providerId="AD" clId="Web-{00000000-0000-0000-0000-000000000000}" dt="2026-09-16T13:19:36.253" v="17" actId="20577"/>
          <ac:spMkLst>
            <pc:docMk/>
            <pc:sldMk cId="4031254641" sldId="326"/>
            <ac:spMk id="15" creationId="{9799EF2C-F951-6031-6A7E-04B3984DFF39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16T13:23:15.182" v="84" actId="20577"/>
          <ac:spMkLst>
            <pc:docMk/>
            <pc:sldMk cId="4031254641" sldId="326"/>
            <ac:spMk id="2002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2:44.103" v="846" actId="20577"/>
          <ac:spMkLst>
            <pc:docMk/>
            <pc:sldMk cId="4031254641" sldId="326"/>
            <ac:spMk id="2005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3.534" v="798" actId="20577"/>
          <ac:spMkLst>
            <pc:docMk/>
            <pc:sldMk cId="4031254641" sldId="326"/>
            <ac:spMk id="200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2:54.338" v="847" actId="20577"/>
          <ac:spMkLst>
            <pc:docMk/>
            <pc:sldMk cId="4031254641" sldId="326"/>
            <ac:spMk id="2007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2.316" v="797" actId="20577"/>
          <ac:spMkLst>
            <pc:docMk/>
            <pc:sldMk cId="4031254641" sldId="326"/>
            <ac:spMk id="2008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16T13:22:46.853" v="83" actId="20577"/>
          <ac:spMkLst>
            <pc:docMk/>
            <pc:sldMk cId="4031254641" sldId="326"/>
            <ac:spMk id="2011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6.456" v="799" actId="20577"/>
          <ac:spMkLst>
            <pc:docMk/>
            <pc:sldMk cId="4031254641" sldId="326"/>
            <ac:spMk id="2014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9.628" v="800" actId="20577"/>
          <ac:spMkLst>
            <pc:docMk/>
            <pc:sldMk cId="4031254641" sldId="326"/>
            <ac:spMk id="2016" creationId="{00000000-0000-0000-0000-000000000000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1:50:41.630" v="2676" actId="20577"/>
        <pc:sldMkLst>
          <pc:docMk/>
          <pc:sldMk cId="2721456284" sldId="328"/>
        </pc:sldMkLst>
        <pc:spChg chg="mod">
          <ac:chgData name="Kauã Victor Dias dos Santos" userId="S::kauavds@al.insper.edu.br::563eb8b5-1801-4757-bc17-2373c34c55c9" providerId="AD" clId="Web-{00000000-0000-0000-0000-000000000000}" dt="2026-09-20T21:50:41.630" v="2676" actId="20577"/>
          <ac:spMkLst>
            <pc:docMk/>
            <pc:sldMk cId="2721456284" sldId="328"/>
            <ac:spMk id="21" creationId="{E2F180CF-09D1-B73C-EF67-A17E37AED802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0:03:40.798" v="1063"/>
        <pc:sldMkLst>
          <pc:docMk/>
          <pc:sldMk cId="3816260276" sldId="329"/>
        </pc:sldMkLst>
        <pc:spChg chg="mod">
          <ac:chgData name="Kauã Victor Dias dos Santos" userId="S::kauavds@al.insper.edu.br::563eb8b5-1801-4757-bc17-2373c34c55c9" providerId="AD" clId="Web-{00000000-0000-0000-0000-000000000000}" dt="2026-09-20T19:47:57.498" v="667" actId="20577"/>
          <ac:spMkLst>
            <pc:docMk/>
            <pc:sldMk cId="3816260276" sldId="329"/>
            <ac:spMk id="47" creationId="{E382F2B1-F6B2-8CD1-A31B-176AEE85DC81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0:48:08.447" v="1988"/>
        <pc:sldMkLst>
          <pc:docMk/>
          <pc:sldMk cId="881085822" sldId="341"/>
        </pc:sldMkLst>
        <pc:spChg chg="mod">
          <ac:chgData name="Kauã Victor Dias dos Santos" userId="S::kauavds@al.insper.edu.br::563eb8b5-1801-4757-bc17-2373c34c55c9" providerId="AD" clId="Web-{00000000-0000-0000-0000-000000000000}" dt="2026-09-20T20:13:34.446" v="1306" actId="20577"/>
          <ac:spMkLst>
            <pc:docMk/>
            <pc:sldMk cId="881085822" sldId="341"/>
            <ac:spMk id="502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13:10.429" v="1302" actId="20577"/>
          <ac:spMkLst>
            <pc:docMk/>
            <pc:sldMk cId="881085822" sldId="341"/>
            <ac:spMk id="5031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13:47.165" v="1308" actId="20577"/>
          <ac:spMkLst>
            <pc:docMk/>
            <pc:sldMk cId="881085822" sldId="341"/>
            <ac:spMk id="503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02:21.264" v="974" actId="20577"/>
          <ac:spMkLst>
            <pc:docMk/>
            <pc:sldMk cId="881085822" sldId="341"/>
            <ac:spMk id="5046" creationId="{00000000-0000-0000-0000-000000000000}"/>
          </ac:spMkLst>
        </pc:spChg>
      </pc:sldChg>
      <pc:sldChg chg="mod modShow">
        <pc:chgData name="Kauã Victor Dias dos Santos" userId="S::kauavds@al.insper.edu.br::563eb8b5-1801-4757-bc17-2373c34c55c9" providerId="AD" clId="Web-{00000000-0000-0000-0000-000000000000}" dt="2026-09-20T19:18:40.715" v="89"/>
        <pc:sldMkLst>
          <pc:docMk/>
          <pc:sldMk cId="917026926" sldId="344"/>
        </pc:sldMkLst>
      </pc:sldChg>
      <pc:sldChg chg="addSp delSp modSp add mod replId modShow modNotes">
        <pc:chgData name="Kauã Victor Dias dos Santos" userId="S::kauavds@al.insper.edu.br::563eb8b5-1801-4757-bc17-2373c34c55c9" providerId="AD" clId="Web-{00000000-0000-0000-0000-000000000000}" dt="2026-09-20T21:42:13.252" v="2596"/>
        <pc:sldMkLst>
          <pc:docMk/>
          <pc:sldMk cId="2248886962" sldId="346"/>
        </pc:sldMkLst>
        <pc:spChg chg="add mod">
          <ac:chgData name="Kauã Victor Dias dos Santos" userId="S::kauavds@al.insper.edu.br::563eb8b5-1801-4757-bc17-2373c34c55c9" providerId="AD" clId="Web-{00000000-0000-0000-0000-000000000000}" dt="2026-09-20T19:43:35.693" v="568" actId="20577"/>
          <ac:spMkLst>
            <pc:docMk/>
            <pc:sldMk cId="2248886962" sldId="346"/>
            <ac:spMk id="2" creationId="{8EE425FF-7D03-0326-8480-EECD72F3C583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42:08.891" v="469" actId="20577"/>
          <ac:spMkLst>
            <pc:docMk/>
            <pc:sldMk cId="2248886962" sldId="346"/>
            <ac:spMk id="4" creationId="{B6829F3D-BB77-6410-A97B-86766EB9AD43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37:18.318" v="389" actId="1076"/>
          <ac:spMkLst>
            <pc:docMk/>
            <pc:sldMk cId="2248886962" sldId="346"/>
            <ac:spMk id="5" creationId="{3E8F9CB5-1F1D-8B17-21BB-CD3E679F020B}"/>
          </ac:spMkLst>
        </pc:spChg>
        <pc:spChg chg="add mod">
          <ac:chgData name="Kauã Victor Dias dos Santos" userId="S::kauavds@al.insper.edu.br::563eb8b5-1801-4757-bc17-2373c34c55c9" providerId="AD" clId="Web-{00000000-0000-0000-0000-000000000000}" dt="2026-09-20T19:37:18.443" v="392" actId="1076"/>
          <ac:spMkLst>
            <pc:docMk/>
            <pc:sldMk cId="2248886962" sldId="346"/>
            <ac:spMk id="13" creationId="{DA84177C-F6D5-5A32-1872-F4096FA10CFF}"/>
          </ac:spMkLst>
        </pc:spChg>
        <pc:graphicFrameChg chg="mod">
          <ac:chgData name="Kauã Victor Dias dos Santos" userId="S::kauavds@al.insper.edu.br::563eb8b5-1801-4757-bc17-2373c34c55c9" providerId="AD" clId="Web-{00000000-0000-0000-0000-000000000000}" dt="2026-09-20T19:37:18.365" v="390" actId="1076"/>
          <ac:graphicFrameMkLst>
            <pc:docMk/>
            <pc:sldMk cId="2248886962" sldId="346"/>
            <ac:graphicFrameMk id="6" creationId="{C7374A64-1024-2AB1-887E-61A9A7A660E9}"/>
          </ac:graphicFrameMkLst>
        </pc:graphicFrameChg>
        <pc:graphicFrameChg chg="add mod">
          <ac:chgData name="Kauã Victor Dias dos Santos" userId="S::kauavds@al.insper.edu.br::563eb8b5-1801-4757-bc17-2373c34c55c9" providerId="AD" clId="Web-{00000000-0000-0000-0000-000000000000}" dt="2026-09-20T19:37:18.490" v="393" actId="1076"/>
          <ac:graphicFrameMkLst>
            <pc:docMk/>
            <pc:sldMk cId="2248886962" sldId="346"/>
            <ac:graphicFrameMk id="15" creationId="{40858FDC-1996-FAB9-71DD-3E2D9B48183F}"/>
          </ac:graphicFrameMkLst>
        </pc:graphicFrameChg>
      </pc:sldChg>
      <pc:sldChg chg="modNotes">
        <pc:chgData name="Kauã Victor Dias dos Santos" userId="S::kauavds@al.insper.edu.br::563eb8b5-1801-4757-bc17-2373c34c55c9" providerId="AD" clId="Web-{00000000-0000-0000-0000-000000000000}" dt="2026-09-20T21:44:20.116" v="2653"/>
        <pc:sldMkLst>
          <pc:docMk/>
          <pc:sldMk cId="2855766738" sldId="350"/>
        </pc:sldMkLst>
      </pc:sldChg>
    </pc:docChg>
  </pc:docChgLst>
  <pc:docChgLst>
    <pc:chgData name="Guest User" userId="S::urn:spo:tenantanon#6370a6c0-7b90-4709-bd6e-59c28ede833b::" providerId="AD" clId="Web-{838D511B-F9A4-DD7E-E998-53E6EDC3D7F8}"/>
    <pc:docChg chg="addSld delSld modSld sldOrd">
      <pc:chgData name="Guest User" userId="S::urn:spo:tenantanon#6370a6c0-7b90-4709-bd6e-59c28ede833b::" providerId="AD" clId="Web-{838D511B-F9A4-DD7E-E998-53E6EDC3D7F8}" dt="2026-09-14T14:20:23.614" v="738" actId="20577"/>
      <pc:docMkLst>
        <pc:docMk/>
      </pc:docMkLst>
      <pc:sldChg chg="addSp delSp modSp add ord replId">
        <pc:chgData name="Guest User" userId="S::urn:spo:tenantanon#6370a6c0-7b90-4709-bd6e-59c28ede833b::" providerId="AD" clId="Web-{838D511B-F9A4-DD7E-E998-53E6EDC3D7F8}" dt="2026-09-14T14:18:38.407" v="729"/>
        <pc:sldMkLst>
          <pc:docMk/>
          <pc:sldMk cId="1406780801" sldId="289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2:15.433" v="51"/>
        <pc:sldMkLst>
          <pc:docMk/>
          <pc:sldMk cId="3449326734" sldId="290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6:43.567" v="65"/>
        <pc:sldMkLst>
          <pc:docMk/>
          <pc:sldMk cId="111405814" sldId="292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7:31.318" v="72"/>
        <pc:sldMkLst>
          <pc:docMk/>
          <pc:sldMk cId="865773221" sldId="293"/>
        </pc:sldMkLst>
      </pc:sldChg>
      <pc:sldChg chg="add replId">
        <pc:chgData name="Guest User" userId="S::urn:spo:tenantanon#6370a6c0-7b90-4709-bd6e-59c28ede833b::" providerId="AD" clId="Web-{838D511B-F9A4-DD7E-E998-53E6EDC3D7F8}" dt="2026-09-14T14:01:46.146" v="386"/>
        <pc:sldMkLst>
          <pc:docMk/>
          <pc:sldMk cId="2436662301" sldId="309"/>
        </pc:sldMkLst>
      </pc:sldChg>
      <pc:sldChg chg="addSp add replId">
        <pc:chgData name="Guest User" userId="S::urn:spo:tenantanon#6370a6c0-7b90-4709-bd6e-59c28ede833b::" providerId="AD" clId="Web-{838D511B-F9A4-DD7E-E998-53E6EDC3D7F8}" dt="2026-09-14T14:18:51.907" v="733"/>
        <pc:sldMkLst>
          <pc:docMk/>
          <pc:sldMk cId="4177298897" sldId="314"/>
        </pc:sldMkLst>
        <pc:spChg chg="add">
          <ac:chgData name="Guest User" userId="S::urn:spo:tenantanon#6370a6c0-7b90-4709-bd6e-59c28ede833b::" providerId="AD" clId="Web-{838D511B-F9A4-DD7E-E998-53E6EDC3D7F8}" dt="2026-09-14T14:18:30.766" v="726"/>
          <ac:spMkLst>
            <pc:docMk/>
            <pc:sldMk cId="4177298897" sldId="314"/>
            <ac:spMk id="2" creationId="{E5BC7041-CE8D-FBE5-1ED1-CE11E4A9002A}"/>
          </ac:spMkLst>
        </pc:spChg>
        <pc:spChg chg="add">
          <ac:chgData name="Guest User" userId="S::urn:spo:tenantanon#6370a6c0-7b90-4709-bd6e-59c28ede833b::" providerId="AD" clId="Web-{838D511B-F9A4-DD7E-E998-53E6EDC3D7F8}" dt="2026-09-14T14:18:51.907" v="733"/>
          <ac:spMkLst>
            <pc:docMk/>
            <pc:sldMk cId="4177298897" sldId="314"/>
            <ac:spMk id="4" creationId="{BEB0C8EE-DCD3-2AC5-172B-7615E0E701B6}"/>
          </ac:spMkLst>
        </pc:spChg>
        <pc:spChg chg="add">
          <ac:chgData name="Guest User" userId="S::urn:spo:tenantanon#6370a6c0-7b90-4709-bd6e-59c28ede833b::" providerId="AD" clId="Web-{838D511B-F9A4-DD7E-E998-53E6EDC3D7F8}" dt="2026-09-14T14:18:51.907" v="733"/>
          <ac:spMkLst>
            <pc:docMk/>
            <pc:sldMk cId="4177298897" sldId="314"/>
            <ac:spMk id="5" creationId="{908210CC-0924-5683-044C-54B2CD7F9A12}"/>
          </ac:spMkLst>
        </pc:spChg>
      </pc:sldChg>
    </pc:docChg>
  </pc:docChgLst>
  <pc:docChgLst>
    <pc:chgData name="Guest User" userId="S::urn:spo:tenantanon#6370a6c0-7b90-4709-bd6e-59c28ede833b::" providerId="AD" clId="Web-{54216454-0FE5-0F14-402C-E92F3F6E8AA7}"/>
    <pc:docChg chg="modSld">
      <pc:chgData name="Guest User" userId="S::urn:spo:tenantanon#6370a6c0-7b90-4709-bd6e-59c28ede833b::" providerId="AD" clId="Web-{54216454-0FE5-0F14-402C-E92F3F6E8AA7}" dt="2026-09-09T14:19:35.803" v="17" actId="20577"/>
      <pc:docMkLst>
        <pc:docMk/>
      </pc:docMkLst>
    </pc:docChg>
  </pc:docChgLst>
  <pc:docChgLst>
    <pc:chgData name="Felipe Peroni Marques" userId="23a2c177-a9b7-499e-8bdb-d7f1e6a8be4b" providerId="ADAL" clId="{58913B7D-8360-FF4E-99B4-CFF8BE72E06B}"/>
    <pc:docChg chg="undo custSel addSld delSld modSld sldOrd modMainMaster">
      <pc:chgData name="Felipe Peroni Marques" userId="23a2c177-a9b7-499e-8bdb-d7f1e6a8be4b" providerId="ADAL" clId="{58913B7D-8360-FF4E-99B4-CFF8BE72E06B}" dt="2026-10-19T13:03:11.019" v="4742" actId="729"/>
      <pc:docMkLst>
        <pc:docMk/>
      </pc:docMkLst>
      <pc:sldChg chg="addSp delSp modSp mod modNotesTx">
        <pc:chgData name="Felipe Peroni Marques" userId="23a2c177-a9b7-499e-8bdb-d7f1e6a8be4b" providerId="ADAL" clId="{58913B7D-8360-FF4E-99B4-CFF8BE72E06B}" dt="2026-09-20T20:20:09.473" v="2459" actId="478"/>
        <pc:sldMkLst>
          <pc:docMk/>
          <pc:sldMk cId="940414154" sldId="272"/>
        </pc:sldMkLst>
        <pc:spChg chg="mod">
          <ac:chgData name="Felipe Peroni Marques" userId="23a2c177-a9b7-499e-8bdb-d7f1e6a8be4b" providerId="ADAL" clId="{58913B7D-8360-FF4E-99B4-CFF8BE72E06B}" dt="2026-09-14T14:11:46.967" v="1186" actId="1036"/>
          <ac:spMkLst>
            <pc:docMk/>
            <pc:sldMk cId="940414154" sldId="272"/>
            <ac:spMk id="2" creationId="{A059F54C-2DCF-8105-C178-F76D6C10DC73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7" creationId="{C4D91091-551A-3521-80D9-88AA240C7C35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8" creationId="{5F20F580-F193-F790-FA49-A7BA188D3EB5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10" creationId="{294AB9AB-586C-C31A-9B88-135210E5EABB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11" creationId="{8ECA22AA-3A37-0DB2-B9CE-A340D0644D2D}"/>
          </ac:spMkLst>
        </pc:spChg>
        <pc:graphicFrameChg chg="add mod">
          <ac:chgData name="Felipe Peroni Marques" userId="23a2c177-a9b7-499e-8bdb-d7f1e6a8be4b" providerId="ADAL" clId="{58913B7D-8360-FF4E-99B4-CFF8BE72E06B}" dt="2026-09-14T14:13:02.952" v="1223" actId="1035"/>
          <ac:graphicFrameMkLst>
            <pc:docMk/>
            <pc:sldMk cId="940414154" sldId="272"/>
            <ac:graphicFrameMk id="9" creationId="{6DE7F02F-00D3-C89F-66F5-C164ADAD0927}"/>
          </ac:graphicFrameMkLst>
        </pc:graphicFrameChg>
        <pc:graphicFrameChg chg="add mod">
          <ac:chgData name="Felipe Peroni Marques" userId="23a2c177-a9b7-499e-8bdb-d7f1e6a8be4b" providerId="ADAL" clId="{58913B7D-8360-FF4E-99B4-CFF8BE72E06B}" dt="2026-09-14T14:13:02.952" v="1223" actId="1035"/>
          <ac:graphicFrameMkLst>
            <pc:docMk/>
            <pc:sldMk cId="940414154" sldId="272"/>
            <ac:graphicFrameMk id="12" creationId="{7E1C1D41-567A-FB20-1E44-07EF3FC14593}"/>
          </ac:graphicFrameMkLst>
        </pc:graphicFrame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6" creationId="{BC6F6E1E-9C7F-105C-D78F-39AE4F6FB058}"/>
          </ac:picMkLst>
        </pc:pic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7" creationId="{B6A88CE3-6E82-6A6A-25FB-28F49054CBBE}"/>
          </ac:picMkLst>
        </pc:pic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8" creationId="{D84B9164-4452-4239-1241-4FB4E6103169}"/>
          </ac:picMkLst>
        </pc:picChg>
      </pc:sldChg>
      <pc:sldChg chg="addSp delSp modSp mod modNotesTx">
        <pc:chgData name="Felipe Peroni Marques" userId="23a2c177-a9b7-499e-8bdb-d7f1e6a8be4b" providerId="ADAL" clId="{58913B7D-8360-FF4E-99B4-CFF8BE72E06B}" dt="2026-10-14T13:33:48.996" v="4447" actId="20577"/>
        <pc:sldMkLst>
          <pc:docMk/>
          <pc:sldMk cId="1653737069" sldId="286"/>
        </pc:sldMkLst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5" creationId="{4AD03C44-1E36-FC3E-DACD-56D3F1BABA3F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6" creationId="{86C78AB3-8CA5-4AD0-615F-2DED2C9C07AF}"/>
          </ac:spMkLst>
        </pc:spChg>
        <pc:spChg chg="mod">
          <ac:chgData name="Felipe Peroni Marques" userId="23a2c177-a9b7-499e-8bdb-d7f1e6a8be4b" providerId="ADAL" clId="{58913B7D-8360-FF4E-99B4-CFF8BE72E06B}" dt="2026-09-14T12:51:26.202" v="607" actId="1038"/>
          <ac:spMkLst>
            <pc:docMk/>
            <pc:sldMk cId="1653737069" sldId="286"/>
            <ac:spMk id="7" creationId="{EE8A050D-D8C0-ACB4-FBE0-DE2AD5B981D0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8" creationId="{3457BE71-BFC5-920F-064D-1E33BCA25DA0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9" creationId="{57EFEC3A-A6A0-3E4B-C2EA-0B79CC7E6F66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13" creationId="{7C825678-67A3-A9A0-33DA-B2ADE645F599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14" creationId="{9BF0AB2A-E89D-9B79-6400-8494EA21916F}"/>
          </ac:spMkLst>
        </pc:spChg>
        <pc:spChg chg="mod">
          <ac:chgData name="Felipe Peroni Marques" userId="23a2c177-a9b7-499e-8bdb-d7f1e6a8be4b" providerId="ADAL" clId="{58913B7D-8360-FF4E-99B4-CFF8BE72E06B}" dt="2026-09-14T13:19:37.369" v="909"/>
          <ac:spMkLst>
            <pc:docMk/>
            <pc:sldMk cId="1653737069" sldId="286"/>
            <ac:spMk id="15" creationId="{1BCE6C0E-0C9E-339B-49D9-AD9539CB9A8F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17" creationId="{2B2D5480-16CF-B1E8-62B9-359A9609B689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18" creationId="{32B4C71B-800A-2A13-15EE-42EB0354CFB2}"/>
          </ac:spMkLst>
        </pc:spChg>
        <pc:spChg chg="mod">
          <ac:chgData name="Felipe Peroni Marques" userId="23a2c177-a9b7-499e-8bdb-d7f1e6a8be4b" providerId="ADAL" clId="{58913B7D-8360-FF4E-99B4-CFF8BE72E06B}" dt="2026-09-14T13:57:05.414" v="1119" actId="14100"/>
          <ac:spMkLst>
            <pc:docMk/>
            <pc:sldMk cId="1653737069" sldId="286"/>
            <ac:spMk id="23" creationId="{6082F17A-5AD1-3FD3-DA0A-419F8FF9FB79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7" creationId="{218C7C74-E83A-F4E0-4177-356EC2DF102D}"/>
          </ac:spMkLst>
        </pc:spChg>
        <pc:spChg chg="mod">
          <ac:chgData name="Felipe Peroni Marques" userId="23a2c177-a9b7-499e-8bdb-d7f1e6a8be4b" providerId="ADAL" clId="{58913B7D-8360-FF4E-99B4-CFF8BE72E06B}" dt="2026-10-14T13:33:48.996" v="4447" actId="20577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Felipe Peroni Marques" userId="23a2c177-a9b7-499e-8bdb-d7f1e6a8be4b" providerId="ADAL" clId="{58913B7D-8360-FF4E-99B4-CFF8BE72E06B}" dt="2026-09-14T12:51:41.278" v="616" actId="14100"/>
          <ac:spMkLst>
            <pc:docMk/>
            <pc:sldMk cId="1653737069" sldId="286"/>
            <ac:spMk id="35" creationId="{7B731846-CEF9-5650-39A6-B2C0A98D9FDD}"/>
          </ac:spMkLst>
        </pc:spChg>
        <pc:spChg chg="mod">
          <ac:chgData name="Felipe Peroni Marques" userId="23a2c177-a9b7-499e-8bdb-d7f1e6a8be4b" providerId="ADAL" clId="{58913B7D-8360-FF4E-99B4-CFF8BE72E06B}" dt="2026-10-14T13:26:40.281" v="4184" actId="20577"/>
          <ac:spMkLst>
            <pc:docMk/>
            <pc:sldMk cId="1653737069" sldId="286"/>
            <ac:spMk id="37" creationId="{A624A51B-1F6F-9EA0-D1CD-DC9A17C5D3F4}"/>
          </ac:spMkLst>
        </pc:spChg>
        <pc:spChg chg="mod">
          <ac:chgData name="Felipe Peroni Marques" userId="23a2c177-a9b7-499e-8bdb-d7f1e6a8be4b" providerId="ADAL" clId="{58913B7D-8360-FF4E-99B4-CFF8BE72E06B}" dt="2026-09-14T12:51:43.298" v="617" actId="14100"/>
          <ac:spMkLst>
            <pc:docMk/>
            <pc:sldMk cId="1653737069" sldId="286"/>
            <ac:spMk id="39" creationId="{AE9B93B8-0E29-8838-E977-6FD99BAD27E0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02" creationId="{1F49769F-0CAA-EDF0-F6B0-D2E574D7340F}"/>
          </ac:spMkLst>
        </pc:spChg>
        <pc:spChg chg="mod">
          <ac:chgData name="Felipe Peroni Marques" userId="23a2c177-a9b7-499e-8bdb-d7f1e6a8be4b" providerId="ADAL" clId="{58913B7D-8360-FF4E-99B4-CFF8BE72E06B}" dt="2026-09-14T12:55:43.873" v="645" actId="20577"/>
          <ac:spMkLst>
            <pc:docMk/>
            <pc:sldMk cId="1653737069" sldId="286"/>
            <ac:spMk id="203" creationId="{98486FDE-B2DC-E786-85CA-360D8BC9A86E}"/>
          </ac:spMkLst>
        </pc:spChg>
        <pc:spChg chg="mod">
          <ac:chgData name="Felipe Peroni Marques" userId="23a2c177-a9b7-499e-8bdb-d7f1e6a8be4b" providerId="ADAL" clId="{58913B7D-8360-FF4E-99B4-CFF8BE72E06B}" dt="2026-09-14T12:55:45.964" v="647"/>
          <ac:spMkLst>
            <pc:docMk/>
            <pc:sldMk cId="1653737069" sldId="286"/>
            <ac:spMk id="204" creationId="{9DA9C8DC-B4D9-7D00-C1CD-1794968EFD08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205" creationId="{4895A0D4-DBC9-0A18-2A90-DFB5AA2E4915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206" creationId="{F517E0CB-9C9C-6825-8A04-8525281840B2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07" creationId="{ECA58BA9-8DFF-2C5A-6290-5528E86AC9D3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10" creationId="{AEB89FC8-1381-F391-0B24-9EF86C8E4942}"/>
          </ac:spMkLst>
        </pc:spChg>
        <pc:spChg chg="mod">
          <ac:chgData name="Felipe Peroni Marques" userId="23a2c177-a9b7-499e-8bdb-d7f1e6a8be4b" providerId="ADAL" clId="{58913B7D-8360-FF4E-99B4-CFF8BE72E06B}" dt="2026-09-14T12:51:22.501" v="600" actId="1038"/>
          <ac:spMkLst>
            <pc:docMk/>
            <pc:sldMk cId="1653737069" sldId="286"/>
            <ac:spMk id="212" creationId="{1E4449C2-0CCB-24F3-815F-7B8DE36C3987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401" creationId="{EE48E669-7994-D0B3-6C53-37E67031FF27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402" creationId="{E6498997-698E-0FD6-B2F7-6B991C7DE473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404" creationId="{4AE88EFE-B484-70DF-C55D-7CC5736C574C}"/>
          </ac:spMkLst>
        </pc:spChg>
      </pc:sldChg>
      <pc:sldChg chg="addSp delSp modSp add mod ord">
        <pc:chgData name="Felipe Peroni Marques" userId="23a2c177-a9b7-499e-8bdb-d7f1e6a8be4b" providerId="ADAL" clId="{58913B7D-8360-FF4E-99B4-CFF8BE72E06B}" dt="2026-09-20T20:42:38.545" v="3854" actId="1076"/>
        <pc:sldMkLst>
          <pc:docMk/>
          <pc:sldMk cId="801149791" sldId="311"/>
        </pc:sldMkLst>
        <pc:spChg chg="mod">
          <ac:chgData name="Felipe Peroni Marques" userId="23a2c177-a9b7-499e-8bdb-d7f1e6a8be4b" providerId="ADAL" clId="{58913B7D-8360-FF4E-99B4-CFF8BE72E06B}" dt="2026-09-14T14:14:03.004" v="1237" actId="20577"/>
          <ac:spMkLst>
            <pc:docMk/>
            <pc:sldMk cId="801149791" sldId="311"/>
            <ac:spMk id="14" creationId="{732AE37C-2EEA-B1C7-D0D5-8524C136F308}"/>
          </ac:spMkLst>
        </pc:spChg>
        <pc:spChg chg="mod">
          <ac:chgData name="Felipe Peroni Marques" userId="23a2c177-a9b7-499e-8bdb-d7f1e6a8be4b" providerId="ADAL" clId="{58913B7D-8360-FF4E-99B4-CFF8BE72E06B}" dt="2026-09-14T14:14:13.299" v="1242" actId="1036"/>
          <ac:spMkLst>
            <pc:docMk/>
            <pc:sldMk cId="801149791" sldId="311"/>
            <ac:spMk id="15" creationId="{F6F88A37-4E8E-7151-BF2C-4146665C6757}"/>
          </ac:spMkLst>
        </pc:spChg>
        <pc:picChg chg="mod">
          <ac:chgData name="Felipe Peroni Marques" userId="23a2c177-a9b7-499e-8bdb-d7f1e6a8be4b" providerId="ADAL" clId="{58913B7D-8360-FF4E-99B4-CFF8BE72E06B}" dt="2026-09-14T14:14:21.879" v="1252" actId="1037"/>
          <ac:picMkLst>
            <pc:docMk/>
            <pc:sldMk cId="801149791" sldId="311"/>
            <ac:picMk id="10" creationId="{CCA30358-BB27-4E8D-0F68-70016BFACC66}"/>
          </ac:picMkLst>
        </pc:picChg>
        <pc:picChg chg="mod">
          <ac:chgData name="Felipe Peroni Marques" userId="23a2c177-a9b7-499e-8bdb-d7f1e6a8be4b" providerId="ADAL" clId="{58913B7D-8360-FF4E-99B4-CFF8BE72E06B}" dt="2026-09-14T14:14:21.879" v="1252" actId="1037"/>
          <ac:picMkLst>
            <pc:docMk/>
            <pc:sldMk cId="801149791" sldId="311"/>
            <ac:picMk id="12" creationId="{BDAF4802-C5E5-54A9-BE62-F9F025B7078D}"/>
          </ac:picMkLst>
        </pc:picChg>
      </pc:sldChg>
      <pc:sldChg chg="addSp delSp modSp add mod modShow">
        <pc:chgData name="Felipe Peroni Marques" userId="23a2c177-a9b7-499e-8bdb-d7f1e6a8be4b" providerId="ADAL" clId="{58913B7D-8360-FF4E-99B4-CFF8BE72E06B}" dt="2026-10-14T14:02:00.711" v="4657" actId="729"/>
        <pc:sldMkLst>
          <pc:docMk/>
          <pc:sldMk cId="4031254641" sldId="326"/>
        </pc:sldMkLst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6" creationId="{EB87D3B8-A656-6C24-AF80-A29F7778D758}"/>
          </ac:spMkLst>
        </pc:spChg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7" creationId="{AD2AA97B-7422-0129-A313-0B898FCE4194}"/>
          </ac:spMkLst>
        </pc:spChg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8" creationId="{F8C9E032-0506-97A5-C2D8-65AB85133693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2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4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5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9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0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1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3:53.374" v="1616" actId="113"/>
          <ac:spMkLst>
            <pc:docMk/>
            <pc:sldMk cId="4031254641" sldId="326"/>
            <ac:spMk id="2013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8:27.762" v="1653" actId="1035"/>
          <ac:spMkLst>
            <pc:docMk/>
            <pc:sldMk cId="4031254641" sldId="326"/>
            <ac:spMk id="2016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8" creationId="{00000000-0000-0000-0000-000000000000}"/>
          </ac:spMkLst>
        </pc:spChg>
      </pc:sldChg>
      <pc:sldChg chg="modNotesTx">
        <pc:chgData name="Felipe Peroni Marques" userId="23a2c177-a9b7-499e-8bdb-d7f1e6a8be4b" providerId="ADAL" clId="{58913B7D-8360-FF4E-99B4-CFF8BE72E06B}" dt="2026-09-20T21:03:28.452" v="4103" actId="20577"/>
        <pc:sldMkLst>
          <pc:docMk/>
          <pc:sldMk cId="2721456284" sldId="328"/>
        </pc:sldMkLst>
      </pc:sldChg>
      <pc:sldChg chg="addSp delSp mod modShow modNotesTx">
        <pc:chgData name="Felipe Peroni Marques" userId="23a2c177-a9b7-499e-8bdb-d7f1e6a8be4b" providerId="ADAL" clId="{58913B7D-8360-FF4E-99B4-CFF8BE72E06B}" dt="2026-10-14T14:02:05.414" v="4658" actId="729"/>
        <pc:sldMkLst>
          <pc:docMk/>
          <pc:sldMk cId="3816260276" sldId="329"/>
        </pc:sldMkLst>
        <pc:spChg chg="add del">
          <ac:chgData name="Felipe Peroni Marques" userId="23a2c177-a9b7-499e-8bdb-d7f1e6a8be4b" providerId="ADAL" clId="{58913B7D-8360-FF4E-99B4-CFF8BE72E06B}" dt="2026-09-16T14:20:33.344" v="2010" actId="478"/>
          <ac:spMkLst>
            <pc:docMk/>
            <pc:sldMk cId="3816260276" sldId="329"/>
            <ac:spMk id="4" creationId="{2DBB2CDD-ED78-7E60-297C-92162D2F94DC}"/>
          </ac:spMkLst>
        </pc:spChg>
      </pc:sldChg>
      <pc:sldChg chg="addSp delSp modSp add del mod modNotesTx">
        <pc:chgData name="Felipe Peroni Marques" userId="23a2c177-a9b7-499e-8bdb-d7f1e6a8be4b" providerId="ADAL" clId="{58913B7D-8360-FF4E-99B4-CFF8BE72E06B}" dt="2026-10-14T13:49:43.433" v="4449"/>
        <pc:sldMkLst>
          <pc:docMk/>
          <pc:sldMk cId="881085822" sldId="341"/>
        </pc:sldMkLst>
      </pc:sldChg>
      <pc:sldChg chg="mod ord modShow">
        <pc:chgData name="Felipe Peroni Marques" userId="23a2c177-a9b7-499e-8bdb-d7f1e6a8be4b" providerId="ADAL" clId="{58913B7D-8360-FF4E-99B4-CFF8BE72E06B}" dt="2026-09-20T19:30:54.186" v="2027" actId="729"/>
        <pc:sldMkLst>
          <pc:docMk/>
          <pc:sldMk cId="917026926" sldId="344"/>
        </pc:sldMkLst>
      </pc:sldChg>
      <pc:sldChg chg="addSp delSp modSp mod modNotesTx">
        <pc:chgData name="Felipe Peroni Marques" userId="23a2c177-a9b7-499e-8bdb-d7f1e6a8be4b" providerId="ADAL" clId="{58913B7D-8360-FF4E-99B4-CFF8BE72E06B}" dt="2026-09-20T20:54:53.583" v="3877" actId="478"/>
        <pc:sldMkLst>
          <pc:docMk/>
          <pc:sldMk cId="2248886962" sldId="346"/>
        </pc:sldMkLst>
      </pc:sldChg>
      <pc:sldChg chg="add">
        <pc:chgData name="Felipe Peroni Marques" userId="23a2c177-a9b7-499e-8bdb-d7f1e6a8be4b" providerId="ADAL" clId="{58913B7D-8360-FF4E-99B4-CFF8BE72E06B}" dt="2026-09-20T21:00:47.416" v="3880"/>
        <pc:sldMkLst>
          <pc:docMk/>
          <pc:sldMk cId="4207788666" sldId="347"/>
        </pc:sldMkLst>
      </pc:sldChg>
      <pc:sldChg chg="add del">
        <pc:chgData name="Felipe Peroni Marques" userId="23a2c177-a9b7-499e-8bdb-d7f1e6a8be4b" providerId="ADAL" clId="{58913B7D-8360-FF4E-99B4-CFF8BE72E06B}" dt="2026-10-14T13:50:28.687" v="4451"/>
        <pc:sldMkLst>
          <pc:docMk/>
          <pc:sldMk cId="2309745443" sldId="361"/>
        </pc:sldMkLst>
      </pc:sldChg>
      <pc:sldChg chg="add del">
        <pc:chgData name="Felipe Peroni Marques" userId="23a2c177-a9b7-499e-8bdb-d7f1e6a8be4b" providerId="ADAL" clId="{58913B7D-8360-FF4E-99B4-CFF8BE72E06B}" dt="2026-10-14T13:50:56.730" v="4453"/>
        <pc:sldMkLst>
          <pc:docMk/>
          <pc:sldMk cId="292331347" sldId="362"/>
        </pc:sldMkLst>
      </pc:sldChg>
      <pc:sldChg chg="add del">
        <pc:chgData name="Felipe Peroni Marques" userId="23a2c177-a9b7-499e-8bdb-d7f1e6a8be4b" providerId="ADAL" clId="{58913B7D-8360-FF4E-99B4-CFF8BE72E06B}" dt="2026-10-14T13:51:09.145" v="4455"/>
        <pc:sldMkLst>
          <pc:docMk/>
          <pc:sldMk cId="2829608152" sldId="363"/>
        </pc:sldMkLst>
      </pc:sldChg>
      <pc:sldChg chg="modSp add del mod">
        <pc:chgData name="Felipe Peroni Marques" userId="23a2c177-a9b7-499e-8bdb-d7f1e6a8be4b" providerId="ADAL" clId="{58913B7D-8360-FF4E-99B4-CFF8BE72E06B}" dt="2026-10-14T13:54:55.861" v="4486"/>
        <pc:sldMkLst>
          <pc:docMk/>
          <pc:sldMk cId="3578874637" sldId="364"/>
        </pc:sldMkLst>
      </pc:sldChg>
      <pc:sldChg chg="add del">
        <pc:chgData name="Felipe Peroni Marques" userId="23a2c177-a9b7-499e-8bdb-d7f1e6a8be4b" providerId="ADAL" clId="{58913B7D-8360-FF4E-99B4-CFF8BE72E06B}" dt="2026-10-14T13:56:17.830" v="4488"/>
        <pc:sldMkLst>
          <pc:docMk/>
          <pc:sldMk cId="2339438872" sldId="365"/>
        </pc:sldMkLst>
      </pc:sldChg>
      <pc:sldChg chg="add del">
        <pc:chgData name="Felipe Peroni Marques" userId="23a2c177-a9b7-499e-8bdb-d7f1e6a8be4b" providerId="ADAL" clId="{58913B7D-8360-FF4E-99B4-CFF8BE72E06B}" dt="2026-10-14T14:02:35.057" v="4676" actId="2696"/>
        <pc:sldMkLst>
          <pc:docMk/>
          <pc:sldMk cId="3148204388" sldId="366"/>
        </pc:sldMkLst>
      </pc:sldChg>
      <pc:sldChg chg="add del">
        <pc:chgData name="Felipe Peroni Marques" userId="23a2c177-a9b7-499e-8bdb-d7f1e6a8be4b" providerId="ADAL" clId="{58913B7D-8360-FF4E-99B4-CFF8BE72E06B}" dt="2026-10-14T13:57:19.845" v="4492"/>
        <pc:sldMkLst>
          <pc:docMk/>
          <pc:sldMk cId="356386080" sldId="367"/>
        </pc:sldMkLst>
      </pc:sldChg>
      <pc:sldChg chg="addSp delSp modSp add del mod">
        <pc:chgData name="Felipe Peroni Marques" userId="23a2c177-a9b7-499e-8bdb-d7f1e6a8be4b" providerId="ADAL" clId="{58913B7D-8360-FF4E-99B4-CFF8BE72E06B}" dt="2026-10-14T14:15:28.701" v="4695"/>
        <pc:sldMkLst>
          <pc:docMk/>
          <pc:sldMk cId="817758360" sldId="368"/>
        </pc:sldMkLst>
      </pc:sldChg>
      <pc:sldChg chg="add del">
        <pc:chgData name="Felipe Peroni Marques" userId="23a2c177-a9b7-499e-8bdb-d7f1e6a8be4b" providerId="ADAL" clId="{58913B7D-8360-FF4E-99B4-CFF8BE72E06B}" dt="2026-10-14T14:06:04.652" v="4679"/>
        <pc:sldMkLst>
          <pc:docMk/>
          <pc:sldMk cId="2629004241" sldId="369"/>
        </pc:sldMkLst>
      </pc:sldChg>
      <pc:sldChg chg="add del">
        <pc:chgData name="Felipe Peroni Marques" userId="23a2c177-a9b7-499e-8bdb-d7f1e6a8be4b" providerId="ADAL" clId="{58913B7D-8360-FF4E-99B4-CFF8BE72E06B}" dt="2026-10-14T14:06:54.035" v="4681"/>
        <pc:sldMkLst>
          <pc:docMk/>
          <pc:sldMk cId="1422601648" sldId="371"/>
        </pc:sldMkLst>
      </pc:sldChg>
      <pc:sldChg chg="add del">
        <pc:chgData name="Felipe Peroni Marques" userId="23a2c177-a9b7-499e-8bdb-d7f1e6a8be4b" providerId="ADAL" clId="{58913B7D-8360-FF4E-99B4-CFF8BE72E06B}" dt="2026-10-14T14:07:27.570" v="4683"/>
        <pc:sldMkLst>
          <pc:docMk/>
          <pc:sldMk cId="1804016155" sldId="373"/>
        </pc:sldMkLst>
      </pc:sldChg>
      <pc:sldChg chg="add del">
        <pc:chgData name="Felipe Peroni Marques" userId="23a2c177-a9b7-499e-8bdb-d7f1e6a8be4b" providerId="ADAL" clId="{58913B7D-8360-FF4E-99B4-CFF8BE72E06B}" dt="2026-10-14T14:07:39.324" v="4685"/>
        <pc:sldMkLst>
          <pc:docMk/>
          <pc:sldMk cId="1503633437" sldId="374"/>
        </pc:sldMkLst>
      </pc:sldChg>
      <pc:sldChg chg="add del">
        <pc:chgData name="Felipe Peroni Marques" userId="23a2c177-a9b7-499e-8bdb-d7f1e6a8be4b" providerId="ADAL" clId="{58913B7D-8360-FF4E-99B4-CFF8BE72E06B}" dt="2026-10-14T14:08:12.388" v="4687"/>
        <pc:sldMkLst>
          <pc:docMk/>
          <pc:sldMk cId="125327815" sldId="375"/>
        </pc:sldMkLst>
      </pc:sldChg>
      <pc:sldChg chg="add del">
        <pc:chgData name="Felipe Peroni Marques" userId="23a2c177-a9b7-499e-8bdb-d7f1e6a8be4b" providerId="ADAL" clId="{58913B7D-8360-FF4E-99B4-CFF8BE72E06B}" dt="2026-10-14T14:08:27.023" v="4689"/>
        <pc:sldMkLst>
          <pc:docMk/>
          <pc:sldMk cId="220427981" sldId="376"/>
        </pc:sldMkLst>
      </pc:sldChg>
      <pc:sldChg chg="add del">
        <pc:chgData name="Felipe Peroni Marques" userId="23a2c177-a9b7-499e-8bdb-d7f1e6a8be4b" providerId="ADAL" clId="{58913B7D-8360-FF4E-99B4-CFF8BE72E06B}" dt="2026-10-14T14:13:01.687" v="4691"/>
        <pc:sldMkLst>
          <pc:docMk/>
          <pc:sldMk cId="135116316" sldId="377"/>
        </pc:sldMkLst>
      </pc:sldChg>
      <pc:sldChg chg="add del">
        <pc:chgData name="Felipe Peroni Marques" userId="23a2c177-a9b7-499e-8bdb-d7f1e6a8be4b" providerId="ADAL" clId="{58913B7D-8360-FF4E-99B4-CFF8BE72E06B}" dt="2026-10-14T14:13:28.726" v="4693"/>
        <pc:sldMkLst>
          <pc:docMk/>
          <pc:sldMk cId="1994029700" sldId="378"/>
        </pc:sldMkLst>
      </pc:sldChg>
      <pc:sldChg chg="add">
        <pc:chgData name="Felipe Peroni Marques" userId="23a2c177-a9b7-499e-8bdb-d7f1e6a8be4b" providerId="ADAL" clId="{58913B7D-8360-FF4E-99B4-CFF8BE72E06B}" dt="2026-10-14T14:13:28.586" v="4692"/>
        <pc:sldMkLst>
          <pc:docMk/>
          <pc:sldMk cId="2071329001" sldId="379"/>
        </pc:sldMkLst>
      </pc:sldChg>
      <pc:sldChg chg="add del">
        <pc:chgData name="Felipe Peroni Marques" userId="23a2c177-a9b7-499e-8bdb-d7f1e6a8be4b" providerId="ADAL" clId="{58913B7D-8360-FF4E-99B4-CFF8BE72E06B}" dt="2026-10-14T14:15:38.202" v="4697"/>
        <pc:sldMkLst>
          <pc:docMk/>
          <pc:sldMk cId="2210810892" sldId="381"/>
        </pc:sldMkLst>
      </pc:sldChg>
      <pc:sldChg chg="modSp add mod">
        <pc:chgData name="Felipe Peroni Marques" userId="23a2c177-a9b7-499e-8bdb-d7f1e6a8be4b" providerId="ADAL" clId="{58913B7D-8360-FF4E-99B4-CFF8BE72E06B}" dt="2026-10-14T14:15:59.155" v="4710" actId="20577"/>
        <pc:sldMkLst>
          <pc:docMk/>
          <pc:sldMk cId="500312946" sldId="382"/>
        </pc:sldMkLst>
        <pc:spChg chg="mod">
          <ac:chgData name="Felipe Peroni Marques" userId="23a2c177-a9b7-499e-8bdb-d7f1e6a8be4b" providerId="ADAL" clId="{58913B7D-8360-FF4E-99B4-CFF8BE72E06B}" dt="2026-10-14T14:15:59.155" v="4710" actId="20577"/>
          <ac:spMkLst>
            <pc:docMk/>
            <pc:sldMk cId="500312946" sldId="382"/>
            <ac:spMk id="7002" creationId="{00000000-0000-0000-0000-000000000000}"/>
          </ac:spMkLst>
        </pc:spChg>
      </pc:sldChg>
      <pc:sldChg chg="modSp mod">
        <pc:chgData name="Felipe Peroni Marques" userId="23a2c177-a9b7-499e-8bdb-d7f1e6a8be4b" providerId="ADAL" clId="{58913B7D-8360-FF4E-99B4-CFF8BE72E06B}" dt="2026-10-19T12:57:14.596" v="4725" actId="1035"/>
        <pc:sldMkLst>
          <pc:docMk/>
          <pc:sldMk cId="3868462077" sldId="384"/>
        </pc:sldMkLst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17" creationId="{D9DD11E8-3A69-89FC-87DA-BBC6693D7C3D}"/>
          </ac:spMkLst>
        </pc:spChg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20" creationId="{B5BF498B-2250-935F-760C-91C26ECA3B89}"/>
          </ac:spMkLst>
        </pc:spChg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23" creationId="{68C48127-3B37-4719-0910-0605E3579C3A}"/>
          </ac:spMkLst>
        </pc:spChg>
      </pc:sldChg>
      <pc:sldChg chg="add del">
        <pc:chgData name="Felipe Peroni Marques" userId="23a2c177-a9b7-499e-8bdb-d7f1e6a8be4b" providerId="ADAL" clId="{58913B7D-8360-FF4E-99B4-CFF8BE72E06B}" dt="2026-10-19T13:01:08.443" v="4730"/>
        <pc:sldMkLst>
          <pc:docMk/>
          <pc:sldMk cId="446804359" sldId="385"/>
        </pc:sldMkLst>
      </pc:sldChg>
      <pc:sldChg chg="modSp add del mod">
        <pc:chgData name="Felipe Peroni Marques" userId="23a2c177-a9b7-499e-8bdb-d7f1e6a8be4b" providerId="ADAL" clId="{58913B7D-8360-FF4E-99B4-CFF8BE72E06B}" dt="2026-10-19T13:01:19.071" v="4732"/>
        <pc:sldMkLst>
          <pc:docMk/>
          <pc:sldMk cId="3582969589" sldId="386"/>
        </pc:sldMkLst>
        <pc:spChg chg="mod">
          <ac:chgData name="Felipe Peroni Marques" userId="23a2c177-a9b7-499e-8bdb-d7f1e6a8be4b" providerId="ADAL" clId="{58913B7D-8360-FF4E-99B4-CFF8BE72E06B}" dt="2026-10-19T13:01:08.391" v="4728" actId="27636"/>
          <ac:spMkLst>
            <pc:docMk/>
            <pc:sldMk cId="3582969589" sldId="386"/>
            <ac:spMk id="33" creationId="{477B0F34-6C73-F705-9802-3A4C8D10EFF4}"/>
          </ac:spMkLst>
        </pc:spChg>
        <pc:spChg chg="mod">
          <ac:chgData name="Felipe Peroni Marques" userId="23a2c177-a9b7-499e-8bdb-d7f1e6a8be4b" providerId="ADAL" clId="{58913B7D-8360-FF4E-99B4-CFF8BE72E06B}" dt="2026-10-19T13:01:08.392" v="4729" actId="27636"/>
          <ac:spMkLst>
            <pc:docMk/>
            <pc:sldMk cId="3582969589" sldId="386"/>
            <ac:spMk id="37" creationId="{387B8A35-2E30-2C0B-2F59-D2EB044C9375}"/>
          </ac:spMkLst>
        </pc:spChg>
      </pc:sldChg>
      <pc:sldChg chg="add del">
        <pc:chgData name="Felipe Peroni Marques" userId="23a2c177-a9b7-499e-8bdb-d7f1e6a8be4b" providerId="ADAL" clId="{58913B7D-8360-FF4E-99B4-CFF8BE72E06B}" dt="2026-10-19T13:01:45.271" v="4734"/>
        <pc:sldMkLst>
          <pc:docMk/>
          <pc:sldMk cId="3195652998" sldId="387"/>
        </pc:sldMkLst>
      </pc:sldChg>
      <pc:sldChg chg="modSp add del mod">
        <pc:chgData name="Felipe Peroni Marques" userId="23a2c177-a9b7-499e-8bdb-d7f1e6a8be4b" providerId="ADAL" clId="{58913B7D-8360-FF4E-99B4-CFF8BE72E06B}" dt="2026-10-19T13:02:07.162" v="4738"/>
        <pc:sldMkLst>
          <pc:docMk/>
          <pc:sldMk cId="3583515570" sldId="388"/>
        </pc:sldMkLst>
        <pc:spChg chg="mod">
          <ac:chgData name="Felipe Peroni Marques" userId="23a2c177-a9b7-499e-8bdb-d7f1e6a8be4b" providerId="ADAL" clId="{58913B7D-8360-FF4E-99B4-CFF8BE72E06B}" dt="2026-10-19T13:01:55.638" v="4736" actId="404"/>
          <ac:spMkLst>
            <pc:docMk/>
            <pc:sldMk cId="3583515570" sldId="388"/>
            <ac:spMk id="72" creationId="{00000000-0000-0000-0000-000000000000}"/>
          </ac:spMkLst>
        </pc:spChg>
      </pc:sldChg>
      <pc:sldChg chg="modSp add mod modShow">
        <pc:chgData name="Felipe Peroni Marques" userId="23a2c177-a9b7-499e-8bdb-d7f1e6a8be4b" providerId="ADAL" clId="{58913B7D-8360-FF4E-99B4-CFF8BE72E06B}" dt="2026-10-19T13:03:11.019" v="4742" actId="729"/>
        <pc:sldMkLst>
          <pc:docMk/>
          <pc:sldMk cId="127144310" sldId="389"/>
        </pc:sldMkLst>
        <pc:spChg chg="mod">
          <ac:chgData name="Felipe Peroni Marques" userId="23a2c177-a9b7-499e-8bdb-d7f1e6a8be4b" providerId="ADAL" clId="{58913B7D-8360-FF4E-99B4-CFF8BE72E06B}" dt="2026-10-19T13:02:17.273" v="4739" actId="113"/>
          <ac:spMkLst>
            <pc:docMk/>
            <pc:sldMk cId="127144310" sldId="389"/>
            <ac:spMk id="70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10-19T13:02:24.871" v="4740" actId="113"/>
          <ac:spMkLst>
            <pc:docMk/>
            <pc:sldMk cId="127144310" sldId="389"/>
            <ac:spMk id="71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10-19T13:03:07.351" v="4741" actId="113"/>
          <ac:spMkLst>
            <pc:docMk/>
            <pc:sldMk cId="127144310" sldId="389"/>
            <ac:spMk id="72" creationId="{00000000-0000-0000-0000-000000000000}"/>
          </ac:spMkLst>
        </pc:spChg>
      </pc:sldChg>
      <pc:sldMasterChg chg="addSp">
        <pc:chgData name="Felipe Peroni Marques" userId="23a2c177-a9b7-499e-8bdb-d7f1e6a8be4b" providerId="ADAL" clId="{58913B7D-8360-FF4E-99B4-CFF8BE72E06B}" dt="2026-09-14T13:19:37.369" v="909"/>
        <pc:sldMasterMkLst>
          <pc:docMk/>
          <pc:sldMasterMk cId="3961449787" sldId="2147483654"/>
        </pc:sldMasterMkLst>
        <pc:spChg chg="add">
          <ac:chgData name="Felipe Peroni Marques" userId="23a2c177-a9b7-499e-8bdb-d7f1e6a8be4b" providerId="ADAL" clId="{58913B7D-8360-FF4E-99B4-CFF8BE72E06B}" dt="2026-09-14T13:19:37.369" v="909"/>
          <ac:spMkLst>
            <pc:docMk/>
            <pc:sldMasterMk cId="3961449787" sldId="2147483654"/>
            <ac:spMk id="7" creationId="{B1B09DE7-FAC2-4ED9-12C8-DB40D887E893}"/>
          </ac:spMkLst>
        </pc:spChg>
        <pc:grpChg chg="add">
          <ac:chgData name="Felipe Peroni Marques" userId="23a2c177-a9b7-499e-8bdb-d7f1e6a8be4b" providerId="ADAL" clId="{58913B7D-8360-FF4E-99B4-CFF8BE72E06B}" dt="2026-09-14T13:19:37.369" v="909"/>
          <ac:grpSpMkLst>
            <pc:docMk/>
            <pc:sldMasterMk cId="3961449787" sldId="2147483654"/>
            <ac:grpSpMk id="8" creationId="{20AF2047-A578-BB66-A1A0-8565BCDE87B5}"/>
          </ac:grpSpMkLst>
        </pc:grpChg>
        <pc:grpChg chg="add">
          <ac:chgData name="Felipe Peroni Marques" userId="23a2c177-a9b7-499e-8bdb-d7f1e6a8be4b" providerId="ADAL" clId="{58913B7D-8360-FF4E-99B4-CFF8BE72E06B}" dt="2026-09-14T13:19:37.369" v="909"/>
          <ac:grpSpMkLst>
            <pc:docMk/>
            <pc:sldMasterMk cId="3961449787" sldId="2147483654"/>
            <ac:grpSpMk id="14" creationId="{E78BD19A-0D39-41F3-3003-3977D6843AD8}"/>
          </ac:grpSpMkLst>
        </pc:grpChg>
        <pc:picChg chg="add">
          <ac:chgData name="Felipe Peroni Marques" userId="23a2c177-a9b7-499e-8bdb-d7f1e6a8be4b" providerId="ADAL" clId="{58913B7D-8360-FF4E-99B4-CFF8BE72E06B}" dt="2026-09-14T13:19:37.369" v="909"/>
          <ac:picMkLst>
            <pc:docMk/>
            <pc:sldMasterMk cId="3961449787" sldId="2147483654"/>
            <ac:picMk id="13" creationId="{019BA6DF-26FF-F704-FFF4-777670686B4D}"/>
          </ac:picMkLst>
        </pc:picChg>
        <pc:cxnChg chg="add">
          <ac:chgData name="Felipe Peroni Marques" userId="23a2c177-a9b7-499e-8bdb-d7f1e6a8be4b" providerId="ADAL" clId="{58913B7D-8360-FF4E-99B4-CFF8BE72E06B}" dt="2026-09-14T13:19:37.369" v="909"/>
          <ac:cxnSpMkLst>
            <pc:docMk/>
            <pc:sldMasterMk cId="3961449787" sldId="2147483654"/>
            <ac:cxnSpMk id="27" creationId="{341B6652-A938-0152-5BB5-1D5694688FB8}"/>
          </ac:cxnSpMkLst>
        </pc:cxnChg>
      </pc:sldMasterChg>
    </pc:docChg>
  </pc:docChgLst>
  <pc:docChgLst>
    <pc:chgData name="Felipe Barros Santos Rodrigues da Silva" userId="bcee62ef-1d0a-4a06-92b7-252124de452b" providerId="ADAL" clId="{6280D51B-2B70-44C7-967E-2A9F4DA32BEB}"/>
    <pc:docChg chg="undo redo custSel addSld delSld modSld">
      <pc:chgData name="Felipe Barros Santos Rodrigues da Silva" userId="bcee62ef-1d0a-4a06-92b7-252124de452b" providerId="ADAL" clId="{6280D51B-2B70-44C7-967E-2A9F4DA32BEB}" dt="2026-10-19T13:08:18.864" v="1681" actId="255"/>
      <pc:docMkLst>
        <pc:docMk/>
      </pc:docMkLst>
      <pc:sldChg chg="addSp modSp mod modNotesTx">
        <pc:chgData name="Felipe Barros Santos Rodrigues da Silva" userId="bcee62ef-1d0a-4a06-92b7-252124de452b" providerId="ADAL" clId="{6280D51B-2B70-44C7-967E-2A9F4DA32BEB}" dt="2026-09-21T00:57:35.368" v="1634" actId="20577"/>
        <pc:sldMkLst>
          <pc:docMk/>
          <pc:sldMk cId="940414154" sldId="272"/>
        </pc:sldMkLst>
      </pc:sldChg>
      <pc:sldChg chg="modSp mod">
        <pc:chgData name="Felipe Barros Santos Rodrigues da Silva" userId="bcee62ef-1d0a-4a06-92b7-252124de452b" providerId="ADAL" clId="{6280D51B-2B70-44C7-967E-2A9F4DA32BEB}" dt="2026-10-19T13:08:18.864" v="1681" actId="255"/>
        <pc:sldMkLst>
          <pc:docMk/>
          <pc:sldMk cId="1653737069" sldId="286"/>
        </pc:sldMkLst>
        <pc:spChg chg="mod">
          <ac:chgData name="Felipe Barros Santos Rodrigues da Silva" userId="bcee62ef-1d0a-4a06-92b7-252124de452b" providerId="ADAL" clId="{6280D51B-2B70-44C7-967E-2A9F4DA32BEB}" dt="2026-10-19T13:08:18.864" v="1681" actId="255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Felipe Barros Santos Rodrigues da Silva" userId="bcee62ef-1d0a-4a06-92b7-252124de452b" providerId="ADAL" clId="{6280D51B-2B70-44C7-967E-2A9F4DA32BEB}" dt="2026-10-19T13:07:51.288" v="1678" actId="123"/>
          <ac:spMkLst>
            <pc:docMk/>
            <pc:sldMk cId="1653737069" sldId="286"/>
            <ac:spMk id="33" creationId="{69298370-0554-BCED-4107-E00D640B8A3D}"/>
          </ac:spMkLst>
        </pc:spChg>
      </pc:sldChg>
      <pc:sldChg chg="addSp delSp modSp mod">
        <pc:chgData name="Felipe Barros Santos Rodrigues da Silva" userId="bcee62ef-1d0a-4a06-92b7-252124de452b" providerId="ADAL" clId="{6280D51B-2B70-44C7-967E-2A9F4DA32BEB}" dt="2026-10-05T22:53:50.108" v="1652" actId="207"/>
        <pc:sldMkLst>
          <pc:docMk/>
          <pc:sldMk cId="2436662301" sldId="309"/>
        </pc:sldMkLst>
        <pc:spChg chg="mod">
          <ac:chgData name="Felipe Barros Santos Rodrigues da Silva" userId="bcee62ef-1d0a-4a06-92b7-252124de452b" providerId="ADAL" clId="{6280D51B-2B70-44C7-967E-2A9F4DA32BEB}" dt="2026-10-05T22:53:28.714" v="1650" actId="208"/>
          <ac:spMkLst>
            <pc:docMk/>
            <pc:sldMk cId="2436662301" sldId="309"/>
            <ac:spMk id="12" creationId="{4FA95E0D-FA48-1687-2EDC-7094F17512C8}"/>
          </ac:spMkLst>
        </pc:spChg>
        <pc:spChg chg="mod">
          <ac:chgData name="Felipe Barros Santos Rodrigues da Silva" userId="bcee62ef-1d0a-4a06-92b7-252124de452b" providerId="ADAL" clId="{6280D51B-2B70-44C7-967E-2A9F4DA32BEB}" dt="2026-10-05T22:53:50.108" v="1652" actId="207"/>
          <ac:spMkLst>
            <pc:docMk/>
            <pc:sldMk cId="2436662301" sldId="309"/>
            <ac:spMk id="34" creationId="{C7A281B1-2091-CF49-861F-E68A502F84AE}"/>
          </ac:spMkLst>
        </pc:spChg>
        <pc:grpChg chg="mod">
          <ac:chgData name="Felipe Barros Santos Rodrigues da Silva" userId="bcee62ef-1d0a-4a06-92b7-252124de452b" providerId="ADAL" clId="{6280D51B-2B70-44C7-967E-2A9F4DA32BEB}" dt="2026-10-05T22:43:55.962" v="1639" actId="1036"/>
          <ac:grpSpMkLst>
            <pc:docMk/>
            <pc:sldMk cId="2436662301" sldId="309"/>
            <ac:grpSpMk id="55" creationId="{023943FF-EA6A-61E6-44CE-7EA5A933CADE}"/>
          </ac:grpSpMkLst>
        </pc:grpChg>
      </pc:sldChg>
      <pc:sldChg chg="addSp delSp modSp add mod">
        <pc:chgData name="Felipe Barros Santos Rodrigues da Silva" userId="bcee62ef-1d0a-4a06-92b7-252124de452b" providerId="ADAL" clId="{6280D51B-2B70-44C7-967E-2A9F4DA32BEB}" dt="2026-09-20T18:07:21.172" v="1630" actId="113"/>
        <pc:sldMkLst>
          <pc:docMk/>
          <pc:sldMk cId="3816260276" sldId="329"/>
        </pc:sldMkLst>
        <pc:spChg chg="add mod">
          <ac:chgData name="Felipe Barros Santos Rodrigues da Silva" userId="bcee62ef-1d0a-4a06-92b7-252124de452b" providerId="ADAL" clId="{6280D51B-2B70-44C7-967E-2A9F4DA32BEB}" dt="2026-09-20T18:07:21.172" v="1630" actId="113"/>
          <ac:spMkLst>
            <pc:docMk/>
            <pc:sldMk cId="3816260276" sldId="329"/>
            <ac:spMk id="39" creationId="{B990DFE0-EC3E-0564-65B6-8C3261AED1B7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4:12.649" v="1666" actId="120"/>
        <pc:sldMkLst>
          <pc:docMk/>
          <pc:sldMk cId="1118591106" sldId="354"/>
        </pc:sldMkLst>
        <pc:spChg chg="mod">
          <ac:chgData name="Felipe Barros Santos Rodrigues da Silva" userId="bcee62ef-1d0a-4a06-92b7-252124de452b" providerId="ADAL" clId="{6280D51B-2B70-44C7-967E-2A9F4DA32BEB}" dt="2026-10-19T12:47:27.160" v="1654" actId="14100"/>
          <ac:spMkLst>
            <pc:docMk/>
            <pc:sldMk cId="1118591106" sldId="354"/>
            <ac:spMk id="10" creationId="{28B976DB-78B5-CF64-1F00-90D3C4423949}"/>
          </ac:spMkLst>
        </pc:spChg>
        <pc:spChg chg="mod">
          <ac:chgData name="Felipe Barros Santos Rodrigues da Silva" userId="bcee62ef-1d0a-4a06-92b7-252124de452b" providerId="ADAL" clId="{6280D51B-2B70-44C7-967E-2A9F4DA32BEB}" dt="2026-10-19T12:47:31.567" v="1655" actId="123"/>
          <ac:spMkLst>
            <pc:docMk/>
            <pc:sldMk cId="1118591106" sldId="354"/>
            <ac:spMk id="158" creationId="{9FC2EE4C-84F2-AED8-E166-DC2C388D86D0}"/>
          </ac:spMkLst>
        </pc:spChg>
        <pc:spChg chg="mod">
          <ac:chgData name="Felipe Barros Santos Rodrigues da Silva" userId="bcee62ef-1d0a-4a06-92b7-252124de452b" providerId="ADAL" clId="{6280D51B-2B70-44C7-967E-2A9F4DA32BEB}" dt="2026-10-19T12:54:12.649" v="1666" actId="120"/>
          <ac:spMkLst>
            <pc:docMk/>
            <pc:sldMk cId="1118591106" sldId="354"/>
            <ac:spMk id="160" creationId="{FAB59FC3-042E-C8E7-7EB8-040D8CB30D65}"/>
          </ac:spMkLst>
        </pc:spChg>
        <pc:spChg chg="mod">
          <ac:chgData name="Felipe Barros Santos Rodrigues da Silva" userId="bcee62ef-1d0a-4a06-92b7-252124de452b" providerId="ADAL" clId="{6280D51B-2B70-44C7-967E-2A9F4DA32BEB}" dt="2026-10-19T12:53:59.812" v="1664" actId="120"/>
          <ac:spMkLst>
            <pc:docMk/>
            <pc:sldMk cId="1118591106" sldId="354"/>
            <ac:spMk id="162" creationId="{7D268D5C-BA7C-BAD5-B046-2BBB9B5E0E2E}"/>
          </ac:spMkLst>
        </pc:spChg>
        <pc:spChg chg="mod">
          <ac:chgData name="Felipe Barros Santos Rodrigues da Silva" userId="bcee62ef-1d0a-4a06-92b7-252124de452b" providerId="ADAL" clId="{6280D51B-2B70-44C7-967E-2A9F4DA32BEB}" dt="2026-10-19T12:47:56.704" v="1658" actId="123"/>
          <ac:spMkLst>
            <pc:docMk/>
            <pc:sldMk cId="1118591106" sldId="354"/>
            <ac:spMk id="164" creationId="{C8BE4BE2-E045-0259-7EDE-289B45D7C643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5:34.959" v="1671" actId="123"/>
        <pc:sldMkLst>
          <pc:docMk/>
          <pc:sldMk cId="2653754915" sldId="359"/>
        </pc:sldMkLst>
        <pc:spChg chg="mod">
          <ac:chgData name="Felipe Barros Santos Rodrigues da Silva" userId="bcee62ef-1d0a-4a06-92b7-252124de452b" providerId="ADAL" clId="{6280D51B-2B70-44C7-967E-2A9F4DA32BEB}" dt="2026-10-19T12:55:34.959" v="1671" actId="123"/>
          <ac:spMkLst>
            <pc:docMk/>
            <pc:sldMk cId="2653754915" sldId="359"/>
            <ac:spMk id="61" creationId="{38033E9D-0F29-1322-4A9F-ED814D35A58F}"/>
          </ac:spMkLst>
        </pc:spChg>
        <pc:spChg chg="mod">
          <ac:chgData name="Felipe Barros Santos Rodrigues da Silva" userId="bcee62ef-1d0a-4a06-92b7-252124de452b" providerId="ADAL" clId="{6280D51B-2B70-44C7-967E-2A9F4DA32BEB}" dt="2026-10-19T12:55:30.133" v="1670" actId="123"/>
          <ac:spMkLst>
            <pc:docMk/>
            <pc:sldMk cId="2653754915" sldId="359"/>
            <ac:spMk id="69" creationId="{022E2060-8C96-9B60-F445-096D3B23859A}"/>
          </ac:spMkLst>
        </pc:spChg>
        <pc:spChg chg="mod">
          <ac:chgData name="Felipe Barros Santos Rodrigues da Silva" userId="bcee62ef-1d0a-4a06-92b7-252124de452b" providerId="ADAL" clId="{6280D51B-2B70-44C7-967E-2A9F4DA32BEB}" dt="2026-10-19T12:54:36.578" v="1669" actId="120"/>
          <ac:spMkLst>
            <pc:docMk/>
            <pc:sldMk cId="2653754915" sldId="359"/>
            <ac:spMk id="160" creationId="{D8E22DC9-3ACC-5787-5CFA-67A3975F60CF}"/>
          </ac:spMkLst>
        </pc:spChg>
        <pc:spChg chg="mod">
          <ac:chgData name="Felipe Barros Santos Rodrigues da Silva" userId="bcee62ef-1d0a-4a06-92b7-252124de452b" providerId="ADAL" clId="{6280D51B-2B70-44C7-967E-2A9F4DA32BEB}" dt="2026-10-19T12:54:31.196" v="1667" actId="123"/>
          <ac:spMkLst>
            <pc:docMk/>
            <pc:sldMk cId="2653754915" sldId="359"/>
            <ac:spMk id="164" creationId="{9C119796-2CFA-E2C1-A980-05B8C99AA3F4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6:15.138" v="1676" actId="123"/>
        <pc:sldMkLst>
          <pc:docMk/>
          <pc:sldMk cId="368819736" sldId="360"/>
        </pc:sldMkLst>
        <pc:spChg chg="mod">
          <ac:chgData name="Felipe Barros Santos Rodrigues da Silva" userId="bcee62ef-1d0a-4a06-92b7-252124de452b" providerId="ADAL" clId="{6280D51B-2B70-44C7-967E-2A9F4DA32BEB}" dt="2026-10-19T12:55:50.407" v="1672" actId="123"/>
          <ac:spMkLst>
            <pc:docMk/>
            <pc:sldMk cId="368819736" sldId="360"/>
            <ac:spMk id="61" creationId="{E84AFA1E-0D22-661C-461A-2131553D23EC}"/>
          </ac:spMkLst>
        </pc:spChg>
        <pc:spChg chg="mod">
          <ac:chgData name="Felipe Barros Santos Rodrigues da Silva" userId="bcee62ef-1d0a-4a06-92b7-252124de452b" providerId="ADAL" clId="{6280D51B-2B70-44C7-967E-2A9F4DA32BEB}" dt="2026-10-19T12:55:53.862" v="1673" actId="123"/>
          <ac:spMkLst>
            <pc:docMk/>
            <pc:sldMk cId="368819736" sldId="360"/>
            <ac:spMk id="69" creationId="{B1DA7CD0-9715-0903-5155-3AE45BF59F98}"/>
          </ac:spMkLst>
        </pc:spChg>
        <pc:spChg chg="mod">
          <ac:chgData name="Felipe Barros Santos Rodrigues da Silva" userId="bcee62ef-1d0a-4a06-92b7-252124de452b" providerId="ADAL" clId="{6280D51B-2B70-44C7-967E-2A9F4DA32BEB}" dt="2026-10-19T12:55:59.373" v="1674" actId="123"/>
          <ac:spMkLst>
            <pc:docMk/>
            <pc:sldMk cId="368819736" sldId="360"/>
            <ac:spMk id="80" creationId="{5F0EDE8B-1C1C-32FF-858C-7EFDBF96DDD3}"/>
          </ac:spMkLst>
        </pc:spChg>
        <pc:spChg chg="mod">
          <ac:chgData name="Felipe Barros Santos Rodrigues da Silva" userId="bcee62ef-1d0a-4a06-92b7-252124de452b" providerId="ADAL" clId="{6280D51B-2B70-44C7-967E-2A9F4DA32BEB}" dt="2026-10-19T12:56:09.828" v="1675" actId="123"/>
          <ac:spMkLst>
            <pc:docMk/>
            <pc:sldMk cId="368819736" sldId="360"/>
            <ac:spMk id="173" creationId="{BFB8E17F-A58B-07D1-4B17-E19724BA8DBC}"/>
          </ac:spMkLst>
        </pc:spChg>
        <pc:spChg chg="mod">
          <ac:chgData name="Felipe Barros Santos Rodrigues da Silva" userId="bcee62ef-1d0a-4a06-92b7-252124de452b" providerId="ADAL" clId="{6280D51B-2B70-44C7-967E-2A9F4DA32BEB}" dt="2026-10-19T12:56:15.138" v="1676" actId="123"/>
          <ac:spMkLst>
            <pc:docMk/>
            <pc:sldMk cId="368819736" sldId="360"/>
            <ac:spMk id="182" creationId="{AFD3B2D9-0C38-0A0E-D1C6-77CF8C58E6B9}"/>
          </ac:spMkLst>
        </pc:spChg>
      </pc:sldChg>
    </pc:docChg>
  </pc:docChgLst>
  <pc:docChgLst>
    <pc:chgData name="Guest User" userId="S::urn:spo:tenantanon#6370a6c0-7b90-4709-bd6e-59c28ede833b::" providerId="AD" clId="Web-{66666118-FA28-890C-4C34-038193524AE2}"/>
    <pc:docChg chg="modSld">
      <pc:chgData name="Guest User" userId="S::urn:spo:tenantanon#6370a6c0-7b90-4709-bd6e-59c28ede833b::" providerId="AD" clId="Web-{66666118-FA28-890C-4C34-038193524AE2}" dt="2026-09-20T14:38:20.612" v="1" actId="1076"/>
      <pc:docMkLst>
        <pc:docMk/>
      </pc:docMkLst>
      <pc:sldChg chg="modSp">
        <pc:chgData name="Guest User" userId="S::urn:spo:tenantanon#6370a6c0-7b90-4709-bd6e-59c28ede833b::" providerId="AD" clId="Web-{66666118-FA28-890C-4C34-038193524AE2}" dt="2026-09-20T14:38:20.612" v="1" actId="1076"/>
        <pc:sldMkLst>
          <pc:docMk/>
          <pc:sldMk cId="4031254641" sldId="326"/>
        </pc:sldMkLst>
      </pc:sldChg>
    </pc:docChg>
  </pc:docChgLst>
  <pc:docChgLst>
    <pc:chgData name="Bruno Manta Madeira Campos Alencar" userId="S::brunommca@al.insper.edu.br::4327be56-e764-4786-bbc9-4034bdd2f807" providerId="AD" clId="Web-{6CA60A58-DD92-1869-A33D-3650B0D004B3}"/>
    <pc:docChg chg="modSld">
      <pc:chgData name="Bruno Manta Madeira Campos Alencar" userId="S::brunommca@al.insper.edu.br::4327be56-e764-4786-bbc9-4034bdd2f807" providerId="AD" clId="Web-{6CA60A58-DD92-1869-A33D-3650B0D004B3}" dt="2026-09-20T15:12:27.648" v="28" actId="1076"/>
      <pc:docMkLst>
        <pc:docMk/>
      </pc:docMkLst>
      <pc:sldChg chg="addSp delSp modSp">
        <pc:chgData name="Bruno Manta Madeira Campos Alencar" userId="S::brunommca@al.insper.edu.br::4327be56-e764-4786-bbc9-4034bdd2f807" providerId="AD" clId="Web-{6CA60A58-DD92-1869-A33D-3650B0D004B3}" dt="2026-09-20T15:12:27.648" v="28" actId="1076"/>
        <pc:sldMkLst>
          <pc:docMk/>
          <pc:sldMk cId="4031254641" sldId="326"/>
        </pc:sldMkLst>
      </pc:sldChg>
    </pc:docChg>
  </pc:docChgLst>
  <pc:docChgLst>
    <pc:chgData name="Guest User" userId="S::urn:spo:tenantanon#6370a6c0-7b90-4709-bd6e-59c28ede833b::" providerId="AD" clId="Web-{B81EBC94-AB7C-BEE0-0E88-1FD4515BDD8A}"/>
    <pc:docChg chg="addSld delSld modSld">
      <pc:chgData name="Guest User" userId="S::urn:spo:tenantanon#6370a6c0-7b90-4709-bd6e-59c28ede833b::" providerId="AD" clId="Web-{B81EBC94-AB7C-BEE0-0E88-1FD4515BDD8A}" dt="2026-09-19T21:14:49.761" v="14" actId="1076"/>
      <pc:docMkLst>
        <pc:docMk/>
      </pc:docMkLst>
      <pc:sldChg chg="modSp">
        <pc:chgData name="Guest User" userId="S::urn:spo:tenantanon#6370a6c0-7b90-4709-bd6e-59c28ede833b::" providerId="AD" clId="Web-{B81EBC94-AB7C-BEE0-0E88-1FD4515BDD8A}" dt="2026-09-19T21:14:49.761" v="14" actId="1076"/>
        <pc:sldMkLst>
          <pc:docMk/>
          <pc:sldMk cId="2721456284" sldId="328"/>
        </pc:sldMkLst>
      </pc:sldChg>
    </pc:docChg>
  </pc:docChgLst>
  <pc:docChgLst>
    <pc:chgData name="Guest User" userId="S::urn:spo:tenantanon#6370a6c0-7b90-4709-bd6e-59c28ede833b::" providerId="AD" clId="Web-{DBC401BA-C2C9-471F-1E42-160651FF08CC}"/>
    <pc:docChg chg="modSld">
      <pc:chgData name="Guest User" userId="S::urn:spo:tenantanon#6370a6c0-7b90-4709-bd6e-59c28ede833b::" providerId="AD" clId="Web-{DBC401BA-C2C9-471F-1E42-160651FF08CC}" dt="2026-09-16T11:32:49.142" v="58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7527D-0062-4AB5-B30F-1482946D3681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0BF30-08A7-443A-9E64-B9D9CF1221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63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Hipótese única desta versão (decisão do autor de 27/10/2026; doc 07 da banca 2): a antiga H2, bolsa × origem. O médico especialista escolhe vagas perto de onde já trabalha; a bolsa maior muda qual vaga ele escolhe dentro da sua região, mas pesa menos que a própria origem. Foi formulada depois de ver os resultados do preenchimento no corte e os coeficientes do modelo de escolha: é pós-resultado, e isso é dito aqui. Motivação: onde a bolsa é R$ 5 mil maior, não detectamos aumento do preenchimento, e o desenho só pegaria saltos grandes (apêndice). Ligar a hipótese a esse fato é interpretação, não teste (auditoria 50). O que se testa: se, na escolha da 1ª opção, a vaga ficar na UF de origem pesa mais que toda a diferença de bolsa. O contraste da bolsa é o pacote do corte (a bolsa e as outras regras federais que mudam nos mesmos cortes de IVS, auditoria 18), não a participação no PMM-E nem o Agora Tem Especialistas. Tudo é condicional a se candidatar. Cautela: Formulada após ver os dados.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1ª opção: listas de classificação dos editais do PMM-E (SGTES/MS), ciclos 1–3, uma linha por candidato e opção. Origem: o município do estabelecimento onde o candidato tinha vínculo médico no CNES antes das inscrições, ligado pelo portão G1 (CPF e nome); não é a residência. Vagas e bolsa: quadros de vagas da 1ª chamada, por célula (estabelecimento × curso), com o tipo de vaga e a faixa da bolsa anunciada; no ciclo 2, o tipo de vaga vem do quadro de 13/02/2026, vigente na inscrição (adendo 52c, auditoria 41). IVS 2010 oficial: Plataforma IVS do Ipea, Censo 2010, por município; é a variável dos cortes. Distância entre os centroides dos municípios (malha do IBGE); UF e região de saúde (tabela oficial do TabNet). Secundárias, em cinza: porte (população do Censo 2022) e capital (código IBGE), controles do modelo. Dados pessoais só em memória ou em cache fora do Git.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Cada ciclo é um chamamento do PMM-E com quadro de vagas próprio: o ciclo 1 com quadro de 24/07/2025; o ciclo 2 com quadro de 03/02/2026, retificado em 13/02/2026 (o vigente na inscrição, de onde vem o tipo de vaga usado aqui; auditoria 36) e de novo em 19/03/2026; o ciclo 3 com quadro de 16/07/2026. Célula = estabelecimento × curso no quadro da 1ª chamada; é entre as células do seu curso e ciclo que o candidato escolhe. Candidatos, 1ª opção: os que puseram a 1ª opção numa célula do quadro. Com origem: os que também foram ligados ao CNES e têm município de origem; é a amostra do modelo de escolha, 5.421 candidatos nos três ciclos.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Como ler: cada ponto é um município com vaga no quadro da 1ª chamada do ciclo 1; o eixo horizontal é o IVS 2010 oficial, a cor também; o vertical, a bolsa anunciada. Até 0,300, R$ 10 mil; até 0,400, R$ 15 mil; acima, R$ 20 mil. O escore da relação nominal do MS é o IVS 2010 oficial em 404/404 municípios. No ciclo 3, 747 de 748: o que falta foi criado depois de 2010. É daqui que vem a variação da bolsa no modelo de escolha: vagas parecidas, de lados diferentes de um corte, pagam bolsas diferentes. Em 0,300 e 0,400 mudam também outras regras federais: pacote do corte.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Descritivo. Dos 5.425 candidatos com 1ª opção e município de origem, 79% põem a 1ª opção na UF onde já trabalhavam, 46% na mesma região de saúde e 36% no próprio município; a distância mediana até a 1ª opção é 51 km, e três em cada quatro ficam a até 189 km. A origem é o município do vínculo médico anterior no CNES, não a residência. É preferência revelada: diz onde escolhem, não por quê. O próximo passo é perguntar quanto a bolsa pesa nessa escolha, comparado com a origem.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Logit condicional (McFadden): cada um dos 5.421 candidatos escolhe, entre as vagas abertas do seu curso e ciclo, a de maior utilidade; o candidato é comparado consigo mesmo entre as vagas que podia escolher. Utilidade = bolsa (linear, por R$ 1 mil) + curva contínua do IVS (spline com dobras nos cortes, sem salto) + distância em km + mesma UF, mesma região de saúde e mesmo município da origem + porte, capital, estrato, macrorregião e vagas imediatas da vaga. Só o salto da bolsa nos cortes de IVS identifica o peso dela. Teste central (P1h-1, protocolo 52b, pós-resultado): D_UF = peso da vaga na UF de origem − peso de toda a bolsa (10 × β), unilateral, com o tipo de vaga do ciclo 2 do quadro de 13/02/2026 (adendo 52c). Erro-padrão agrupado por conjunto de escolha (curso × ciclo). Adendo 52e (pós-resultado): efeito fixo do par (UF de origem, UF da vaga), comparando só vagas da mesma UF vistas por médicos da mesma UF de origem. Por ciclo: o mesmo modelo em cada ciclo.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Bolsa por regra: o IVS 2010 oficial reproduz a faixa de todos os municípios dos ciclos 1 e 2 (368/368 e 454/454); o município não escolhe a bolsa. Pacote do corte: em 0,300 e 0,400 mudam também outras regras federais (auditoria 18); o peso da bolsa é o do pacote, não o da bolsa sozinha nem o da participação no PMM-E. IIA (independência de alternativas irrelevantes): o logit aninhado por região de saúde a rejeita em parte, e o ponto do peso da bolsa fica perto do mesmo valor (doc 57a). Localização: com o par de UFs fixado, o peso da bolsa não diminui (adendo 52e, auditoria 48); a comparação só com vagas perto do corte é inconclusiva. Conjunto de escolha: supõe que o candidato viu todas as vagas do seu curso. Origem: preferência revelada, medida pelo vínculo anterior no CNES; mistura família, rede e registro; não é efeito causal de mudar alguém de lugar. Pós-resultado: a hipótese e o teste D_UF foram formulados depois de ver os coeficientes; o peso da bolsa pré-registrado (P1a, sem fixar a UF) não passa no Holm (p de Holm 0,072). Tudo é condicional a se candidatar.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Teste central da hipótese (P1h-1, com o tipo de vaga do ciclo 2 do quadro de 13/02/2026; adendo 52c, auditoria 41). No mesmo modelo e com os mesmos candidatos (ciclos 1–3), a vaga ficar na UF de origem pesa 2,40 [2,27; 2,52] em log-chance: multiplica a chance de ser a 1ª opção por 11,0 [9,7; 12,5]. Toda a diferença de bolsa, de R$ 10 mil para R$ 20 mil, pesa 0,45 [−0,04; 0,95]: multiplica a chance por 1,57 [0,96; 2,58], intervalo que contém 1. A diferença é 1,94 [1,48; 2,40], p unilateral &lt; 0,001 e p de Holm &lt; 0,001 (família de um teste). Por ciclo, a origem pesa mais nos três (Robustez). Escolha condicional a se candidatar; a bolsa é o pacote do corte; a origem é preferência revelada, medida pelo vínculo anterior no CNES, e não causa da escolha. Cautela: Origem é preferência revelada, não causa.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Adendo 52e (doc 57x; auditoria 48; pós-resultado): comparando só vagas da mesma UF, vistas por médicos da mesma UF de origem (efeito fixo do par de UFs), a razão de chances da 1ª opção por +R$ 5 mil é 1,47 [1,15; 1,89] nos ciclos 1–3 (p de Holm 0,005) e 1,90 [1,30; 2,78] no ciclo 2 (p de Holm 0,003). No modelo base, sem fixar a UF: 1,25 [0,98; 1,61] e 1,79 [1,19; 2,68]; a especificação pré-registrada (P1a) não passa no Holm (p de Holm 0,072). Em km: dentro da mesma UF, +R$ 5 mil pesam como 75 km [28; 122] a menos de distância nos ciclos 1–3 e 117 km [56; 178] no ciclo 2; no modelo base, com o quadro corrigido, 119 km [−12; 250] e 302 km [88; 516]. Os km caem dentro da UF porque a distância pesa mais ali, não porque a bolsa pese menos. Mostra que a escolha responde à bolsa; não testa a comparação com a origem. Escolha não é expansão: o que uma vaga ganha, outra do mesmo curso perde. Pacote do corte. Cautela: Adendo pós-resultado; sem fixar a UF, Holm 0,072.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Por ciclo (modelo base, quadro corrigido): razão de chances 1,07 [0,69; 1,65] no ciclo 1, 1,79 [1,19; 2,68] no ciclo 2 e 1,00 [0,72; 1,39] no ciclo 3. A bolsa desloca a escolha com força só no ciclo 2; nos ciclos 1 e 3, os intervalos são largos, e não sabemos por quê. Quadro do ciclo 2: com o quadro refeito depois do resultado (19/03/2026), 1,70 [1,22; 2,37]; com o de 13/02/2026, vigente na inscrição, 1,79 (adendo 52c, auditoria 41; as demais variantes no adendo 52d, auditoria 46). Comparando vagas da mesma UF: com a distância em log, 1,45 [1,15; 1,83] (ciclo 2: 1,75 [1,23; 2,49]); com a região de saúde de origem no lugar da UF de origem, 1,49 [1,15; 1,92] (ciclo 2: 1,91 [1,33; 2,74]); só com vagas a até 0,050 de um corte, 1,28 [0,95; 1,72], p de Holm 0,103: inconclusivo. À direita, origem − toda a bolsa por ciclo: 2,34 [1,45; 3,24], 1,19 [0,51; 1,86] e 2,37 [1,75; 3,00]: a origem pesa mais nos três ciclos. Tudo pós-resultado e condicional a se candidatar. Cautela: Quadro da inscrição, log e região: mesma leitura.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 modelo da banca 1, o médico aceita a vaga se a bolsa compensa o custo do lugar. Na escolha, o custo que domina não é o do município, que a bolsa compensa, e sim o de sair da própria região: a vaga na UF de origem pesa mais que toda a diferença de bolsa. Um degrau de R$ 5 mil desloca a escolha entre vagas próximas, mas não alcança esse custo: incentivo limitado. É coerente com não termos detectado aumento do preenchimento no corte (apêndice), mas essa ligação é interpretação, não teste (auditoria 50). Dá para afirmar: entre quem se candidatou, a vaga de bolsa maior é preferida a uma vaga parecida da mesma UF; a origem pesa mais que toda a diferença de bolsa. Não dá para afirmar: que a bolsa causa mais médicos no município; que a origem causa a escolha; que o efeito no preenchimento é zero; que a bolsa reduz o preenchimento. O contraste é o pacote do corte, não a participação no PMM-E. Próximos passos: as decisões do autor que seguem abertas (doc 05, §4.1), o ciclo 3 com a competência 202703 madura e o universo de inscritos.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Antiga H1, só como motivação (adendo 48b, doc 57n, auditoria 38; adendo 48h, doc 57w, auditoria 47). Chance de a célula com vaga imediata ser preenchida na 1ª chamada (HI-1): −3,7 p.p. [−21,3; +13,9] em 0,300 e −2,3 [−24,0; +19,4] em 0,400, p de Holm 1,000; o desenho só detectaria saltos de 25,1 e 31,0 p.p. Com efeito fixo de UF (e os especialistas no entorno): +5,4 [−11,0; +21,8] e −4,2 [−21,1; +12,6]. Pareando municípios da mesma UF e condição de capital: +16,4 [−3,8; +36,6] com 25 pares e −6,0 [−23,2; +11,5] com 29 pares; o ponto não deve ser lido como tamanho de efeito. O sinal negativo era mais forte nos médicos alocados por município em 0,300 (HI-2): −1,13 [−2,15; −0,10], p de Holm 0,126, nunca passou no Holm; com efeito fixo de UF e os especialistas no entorno, −0,62 [−1,67; +0,43]: encolhe e deixa de se distinguir de zero (só com a UF, o ponto cai à metade, auditoria 47). A HI-2 cai em tamanho parecido nos três ciclos: −1,07 [−2,88; +0,74], −0,97 [−2,48; +0,55] e −1,33 [−3,59; +0,93]. Em 0,300, o balanço falha: do lado de bolsa maior, a parte de capitais muda −29,9 p.p., a do Nordeste −47,7 p.p., e há +10,54 especialistas por 10 mil hab. no resto da região de saúde. O sinal anda junto com a UF e a localização; é limite da RDD nesse corte, não prova de mecanismo, e não mostra que a bolsa reduz o preenchimento. Médico de outra UF por vaga imediata: +0,02 [−0,01; +0,06] em 0,300 e +0,16 [+0,00; +0,35] em 0,400, inconclusivo, com poucos pares. Pacote do corte. Cautela: Pacote do corte; só detectaria saltos grandes.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Antiga H3, fora do corpo (decisão do autor de 27/10/2026). As horas cadastradas do médico do PMM-E sobem +6,6 h/sem [+5,4; +7,8] depois da entrada, e 51,0% [48,4; 53,7] já tinham vínculo no município do posto. No município, comparando os lados do corte (protocolo 64), não se detecta diferença na oferta de especialistas (p de Holm 1,000 nos dois cortes), o que não quer dizer que ela seja igual. Associação; não é efeito da bolsa nem da participação no PMM-E. Horas cadastradas não são presença. Cautela: Associação; vínculo cadastrado não é presença.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5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0742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3697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1378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6092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1273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2051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1863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903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8693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6906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620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67A2F4C-DAA8-8712-AB90-F7757781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69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22180D5-F5AE-E908-939E-72E57D6A18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40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A7E4745-F5C0-57EC-C4EE-23C7AE1723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40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7C4E54D-FD02-1A8B-E46D-3439E9604D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0952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IV.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C437402-58A6-DC18-5B92-9D36FFBDF4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0952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3BFACC-C342-BD02-B693-874FA6B8D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4319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11083F6-B93A-0DB8-F435-0A777D6E2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6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4746CDE0-88FF-89A6-2A88-842B39588D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11">
            <a:extLst>
              <a:ext uri="{FF2B5EF4-FFF2-40B4-BE49-F238E27FC236}">
                <a16:creationId xmlns:a16="http://schemas.microsoft.com/office/drawing/2014/main" id="{6A237113-A397-7EE1-5A04-85D6E69C6F52}"/>
              </a:ext>
            </a:extLst>
          </p:cNvPr>
          <p:cNvSpPr/>
          <p:nvPr userDrawn="1"/>
        </p:nvSpPr>
        <p:spPr>
          <a:xfrm>
            <a:off x="62997" y="-1"/>
            <a:ext cx="2471643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21A603-83D0-22E9-055B-C441B4E515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7" name="Seta: Pentágono 1">
            <a:extLst>
              <a:ext uri="{FF2B5EF4-FFF2-40B4-BE49-F238E27FC236}">
                <a16:creationId xmlns:a16="http://schemas.microsoft.com/office/drawing/2014/main" id="{80005EE4-7739-28E3-7D31-82F649FFB4A0}"/>
              </a:ext>
            </a:extLst>
          </p:cNvPr>
          <p:cNvSpPr/>
          <p:nvPr userDrawn="1"/>
        </p:nvSpPr>
        <p:spPr>
          <a:xfrm>
            <a:off x="4577" y="6441621"/>
            <a:ext cx="11428854" cy="54941"/>
          </a:xfrm>
          <a:prstGeom prst="homePlate">
            <a:avLst>
              <a:gd name="adj" fmla="val 57237"/>
            </a:avLst>
          </a:prstGeom>
          <a:solidFill>
            <a:srgbClr val="114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6585DA-14E3-404D-6A53-CBADB9A4BC2E}"/>
              </a:ext>
            </a:extLst>
          </p:cNvPr>
          <p:cNvSpPr/>
          <p:nvPr userDrawn="1"/>
        </p:nvSpPr>
        <p:spPr>
          <a:xfrm>
            <a:off x="0" y="-2"/>
            <a:ext cx="12192001" cy="6876412"/>
          </a:xfrm>
          <a:prstGeom prst="rect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295FB8-A933-8199-CF10-7AD2069990AA}"/>
              </a:ext>
            </a:extLst>
          </p:cNvPr>
          <p:cNvCxnSpPr>
            <a:cxnSpLocks/>
          </p:cNvCxnSpPr>
          <p:nvPr userDrawn="1"/>
        </p:nvCxnSpPr>
        <p:spPr>
          <a:xfrm>
            <a:off x="792492" y="2858474"/>
            <a:ext cx="10484923" cy="4404"/>
          </a:xfrm>
          <a:prstGeom prst="line">
            <a:avLst/>
          </a:prstGeom>
          <a:ln>
            <a:solidFill>
              <a:srgbClr val="0564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3BB53381-9738-8DCB-6452-DC0DDFDE021D}"/>
              </a:ext>
            </a:extLst>
          </p:cNvPr>
          <p:cNvSpPr txBox="1">
            <a:spLocks/>
          </p:cNvSpPr>
          <p:nvPr userDrawn="1"/>
        </p:nvSpPr>
        <p:spPr>
          <a:xfrm>
            <a:off x="-163373" y="5953550"/>
            <a:ext cx="11769851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sz="1400" b="0" i="1">
                <a:solidFill>
                  <a:schemeClr val="tx1"/>
                </a:solidFill>
              </a:rPr>
              <a:t>Grupo 2 - Gabriel </a:t>
            </a:r>
            <a:r>
              <a:rPr lang="pt-BR" sz="1400" b="0" i="1" err="1">
                <a:solidFill>
                  <a:schemeClr val="tx1"/>
                </a:solidFill>
              </a:rPr>
              <a:t>Benegra</a:t>
            </a:r>
            <a:r>
              <a:rPr lang="pt-BR" sz="1400" b="0" i="1">
                <a:solidFill>
                  <a:schemeClr val="tx1"/>
                </a:solidFill>
              </a:rPr>
              <a:t> | Felipe Barros | Bernardo Gomes | Vinicius </a:t>
            </a:r>
            <a:r>
              <a:rPr lang="pt-BR" sz="1400" b="0" i="1" err="1">
                <a:solidFill>
                  <a:schemeClr val="tx1"/>
                </a:solidFill>
              </a:rPr>
              <a:t>Sbruzzi</a:t>
            </a:r>
            <a:r>
              <a:rPr lang="pt-BR" sz="1400" b="0" i="1">
                <a:solidFill>
                  <a:schemeClr val="tx1"/>
                </a:solidFill>
              </a:rPr>
              <a:t> | Felipe Marques | </a:t>
            </a:r>
            <a:r>
              <a:rPr lang="pt-BR" sz="1400" b="0" i="1" err="1">
                <a:solidFill>
                  <a:schemeClr val="tx1"/>
                </a:solidFill>
              </a:rPr>
              <a:t>Kauã</a:t>
            </a:r>
            <a:r>
              <a:rPr lang="pt-BR" sz="1400" b="0" i="1">
                <a:solidFill>
                  <a:schemeClr val="tx1"/>
                </a:solidFill>
              </a:rPr>
              <a:t> Santos</a:t>
            </a:r>
            <a:endParaRPr lang="en-US" sz="1400" b="0" i="1">
              <a:solidFill>
                <a:schemeClr val="tx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94C6341-8154-8EBB-44DF-326C0874563F}"/>
              </a:ext>
            </a:extLst>
          </p:cNvPr>
          <p:cNvSpPr/>
          <p:nvPr userDrawn="1"/>
        </p:nvSpPr>
        <p:spPr>
          <a:xfrm>
            <a:off x="11491850" y="4586988"/>
            <a:ext cx="700149" cy="2271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34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1B09DE7-FAC2-4ED9-12C8-DB40D887E893}"/>
              </a:ext>
            </a:extLst>
          </p:cNvPr>
          <p:cNvSpPr/>
          <p:nvPr userDrawn="1"/>
        </p:nvSpPr>
        <p:spPr>
          <a:xfrm rot="16200000">
            <a:off x="5773800" y="-5772461"/>
            <a:ext cx="644400" cy="12192000"/>
          </a:xfrm>
          <a:prstGeom prst="rect">
            <a:avLst/>
          </a:prstGeom>
          <a:gradFill>
            <a:gsLst>
              <a:gs pos="100000">
                <a:srgbClr val="8AD594"/>
              </a:gs>
              <a:gs pos="70000">
                <a:srgbClr val="1D4D24"/>
              </a:gs>
              <a:gs pos="39000">
                <a:srgbClr val="13341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0AF2047-A578-BB66-A1A0-8565BCDE87B5}"/>
              </a:ext>
            </a:extLst>
          </p:cNvPr>
          <p:cNvGrpSpPr/>
          <p:nvPr userDrawn="1"/>
        </p:nvGrpSpPr>
        <p:grpSpPr>
          <a:xfrm>
            <a:off x="7451386" y="-1"/>
            <a:ext cx="4777529" cy="627979"/>
            <a:chOff x="7945414" y="0"/>
            <a:chExt cx="4028761" cy="638366"/>
          </a:xfrm>
        </p:grpSpPr>
        <p:sp>
          <p:nvSpPr>
            <p:cNvPr id="9" name="object 39">
              <a:extLst>
                <a:ext uri="{FF2B5EF4-FFF2-40B4-BE49-F238E27FC236}">
                  <a16:creationId xmlns:a16="http://schemas.microsoft.com/office/drawing/2014/main" id="{DA474A2B-4975-85C4-9C0A-3971BE53EDBB}"/>
                </a:ext>
              </a:extLst>
            </p:cNvPr>
            <p:cNvSpPr/>
            <p:nvPr userDrawn="1"/>
          </p:nvSpPr>
          <p:spPr>
            <a:xfrm>
              <a:off x="7945414" y="2"/>
              <a:ext cx="1526674" cy="630990"/>
            </a:xfrm>
            <a:prstGeom prst="rtTriangle">
              <a:avLst/>
            </a:prstGeom>
            <a:gradFill flip="none" rotWithShape="1">
              <a:gsLst>
                <a:gs pos="68000">
                  <a:srgbClr val="235F2C"/>
                </a:gs>
                <a:gs pos="27000">
                  <a:srgbClr val="1B4922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39">
              <a:extLst>
                <a:ext uri="{FF2B5EF4-FFF2-40B4-BE49-F238E27FC236}">
                  <a16:creationId xmlns:a16="http://schemas.microsoft.com/office/drawing/2014/main" id="{D5FEA038-9DED-AAAF-A13C-3653101851F5}"/>
                </a:ext>
              </a:extLst>
            </p:cNvPr>
            <p:cNvSpPr/>
            <p:nvPr userDrawn="1"/>
          </p:nvSpPr>
          <p:spPr>
            <a:xfrm>
              <a:off x="8779443" y="1"/>
              <a:ext cx="1526674" cy="630990"/>
            </a:xfrm>
            <a:prstGeom prst="rtTriangle">
              <a:avLst/>
            </a:prstGeom>
            <a:gradFill flip="none" rotWithShape="1">
              <a:gsLst>
                <a:gs pos="34000">
                  <a:srgbClr val="2B7636"/>
                </a:gs>
                <a:gs pos="68000">
                  <a:srgbClr val="328A3F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39">
              <a:extLst>
                <a:ext uri="{FF2B5EF4-FFF2-40B4-BE49-F238E27FC236}">
                  <a16:creationId xmlns:a16="http://schemas.microsoft.com/office/drawing/2014/main" id="{C4F0C5CE-3E9F-DF48-CEAF-A90D3E32D679}"/>
                </a:ext>
              </a:extLst>
            </p:cNvPr>
            <p:cNvSpPr/>
            <p:nvPr userDrawn="1"/>
          </p:nvSpPr>
          <p:spPr>
            <a:xfrm>
              <a:off x="9613472" y="0"/>
              <a:ext cx="1526674" cy="630990"/>
            </a:xfrm>
            <a:prstGeom prst="rtTriangle">
              <a:avLst/>
            </a:prstGeom>
            <a:gradFill flip="none" rotWithShape="1">
              <a:gsLst>
                <a:gs pos="70000">
                  <a:srgbClr val="3CA64B"/>
                </a:gs>
                <a:gs pos="39000">
                  <a:srgbClr val="389A46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39">
              <a:extLst>
                <a:ext uri="{FF2B5EF4-FFF2-40B4-BE49-F238E27FC236}">
                  <a16:creationId xmlns:a16="http://schemas.microsoft.com/office/drawing/2014/main" id="{CD95D092-E55C-CC16-93B5-99B84E935A85}"/>
                </a:ext>
              </a:extLst>
            </p:cNvPr>
            <p:cNvSpPr/>
            <p:nvPr userDrawn="1"/>
          </p:nvSpPr>
          <p:spPr>
            <a:xfrm>
              <a:off x="10447501" y="1340"/>
              <a:ext cx="1526674" cy="637026"/>
            </a:xfrm>
            <a:prstGeom prst="rtTriangle">
              <a:avLst/>
            </a:prstGeom>
            <a:gradFill flip="none" rotWithShape="1">
              <a:gsLst>
                <a:gs pos="70000">
                  <a:srgbClr val="50C060"/>
                </a:gs>
                <a:gs pos="39000">
                  <a:srgbClr val="62C670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019BA6DF-26FF-F704-FFF4-777670686B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Agrupar 12">
            <a:extLst>
              <a:ext uri="{FF2B5EF4-FFF2-40B4-BE49-F238E27FC236}">
                <a16:creationId xmlns:a16="http://schemas.microsoft.com/office/drawing/2014/main" id="{E78BD19A-0D39-41F3-3003-3977D6843AD8}"/>
              </a:ext>
            </a:extLst>
          </p:cNvPr>
          <p:cNvGrpSpPr/>
          <p:nvPr userDrawn="1"/>
        </p:nvGrpSpPr>
        <p:grpSpPr>
          <a:xfrm>
            <a:off x="-5238944" y="796697"/>
            <a:ext cx="3564000" cy="4749592"/>
            <a:chOff x="-4981837" y="1224860"/>
            <a:chExt cx="3564000" cy="4749592"/>
          </a:xfrm>
        </p:grpSpPr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AD944268-344C-8C2F-4D9D-359CC02927DA}"/>
                </a:ext>
              </a:extLst>
            </p:cNvPr>
            <p:cNvSpPr/>
            <p:nvPr userDrawn="1"/>
          </p:nvSpPr>
          <p:spPr>
            <a:xfrm rot="16200000">
              <a:off x="-4981836" y="4786452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6C9F4315-F18C-3228-6412-1ABE23A21D6F}"/>
                </a:ext>
              </a:extLst>
            </p:cNvPr>
            <p:cNvSpPr/>
            <p:nvPr userDrawn="1"/>
          </p:nvSpPr>
          <p:spPr>
            <a:xfrm rot="16200000">
              <a:off x="-3793837" y="1224861"/>
              <a:ext cx="1188000" cy="1188000"/>
            </a:xfrm>
            <a:prstGeom prst="rect">
              <a:avLst/>
            </a:prstGeom>
            <a:solidFill>
              <a:srgbClr val="1B6F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E8D86182-EA28-A36A-F26A-8B627051A2C6}"/>
                </a:ext>
              </a:extLst>
            </p:cNvPr>
            <p:cNvSpPr/>
            <p:nvPr userDrawn="1"/>
          </p:nvSpPr>
          <p:spPr>
            <a:xfrm rot="16200000">
              <a:off x="-3793836" y="2412058"/>
              <a:ext cx="1188000" cy="1188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7B0FE874-D8BA-0805-AD07-9CCED5CD071E}"/>
                </a:ext>
              </a:extLst>
            </p:cNvPr>
            <p:cNvSpPr/>
            <p:nvPr userDrawn="1"/>
          </p:nvSpPr>
          <p:spPr>
            <a:xfrm rot="16200000">
              <a:off x="-3793836" y="3599255"/>
              <a:ext cx="1188000" cy="1188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F2C8A2DB-56DA-8635-4B6F-B87AFAE78624}"/>
                </a:ext>
              </a:extLst>
            </p:cNvPr>
            <p:cNvSpPr/>
            <p:nvPr userDrawn="1"/>
          </p:nvSpPr>
          <p:spPr>
            <a:xfrm rot="16200000">
              <a:off x="-3793836" y="4786452"/>
              <a:ext cx="1188000" cy="11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00B4AD2D-5A97-F402-C442-E8A6D4D1C988}"/>
                </a:ext>
              </a:extLst>
            </p:cNvPr>
            <p:cNvSpPr/>
            <p:nvPr userDrawn="1"/>
          </p:nvSpPr>
          <p:spPr>
            <a:xfrm rot="16200000">
              <a:off x="-4981837" y="2412057"/>
              <a:ext cx="1188000" cy="11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F3D2BA38-A4B4-3343-7EB8-0DD6EE3D665C}"/>
                </a:ext>
              </a:extLst>
            </p:cNvPr>
            <p:cNvSpPr/>
            <p:nvPr userDrawn="1"/>
          </p:nvSpPr>
          <p:spPr>
            <a:xfrm rot="16200000">
              <a:off x="-4981836" y="3599254"/>
              <a:ext cx="1188000" cy="11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95709C78-D5AF-7605-DD57-D152C2D2143E}"/>
                </a:ext>
              </a:extLst>
            </p:cNvPr>
            <p:cNvSpPr/>
            <p:nvPr userDrawn="1"/>
          </p:nvSpPr>
          <p:spPr>
            <a:xfrm rot="16200000">
              <a:off x="-4981837" y="1224860"/>
              <a:ext cx="1188000" cy="1188000"/>
            </a:xfrm>
            <a:prstGeom prst="rect">
              <a:avLst/>
            </a:prstGeom>
            <a:solidFill>
              <a:srgbClr val="1147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074C0049-A358-FE17-EDC8-5C1F01BC53A7}"/>
                </a:ext>
              </a:extLst>
            </p:cNvPr>
            <p:cNvSpPr/>
            <p:nvPr/>
          </p:nvSpPr>
          <p:spPr>
            <a:xfrm rot="16200000">
              <a:off x="-2605838" y="1224861"/>
              <a:ext cx="1188000" cy="1188000"/>
            </a:xfrm>
            <a:prstGeom prst="rect">
              <a:avLst/>
            </a:prstGeom>
            <a:solidFill>
              <a:srgbClr val="2082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4" name="Rectangle 13">
              <a:extLst>
                <a:ext uri="{FF2B5EF4-FFF2-40B4-BE49-F238E27FC236}">
                  <a16:creationId xmlns:a16="http://schemas.microsoft.com/office/drawing/2014/main" id="{955043F6-89A1-56FB-3782-96B7E7B6E516}"/>
                </a:ext>
              </a:extLst>
            </p:cNvPr>
            <p:cNvSpPr/>
            <p:nvPr/>
          </p:nvSpPr>
          <p:spPr>
            <a:xfrm rot="16200000">
              <a:off x="-2605837" y="2412058"/>
              <a:ext cx="1188000" cy="118800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7137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5" name="Rectangle 14">
              <a:extLst>
                <a:ext uri="{FF2B5EF4-FFF2-40B4-BE49-F238E27FC236}">
                  <a16:creationId xmlns:a16="http://schemas.microsoft.com/office/drawing/2014/main" id="{D3813CF5-2289-23A5-59EF-1EC29AB79A9E}"/>
                </a:ext>
              </a:extLst>
            </p:cNvPr>
            <p:cNvSpPr/>
            <p:nvPr/>
          </p:nvSpPr>
          <p:spPr>
            <a:xfrm rot="16200000">
              <a:off x="-2605837" y="3599255"/>
              <a:ext cx="1188000" cy="11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6" name="Rectangle 16">
              <a:extLst>
                <a:ext uri="{FF2B5EF4-FFF2-40B4-BE49-F238E27FC236}">
                  <a16:creationId xmlns:a16="http://schemas.microsoft.com/office/drawing/2014/main" id="{1778AA98-7C10-7AD0-AAE1-CCA6BE939A69}"/>
                </a:ext>
              </a:extLst>
            </p:cNvPr>
            <p:cNvSpPr/>
            <p:nvPr/>
          </p:nvSpPr>
          <p:spPr>
            <a:xfrm rot="16200000">
              <a:off x="-2605837" y="4786452"/>
              <a:ext cx="1188000" cy="118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</p:grpSp>
      <p:cxnSp>
        <p:nvCxnSpPr>
          <p:cNvPr id="27" name="Straight Connector 27">
            <a:extLst>
              <a:ext uri="{FF2B5EF4-FFF2-40B4-BE49-F238E27FC236}">
                <a16:creationId xmlns:a16="http://schemas.microsoft.com/office/drawing/2014/main" id="{341B6652-A938-0152-5BB5-1D5694688FB8}"/>
              </a:ext>
            </a:extLst>
          </p:cNvPr>
          <p:cNvCxnSpPr>
            <a:cxnSpLocks/>
          </p:cNvCxnSpPr>
          <p:nvPr userDrawn="1"/>
        </p:nvCxnSpPr>
        <p:spPr>
          <a:xfrm>
            <a:off x="107004" y="6654369"/>
            <a:ext cx="11528802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44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5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curto_01_regra_bolsa_ivs_oficial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curto_02_exp_escolha_origem.pn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curto_03_curto_origem_bolsa.pn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curto_04_curto_bolsa_mesma_uf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curto_05_curto_robustez_escolha.png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curto_06_curto_fato.pn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Hipótese: a origem pesa mais que a bolsa na escolha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rgbClr val="114719"/>
                </a:solidFill>
                <a:latin typeface="Montserrat"/>
              </a:rPr>
              <a:t>Hipótese</a:t>
            </a:r>
            <a:r>
              <a:rPr lang="pt-BR" sz="1000" dirty="0">
                <a:latin typeface="Montserrat"/>
              </a:rPr>
              <a:t xml:space="preserve">  |  </a:t>
            </a:r>
            <a:r>
              <a:rPr lang="pt-BR" sz="1000" dirty="0">
                <a:latin typeface="Montserrat"/>
              </a:rPr>
              <a:t xml:space="preserve">Dados  |  </a:t>
            </a:r>
            <a:r>
              <a:rPr lang="pt-BR" sz="1000" dirty="0">
                <a:latin typeface="Montserrat"/>
              </a:rPr>
              <a:t xml:space="preserve">Análise descritiva  |  </a:t>
            </a:r>
            <a:r>
              <a:rPr lang="pt-BR" sz="1000" dirty="0">
                <a:latin typeface="Montserrat"/>
              </a:rPr>
              <a:t xml:space="preserve">Metodologia  |  </a:t>
            </a:r>
            <a:r>
              <a:rPr lang="pt-BR" sz="1000" dirty="0">
                <a:latin typeface="Montserrat"/>
              </a:rPr>
              <a:t xml:space="preserve">Identificação  |  </a:t>
            </a:r>
            <a:r>
              <a:rPr lang="pt-BR" sz="1000" dirty="0">
                <a:latin typeface="Montserrat"/>
              </a:rPr>
              <a:t xml:space="preserve">Resultados  |  </a:t>
            </a:r>
            <a:r>
              <a:rPr lang="pt-BR" sz="1000" dirty="0">
                <a:latin typeface="Montserrat"/>
              </a:rPr>
              <a:t xml:space="preserve">Robustez  |  </a:t>
            </a:r>
            <a:r>
              <a:rPr lang="pt-BR" sz="1000" dirty="0">
                <a:latin typeface="Montserrat"/>
              </a:rPr>
              <a:t xml:space="preserve">Discussão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69280"/>
            <a:ext cx="11594592" cy="42062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Formulada após ver os dados.</a:t>
            </a:r>
          </a:p>
        </p:txBody>
      </p:sp>
      <p:sp>
        <p:nvSpPr>
          <p:cNvPr id="102" name="Rótulo central"/>
          <p:cNvSpPr/>
          <p:nvPr/>
        </p:nvSpPr>
        <p:spPr>
          <a:xfrm>
            <a:off x="292608" y="804672"/>
            <a:ext cx="2651760" cy="2203704"/>
          </a:xfrm>
          <a:prstGeom prst="roundRect">
            <a:avLst>
              <a:gd name="adj" fmla="val 10000"/>
            </a:avLst>
          </a:prstGeom>
          <a:solidFill>
            <a:srgbClr val="114719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FFFFFF"/>
                </a:solidFill>
                <a:latin typeface="Montserrat"/>
              </a:rPr>
              <a:t>Hipótese</a:t>
            </a:r>
          </a:p>
        </p:txBody>
      </p:sp>
      <p:sp>
        <p:nvSpPr>
          <p:cNvPr id="103" name="Hipótese central"/>
          <p:cNvSpPr/>
          <p:nvPr/>
        </p:nvSpPr>
        <p:spPr>
          <a:xfrm>
            <a:off x="3081528" y="804672"/>
            <a:ext cx="8805672" cy="2203704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25400">
            <a:solidFill>
              <a:srgbClr val="056429"/>
            </a:solidFill>
          </a:ln>
        </p:spPr>
        <p:txBody>
          <a:bodyPr wrap="square" lIns="274320" tIns="36576" rIns="274320" bIns="36576" rtlCol="0" anchor="ctr">
            <a:no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3A3A3A"/>
                </a:solidFill>
                <a:latin typeface="Montserrat"/>
              </a:rPr>
              <a:t>médico escolhe perto de onde trabalha; bolsa muda qual vaga, mas pesa menos que a origem</a:t>
            </a:r>
          </a:p>
        </p:txBody>
      </p:sp>
      <p:sp>
        <p:nvSpPr>
          <p:cNvPr id="104" name="Rótulo plano B"/>
          <p:cNvSpPr/>
          <p:nvPr/>
        </p:nvSpPr>
        <p:spPr>
          <a:xfrm>
            <a:off x="292608" y="3236976"/>
            <a:ext cx="2651760" cy="2203704"/>
          </a:xfrm>
          <a:prstGeom prst="roundRect">
            <a:avLst>
              <a:gd name="adj" fmla="val 10000"/>
            </a:avLst>
          </a:prstGeom>
          <a:solidFill>
            <a:srgbClr val="A3A39E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Montserrat"/>
              </a:rPr>
              <a:t>Motivação</a:t>
            </a:r>
          </a:p>
        </p:txBody>
      </p:sp>
      <p:sp>
        <p:nvSpPr>
          <p:cNvPr id="105" name="Hipótese plano B"/>
          <p:cNvSpPr/>
          <p:nvPr/>
        </p:nvSpPr>
        <p:spPr>
          <a:xfrm>
            <a:off x="3081528" y="3236976"/>
            <a:ext cx="8805672" cy="2203704"/>
          </a:xfrm>
          <a:prstGeom prst="roundRect">
            <a:avLst>
              <a:gd name="adj" fmla="val 6000"/>
            </a:avLst>
          </a:prstGeom>
          <a:solidFill>
            <a:srgbClr val="F2F2F0"/>
          </a:solidFill>
          <a:ln w="12700">
            <a:solidFill>
              <a:srgbClr val="C9C9C4"/>
            </a:solidFill>
          </a:ln>
        </p:spPr>
        <p:txBody>
          <a:bodyPr wrap="square" lIns="274320" tIns="36576" rIns="274320" bIns="36576" rtlCol="0" anchor="ctr">
            <a:no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dirty="0">
                <a:solidFill>
                  <a:srgbClr val="8A8A85"/>
                </a:solidFill>
                <a:latin typeface="Montserrat"/>
              </a:rPr>
              <a:t>no corte, preenchimento sem aumento detectado</a:t>
            </a:r>
          </a:p>
        </p:txBody>
      </p:sp>
      <p:sp>
        <p:nvSpPr>
          <p:cNvPr id="106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doc 07 da banca 2 (decisão do autor de 27/10/2026); doc 65, §4.6 a §4.8 (auditoria 50); docs 57n e 57w.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Dados: as variáveis e de onde vêm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 xml:space="preserve">Hipótese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Dados</a:t>
            </a:r>
            <a:r>
              <a:rPr lang="pt-BR" sz="1000" dirty="0">
                <a:latin typeface="Montserrat"/>
              </a:rPr>
              <a:t xml:space="preserve">  |  </a:t>
            </a:r>
            <a:r>
              <a:rPr lang="pt-BR" sz="1000" dirty="0">
                <a:latin typeface="Montserrat"/>
              </a:rPr>
              <a:t xml:space="preserve">Análise descritiva  |  </a:t>
            </a:r>
            <a:r>
              <a:rPr lang="pt-BR" sz="1000" dirty="0">
                <a:latin typeface="Montserrat"/>
              </a:rPr>
              <a:t xml:space="preserve">Metodologia  |  </a:t>
            </a:r>
            <a:r>
              <a:rPr lang="pt-BR" sz="1000" dirty="0">
                <a:latin typeface="Montserrat"/>
              </a:rPr>
              <a:t xml:space="preserve">Identificação  |  </a:t>
            </a:r>
            <a:r>
              <a:rPr lang="pt-BR" sz="1000" dirty="0">
                <a:latin typeface="Montserrat"/>
              </a:rPr>
              <a:t xml:space="preserve">Resultados  |  </a:t>
            </a:r>
            <a:r>
              <a:rPr lang="pt-BR" sz="1000" dirty="0">
                <a:latin typeface="Montserrat"/>
              </a:rPr>
              <a:t xml:space="preserve">Robustez  |  </a:t>
            </a:r>
            <a:r>
              <a:rPr lang="pt-BR" sz="1000" dirty="0">
                <a:latin typeface="Montserrat"/>
              </a:rPr>
              <a:t xml:space="preserve">Discussão</a:t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50392"/>
          <a:ext cx="11594592" cy="5129784"/>
        </p:xfrm>
        <a:graphic>
          <a:graphicData uri="http://schemas.openxmlformats.org/drawingml/2006/table">
            <a:tbl>
              <a:tblPr firstRow="1" bandRow="1"/>
              <a:tblGrid>
                <a:gridCol w="7439406"/>
                <a:gridCol w="4155186"/>
              </a:tblGrid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FFFFFF"/>
                          </a:solidFill>
                          <a:latin typeface="Montserrat"/>
                        </a:rPr>
                        <a:t>Variável: principal · </a:t>
                      </a:r>
                      <a:r>
                        <a:rPr lang="pt-BR" sz="2400" b="1" i="1" dirty="0">
                          <a:solidFill>
                            <a:srgbClr val="FFFFFF"/>
                          </a:solidFill>
                          <a:latin typeface="Montserrat"/>
                        </a:rPr>
                        <a:t>secundária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FFFFFF"/>
                          </a:solidFill>
                          <a:latin typeface="Montserrat"/>
                        </a:rPr>
                        <a:t>Fonte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1ª opção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editais SGTES/MS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Origem do médico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CNES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Vagas, bolsa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quadros SGTES/MS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IVS 2010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Ipea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Distância, UF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IBGE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i="1" dirty="0">
                          <a:solidFill>
                            <a:srgbClr val="8A8A85"/>
                          </a:solidFill>
                          <a:latin typeface="Montserrat"/>
                        </a:rPr>
                        <a:t>Porte, capital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i="1" dirty="0">
                          <a:solidFill>
                            <a:srgbClr val="8A8A85"/>
                          </a:solidFill>
                          <a:latin typeface="Montserrat"/>
                        </a:rPr>
                        <a:t>IBGE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output/apresentacao_banca2/tabela_fontes.csv; portão G1; auditorias 16, 36 e 41.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Os três ciclos em números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 xml:space="preserve">Hipótese  |  </a:t>
            </a:r>
            <a:r>
              <a:rPr lang="pt-BR" sz="1000" dirty="0">
                <a:latin typeface="Montserrat"/>
              </a:rPr>
              <a:t xml:space="preserve">Dados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Análise descritiva</a:t>
            </a:r>
            <a:r>
              <a:rPr lang="pt-BR" sz="1000" dirty="0">
                <a:latin typeface="Montserrat"/>
              </a:rPr>
              <a:t xml:space="preserve">  |  </a:t>
            </a:r>
            <a:r>
              <a:rPr lang="pt-BR" sz="1000" dirty="0">
                <a:latin typeface="Montserrat"/>
              </a:rPr>
              <a:t xml:space="preserve">Metodologia  |  </a:t>
            </a:r>
            <a:r>
              <a:rPr lang="pt-BR" sz="1000" dirty="0">
                <a:latin typeface="Montserrat"/>
              </a:rPr>
              <a:t xml:space="preserve">Identificação  |  </a:t>
            </a:r>
            <a:r>
              <a:rPr lang="pt-BR" sz="1000" dirty="0">
                <a:latin typeface="Montserrat"/>
              </a:rPr>
              <a:t xml:space="preserve">Resultados  |  </a:t>
            </a:r>
            <a:r>
              <a:rPr lang="pt-BR" sz="1000" dirty="0">
                <a:latin typeface="Montserrat"/>
              </a:rPr>
              <a:t xml:space="preserve">Robustez  |  </a:t>
            </a:r>
            <a:r>
              <a:rPr lang="pt-BR" sz="1000" dirty="0">
                <a:latin typeface="Montserrat"/>
              </a:rPr>
              <a:t xml:space="preserve">Discussão</a:t>
            </a:r>
          </a:p>
        </p:txBody>
      </p:sp>
      <p:sp>
        <p:nvSpPr>
          <p:cNvPr id="101" name="Linha"/>
          <p:cNvSpPr/>
          <p:nvPr/>
        </p:nvSpPr>
        <p:spPr>
          <a:xfrm>
            <a:off x="292608" y="5687568"/>
            <a:ext cx="11594592" cy="420624"/>
          </a:xfrm>
          <a:prstGeom prst="rect">
            <a:avLst/>
          </a:prstGeom>
          <a:noFill/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Ciclo</a:t>
            </a:r>
            <a:r>
              <a:rPr lang="pt-BR" sz="1800" b="0" dirty="0">
                <a:solidFill>
                  <a:srgbClr val="3A3A3A"/>
                </a:solidFill>
                <a:latin typeface="Montserrat"/>
              </a:rPr>
              <a:t> = edital: 2025, início e meio de 2026</a:t>
            </a:r>
          </a:p>
        </p:txBody>
      </p:sp>
      <p:graphicFrame>
        <p:nvGraphicFramePr>
          <p:cNvPr id="102" name="Tabela"/>
          <p:cNvGraphicFramePr>
            <a:graphicFrameLocks noGrp="1"/>
          </p:cNvGraphicFramePr>
          <p:nvPr/>
        </p:nvGraphicFramePr>
        <p:xfrm>
          <a:off x="292608" y="850392"/>
          <a:ext cx="11594592" cy="4709160"/>
        </p:xfrm>
        <a:graphic>
          <a:graphicData uri="http://schemas.openxmlformats.org/drawingml/2006/table">
            <a:tbl>
              <a:tblPr firstRow="1" bandRow="1"/>
              <a:tblGrid>
                <a:gridCol w="4819112"/>
                <a:gridCol w="2191494"/>
                <a:gridCol w="2291993"/>
                <a:gridCol w="2291993"/>
              </a:tblGrid>
              <a:tr h="117729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FFFFFF"/>
                          </a:solidFill>
                          <a:latin typeface="Montserrat"/>
                        </a:rPr>
                        <a:t>Ciclo 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117729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Células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1.295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1.547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2.293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117729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Candidatos, 1ª opção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993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2.140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2.581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7729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Com origem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915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2.032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2.474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</a:tbl>
          </a:graphicData>
        </a:graphic>
      </p:graphicFrame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output/apresentacao_banca2/tabela_descritiva_ciclos.csv; cronologia_ciclos.csv; numeros_banca2.json (amostra P1).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 bolsa é função exata do IVS: a regra é sharp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 xml:space="preserve">Hipótese  |  </a:t>
            </a:r>
            <a:r>
              <a:rPr lang="pt-BR" sz="1000" dirty="0">
                <a:latin typeface="Montserrat"/>
              </a:rPr>
              <a:t xml:space="preserve">Dados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Análise descritiva</a:t>
            </a:r>
            <a:r>
              <a:rPr lang="pt-BR" sz="1000" dirty="0">
                <a:latin typeface="Montserrat"/>
              </a:rPr>
              <a:t xml:space="preserve">  |  </a:t>
            </a:r>
            <a:r>
              <a:rPr lang="pt-BR" sz="1000" dirty="0">
                <a:latin typeface="Montserrat"/>
              </a:rPr>
              <a:t xml:space="preserve">Metodologia  |  </a:t>
            </a:r>
            <a:r>
              <a:rPr lang="pt-BR" sz="1000" dirty="0">
                <a:latin typeface="Montserrat"/>
              </a:rPr>
              <a:t xml:space="preserve">Identificação  |  </a:t>
            </a:r>
            <a:r>
              <a:rPr lang="pt-BR" sz="1000" dirty="0">
                <a:latin typeface="Montserrat"/>
              </a:rPr>
              <a:t xml:space="preserve">Resultados  |  </a:t>
            </a:r>
            <a:r>
              <a:rPr lang="pt-BR" sz="1000" dirty="0">
                <a:latin typeface="Montserrat"/>
              </a:rPr>
              <a:t xml:space="preserve">Robustez  |  </a:t>
            </a:r>
            <a:r>
              <a:rPr lang="pt-BR" sz="1000" dirty="0">
                <a:latin typeface="Montserrat"/>
              </a:rPr>
              <a:t xml:space="preserve">Discussão</a:t>
            </a:r>
          </a:p>
        </p:txBody>
      </p:sp>
      <p:sp>
        <p:nvSpPr>
          <p:cNvPr id="101" name="Linha"/>
          <p:cNvSpPr/>
          <p:nvPr/>
        </p:nvSpPr>
        <p:spPr>
          <a:xfrm>
            <a:off x="292608" y="5212080"/>
            <a:ext cx="11594592" cy="420624"/>
          </a:xfrm>
          <a:prstGeom prst="rect">
            <a:avLst/>
          </a:prstGeom>
          <a:noFill/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Como ler:</a:t>
            </a:r>
            <a:r>
              <a:rPr lang="pt-BR" sz="1800" b="0" dirty="0">
                <a:solidFill>
                  <a:srgbClr val="3A3A3A"/>
                </a:solidFill>
                <a:latin typeface="Montserrat"/>
              </a:rPr>
              <a:t> um ponto por município do ciclo 1; a bolsa salta nos cortes.</a:t>
            </a:r>
          </a:p>
        </p:txBody>
      </p:sp>
      <p:sp>
        <p:nvSpPr>
          <p:cNvPr id="102" name="Linha"/>
          <p:cNvSpPr/>
          <p:nvPr/>
        </p:nvSpPr>
        <p:spPr>
          <a:xfrm>
            <a:off x="292608" y="5687568"/>
            <a:ext cx="11594592" cy="420624"/>
          </a:xfrm>
          <a:prstGeom prst="rect">
            <a:avLst/>
          </a:prstGeom>
          <a:noFill/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Ciclos 1 e 2:</a:t>
            </a:r>
            <a:r>
              <a:rPr lang="pt-BR" sz="1800" b="0" dirty="0">
                <a:solidFill>
                  <a:srgbClr val="3A3A3A"/>
                </a:solidFill>
                <a:latin typeface="Montserrat"/>
              </a:rPr>
              <a:t> reproduz 368/368 e 454/454 municípios.</a:t>
            </a:r>
          </a:p>
        </p:txBody>
      </p:sp>
      <p:pic>
        <p:nvPicPr>
          <p:cNvPr id="103" name="Figura" descr="Bolsa anunciada contra o IVS 2010 oficial, ciclo 1, um ponto por municíp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95" y="804672"/>
            <a:ext cx="11106819" cy="4279392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output/rdd_bolsa/portao_r1_ivs_oficial.json; output/aquisicao/a08_ivs_2010_oficial_municipio.csv; auditoria 16.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Onde escolhem: perto de onde já trabalham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 xml:space="preserve">Hipótese  |  </a:t>
            </a:r>
            <a:r>
              <a:rPr lang="pt-BR" sz="1000" dirty="0">
                <a:latin typeface="Montserrat"/>
              </a:rPr>
              <a:t xml:space="preserve">Dados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Análise descritiva</a:t>
            </a:r>
            <a:r>
              <a:rPr lang="pt-BR" sz="1000" dirty="0">
                <a:latin typeface="Montserrat"/>
              </a:rPr>
              <a:t xml:space="preserve">  |  </a:t>
            </a:r>
            <a:r>
              <a:rPr lang="pt-BR" sz="1000" dirty="0">
                <a:latin typeface="Montserrat"/>
              </a:rPr>
              <a:t xml:space="preserve">Metodologia  |  </a:t>
            </a:r>
            <a:r>
              <a:rPr lang="pt-BR" sz="1000" dirty="0">
                <a:latin typeface="Montserrat"/>
              </a:rPr>
              <a:t xml:space="preserve">Identificação  |  </a:t>
            </a:r>
            <a:r>
              <a:rPr lang="pt-BR" sz="1000" dirty="0">
                <a:latin typeface="Montserrat"/>
              </a:rPr>
              <a:t xml:space="preserve">Resultados  |  </a:t>
            </a:r>
            <a:r>
              <a:rPr lang="pt-BR" sz="1000" dirty="0">
                <a:latin typeface="Montserrat"/>
              </a:rPr>
              <a:t xml:space="preserve">Robustez  |  </a:t>
            </a:r>
            <a:r>
              <a:rPr lang="pt-BR" sz="1000" dirty="0">
                <a:latin typeface="Montserrat"/>
              </a:rPr>
              <a:t xml:space="preserve">Discussão</a:t>
            </a:r>
          </a:p>
        </p:txBody>
      </p:sp>
      <p:sp>
        <p:nvSpPr>
          <p:cNvPr id="101" name="Linha"/>
          <p:cNvSpPr/>
          <p:nvPr/>
        </p:nvSpPr>
        <p:spPr>
          <a:xfrm>
            <a:off x="292608" y="5687568"/>
            <a:ext cx="11594592" cy="420624"/>
          </a:xfrm>
          <a:prstGeom prst="rect">
            <a:avLst/>
          </a:prstGeom>
          <a:noFill/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79%</a:t>
            </a:r>
            <a:r>
              <a:rPr lang="pt-BR" sz="1800" b="0" dirty="0">
                <a:solidFill>
                  <a:srgbClr val="3A3A3A"/>
                </a:solidFill>
                <a:latin typeface="Montserrat"/>
              </a:rPr>
              <a:t> põem a 1ª opção na UF de origem; mediana: 51 km (descritivo).</a:t>
            </a:r>
          </a:p>
        </p:txBody>
      </p:sp>
      <p:pic>
        <p:nvPicPr>
          <p:cNvPr id="102" name="Figura" descr="1ª opção em relação à origem do candidato (mesma UF, mesma região de saúde, mesmo município) e distância da origem à 1ª op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125" y="804672"/>
            <a:ext cx="8889558" cy="4754880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output/rdd_bolsa/G1_distancias_opcoes.parquet e G1_candidatos_origem.parquet (portão G1); output/apresentacao_banca2/exp_escolha_origem.png.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Metodologia: logit condicional da 1ª opção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 xml:space="preserve">Hipótese  |  </a:t>
            </a:r>
            <a:r>
              <a:rPr lang="pt-BR" sz="1000" dirty="0">
                <a:latin typeface="Montserrat"/>
              </a:rPr>
              <a:t xml:space="preserve">Dados  |  </a:t>
            </a:r>
            <a:r>
              <a:rPr lang="pt-BR" sz="1000" dirty="0">
                <a:latin typeface="Montserrat"/>
              </a:rPr>
              <a:t xml:space="preserve">Análise descritiva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Metodologia</a:t>
            </a:r>
            <a:r>
              <a:rPr lang="pt-BR" sz="1000" dirty="0">
                <a:latin typeface="Montserrat"/>
              </a:rPr>
              <a:t xml:space="preserve">  |  </a:t>
            </a:r>
            <a:r>
              <a:rPr lang="pt-BR" sz="1000" dirty="0">
                <a:latin typeface="Montserrat"/>
              </a:rPr>
              <a:t xml:space="preserve">Identificação  |  </a:t>
            </a:r>
            <a:r>
              <a:rPr lang="pt-BR" sz="1000" dirty="0">
                <a:latin typeface="Montserrat"/>
              </a:rPr>
              <a:t xml:space="preserve">Resultados  |  </a:t>
            </a:r>
            <a:r>
              <a:rPr lang="pt-BR" sz="1000" dirty="0">
                <a:latin typeface="Montserrat"/>
              </a:rPr>
              <a:t xml:space="preserve">Robustez  |  </a:t>
            </a:r>
            <a:r>
              <a:rPr lang="pt-BR" sz="1000" dirty="0">
                <a:latin typeface="Montserrat"/>
              </a:rPr>
              <a:t xml:space="preserve">Discussão</a:t>
            </a:r>
          </a:p>
        </p:txBody>
      </p:sp>
      <p:sp>
        <p:nvSpPr>
          <p:cNvPr id="101" name="Equação em palavras"/>
          <p:cNvSpPr/>
          <p:nvPr/>
        </p:nvSpPr>
        <p:spPr>
          <a:xfrm>
            <a:off x="292608" y="850392"/>
            <a:ext cx="11594592" cy="1600200"/>
          </a:xfrm>
          <a:prstGeom prst="roundRect">
            <a:avLst>
              <a:gd name="adj" fmla="val 8000"/>
            </a:avLst>
          </a:prstGeom>
          <a:solidFill>
            <a:srgbClr val="114719"/>
          </a:solidFill>
          <a:ln>
            <a:noFill/>
          </a:ln>
        </p:spPr>
        <p:txBody>
          <a:bodyPr wrap="square" lIns="365760" tIns="73152" rIns="365760" bIns="7315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0" dirty="0">
                <a:solidFill>
                  <a:srgbClr val="FFFFFF"/>
                </a:solidFill>
                <a:latin typeface="Montserrat"/>
              </a:rPr>
              <a:t>chance da 1ª opção = bolsa + distância + origem (UF, região, município)</a:t>
            </a:r>
          </a:p>
        </p:txBody>
      </p:sp>
      <p:sp>
        <p:nvSpPr>
          <p:cNvPr id="102" name="Rótulo"/>
          <p:cNvSpPr/>
          <p:nvPr/>
        </p:nvSpPr>
        <p:spPr>
          <a:xfrm>
            <a:off x="292608" y="2724912"/>
            <a:ext cx="2194560" cy="1591056"/>
          </a:xfrm>
          <a:prstGeom prst="roundRect">
            <a:avLst>
              <a:gd name="adj" fmla="val 10000"/>
            </a:avLst>
          </a:prstGeom>
          <a:solidFill>
            <a:srgbClr val="114719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Montserrat"/>
              </a:rPr>
              <a:t>Comparação</a:t>
            </a:r>
          </a:p>
        </p:txBody>
      </p:sp>
      <p:sp>
        <p:nvSpPr>
          <p:cNvPr id="103" name="Item"/>
          <p:cNvSpPr/>
          <p:nvPr/>
        </p:nvSpPr>
        <p:spPr>
          <a:xfrm>
            <a:off x="2624328" y="2724912"/>
            <a:ext cx="9262872" cy="1591056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056429"/>
            </a:solidFill>
          </a:ln>
        </p:spPr>
        <p:txBody>
          <a:bodyPr wrap="square" lIns="228600" tIns="36576" rIns="228600" bIns="36576" rtlCol="0" anchor="ctr">
            <a:no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dirty="0">
                <a:solidFill>
                  <a:srgbClr val="3A3A3A"/>
                </a:solidFill>
                <a:latin typeface="Montserrat"/>
              </a:rPr>
              <a:t>o candidato consigo mesmo, entre vagas do seu curso</a:t>
            </a:r>
          </a:p>
        </p:txBody>
      </p:sp>
      <p:sp>
        <p:nvSpPr>
          <p:cNvPr id="104" name="Rótulo"/>
          <p:cNvSpPr/>
          <p:nvPr/>
        </p:nvSpPr>
        <p:spPr>
          <a:xfrm>
            <a:off x="292608" y="4498848"/>
            <a:ext cx="2194560" cy="1591056"/>
          </a:xfrm>
          <a:prstGeom prst="roundRect">
            <a:avLst>
              <a:gd name="adj" fmla="val 10000"/>
            </a:avLst>
          </a:prstGeom>
          <a:solidFill>
            <a:srgbClr val="114719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Montserrat"/>
              </a:rPr>
              <a:t>Teste</a:t>
            </a:r>
          </a:p>
        </p:txBody>
      </p:sp>
      <p:sp>
        <p:nvSpPr>
          <p:cNvPr id="105" name="Item"/>
          <p:cNvSpPr/>
          <p:nvPr/>
        </p:nvSpPr>
        <p:spPr>
          <a:xfrm>
            <a:off x="2624328" y="4498848"/>
            <a:ext cx="9262872" cy="1591056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056429"/>
            </a:solidFill>
          </a:ln>
        </p:spPr>
        <p:txBody>
          <a:bodyPr wrap="square" lIns="228600" tIns="36576" rIns="228600" bIns="36576" rtlCol="0" anchor="ctr">
            <a:no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dirty="0">
                <a:solidFill>
                  <a:srgbClr val="3A3A3A"/>
                </a:solidFill>
                <a:latin typeface="Montserrat"/>
              </a:rPr>
              <a:t>origem pesa mais que toda a bolsa</a:t>
            </a:r>
          </a:p>
        </p:txBody>
      </p:sp>
      <p:sp>
        <p:nvSpPr>
          <p:cNvPr id="106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protocolos 52 e 52b; adendos 52c e 52e (docs/06_execucao/); docs 57a, 57i, 57p e 57x.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Identificação: as premissas e o nosso caso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 xml:space="preserve">Hipótese  |  </a:t>
            </a:r>
            <a:r>
              <a:rPr lang="pt-BR" sz="1000" dirty="0">
                <a:latin typeface="Montserrat"/>
              </a:rPr>
              <a:t xml:space="preserve">Dados  |  </a:t>
            </a:r>
            <a:r>
              <a:rPr lang="pt-BR" sz="1000" dirty="0">
                <a:latin typeface="Montserrat"/>
              </a:rPr>
              <a:t xml:space="preserve">Análise descritiva  |  </a:t>
            </a:r>
            <a:r>
              <a:rPr lang="pt-BR" sz="1000" dirty="0">
                <a:latin typeface="Montserrat"/>
              </a:rPr>
              <a:t xml:space="preserve">Metodologia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Identificação</a:t>
            </a:r>
            <a:r>
              <a:rPr lang="pt-BR" sz="1000" dirty="0">
                <a:latin typeface="Montserrat"/>
              </a:rPr>
              <a:t xml:space="preserve">  |  </a:t>
            </a:r>
            <a:r>
              <a:rPr lang="pt-BR" sz="1000" dirty="0">
                <a:latin typeface="Montserrat"/>
              </a:rPr>
              <a:t xml:space="preserve">Resultados  |  </a:t>
            </a:r>
            <a:r>
              <a:rPr lang="pt-BR" sz="1000" dirty="0">
                <a:latin typeface="Montserrat"/>
              </a:rPr>
              <a:t xml:space="preserve">Robustez  |  </a:t>
            </a:r>
            <a:r>
              <a:rPr lang="pt-BR" sz="1000" dirty="0">
                <a:latin typeface="Montserrat"/>
              </a:rPr>
              <a:t xml:space="preserve">Discussão</a:t>
            </a:r>
          </a:p>
        </p:txBody>
      </p:sp>
      <p:graphicFrame>
        <p:nvGraphicFramePr>
          <p:cNvPr id="101" name="Tabela"/>
          <p:cNvGraphicFramePr>
            <a:graphicFrameLocks noGrp="1"/>
          </p:cNvGraphicFramePr>
          <p:nvPr/>
        </p:nvGraphicFramePr>
        <p:xfrm>
          <a:off x="292608" y="850392"/>
          <a:ext cx="11594592" cy="5129784"/>
        </p:xfrm>
        <a:graphic>
          <a:graphicData uri="http://schemas.openxmlformats.org/drawingml/2006/table">
            <a:tbl>
              <a:tblPr firstRow="1" bandRow="1"/>
              <a:tblGrid>
                <a:gridCol w="4591324"/>
                <a:gridCol w="7003268"/>
              </a:tblGrid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FFFFFF"/>
                          </a:solidFill>
                          <a:latin typeface="Montserrat"/>
                        </a:rPr>
                        <a:t>Premissa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FFFFFF"/>
                          </a:solidFill>
                          <a:latin typeface="Montserrat"/>
                        </a:rPr>
                        <a:t>Aderência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114719"/>
                    </a:solidFill>
                  </a:tcPr>
                </a:tc>
              </a:tr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Bolsa por regra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sharp: 368/368, 454/454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Só a bolsa?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não: pacote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IIA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em parte; bolsa estável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Localização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par de UFs fixado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Origem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preferência revelada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3F7F3"/>
                    </a:solidFill>
                  </a:tcPr>
                </a:tc>
              </a:tr>
              <a:tr h="73282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dirty="0">
                          <a:solidFill>
                            <a:srgbClr val="3A3A3A"/>
                          </a:solidFill>
                          <a:latin typeface="Montserrat"/>
                        </a:rPr>
                        <a:t>Hipótese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dirty="0">
                          <a:solidFill>
                            <a:srgbClr val="3A3A3A"/>
                          </a:solidFill>
                          <a:latin typeface="Montserrat"/>
                        </a:rPr>
                        <a:t>pós-resultado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C9DED1"/>
                      </a:solidFill>
                    </a:lnL>
                    <a:lnR w="6350">
                      <a:solidFill>
                        <a:srgbClr val="C9DED1"/>
                      </a:solidFill>
                    </a:lnR>
                    <a:lnT w="6350">
                      <a:solidFill>
                        <a:srgbClr val="C9DED1"/>
                      </a:solidFill>
                    </a:lnT>
                    <a:lnB w="6350">
                      <a:solidFill>
                        <a:srgbClr val="C9DED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auditorias 16, 18, 41 e 48; docs 57a (M9), 57i, 57p e 57x; output/rdd_bolsa/portao_r1_ivs_oficial.json; VC_estimativas.csv.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Teste central: a origem pesa mais que toda a bolsa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 xml:space="preserve">Hipótese  |  </a:t>
            </a:r>
            <a:r>
              <a:rPr lang="pt-BR" sz="1000" dirty="0">
                <a:latin typeface="Montserrat"/>
              </a:rPr>
              <a:t xml:space="preserve">Dados  |  </a:t>
            </a:r>
            <a:r>
              <a:rPr lang="pt-BR" sz="1000" dirty="0">
                <a:latin typeface="Montserrat"/>
              </a:rPr>
              <a:t xml:space="preserve">Análise descritiva  |  </a:t>
            </a:r>
            <a:r>
              <a:rPr lang="pt-BR" sz="1000" dirty="0">
                <a:latin typeface="Montserrat"/>
              </a:rPr>
              <a:t xml:space="preserve">Metodologia  |  </a:t>
            </a:r>
            <a:r>
              <a:rPr lang="pt-BR" sz="1000" dirty="0">
                <a:latin typeface="Montserrat"/>
              </a:rPr>
              <a:t xml:space="preserve">Identificação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 xml:space="preserve">  |  </a:t>
            </a:r>
            <a:r>
              <a:rPr lang="pt-BR" sz="1000" dirty="0">
                <a:latin typeface="Montserrat"/>
              </a:rPr>
              <a:t xml:space="preserve">Robustez  |  </a:t>
            </a:r>
            <a:r>
              <a:rPr lang="pt-BR" sz="1000" dirty="0">
                <a:latin typeface="Montserrat"/>
              </a:rPr>
              <a:t xml:space="preserve">Discussão</a:t>
            </a:r>
          </a:p>
        </p:txBody>
      </p:sp>
      <p:sp>
        <p:nvSpPr>
          <p:cNvPr id="101" name="Linha"/>
          <p:cNvSpPr/>
          <p:nvPr/>
        </p:nvSpPr>
        <p:spPr>
          <a:xfrm>
            <a:off x="292608" y="5212080"/>
            <a:ext cx="11594592" cy="420624"/>
          </a:xfrm>
          <a:prstGeom prst="rect">
            <a:avLst/>
          </a:prstGeom>
          <a:noFill/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Origem − bolsa:</a:t>
            </a:r>
            <a:r>
              <a:rPr lang="pt-BR" sz="1800" b="0" dirty="0">
                <a:solidFill>
                  <a:srgbClr val="3A3A3A"/>
                </a:solidFill>
                <a:latin typeface="Montserrat"/>
              </a:rPr>
              <a:t> 1,94 [1,48; 2,40] em log-chance; p &lt; 0,001.</a:t>
            </a:r>
          </a:p>
        </p:txBody>
      </p:sp>
      <p:sp>
        <p:nvSpPr>
          <p:cNvPr id="102" name="Cautela"/>
          <p:cNvSpPr/>
          <p:nvPr/>
        </p:nvSpPr>
        <p:spPr>
          <a:xfrm>
            <a:off x="292608" y="5687568"/>
            <a:ext cx="11594592" cy="42062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Origem é preferência revelada, não causa.</a:t>
            </a:r>
          </a:p>
        </p:txBody>
      </p:sp>
      <p:pic>
        <p:nvPicPr>
          <p:cNvPr id="103" name="Figura" descr="Quanto a vaga na UF de origem e toda a diferença de bolsa (R$ 10 → 20 mil) multiplicam a chance de a vaga ser a 1ª opção, com IC 95%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76900"/>
            <a:ext cx="11594592" cy="3534937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output/rdd_bolsa/VC_estimativas.csv (adendo 52c; doc 57p; auditoria 41); P1h (protocolo 52b; doc 57i; auditoria 31); output/apresentacao_banca2/curto_origem_bolsa.png.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Dentro da mesma UF, a vaga de bolsa maior atrai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 xml:space="preserve">Hipótese  |  </a:t>
            </a:r>
            <a:r>
              <a:rPr lang="pt-BR" sz="1000" dirty="0">
                <a:latin typeface="Montserrat"/>
              </a:rPr>
              <a:t xml:space="preserve">Dados  |  </a:t>
            </a:r>
            <a:r>
              <a:rPr lang="pt-BR" sz="1000" dirty="0">
                <a:latin typeface="Montserrat"/>
              </a:rPr>
              <a:t xml:space="preserve">Análise descritiva  |  </a:t>
            </a:r>
            <a:r>
              <a:rPr lang="pt-BR" sz="1000" dirty="0">
                <a:latin typeface="Montserrat"/>
              </a:rPr>
              <a:t xml:space="preserve">Metodologia  |  </a:t>
            </a:r>
            <a:r>
              <a:rPr lang="pt-BR" sz="1000" dirty="0">
                <a:latin typeface="Montserrat"/>
              </a:rPr>
              <a:t xml:space="preserve">Identificação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Resultados</a:t>
            </a:r>
            <a:r>
              <a:rPr lang="pt-BR" sz="1000" dirty="0">
                <a:latin typeface="Montserrat"/>
              </a:rPr>
              <a:t xml:space="preserve">  |  </a:t>
            </a:r>
            <a:r>
              <a:rPr lang="pt-BR" sz="1000" dirty="0">
                <a:latin typeface="Montserrat"/>
              </a:rPr>
              <a:t xml:space="preserve">Robustez  |  </a:t>
            </a:r>
            <a:r>
              <a:rPr lang="pt-BR" sz="1000" dirty="0">
                <a:latin typeface="Montserrat"/>
              </a:rPr>
              <a:t xml:space="preserve">Discussão</a:t>
            </a:r>
          </a:p>
        </p:txBody>
      </p:sp>
      <p:sp>
        <p:nvSpPr>
          <p:cNvPr id="101" name="Linha"/>
          <p:cNvSpPr/>
          <p:nvPr/>
        </p:nvSpPr>
        <p:spPr>
          <a:xfrm>
            <a:off x="292608" y="5212080"/>
            <a:ext cx="11594592" cy="420624"/>
          </a:xfrm>
          <a:prstGeom prst="rect">
            <a:avLst/>
          </a:prstGeom>
          <a:noFill/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+R$ 5 mil</a:t>
            </a:r>
            <a:r>
              <a:rPr lang="pt-BR" sz="1800" b="0" dirty="0">
                <a:solidFill>
                  <a:srgbClr val="3A3A3A"/>
                </a:solidFill>
                <a:latin typeface="Montserrat"/>
              </a:rPr>
              <a:t> pesam como 75 km a menos de distância.</a:t>
            </a:r>
          </a:p>
        </p:txBody>
      </p:sp>
      <p:sp>
        <p:nvSpPr>
          <p:cNvPr id="102" name="Cautela"/>
          <p:cNvSpPr/>
          <p:nvPr/>
        </p:nvSpPr>
        <p:spPr>
          <a:xfrm>
            <a:off x="292608" y="5687568"/>
            <a:ext cx="11594592" cy="42062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Adendo pós-resultado; sem fixar a UF, Holm 0,072.</a:t>
            </a:r>
          </a:p>
        </p:txBody>
      </p:sp>
      <p:pic>
        <p:nvPicPr>
          <p:cNvPr id="103" name="Figura" descr="Razão de chances da 1ª opção por +R$ 5 mil comparando vagas da mesma UF, ciclos 1–3 e ciclo 2, com o modelo base em cinza cla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294731"/>
            <a:ext cx="11594592" cy="3299274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output/rdd_bolsa/VL_estimativas.csv (adendo 52e; doc 57x; auditoria 48); output/apresentacao_banca2/curto_bolsa_mesma_uf.png.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Robustez: a origem pesa mais em todos os ciclos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 xml:space="preserve">Hipótese  |  </a:t>
            </a:r>
            <a:r>
              <a:rPr lang="pt-BR" sz="1000" dirty="0">
                <a:latin typeface="Montserrat"/>
              </a:rPr>
              <a:t xml:space="preserve">Dados  |  </a:t>
            </a:r>
            <a:r>
              <a:rPr lang="pt-BR" sz="1000" dirty="0">
                <a:latin typeface="Montserrat"/>
              </a:rPr>
              <a:t xml:space="preserve">Análise descritiva  |  </a:t>
            </a:r>
            <a:r>
              <a:rPr lang="pt-BR" sz="1000" dirty="0">
                <a:latin typeface="Montserrat"/>
              </a:rPr>
              <a:t xml:space="preserve">Metodologia  |  </a:t>
            </a:r>
            <a:r>
              <a:rPr lang="pt-BR" sz="1000" dirty="0">
                <a:latin typeface="Montserrat"/>
              </a:rPr>
              <a:t xml:space="preserve">Identificação  |  </a:t>
            </a:r>
            <a:r>
              <a:rPr lang="pt-BR" sz="1000" dirty="0">
                <a:latin typeface="Montserrat"/>
              </a:rPr>
              <a:t xml:space="preserve">Resultados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Robustez</a:t>
            </a:r>
            <a:r>
              <a:rPr lang="pt-BR" sz="1000" dirty="0">
                <a:latin typeface="Montserrat"/>
              </a:rPr>
              <a:t xml:space="preserve">  |  </a:t>
            </a:r>
            <a:r>
              <a:rPr lang="pt-BR" sz="1000" dirty="0">
                <a:latin typeface="Montserrat"/>
              </a:rPr>
              <a:t xml:space="preserve">Discussão</a:t>
            </a:r>
          </a:p>
        </p:txBody>
      </p:sp>
      <p:sp>
        <p:nvSpPr>
          <p:cNvPr id="101" name="Linha"/>
          <p:cNvSpPr/>
          <p:nvPr/>
        </p:nvSpPr>
        <p:spPr>
          <a:xfrm>
            <a:off x="292608" y="5212080"/>
            <a:ext cx="11594592" cy="420624"/>
          </a:xfrm>
          <a:prstGeom prst="rect">
            <a:avLst/>
          </a:prstGeom>
          <a:noFill/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Bolsa:</a:t>
            </a:r>
            <a:r>
              <a:rPr lang="pt-BR" sz="1800" b="0" dirty="0">
                <a:solidFill>
                  <a:srgbClr val="3A3A3A"/>
                </a:solidFill>
                <a:latin typeface="Montserrat"/>
              </a:rPr>
              <a:t> forte só no ciclo 2; perto do corte, inconclusivo.</a:t>
            </a:r>
          </a:p>
        </p:txBody>
      </p:sp>
      <p:sp>
        <p:nvSpPr>
          <p:cNvPr id="102" name="Cautela"/>
          <p:cNvSpPr/>
          <p:nvPr/>
        </p:nvSpPr>
        <p:spPr>
          <a:xfrm>
            <a:off x="292608" y="5687568"/>
            <a:ext cx="11594592" cy="42062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Quadro da inscrição, log e região: mesma leitura.</a:t>
            </a:r>
          </a:p>
        </p:txBody>
      </p:sp>
      <p:pic>
        <p:nvPicPr>
          <p:cNvPr id="103" name="Figura" descr="Robustez da escolha: razão de chances por +R$ 5 mil por ciclo, com o quadro antigo do ciclo 2, com distância em log, com a região de saúde fixada e só perto do corte; à direita, origem menos toda a bolsa por cic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58" y="804672"/>
            <a:ext cx="10852891" cy="4279392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output/rdd_bolsa/VC_estimativas.csv (adendo 52c; doc 57p; auditoria 41); VL_estimativas.csv (adendo 52e; doc 57x; auditoria 48); doc 57v (adendo 52d; auditoria 46).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Discussão: um incentivo limitado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 xml:space="preserve">Hipótese  |  </a:t>
            </a:r>
            <a:r>
              <a:rPr lang="pt-BR" sz="1000" dirty="0">
                <a:latin typeface="Montserrat"/>
              </a:rPr>
              <a:t xml:space="preserve">Dados  |  </a:t>
            </a:r>
            <a:r>
              <a:rPr lang="pt-BR" sz="1000" dirty="0">
                <a:latin typeface="Montserrat"/>
              </a:rPr>
              <a:t xml:space="preserve">Análise descritiva  |  </a:t>
            </a:r>
            <a:r>
              <a:rPr lang="pt-BR" sz="1000" dirty="0">
                <a:latin typeface="Montserrat"/>
              </a:rPr>
              <a:t xml:space="preserve">Metodologia  |  </a:t>
            </a:r>
            <a:r>
              <a:rPr lang="pt-BR" sz="1000" dirty="0">
                <a:latin typeface="Montserrat"/>
              </a:rPr>
              <a:t xml:space="preserve">Identificação  |  </a:t>
            </a:r>
            <a:r>
              <a:rPr lang="pt-BR" sz="1000" dirty="0">
                <a:latin typeface="Montserrat"/>
              </a:rPr>
              <a:t xml:space="preserve">Resultados  |  </a:t>
            </a:r>
            <a:r>
              <a:rPr lang="pt-BR" sz="1000" dirty="0">
                <a:latin typeface="Montserrat"/>
              </a:rPr>
              <a:t xml:space="preserve">Robustez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Discussão</a:t>
            </a:r>
            <a:r>
              <a:rPr lang="pt-BR" sz="1000" dirty="0">
                <a:latin typeface="Montserrat"/>
              </a:rPr>
              <a:t xml:space="preserve"/>
            </a:r>
          </a:p>
        </p:txBody>
      </p:sp>
      <p:sp>
        <p:nvSpPr>
          <p:cNvPr id="101" name="Rótulo"/>
          <p:cNvSpPr/>
          <p:nvPr/>
        </p:nvSpPr>
        <p:spPr>
          <a:xfrm>
            <a:off x="292608" y="896112"/>
            <a:ext cx="1737360" cy="1597152"/>
          </a:xfrm>
          <a:prstGeom prst="roundRect">
            <a:avLst>
              <a:gd name="adj" fmla="val 10000"/>
            </a:avLst>
          </a:prstGeom>
          <a:solidFill>
            <a:srgbClr val="114719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Teoria</a:t>
            </a:r>
          </a:p>
        </p:txBody>
      </p:sp>
      <p:sp>
        <p:nvSpPr>
          <p:cNvPr id="102" name="Item"/>
          <p:cNvSpPr/>
          <p:nvPr/>
        </p:nvSpPr>
        <p:spPr>
          <a:xfrm>
            <a:off x="2167128" y="896112"/>
            <a:ext cx="9720072" cy="1597152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056429"/>
            </a:solidFill>
          </a:ln>
        </p:spPr>
        <p:txBody>
          <a:bodyPr wrap="square" lIns="228600" tIns="36576" rIns="228600" bIns="36576" rtlCol="0" anchor="ctr">
            <a:no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dirty="0">
                <a:solidFill>
                  <a:srgbClr val="3A3A3A"/>
                </a:solidFill>
                <a:latin typeface="Montserrat"/>
              </a:rPr>
              <a:t>aceita a vaga se a bolsa compensa o custo do lugar</a:t>
            </a:r>
          </a:p>
        </p:txBody>
      </p:sp>
      <p:sp>
        <p:nvSpPr>
          <p:cNvPr id="103" name="Rótulo"/>
          <p:cNvSpPr/>
          <p:nvPr/>
        </p:nvSpPr>
        <p:spPr>
          <a:xfrm>
            <a:off x="292608" y="2694432"/>
            <a:ext cx="1737360" cy="1597152"/>
          </a:xfrm>
          <a:prstGeom prst="roundRect">
            <a:avLst>
              <a:gd name="adj" fmla="val 10000"/>
            </a:avLst>
          </a:prstGeom>
          <a:solidFill>
            <a:srgbClr val="114719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Dados</a:t>
            </a:r>
          </a:p>
        </p:txBody>
      </p:sp>
      <p:sp>
        <p:nvSpPr>
          <p:cNvPr id="104" name="Item"/>
          <p:cNvSpPr/>
          <p:nvPr/>
        </p:nvSpPr>
        <p:spPr>
          <a:xfrm>
            <a:off x="2167128" y="2694432"/>
            <a:ext cx="9720072" cy="1597152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056429"/>
            </a:solidFill>
          </a:ln>
        </p:spPr>
        <p:txBody>
          <a:bodyPr wrap="square" lIns="228600" tIns="36576" rIns="228600" bIns="36576" rtlCol="0" anchor="ctr">
            <a:no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dirty="0">
                <a:solidFill>
                  <a:srgbClr val="3A3A3A"/>
                </a:solidFill>
                <a:latin typeface="Montserrat"/>
              </a:rPr>
              <a:t>o custo que domina é sair da própria região</a:t>
            </a:r>
          </a:p>
        </p:txBody>
      </p:sp>
      <p:sp>
        <p:nvSpPr>
          <p:cNvPr id="105" name="Rótulo"/>
          <p:cNvSpPr/>
          <p:nvPr/>
        </p:nvSpPr>
        <p:spPr>
          <a:xfrm>
            <a:off x="292608" y="4492752"/>
            <a:ext cx="1737360" cy="1597152"/>
          </a:xfrm>
          <a:prstGeom prst="roundRect">
            <a:avLst>
              <a:gd name="adj" fmla="val 10000"/>
            </a:avLst>
          </a:prstGeom>
          <a:solidFill>
            <a:srgbClr val="114719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Leitura</a:t>
            </a:r>
          </a:p>
        </p:txBody>
      </p:sp>
      <p:sp>
        <p:nvSpPr>
          <p:cNvPr id="106" name="Item"/>
          <p:cNvSpPr/>
          <p:nvPr/>
        </p:nvSpPr>
        <p:spPr>
          <a:xfrm>
            <a:off x="2167128" y="4492752"/>
            <a:ext cx="9720072" cy="1597152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056429"/>
            </a:solidFill>
          </a:ln>
        </p:spPr>
        <p:txBody>
          <a:bodyPr wrap="square" lIns="228600" tIns="36576" rIns="228600" bIns="36576" rtlCol="0" anchor="ctr">
            <a:no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dirty="0">
                <a:solidFill>
                  <a:srgbClr val="3A3A3A"/>
                </a:solidFill>
                <a:latin typeface="Montserrat"/>
              </a:rPr>
              <a:t>a bolsa reordena vagas próximas: incentivo limitado</a:t>
            </a:r>
          </a:p>
        </p:txBody>
      </p:sp>
      <p:sp>
        <p:nvSpPr>
          <p:cNvPr id="107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modelo da banca 1; doc 07 da banca 2; docs 57i, 57p e 57x; auditorias 18 e 50.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 · O fato: sem aumento detectado no corte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 xml:space="preserve">Hipótese  |  </a:t>
            </a:r>
            <a:r>
              <a:rPr lang="pt-BR" sz="1000" dirty="0">
                <a:latin typeface="Montserrat"/>
              </a:rPr>
              <a:t xml:space="preserve">Dados  |  </a:t>
            </a:r>
            <a:r>
              <a:rPr lang="pt-BR" sz="1000" dirty="0">
                <a:latin typeface="Montserrat"/>
              </a:rPr>
              <a:t xml:space="preserve">Análise descritiva  |  </a:t>
            </a:r>
            <a:r>
              <a:rPr lang="pt-BR" sz="1000" dirty="0">
                <a:latin typeface="Montserrat"/>
              </a:rPr>
              <a:t xml:space="preserve">Metodologia  |  </a:t>
            </a:r>
            <a:r>
              <a:rPr lang="pt-BR" sz="1000" dirty="0">
                <a:latin typeface="Montserrat"/>
              </a:rPr>
              <a:t xml:space="preserve">Identificação  |  </a:t>
            </a:r>
            <a:r>
              <a:rPr lang="pt-BR" sz="1000" dirty="0">
                <a:latin typeface="Montserrat"/>
              </a:rPr>
              <a:t xml:space="preserve">Resultados  |  </a:t>
            </a:r>
            <a:r>
              <a:rPr lang="pt-BR" sz="1000" dirty="0">
                <a:latin typeface="Montserrat"/>
              </a:rPr>
              <a:t xml:space="preserve">Robustez  |  </a:t>
            </a:r>
            <a:r>
              <a:rPr lang="pt-BR" sz="1000" dirty="0">
                <a:latin typeface="Montserrat"/>
              </a:rPr>
              <a:t xml:space="preserve">Discussão</a:t>
            </a:r>
          </a:p>
        </p:txBody>
      </p:sp>
      <p:sp>
        <p:nvSpPr>
          <p:cNvPr id="101" name="Linha"/>
          <p:cNvSpPr/>
          <p:nvPr/>
        </p:nvSpPr>
        <p:spPr>
          <a:xfrm>
            <a:off x="292608" y="5212080"/>
            <a:ext cx="11594592" cy="420624"/>
          </a:xfrm>
          <a:prstGeom prst="rect">
            <a:avLst/>
          </a:prstGeom>
          <a:noFill/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dirty="0">
                <a:solidFill>
                  <a:srgbClr val="3A3A3A"/>
                </a:solidFill>
                <a:latin typeface="Montserrat"/>
              </a:rPr>
              <a:t>O negativo em 0,300 nunca passou no Holm; anda junto com a UF.</a:t>
            </a:r>
          </a:p>
        </p:txBody>
      </p:sp>
      <p:sp>
        <p:nvSpPr>
          <p:cNvPr id="102" name="Cautela"/>
          <p:cNvSpPr/>
          <p:nvPr/>
        </p:nvSpPr>
        <p:spPr>
          <a:xfrm>
            <a:off x="292608" y="5687568"/>
            <a:ext cx="11594592" cy="42062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Pacote do corte; só detectaria saltos grandes.</a:t>
            </a:r>
          </a:p>
        </p:txBody>
      </p:sp>
      <p:pic>
        <p:nvPicPr>
          <p:cNvPr id="103" name="Figura" descr="O fato, por corte: salto do preenchimento das vagas imediatas sem controle, com efeito fixo de UF e pareando municípios da mesma UF, com IC 95%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082635"/>
            <a:ext cx="11594592" cy="3723467"/>
          </a:xfrm>
          <a:prstGeom prst="rect">
            <a:avLst/>
          </a:prstGeom>
          <a:ln w="6350">
            <a:solidFill>
              <a:srgbClr val="DDE7DF"/>
            </a:solidFill>
          </a:ln>
        </p:spPr>
      </p:pic>
      <p:sp>
        <p:nvSpPr>
          <p:cNvPr id="104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output/rdd_bolsa/HI_estimativas.csv (adendo 48b; doc 57n; auditoria 38); PL_estimativas.csv (adendo 48h; doc 57w; auditoria 47); output/apresentacao_banca2/curto_fato.png.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Apêndice · H3: oferta, numa frase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 xml:space="preserve">Hipótese  |  </a:t>
            </a:r>
            <a:r>
              <a:rPr lang="pt-BR" sz="1000" dirty="0">
                <a:latin typeface="Montserrat"/>
              </a:rPr>
              <a:t xml:space="preserve">Dados  |  </a:t>
            </a:r>
            <a:r>
              <a:rPr lang="pt-BR" sz="1000" dirty="0">
                <a:latin typeface="Montserrat"/>
              </a:rPr>
              <a:t xml:space="preserve">Análise descritiva  |  </a:t>
            </a:r>
            <a:r>
              <a:rPr lang="pt-BR" sz="1000" dirty="0">
                <a:latin typeface="Montserrat"/>
              </a:rPr>
              <a:t xml:space="preserve">Metodologia  |  </a:t>
            </a:r>
            <a:r>
              <a:rPr lang="pt-BR" sz="1000" dirty="0">
                <a:latin typeface="Montserrat"/>
              </a:rPr>
              <a:t xml:space="preserve">Identificação  |  </a:t>
            </a:r>
            <a:r>
              <a:rPr lang="pt-BR" sz="1000" dirty="0">
                <a:latin typeface="Montserrat"/>
              </a:rPr>
              <a:t xml:space="preserve">Resultados  |  </a:t>
            </a:r>
            <a:r>
              <a:rPr lang="pt-BR" sz="1000" dirty="0">
                <a:latin typeface="Montserrat"/>
              </a:rPr>
              <a:t xml:space="preserve">Robustez  |  </a:t>
            </a:r>
            <a:r>
              <a:rPr lang="pt-BR" sz="1000" dirty="0">
                <a:latin typeface="Montserrat"/>
              </a:rPr>
              <a:t xml:space="preserve">Discussão</a:t>
            </a:r>
          </a:p>
        </p:txBody>
      </p:sp>
      <p:sp>
        <p:nvSpPr>
          <p:cNvPr id="101" name="Cautela"/>
          <p:cNvSpPr/>
          <p:nvPr/>
        </p:nvSpPr>
        <p:spPr>
          <a:xfrm>
            <a:off x="292608" y="5669280"/>
            <a:ext cx="11594592" cy="420624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164592" tIns="18288" rIns="16459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114719"/>
                </a:solidFill>
                <a:latin typeface="Montserrat"/>
              </a:rPr>
              <a:t>Associação; vínculo cadastrado não é presença.</a:t>
            </a:r>
          </a:p>
        </p:txBody>
      </p:sp>
      <p:sp>
        <p:nvSpPr>
          <p:cNvPr id="102" name="Frase"/>
          <p:cNvSpPr/>
          <p:nvPr/>
        </p:nvSpPr>
        <p:spPr>
          <a:xfrm>
            <a:off x="658368" y="1911096"/>
            <a:ext cx="10863072" cy="2377440"/>
          </a:xfrm>
          <a:prstGeom prst="roundRect">
            <a:avLst>
              <a:gd name="adj" fmla="val 8000"/>
            </a:avLst>
          </a:prstGeom>
          <a:solidFill>
            <a:srgbClr val="114719"/>
          </a:solidFill>
          <a:ln>
            <a:noFill/>
          </a:ln>
        </p:spPr>
        <p:txBody>
          <a:bodyPr wrap="square" lIns="411480" tIns="91440" rIns="411480" bIns="9144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0" dirty="0">
                <a:solidFill>
                  <a:srgbClr val="FFFFFF"/>
                </a:solidFill>
                <a:latin typeface="Montserrat"/>
              </a:rPr>
              <a:t>O médico que chega cadastra +6,6 h/sem; metade já estava lá</a:t>
            </a:r>
          </a:p>
        </p:txBody>
      </p:sp>
      <p:sp>
        <p:nvSpPr>
          <p:cNvPr id="103" name="Fontes"/>
          <p:cNvSpPr txBox="1"/>
          <p:nvPr/>
        </p:nvSpPr>
        <p:spPr>
          <a:xfrm>
            <a:off x="292608" y="6181344"/>
            <a:ext cx="11594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rgbClr val="6B6B6B"/>
                </a:solidFill>
                <a:latin typeface="Montserrat"/>
              </a:rPr>
              <a:t>Fontes: </a:t>
            </a:r>
            <a:r>
              <a:rPr lang="pt-BR" sz="800" b="0" dirty="0">
                <a:solidFill>
                  <a:srgbClr val="6B6B6B"/>
                </a:solidFill>
                <a:latin typeface="Montserrat"/>
              </a:rPr>
              <a:t>S57_resumo.json (doc 57d); OC_estimativas.csv (protocolo 64; doc 57q; auditoria 39).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553001-6307-0648-A07B-CCACFB8D8DAB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c5ac6b1-f68a-4f11-a502-6011a988e64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f3eb3e-0d9a-437c-860c-69ce48f2cdf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8C8786BE86CB408D96F421BBC77521" ma:contentTypeVersion="5" ma:contentTypeDescription="Create a new document." ma:contentTypeScope="" ma:versionID="5da4dd9addb67677410ddfb5845d64f7">
  <xsd:schema xmlns:xsd="http://www.w3.org/2001/XMLSchema" xmlns:xs="http://www.w3.org/2001/XMLSchema" xmlns:p="http://schemas.microsoft.com/office/2006/metadata/properties" xmlns:ns3="6bf3eb3e-0d9a-437c-860c-69ce48f2cdf0" targetNamespace="http://schemas.microsoft.com/office/2006/metadata/properties" ma:root="true" ma:fieldsID="fb40ab77a2ad640a954feaa1eb039dd4" ns3:_="">
    <xsd:import namespace="6bf3eb3e-0d9a-437c-860c-69ce48f2cdf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3eb3e-0d9a-437c-860c-69ce48f2cdf0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DateTaken" ma:index="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9A4F2D-BA7A-420A-859C-AF67393E28D2}">
  <ds:schemaRefs>
    <ds:schemaRef ds:uri="6bf3eb3e-0d9a-437c-860c-69ce48f2cdf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5D4C76-7C3B-451C-A6D4-FBDF882EB00F}">
  <ds:schemaRefs>
    <ds:schemaRef ds:uri="6bf3eb3e-0d9a-437c-860c-69ce48f2cdf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42ECBC-5C73-45EC-9763-C55A66CE0F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22</Notes>
  <HiddenSlides>8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1_Office Theme</vt:lpstr>
      <vt:lpstr>Tema do Office 2013 - 2022</vt:lpstr>
      <vt:lpstr>PowerPoint Presentation</vt:lpstr>
      <vt:lpstr>PowerPoint Presentation</vt:lpstr>
      <vt:lpstr>A escassez de especialistas já é tratada como urgência sanitária</vt:lpstr>
      <vt:lpstr>A escassez de especialistas já é tratada como urgência sanitária</vt:lpstr>
      <vt:lpstr>A vulnerabilidade social define o piso da bolsa do PMM-E</vt:lpstr>
      <vt:lpstr>A vulnerabilidade social define o piso da bolsa do PMM-E</vt:lpstr>
      <vt:lpstr>A vulnerabilidade social define o piso da bolsa do PMM-E</vt:lpstr>
      <vt:lpstr>A vulnerabilidade social define o piso da bolsa do PMM-E</vt:lpstr>
      <vt:lpstr>Política direciona incentivos aos territórios mais vulneráveis</vt:lpstr>
      <vt:lpstr>Política direciona incentivos aos territórios mais vulneráveis</vt:lpstr>
      <vt:lpstr>O programa é importante, e há indícios de efetividade</vt:lpstr>
      <vt:lpstr>PowerPoint Presentation</vt:lpstr>
      <vt:lpstr>Política direciona incentivos aos territórios mais vulneráveis</vt:lpstr>
      <vt:lpstr>Presença de especialistas cresceu em todos os níveis sociais</vt:lpstr>
      <vt:lpstr>PowerPoint Presentation</vt:lpstr>
      <vt:lpstr>O modelo combina três elementos da teoria</vt:lpstr>
      <vt:lpstr>A escolha locacional maximiza a utilidade</vt:lpstr>
      <vt:lpstr>Da escolha individual ao preenchimento agregado</vt:lpstr>
      <vt:lpstr>A escolha locacional maximiza a renda real líquida</vt:lpstr>
      <vt:lpstr>Literatura divide o custo em dois tipos: geográfico e laboral</vt:lpstr>
      <vt:lpstr>Da escolha individual ao preenchimento agregado</vt:lpstr>
      <vt:lpstr>PowerPoint Presentation</vt:lpstr>
      <vt:lpstr>Da condição de aceitação, sai nossa hipótese econômica</vt:lpstr>
      <vt:lpstr>PowerPoint Presentation</vt:lpstr>
      <vt:lpstr>X</vt:lpstr>
      <vt:lpstr>PowerPoint Presentation</vt:lpstr>
      <vt:lpstr>X</vt:lpstr>
      <vt:lpstr>PowerPoint Presentation</vt:lpstr>
      <vt:lpstr>X</vt:lpstr>
      <vt:lpstr>PowerPoint Presentation</vt:lpstr>
      <vt:lpstr>PowerPoint Presentation</vt:lpstr>
      <vt:lpstr>PowerPoint Presentation</vt:lpstr>
      <vt:lpstr>PowerPoint Presentation</vt:lpstr>
      <vt:lpstr>O desafio é separar o efeito da bolsa do efeito da vulnerabilidade</vt:lpstr>
      <vt:lpstr>O desafio é separar o efeito da bolsa do efeito da vulnerabilidade</vt:lpstr>
      <vt:lpstr>O IVS mede a vulnerabilidade social dos territórios brasileiros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benegra.rg@gmail.com</dc:creator>
  <cp:revision>1</cp:revision>
  <dcterms:created xsi:type="dcterms:W3CDTF">2026-08-31T13:12:19Z</dcterms:created>
  <dcterms:modified xsi:type="dcterms:W3CDTF">2026-10-19T14:29:23Z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0x010100038C8786BE86CB408D96F421BBC77521</vt:lpwstr>
  </property>
</Properties>
</file>