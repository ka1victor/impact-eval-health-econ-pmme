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395" r:id="rId31"/>
    <p:sldId id="404" r:id="rId51"/>
    <p:sldId id="405" r:id="rId52"/>
    <p:sldId id="406" r:id="rId53"/>
    <p:sldId id="396" r:id="rId3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345" r:id="rId35"/>
    <p:sldId id="350" r:id="rId36"/>
    <p:sldId id="414" r:id="rId61"/>
    <p:sldId id="415" r:id="rId62"/>
    <p:sldId id="344" r:id="rId41"/>
    <p:sldId id="328" r:id="rId39"/>
    <p:sldId id="351" r:id="rId40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 × corte, salto comum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Por corte, o maior aumento compatível da A3 é +1,7 em 0,300 e +11,3 em 0,400. O sinal de N1 em 0,400 vem do porte; em 0,300, da taxa por vaga (doc 49b). É o pacote do corte, não a bolsa isolada.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O sinal do ciclo 2 também resiste a poucos clusters (bootstrap de Webb).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θ_UF é mesma UF, outra região de saúde, contra uma vaga em outra UF à mesma distância. O IC do km contém zero porque o de β contém.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 da H1: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o IC empilhado não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1_regra_bolsa_ivs_oficia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2_h1_preenchimento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3_h2_escolha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4_P1h_magnitudes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5_h4_horas_medico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6_cadeia_resumo_doc57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44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45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43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422650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410202"/>
            <a:ext cx="11594592" cy="1057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estabelecimento × curso; </a:t>
            </a: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= alguma confirmação ou homologação, não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"…" são partes do universo G1; o P1 exige 1ª opção numa célula, ligação ao CNES 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Bases: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quadros e resultados da SGTES/MS, IVS 2010 oficial (Ipea) e CNES mensal; fontes no apêndice.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1156"/>
        </p:xfrm>
        <a:graphic>
          <a:graphicData uri="http://schemas.openxmlformats.org/drawingml/2006/table">
            <a:tbl>
              <a:tblPr firstRow="1" bandRow="1"/>
              <a:tblGrid>
                <a:gridCol w="1922650"/>
                <a:gridCol w="3780862"/>
                <a:gridCol w="2806934"/>
                <a:gridCol w="308414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+R$ 5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211" y="804672"/>
            <a:ext cx="8965387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é negativo, mas não passa no Holm (0,124) e depende da medida.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+R$ 5 mil, p 0,065; ciclos iguais,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e resiste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Primária, pós-resultado: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(Holm): toda a amplitude da bolsa (R$ 10 → 20 mil) pesa menos que a vaga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a amplitude vale 224 km a menos de distância [−18; 466]; o IC contém zero.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do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717800"/>
        </p:xfrm>
        <a:graphic>
          <a:graphicData uri="http://schemas.openxmlformats.org/drawingml/2006/table">
            <a:tbl>
              <a:tblPr firstRow="1" bandRow="1"/>
              <a:tblGrid>
                <a:gridCol w="1083056"/>
                <a:gridCol w="5737740"/>
                <a:gridCol w="477379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sinal de N1 em outras janelas e sem os municípios colados ao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Holm depende do coeficiente do controle; o IC honesto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da bolsa positivo em todas as especificações do logit; o ciclo 2 resiste a placebos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com q de BKY &lt; 0,05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 M1 já era conhecido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horas totais aguentam violações de tendência até 1,30 vez a maior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na nota de corte, o IC das horas totais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oluna 1"/>
          <p:cNvSpPr/>
          <p:nvPr/>
        </p:nvSpPr>
        <p:spPr>
          <a:xfrm>
            <a:off x="292608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2" name="Cabeçalho 1"/>
          <p:cNvSpPr txBox="1"/>
          <p:nvPr/>
        </p:nvSpPr>
        <p:spPr>
          <a:xfrm>
            <a:off x="521208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3" name="Marcadores 1"/>
          <p:cNvSpPr txBox="1"/>
          <p:nvPr/>
        </p:nvSpPr>
        <p:spPr>
          <a:xfrm>
            <a:off x="521208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Pacote do corte: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0,300 e 0,400 mudam também outras regras federais.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Sem margem extensiva: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escolha é só de quem já se candidatou.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Não é a participação no PMM-E, nem o Agora Tem Especialistas.</a:t>
            </a:r>
          </a:p>
        </p:txBody>
      </p:sp>
      <p:sp>
        <p:nvSpPr>
          <p:cNvPr id="104" name="Coluna 2"/>
          <p:cNvSpPr/>
          <p:nvPr/>
        </p:nvSpPr>
        <p:spPr>
          <a:xfrm>
            <a:off x="6249924" y="804672"/>
            <a:ext cx="5637276" cy="4663440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5" name="Cabeçalho 2"/>
          <p:cNvSpPr txBox="1"/>
          <p:nvPr/>
        </p:nvSpPr>
        <p:spPr>
          <a:xfrm>
            <a:off x="6478524" y="969264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6" name="Marcadores 2"/>
          <p:cNvSpPr txBox="1"/>
          <p:nvPr/>
        </p:nvSpPr>
        <p:spPr>
          <a:xfrm>
            <a:off x="6478524" y="1581912"/>
            <a:ext cx="5180076" cy="3749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+33% no salário, +15,1 p.p. na aceitação; aqui, o IC admite no máximo +3,2 p.p.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Escolha não é expansão: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a bolsa reordena candidatos entre vagas sem mudar quantas preenchem.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5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ciclo 3 com a competência 202703 madura; universo de inscritos; folha de pagamento.</a:t>
            </a:r>
          </a:p>
        </p:txBody>
      </p:sp>
      <p:sp>
        <p:nvSpPr>
          <p:cNvPr id="107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